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5"/>
  </p:notesMasterIdLst>
  <p:sldIdLst>
    <p:sldId id="258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8CBD8F-5A30-4EA3-8694-9CD4D7A93F66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D60995-CF0C-4E34-A866-B3E67C1837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8627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10949-D5A8-4E4A-95CE-7D96AE2CCFE6}" type="datetime1">
              <a:rPr lang="de-DE" smtClean="0"/>
              <a:t>17.05.2016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Referentin: Heike Müller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6D428-A84E-47A4-85E7-DCCEBB5EF01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4258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71F9E-5A7B-4C72-872A-C917A4450FB7}" type="datetime1">
              <a:rPr lang="de-DE" smtClean="0"/>
              <a:t>17.05.2016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Referentin: Heike Müller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6D428-A84E-47A4-85E7-DCCEBB5EF01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1429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FB634-BC65-439A-9C68-6CA191132245}" type="datetime1">
              <a:rPr lang="de-DE" smtClean="0"/>
              <a:t>17.05.2016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Referentin: Heike Müller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6D428-A84E-47A4-85E7-DCCEBB5EF01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2133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DFAB2-6A57-494C-9DDD-50A77CA35D4C}" type="datetime1">
              <a:rPr lang="de-DE" smtClean="0"/>
              <a:t>17.05.2016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Referentin: Heike Müller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6D428-A84E-47A4-85E7-DCCEBB5EF01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581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29E01-9D36-43A4-97C9-456988ABD071}" type="datetime1">
              <a:rPr lang="de-DE" smtClean="0"/>
              <a:t>17.05.2016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Referentin: Heike Müller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6D428-A84E-47A4-85E7-DCCEBB5EF01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0015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4005F-D507-49F7-B629-8E6CD6902F72}" type="datetime1">
              <a:rPr lang="de-DE" smtClean="0"/>
              <a:t>17.05.2016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Referentin: Heike Müller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6D428-A84E-47A4-85E7-DCCEBB5EF01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241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6358C-907B-4713-8064-EEFA7788A333}" type="datetime1">
              <a:rPr lang="de-DE" smtClean="0"/>
              <a:t>17.05.2016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Referentin: Heike Müller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6D428-A84E-47A4-85E7-DCCEBB5EF01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9855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B6844-70B2-4B62-810C-C9F3E36376BF}" type="datetime1">
              <a:rPr lang="de-DE" smtClean="0"/>
              <a:t>17.05.2016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Referentin: Heike Müller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6D428-A84E-47A4-85E7-DCCEBB5EF01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0390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4FDB1-DC02-4AB0-8753-67BBC373C383}" type="datetime1">
              <a:rPr lang="de-DE" smtClean="0"/>
              <a:t>17.05.2016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Referentin: Heike Müller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6D428-A84E-47A4-85E7-DCCEBB5EF01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8364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70211-54F8-45AC-8969-B06D742C8C88}" type="datetime1">
              <a:rPr lang="de-DE" smtClean="0"/>
              <a:t>17.05.2016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Referentin: Heike Müller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6D428-A84E-47A4-85E7-DCCEBB5EF01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2520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A1F63-FEB3-4E91-9857-BE759ED3A772}" type="datetime1">
              <a:rPr lang="de-DE" smtClean="0"/>
              <a:t>17.05.2016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Referentin: Heike Müller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6D428-A84E-47A4-85E7-DCCEBB5EF01E}" type="slidenum">
              <a:rPr lang="de-DE" smtClean="0"/>
              <a:t>‹Nr.›</a:t>
            </a:fld>
            <a:endParaRPr lang="de-DE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9229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456EB-D4CF-4A7F-817C-B38E10F0EC4B}" type="datetime1">
              <a:rPr lang="de-DE" smtClean="0"/>
              <a:t>17.05.2016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Referentin: Heike Müller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6D428-A84E-47A4-85E7-DCCEBB5EF01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42757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B87F2-AAAE-4534-881A-17166CCE4651}" type="datetime1">
              <a:rPr lang="de-DE" smtClean="0"/>
              <a:t>17.05.2016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Referentin: Heike Müller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6D428-A84E-47A4-85E7-DCCEBB5EF01E}" type="slidenum">
              <a:rPr lang="de-DE" smtClean="0"/>
              <a:t>‹Nr.›</a:t>
            </a:fld>
            <a:endParaRPr lang="de-D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373052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16740-2FB6-4EE2-AD92-F97DBD8DA36F}" type="datetime1">
              <a:rPr lang="de-DE" smtClean="0"/>
              <a:t>17.05.2016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Referentin: Heike Müller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6D428-A84E-47A4-85E7-DCCEBB5EF01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35424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5C992-7D52-44BE-8474-A0C30A9A994D}" type="datetime1">
              <a:rPr lang="de-DE" smtClean="0"/>
              <a:t>17.05.2016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Referentin: Heike Müller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6D428-A84E-47A4-85E7-DCCEBB5EF01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16276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40971-E3CA-47ED-B61A-5E03C3C40701}" type="datetime1">
              <a:rPr lang="de-DE" smtClean="0"/>
              <a:t>17.05.2016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Referentin: Heike Müller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6D428-A84E-47A4-85E7-DCCEBB5EF01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594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3A5B1-B5AF-4A7F-8F17-16E2FA58FC2C}" type="datetime1">
              <a:rPr lang="de-DE" smtClean="0"/>
              <a:t>17.05.2016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Referentin: Heike Müller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716D428-A84E-47A4-85E7-DCCEBB5EF01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0303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Raus aus dem Alltag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Neues lernen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Ungewohntes tun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sich bewegen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aktiv entspannen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03EE9-487B-4FB3-83CD-8ACC5499C5B7}" type="datetime1">
              <a:rPr lang="de-DE" smtClean="0"/>
              <a:t>17.05.2016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Referentin: Heike Müller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6D428-A84E-47A4-85E7-DCCEBB5EF01E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2937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Raus aus dem Alltag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de-DE" dirty="0"/>
              <a:t>Neues lernen</a:t>
            </a:r>
          </a:p>
          <a:p>
            <a:pPr>
              <a:buFont typeface="+mj-lt"/>
              <a:buAutoNum type="arabicPeriod"/>
            </a:pPr>
            <a:r>
              <a:rPr lang="de-DE" dirty="0"/>
              <a:t>Ungewohntes tun</a:t>
            </a:r>
          </a:p>
          <a:p>
            <a:pPr>
              <a:buFont typeface="+mj-lt"/>
              <a:buAutoNum type="arabicPeriod"/>
            </a:pPr>
            <a:r>
              <a:rPr lang="de-DE" dirty="0"/>
              <a:t>sich bewegen</a:t>
            </a:r>
          </a:p>
          <a:p>
            <a:pPr>
              <a:buFont typeface="+mj-lt"/>
              <a:buAutoNum type="arabicPeriod"/>
            </a:pPr>
            <a:r>
              <a:rPr lang="de-DE" dirty="0"/>
              <a:t>aktiv entspannen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03EE9-487B-4FB3-83CD-8ACC5499C5B7}" type="datetime1">
              <a:rPr lang="de-DE" smtClean="0"/>
              <a:t>17.05.2016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Referentin: Heike Müller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6D428-A84E-47A4-85E7-DCCEBB5EF01E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3498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Raus aus dem Alltag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de-DE" dirty="0"/>
              <a:t>Neues lernen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de-DE" dirty="0"/>
              <a:t>Ungewohntes tun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de-DE" dirty="0"/>
              <a:t>sich bewegen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de-DE" dirty="0"/>
              <a:t>aktiv entspannen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03EE9-487B-4FB3-83CD-8ACC5499C5B7}" type="datetime1">
              <a:rPr lang="de-DE" smtClean="0"/>
              <a:t>17.05.2016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Referentin: Heike Müller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6D428-A84E-47A4-85E7-DCCEBB5EF01E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269596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54</Words>
  <Application>Microsoft Office PowerPoint</Application>
  <PresentationFormat>Breitbild</PresentationFormat>
  <Paragraphs>24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9" baseType="lpstr">
      <vt:lpstr>Arial</vt:lpstr>
      <vt:lpstr>Calibri</vt:lpstr>
      <vt:lpstr>Trebuchet MS</vt:lpstr>
      <vt:lpstr>Wingdings</vt:lpstr>
      <vt:lpstr>Wingdings 3</vt:lpstr>
      <vt:lpstr>Facette</vt:lpstr>
      <vt:lpstr>Raus aus dem Alltag</vt:lpstr>
      <vt:lpstr>Raus aus dem Alltag</vt:lpstr>
      <vt:lpstr>Raus aus dem Alltag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Ausgeruht und voller Kraft</dc:title>
  <dc:creator>O. Grill</dc:creator>
  <cp:lastModifiedBy>O. Grill</cp:lastModifiedBy>
  <cp:revision>4</cp:revision>
  <dcterms:created xsi:type="dcterms:W3CDTF">2016-05-17T15:12:02Z</dcterms:created>
  <dcterms:modified xsi:type="dcterms:W3CDTF">2016-05-17T15:24:12Z</dcterms:modified>
</cp:coreProperties>
</file>
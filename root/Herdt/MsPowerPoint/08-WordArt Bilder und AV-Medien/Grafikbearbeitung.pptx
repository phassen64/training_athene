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4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50D3A6-2DA7-44B6-8B95-4C6A1C836DA9}" type="doc">
      <dgm:prSet loTypeId="urn:microsoft.com/office/officeart/2008/layout/HexagonCluster" loCatId="picture" qsTypeId="urn:microsoft.com/office/officeart/2005/8/quickstyle/simple1" qsCatId="simple" csTypeId="urn:microsoft.com/office/officeart/2005/8/colors/accent1_2" csCatId="accent1" phldr="1"/>
      <dgm:spPr/>
    </dgm:pt>
    <dgm:pt modelId="{60A81305-1E41-4A28-87C3-A68F5E87A688}">
      <dgm:prSet phldrT="[Text]"/>
      <dgm:spPr/>
      <dgm:t>
        <a:bodyPr/>
        <a:lstStyle/>
        <a:p>
          <a:r>
            <a:rPr lang="de-DE" dirty="0"/>
            <a:t>Dressurpferd</a:t>
          </a:r>
        </a:p>
      </dgm:t>
    </dgm:pt>
    <dgm:pt modelId="{8E03A2F2-9F77-4FEA-81F7-1BABB8117F28}" type="parTrans" cxnId="{C631D7BB-000D-48E7-B088-83C9CC723C09}">
      <dgm:prSet/>
      <dgm:spPr/>
      <dgm:t>
        <a:bodyPr/>
        <a:lstStyle/>
        <a:p>
          <a:endParaRPr lang="de-DE"/>
        </a:p>
      </dgm:t>
    </dgm:pt>
    <dgm:pt modelId="{2868A62F-C65D-40A6-AF4B-7C8A4E7E1930}" type="sibTrans" cxnId="{C631D7BB-000D-48E7-B088-83C9CC723C09}">
      <dgm:prSet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</dgm:spPr>
      <dgm:t>
        <a:bodyPr/>
        <a:lstStyle/>
        <a:p>
          <a:endParaRPr lang="de-DE"/>
        </a:p>
      </dgm:t>
    </dgm:pt>
    <dgm:pt modelId="{457B214C-10B4-4BE7-99E3-E5754C975449}" type="pres">
      <dgm:prSet presAssocID="{0750D3A6-2DA7-44B6-8B95-4C6A1C836DA9}" presName="Name0" presStyleCnt="0">
        <dgm:presLayoutVars>
          <dgm:chMax val="21"/>
          <dgm:chPref val="21"/>
        </dgm:presLayoutVars>
      </dgm:prSet>
      <dgm:spPr/>
    </dgm:pt>
    <dgm:pt modelId="{A1FA8461-113F-4107-80DF-6BBFE8ED4D41}" type="pres">
      <dgm:prSet presAssocID="{60A81305-1E41-4A28-87C3-A68F5E87A688}" presName="text1" presStyleCnt="0"/>
      <dgm:spPr/>
    </dgm:pt>
    <dgm:pt modelId="{DA02B165-A6E5-40CD-AC28-60B0802DD500}" type="pres">
      <dgm:prSet presAssocID="{60A81305-1E41-4A28-87C3-A68F5E87A688}" presName="textRepeatNode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F3107A42-6CF7-43DB-813C-78677CC6E0C8}" type="pres">
      <dgm:prSet presAssocID="{60A81305-1E41-4A28-87C3-A68F5E87A688}" presName="textaccent1" presStyleCnt="0"/>
      <dgm:spPr/>
    </dgm:pt>
    <dgm:pt modelId="{55277551-DA5C-4BB4-8CFB-33C7A091D8AE}" type="pres">
      <dgm:prSet presAssocID="{60A81305-1E41-4A28-87C3-A68F5E87A688}" presName="accentRepeatNode" presStyleLbl="solidAlignAcc1" presStyleIdx="0" presStyleCnt="2"/>
      <dgm:spPr/>
    </dgm:pt>
    <dgm:pt modelId="{90193392-2D5F-4C58-8566-E206BCE19AF1}" type="pres">
      <dgm:prSet presAssocID="{2868A62F-C65D-40A6-AF4B-7C8A4E7E1930}" presName="image1" presStyleCnt="0"/>
      <dgm:spPr/>
    </dgm:pt>
    <dgm:pt modelId="{B6B286A6-2F9C-4913-B37A-828D3128FA73}" type="pres">
      <dgm:prSet presAssocID="{2868A62F-C65D-40A6-AF4B-7C8A4E7E1930}" presName="imageRepeatNode" presStyleLbl="alignAcc1" presStyleIdx="0" presStyleCnt="1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</dgm:spPr>
    </dgm:pt>
    <dgm:pt modelId="{7E581DC8-6DB2-404E-8DDA-679D312B31E9}" type="pres">
      <dgm:prSet presAssocID="{2868A62F-C65D-40A6-AF4B-7C8A4E7E1930}" presName="imageaccent1" presStyleCnt="0"/>
      <dgm:spPr/>
    </dgm:pt>
    <dgm:pt modelId="{8D3369CB-01E3-444B-B955-6F89A19F11F5}" type="pres">
      <dgm:prSet presAssocID="{2868A62F-C65D-40A6-AF4B-7C8A4E7E1930}" presName="accentRepeatNode" presStyleLbl="solidAlignAcc1" presStyleIdx="1" presStyleCnt="2"/>
      <dgm:spPr/>
    </dgm:pt>
  </dgm:ptLst>
  <dgm:cxnLst>
    <dgm:cxn modelId="{E33F90E8-6462-42FF-877B-D9C404AC6CF0}" type="presOf" srcId="{0750D3A6-2DA7-44B6-8B95-4C6A1C836DA9}" destId="{457B214C-10B4-4BE7-99E3-E5754C975449}" srcOrd="0" destOrd="0" presId="urn:microsoft.com/office/officeart/2008/layout/HexagonCluster"/>
    <dgm:cxn modelId="{C631D7BB-000D-48E7-B088-83C9CC723C09}" srcId="{0750D3A6-2DA7-44B6-8B95-4C6A1C836DA9}" destId="{60A81305-1E41-4A28-87C3-A68F5E87A688}" srcOrd="0" destOrd="0" parTransId="{8E03A2F2-9F77-4FEA-81F7-1BABB8117F28}" sibTransId="{2868A62F-C65D-40A6-AF4B-7C8A4E7E1930}"/>
    <dgm:cxn modelId="{AE92B6E4-7A5D-45B5-9548-BCF735553089}" type="presOf" srcId="{60A81305-1E41-4A28-87C3-A68F5E87A688}" destId="{DA02B165-A6E5-40CD-AC28-60B0802DD500}" srcOrd="0" destOrd="0" presId="urn:microsoft.com/office/officeart/2008/layout/HexagonCluster"/>
    <dgm:cxn modelId="{7F10DF01-9D1C-4D07-A98B-9ED420034FE1}" type="presOf" srcId="{2868A62F-C65D-40A6-AF4B-7C8A4E7E1930}" destId="{B6B286A6-2F9C-4913-B37A-828D3128FA73}" srcOrd="0" destOrd="0" presId="urn:microsoft.com/office/officeart/2008/layout/HexagonCluster"/>
    <dgm:cxn modelId="{6AE85B03-EAE5-4FB1-B798-981DF77CC138}" type="presParOf" srcId="{457B214C-10B4-4BE7-99E3-E5754C975449}" destId="{A1FA8461-113F-4107-80DF-6BBFE8ED4D41}" srcOrd="0" destOrd="0" presId="urn:microsoft.com/office/officeart/2008/layout/HexagonCluster"/>
    <dgm:cxn modelId="{A98487A7-DB18-4007-8838-C0676BEC1AB1}" type="presParOf" srcId="{A1FA8461-113F-4107-80DF-6BBFE8ED4D41}" destId="{DA02B165-A6E5-40CD-AC28-60B0802DD500}" srcOrd="0" destOrd="0" presId="urn:microsoft.com/office/officeart/2008/layout/HexagonCluster"/>
    <dgm:cxn modelId="{6A2013CE-C938-45F3-AE79-B6F7CB7D7FD7}" type="presParOf" srcId="{457B214C-10B4-4BE7-99E3-E5754C975449}" destId="{F3107A42-6CF7-43DB-813C-78677CC6E0C8}" srcOrd="1" destOrd="0" presId="urn:microsoft.com/office/officeart/2008/layout/HexagonCluster"/>
    <dgm:cxn modelId="{F7C2B009-1B18-455D-9A19-1C9965570CE5}" type="presParOf" srcId="{F3107A42-6CF7-43DB-813C-78677CC6E0C8}" destId="{55277551-DA5C-4BB4-8CFB-33C7A091D8AE}" srcOrd="0" destOrd="0" presId="urn:microsoft.com/office/officeart/2008/layout/HexagonCluster"/>
    <dgm:cxn modelId="{5A164881-4619-40CB-AE4A-BE2459C44F73}" type="presParOf" srcId="{457B214C-10B4-4BE7-99E3-E5754C975449}" destId="{90193392-2D5F-4C58-8566-E206BCE19AF1}" srcOrd="2" destOrd="0" presId="urn:microsoft.com/office/officeart/2008/layout/HexagonCluster"/>
    <dgm:cxn modelId="{28CF4345-AF4D-424A-9BC9-CFAEF300F549}" type="presParOf" srcId="{90193392-2D5F-4C58-8566-E206BCE19AF1}" destId="{B6B286A6-2F9C-4913-B37A-828D3128FA73}" srcOrd="0" destOrd="0" presId="urn:microsoft.com/office/officeart/2008/layout/HexagonCluster"/>
    <dgm:cxn modelId="{4EAA742B-B3C8-4917-9E48-F1490D73E00A}" type="presParOf" srcId="{457B214C-10B4-4BE7-99E3-E5754C975449}" destId="{7E581DC8-6DB2-404E-8DDA-679D312B31E9}" srcOrd="3" destOrd="0" presId="urn:microsoft.com/office/officeart/2008/layout/HexagonCluster"/>
    <dgm:cxn modelId="{3D9C11E9-2AE5-4636-A861-1B04D703B065}" type="presParOf" srcId="{7E581DC8-6DB2-404E-8DDA-679D312B31E9}" destId="{8D3369CB-01E3-444B-B955-6F89A19F11F5}" srcOrd="0" destOrd="0" presId="urn:microsoft.com/office/officeart/2008/layout/Hexagon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02B165-A6E5-40CD-AC28-60B0802DD500}">
      <dsp:nvSpPr>
        <dsp:cNvPr id="0" name=""/>
        <dsp:cNvSpPr/>
      </dsp:nvSpPr>
      <dsp:spPr>
        <a:xfrm>
          <a:off x="2730664" y="1593000"/>
          <a:ext cx="3303952" cy="2845245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43180" rIns="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400" kern="1200" dirty="0"/>
            <a:t>Dressurpferd</a:t>
          </a:r>
        </a:p>
      </dsp:txBody>
      <dsp:txXfrm>
        <a:off x="3243097" y="2034289"/>
        <a:ext cx="2279086" cy="1962667"/>
      </dsp:txXfrm>
    </dsp:sp>
    <dsp:sp modelId="{55277551-DA5C-4BB4-8CFB-33C7A091D8AE}">
      <dsp:nvSpPr>
        <dsp:cNvPr id="0" name=""/>
        <dsp:cNvSpPr/>
      </dsp:nvSpPr>
      <dsp:spPr>
        <a:xfrm>
          <a:off x="2807303" y="2849432"/>
          <a:ext cx="385612" cy="332815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B286A6-2F9C-4913-B37A-828D3128FA73}">
      <dsp:nvSpPr>
        <dsp:cNvPr id="0" name=""/>
        <dsp:cNvSpPr/>
      </dsp:nvSpPr>
      <dsp:spPr>
        <a:xfrm>
          <a:off x="0" y="87717"/>
          <a:ext cx="3299728" cy="2844375"/>
        </a:xfrm>
        <a:prstGeom prst="hexagon">
          <a:avLst>
            <a:gd name="adj" fmla="val 25000"/>
            <a:gd name="vf" fmla="val 115470"/>
          </a:avLst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7000" r="-7000"/>
          </a:stretch>
        </a:blip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3369CB-01E3-444B-B955-6F89A19F11F5}">
      <dsp:nvSpPr>
        <dsp:cNvPr id="0" name=""/>
        <dsp:cNvSpPr/>
      </dsp:nvSpPr>
      <dsp:spPr>
        <a:xfrm>
          <a:off x="2234015" y="2538369"/>
          <a:ext cx="385612" cy="332815"/>
        </a:xfrm>
        <a:prstGeom prst="hexagon">
          <a:avLst>
            <a:gd name="adj" fmla="val 25000"/>
            <a:gd name="vf" fmla="val 1154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exagonCluster">
  <dgm:title val=""/>
  <dgm:desc val=""/>
  <dgm:catLst>
    <dgm:cat type="picture" pri="21000"/>
    <dgm:cat type="relationship" pri="3200"/>
    <dgm:cat type="pictureconvert" pri="2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clrData>
  <dgm:layoutNode name="Name0">
    <dgm:varLst>
      <dgm:chMax val="21"/>
      <dgm:chPref val="21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1.3871"/>
        </dgm:alg>
        <dgm:constrLst>
          <dgm:constr type="primFontSz" for="des" ptType="node" op="equ" val="65"/>
          <dgm:constr type="l" for="ch" forName="text1" refType="w" fact="0.4525"/>
          <dgm:constr type="t" for="ch" forName="text1" refType="h" fact="0.346"/>
          <dgm:constr type="w" for="ch" forName="text1" refType="w" fact="0.5475"/>
          <dgm:constr type="h" for="ch" forName="text1" refType="h" fact="0.654"/>
          <dgm:constr type="l" for="ch" forName="textaccent1" refType="w" fact="0.4652"/>
          <dgm:constr type="t" for="ch" forName="textaccent1" refType="h" fact="0.6348"/>
          <dgm:constr type="w" for="ch" forName="textaccent1" refType="w" fact="0.0639"/>
          <dgm:constr type="h" for="ch" forName="textaccent1" refType="h" fact="0.0765"/>
          <dgm:constr type="l" for="ch" forName="image1" refType="w" fact="0"/>
          <dgm:constr type="t" for="ch" forName="image1" refType="h" fact="0"/>
          <dgm:constr type="w" for="ch" forName="image1" refType="w" fact="0.5468"/>
          <dgm:constr type="h" for="ch" forName="image1" refType="h" fact="0.6538"/>
          <dgm:constr type="l" for="ch" forName="imageaccent1" refType="w" fact="0.3702"/>
          <dgm:constr type="t" for="ch" forName="imageaccent1" refType="h" fact="0.5633"/>
          <dgm:constr type="w" for="ch" forName="imageaccent1" refType="w" fact="0.0639"/>
          <dgm:constr type="h" for="ch" forName="imageaccent1" refType="h" fact="0.0765"/>
        </dgm:constrLst>
      </dgm:if>
      <dgm:if name="Name3" axis="ch" ptType="node" func="cnt" op="equ" val="2">
        <dgm:alg type="composite">
          <dgm:param type="ar" val="2.6443"/>
        </dgm:alg>
        <dgm:constrLst>
          <dgm:constr type="primFontSz" for="des" ptType="node" op="equ" val="65"/>
          <dgm:constr type="l" for="ch" forName="text1" refType="w" fact="0.2383"/>
          <dgm:constr type="t" for="ch" forName="text1" refType="h" fact="0.3501"/>
          <dgm:constr type="w" for="ch" forName="text1" refType="w" fact="0.285"/>
          <dgm:constr type="h" for="ch" forName="text1" refType="h" fact="0.6499"/>
          <dgm:constr type="l" for="ch" forName="textaccent1" refType="w" fact="0.2472"/>
          <dgm:constr type="t" for="ch" forName="textaccent1" refType="h" fact="0.6371"/>
          <dgm:constr type="w" for="ch" forName="textaccent1" refType="w" fact="0.0333"/>
          <dgm:constr type="h" for="ch" forName="textaccent1" refType="h" fact="0.076"/>
          <dgm:constr type="l" for="ch" forName="image1" refType="w" fact="0"/>
          <dgm:constr type="t" for="ch" forName="image1" refType="h" fact="0"/>
          <dgm:constr type="w" for="ch" forName="image1" refType="w" fact="0.285"/>
          <dgm:constr type="h" for="ch" forName="image1" refType="h" fact="0.6499"/>
          <dgm:constr type="l" for="ch" forName="imageaccent1" refType="w" fact="0.1942"/>
          <dgm:constr type="t" for="ch" forName="imageaccent1" refType="h" fact="0.5602"/>
          <dgm:constr type="w" for="ch" forName="imageaccent1" refType="w" fact="0.0333"/>
          <dgm:constr type="h" for="ch" forName="imageaccent1" refType="h" fact="0.076"/>
          <dgm:constr type="l" for="ch" forName="text2" refType="w" fact="0.4767"/>
          <dgm:constr type="t" for="ch" forName="text2" refType="h" fact="0"/>
          <dgm:constr type="w" for="ch" forName="text2" refType="w" fact="0.285"/>
          <dgm:constr type="h" for="ch" forName="text2" refType="h" fact="0.6499"/>
          <dgm:constr type="l" for="ch" forName="textaccent2" refType="w" fact="0.6709"/>
          <dgm:constr type="t" for="ch" forName="textaccent2" refType="h" fact="0.5602"/>
          <dgm:constr type="w" for="ch" forName="textaccent2" refType="w" fact="0.0333"/>
          <dgm:constr type="h" for="ch" forName="textaccent2" refType="h" fact="0.076"/>
          <dgm:constr type="l" for="ch" forName="image2" refType="w" fact="0.715"/>
          <dgm:constr type="t" for="ch" forName="image2" refType="h" fact="0.3501"/>
          <dgm:constr type="w" for="ch" forName="image2" refType="w" fact="0.285"/>
          <dgm:constr type="h" for="ch" forName="image2" refType="h" fact="0.6499"/>
          <dgm:constr type="l" for="ch" forName="imageaccent2" refType="w" fact="0.7239"/>
          <dgm:constr type="t" for="ch" forName="imageaccent2" refType="h" fact="0.6371"/>
          <dgm:constr type="w" for="ch" forName="imageaccent2" refType="w" fact="0.0333"/>
          <dgm:constr type="h" for="ch" forName="imageaccent2" refType="h" fact="0.076"/>
        </dgm:constrLst>
      </dgm:if>
      <dgm:if name="Name4" axis="ch" ptType="node" func="cnt" op="equ" val="3">
        <dgm:alg type="composite">
          <dgm:param type="ar" val="1.5623"/>
        </dgm:alg>
        <dgm:constrLst>
          <dgm:constr type="primFontSz" for="des" ptType="node" op="equ" val="65"/>
          <dgm:constr type="l" for="ch" forName="text1" refType="w" fact="0.2402"/>
          <dgm:constr type="t" for="ch" forName="text1" refType="h" fact="0.6215"/>
          <dgm:constr type="w" for="ch" forName="text1" refType="w" fact="0.281"/>
          <dgm:constr type="h" for="ch" forName="text1" refType="h" fact="0.3785"/>
          <dgm:constr type="l" for="ch" forName="textaccent1" refType="w" fact="0.2475"/>
          <dgm:constr type="t" for="ch" forName="textaccent1" refType="h" fact="0.7886"/>
          <dgm:constr type="w" for="ch" forName="textaccent1" refType="w" fact="0.0329"/>
          <dgm:constr type="h" for="ch" forName="textaccent1" refType="h" fact="0.0443"/>
          <dgm:constr type="l" for="ch" forName="image1" refType="w" fact="0"/>
          <dgm:constr type="t" for="ch" forName="image1" refType="h" fact="0.4182"/>
          <dgm:constr type="w" for="ch" forName="image1" refType="w" fact="0.281"/>
          <dgm:constr type="h" for="ch" forName="image1" refType="h" fact="0.3785"/>
          <dgm:constr type="l" for="ch" forName="imageaccent1" refType="w" fact="0.1913"/>
          <dgm:constr type="t" for="ch" forName="imageaccent1" refType="h" fact="0.7467"/>
          <dgm:constr type="w" for="ch" forName="imageaccent1" refType="w" fact="0.0329"/>
          <dgm:constr type="h" for="ch" forName="imageaccent1" refType="h" fact="0.0443"/>
          <dgm:constr type="l" for="ch" forName="text2" refType="w" fact="0.4796"/>
          <dgm:constr type="t" for="ch" forName="text2" refType="h" fact="0.4137"/>
          <dgm:constr type="w" for="ch" forName="text2" refType="w" fact="0.281"/>
          <dgm:constr type="h" for="ch" forName="text2" refType="h" fact="0.3785"/>
          <dgm:constr type="l" for="ch" forName="textaccent2" refType="w" fact="0.6717"/>
          <dgm:constr type="t" for="ch" forName="textaccent2" refType="h" fact="0.7418"/>
          <dgm:constr type="w" for="ch" forName="textaccent2" refType="w" fact="0.0329"/>
          <dgm:constr type="h" for="ch" forName="textaccent2" refType="h" fact="0.0443"/>
          <dgm:constr type="l" for="ch" forName="image2" refType="w" fact="0.719"/>
          <dgm:constr type="t" for="ch" forName="image2" refType="h" fact="0.6215"/>
          <dgm:constr type="w" for="ch" forName="image2" refType="w" fact="0.281"/>
          <dgm:constr type="h" for="ch" forName="image2" refType="h" fact="0.3785"/>
          <dgm:constr type="l" for="ch" forName="imageaccent2" refType="w" fact="0.7263"/>
          <dgm:constr type="t" for="ch" forName="imageaccent2" refType="h" fact="0.7886"/>
          <dgm:constr type="w" for="ch" forName="imageaccent2" refType="w" fact="0.0329"/>
          <dgm:constr type="h" for="ch" forName="imageaccent2" refType="h" fact="0.0443"/>
          <dgm:constr type="l" for="ch" forName="text3" refType="w" fact="0.2402"/>
          <dgm:constr type="t" for="ch" forName="text3" refType="h" fact="0.2068"/>
          <dgm:constr type="w" for="ch" forName="text3" refType="w" fact="0.281"/>
          <dgm:constr type="h" for="ch" forName="text3" refType="h" fact="0.3785"/>
          <dgm:constr type="l" for="ch" forName="textaccent3" refType="w" fact="0.4307"/>
          <dgm:constr type="t" for="ch" forName="textaccent3" refType="h" fact="0.215"/>
          <dgm:constr type="w" for="ch" forName="textaccent3" refType="w" fact="0.0329"/>
          <dgm:constr type="h" for="ch" forName="textaccent3" refType="h" fact="0.0443"/>
          <dgm:constr type="l" for="ch" forName="image3" refType="w" fact="0.4796"/>
          <dgm:constr type="t" for="ch" forName="image3" refType="h" fact="0"/>
          <dgm:constr type="w" for="ch" forName="image3" refType="w" fact="0.281"/>
          <dgm:constr type="h" for="ch" forName="image3" refType="h" fact="0.3785"/>
          <dgm:constr type="l" for="ch" forName="imageaccent3" refType="w" fact="0.4879"/>
          <dgm:constr type="t" for="ch" forName="imageaccent3" refType="h" fact="0.1662"/>
          <dgm:constr type="w" for="ch" forName="imageaccent3" refType="w" fact="0.0329"/>
          <dgm:constr type="h" for="ch" forName="imageaccent3" refType="h" fact="0.0443"/>
        </dgm:constrLst>
      </dgm:if>
      <dgm:if name="Name5" axis="ch" ptType="node" func="cnt" op="equ" val="4">
        <dgm:alg type="composite">
          <dgm:param type="ar" val="1.943"/>
        </dgm:alg>
        <dgm:constrLst>
          <dgm:constr type="primFontSz" for="des" ptType="node" op="equ" val="65"/>
          <dgm:constr type="l" for="ch" forName="image2" refType="w" fact="0.5787"/>
          <dgm:constr type="t" for="ch" forName="image2" refType="h" fact="0.6208"/>
          <dgm:constr type="w" for="ch" forName="image2" refType="w" fact="0.227"/>
          <dgm:constr type="h" for="ch" forName="image2" refType="h" fact="0.3786"/>
          <dgm:constr type="l" for="ch" forName="text4" refType="w" fact="0.5787"/>
          <dgm:constr type="t" for="ch" forName="text4" refType="h" fact="0.2081"/>
          <dgm:constr type="w" for="ch" forName="text4" refType="w" fact="0.227"/>
          <dgm:constr type="h" for="ch" forName="text4" refType="h" fact="0.3786"/>
          <dgm:constr type="l" for="ch" forName="text2" refType="w" fact="0.3852"/>
          <dgm:constr type="t" for="ch" forName="text2" refType="h" fact="0.4127"/>
          <dgm:constr type="w" for="ch" forName="text2" refType="w" fact="0.227"/>
          <dgm:constr type="h" for="ch" forName="text2" refType="h" fact="0.3786"/>
          <dgm:constr type="l" for="ch" forName="image3" refType="w" fact="0.3852"/>
          <dgm:constr type="t" for="ch" forName="image3" refType="h" fact="0"/>
          <dgm:constr type="w" for="ch" forName="image3" refType="w" fact="0.227"/>
          <dgm:constr type="h" for="ch" forName="image3" refType="h" fact="0.3786"/>
          <dgm:constr type="l" for="ch" forName="text1" refType="w" fact="0.1927"/>
          <dgm:constr type="t" for="ch" forName="text1" refType="h" fact="0.6214"/>
          <dgm:constr type="w" for="ch" forName="text1" refType="w" fact="0.227"/>
          <dgm:constr type="h" for="ch" forName="text1" refType="h" fact="0.3786"/>
          <dgm:constr type="l" for="ch" forName="textaccent1" refType="w" fact="0.1998"/>
          <dgm:constr type="t" for="ch" forName="textaccent1" refType="h" fact="0.7887"/>
          <dgm:constr type="w" for="ch" forName="textaccent1" refType="w" fact="0.0265"/>
          <dgm:constr type="h" for="ch" forName="textaccent1" refType="h" fact="0.0444"/>
          <dgm:constr type="l" for="ch" forName="image1" refType="w" fact="0"/>
          <dgm:constr type="t" for="ch" forName="image1" refType="h" fact="0.4156"/>
          <dgm:constr type="w" for="ch" forName="image1" refType="w" fact="0.227"/>
          <dgm:constr type="h" for="ch" forName="image1" refType="h" fact="0.3786"/>
          <dgm:constr type="l" for="ch" forName="imageaccent1" refType="w" fact="0.1537"/>
          <dgm:constr type="t" for="ch" forName="imageaccent1" refType="h" fact="0.7417"/>
          <dgm:constr type="w" for="ch" forName="imageaccent1" refType="w" fact="0.0265"/>
          <dgm:constr type="h" for="ch" forName="imageaccent1" refType="h" fact="0.0444"/>
          <dgm:constr type="l" for="ch" forName="textaccent2" refType="w" fact="0.5407"/>
          <dgm:constr type="t" for="ch" forName="textaccent2" refType="h" fact="0.7384"/>
          <dgm:constr type="w" for="ch" forName="textaccent2" refType="w" fact="0.0265"/>
          <dgm:constr type="h" for="ch" forName="textaccent2" refType="h" fact="0.0444"/>
          <dgm:constr type="l" for="ch" forName="imageaccent2" refType="w" fact="0.5839"/>
          <dgm:constr type="t" for="ch" forName="imageaccent2" refType="h" fact="0.7904"/>
          <dgm:constr type="w" for="ch" forName="imageaccent2" refType="w" fact="0.0265"/>
          <dgm:constr type="h" for="ch" forName="imageaccent2" refType="h" fact="0.0444"/>
          <dgm:constr type="l" for="ch" forName="text3" refType="w" fact="0.1927"/>
          <dgm:constr type="t" for="ch" forName="text3" refType="h" fact="0.2087"/>
          <dgm:constr type="w" for="ch" forName="text3" refType="w" fact="0.227"/>
          <dgm:constr type="h" for="ch" forName="text3" refType="h" fact="0.3786"/>
          <dgm:constr type="l" for="ch" forName="textaccent3" refType="w" fact="0.3472"/>
          <dgm:constr type="t" for="ch" forName="textaccent3" refType="h" fact="0.2165"/>
          <dgm:constr type="w" for="ch" forName="textaccent3" refType="w" fact="0.0265"/>
          <dgm:constr type="h" for="ch" forName="textaccent3" refType="h" fact="0.0444"/>
          <dgm:constr type="l" for="ch" forName="imageaccent3" refType="w" fact="0.3904"/>
          <dgm:constr type="t" for="ch" forName="imageaccent3" refType="h" fact="0.1678"/>
          <dgm:constr type="w" for="ch" forName="imageaccent3" refType="w" fact="0.0265"/>
          <dgm:constr type="h" for="ch" forName="imageaccent3" refType="h" fact="0.0444"/>
          <dgm:constr type="l" for="ch" forName="textaccent4" refType="w" fact="0.7739"/>
          <dgm:constr type="t" for="ch" forName="textaccent4" refType="h" fact="0.3752"/>
          <dgm:constr type="w" for="ch" forName="textaccent4" refType="w" fact="0.0265"/>
          <dgm:constr type="h" for="ch" forName="textaccent4" refType="h" fact="0.0444"/>
          <dgm:constr type="l" for="ch" forName="image4" refType="w" fact="0.773"/>
          <dgm:constr type="t" for="ch" forName="image4" refType="h" fact="0.4162"/>
          <dgm:constr type="w" for="ch" forName="image4" refType="w" fact="0.227"/>
          <dgm:constr type="h" for="ch" forName="image4" refType="h" fact="0.3786"/>
          <dgm:constr type="l" for="ch" forName="imageaccent4" refType="w" fact="0.8188"/>
          <dgm:constr type="t" for="ch" forName="imageaccent4" refType="h" fact="0.4229"/>
          <dgm:constr type="w" for="ch" forName="imageaccent4" refType="w" fact="0.0265"/>
          <dgm:constr type="h" for="ch" forName="imageaccent4" refType="h" fact="0.0444"/>
        </dgm:constrLst>
      </dgm:if>
      <dgm:if name="Name6" axis="ch" ptType="node" func="cnt" op="equ" val="5">
        <dgm:alg type="composite">
          <dgm:param type="ar" val="2.3203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4193"/>
          <dgm:constr type="w" for="ch" forName="image4" refType="w" fact="0.1886"/>
          <dgm:constr type="h" for="ch" forName="image4" refType="h" fact="0.3757"/>
          <dgm:constr type="l" for="ch" forName="text5" refType="w" fact="0.6491"/>
          <dgm:constr type="t" for="ch" forName="text5" refType="h" fact="0.004"/>
          <dgm:constr type="w" for="ch" forName="text5" refType="w" fact="0.1886"/>
          <dgm:constr type="h" for="ch" forName="text5" refType="h" fact="0.3757"/>
          <dgm:constr type="l" for="ch" forName="image5" refType="w" fact="0.8114"/>
          <dgm:constr type="t" for="ch" forName="image5" refType="h" fact="0.2136"/>
          <dgm:constr type="w" for="ch" forName="image5" refType="w" fact="0.1886"/>
          <dgm:constr type="h" for="ch" forName="image5" refType="h" fact="0.3757"/>
          <dgm:constr type="l" for="ch" forName="image2" refType="w" fact="0.4868"/>
          <dgm:constr type="t" for="ch" forName="image2" refType="h" fact="0.6235"/>
          <dgm:constr type="w" for="ch" forName="image2" refType="w" fact="0.1886"/>
          <dgm:constr type="h" for="ch" forName="image2" refType="h" fact="0.3757"/>
          <dgm:constr type="l" for="ch" forName="text4" refType="w" fact="0.4868"/>
          <dgm:constr type="t" for="ch" forName="text4" refType="h" fact="0.2081"/>
          <dgm:constr type="w" for="ch" forName="text4" refType="w" fact="0.1886"/>
          <dgm:constr type="h" for="ch" forName="text4" refType="h" fact="0.3757"/>
          <dgm:constr type="l" for="ch" forName="text2" refType="w" fact="0.3246"/>
          <dgm:constr type="t" for="ch" forName="text2" refType="h" fact="0.4154"/>
          <dgm:constr type="w" for="ch" forName="text2" refType="w" fact="0.1886"/>
          <dgm:constr type="h" for="ch" forName="text2" refType="h" fact="0.3757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757"/>
          <dgm:constr type="l" for="ch" forName="text1" refType="w" fact="0.1623"/>
          <dgm:constr type="t" for="ch" forName="text1" refType="h" fact="0.6243"/>
          <dgm:constr type="w" for="ch" forName="text1" refType="w" fact="0.1886"/>
          <dgm:constr type="h" for="ch" forName="text1" refType="h" fact="0.3757"/>
          <dgm:constr type="l" for="ch" forName="text3" refType="w" fact="0.1623"/>
          <dgm:constr type="t" for="ch" forName="text3" refType="h" fact="0.2089"/>
          <dgm:constr type="w" for="ch" forName="text3" refType="w" fact="0.1886"/>
          <dgm:constr type="h" for="ch" forName="text3" refType="h" fact="0.3757"/>
          <dgm:constr type="l" for="ch" forName="textaccent1" refType="w" fact="0.1668"/>
          <dgm:constr type="t" for="ch" forName="textaccent1" refType="h" fact="0.7923"/>
          <dgm:constr type="w" for="ch" forName="textaccent1" refType="w" fact="0.022"/>
          <dgm:constr type="h" for="ch" forName="textaccent1" refType="h" fact="0.044"/>
          <dgm:constr type="l" for="ch" forName="image1" refType="w" fact="0"/>
          <dgm:constr type="t" for="ch" forName="image1" refType="h" fact="0.4166"/>
          <dgm:constr type="w" for="ch" forName="image1" refType="w" fact="0.1886"/>
          <dgm:constr type="h" for="ch" forName="image1" refType="h" fact="0.3757"/>
          <dgm:constr type="l" for="ch" forName="imageaccent1" refType="w" fact="0.1292"/>
          <dgm:constr type="t" for="ch" forName="imageaccent1" refType="h" fact="0.7424"/>
          <dgm:constr type="w" for="ch" forName="imageaccent1" refType="w" fact="0.022"/>
          <dgm:constr type="h" for="ch" forName="imageaccent1" refType="h" fact="0.044"/>
          <dgm:constr type="l" for="ch" forName="textaccent2" refType="w" fact="0.4544"/>
          <dgm:constr type="t" for="ch" forName="textaccent2" refType="h" fact="0.7404"/>
          <dgm:constr type="w" for="ch" forName="textaccent2" refType="w" fact="0.022"/>
          <dgm:constr type="h" for="ch" forName="textaccent2" refType="h" fact="0.044"/>
          <dgm:constr type="l" for="ch" forName="imageaccent2" refType="w" fact="0.4914"/>
          <dgm:constr type="t" for="ch" forName="imageaccent2" refType="h" fact="0.7907"/>
          <dgm:constr type="w" for="ch" forName="imageaccent2" refType="w" fact="0.022"/>
          <dgm:constr type="h" for="ch" forName="imageaccent2" refType="h" fact="0.044"/>
          <dgm:constr type="l" for="ch" forName="textaccent3" refType="w" fact="0.2915"/>
          <dgm:constr type="t" for="ch" forName="textaccent3" refType="h" fact="0.216"/>
          <dgm:constr type="w" for="ch" forName="textaccent3" refType="w" fact="0.022"/>
          <dgm:constr type="h" for="ch" forName="textaccent3" refType="h" fact="0.044"/>
          <dgm:constr type="l" for="ch" forName="imageaccent3" refType="w" fact="0.3299"/>
          <dgm:constr type="t" for="ch" forName="imageaccent3" refType="h" fact="0.1665"/>
          <dgm:constr type="w" for="ch" forName="imageaccent3" refType="w" fact="0.022"/>
          <dgm:constr type="h" for="ch" forName="imageaccent3" refType="h" fact="0.044"/>
          <dgm:constr type="l" for="ch" forName="textaccent4" refType="w" fact="0.65"/>
          <dgm:constr type="t" for="ch" forName="textaccent4" refType="h" fact="0.3746"/>
          <dgm:constr type="w" for="ch" forName="textaccent4" refType="w" fact="0.022"/>
          <dgm:constr type="h" for="ch" forName="textaccent4" refType="h" fact="0.044"/>
          <dgm:constr type="l" for="ch" forName="imageaccent4" refType="w" fact="0.6859"/>
          <dgm:constr type="t" for="ch" forName="imageaccent4" refType="h" fact="0.4261"/>
          <dgm:constr type="w" for="ch" forName="imageaccent4" refType="w" fact="0.022"/>
          <dgm:constr type="h" for="ch" forName="imageaccent4" refType="h" fact="0.044"/>
          <dgm:constr type="l" for="ch" forName="textaccent5" refType="w" fact="0.8123"/>
          <dgm:constr type="t" for="ch" forName="textaccent5" refType="h" fact="0.1724"/>
          <dgm:constr type="w" for="ch" forName="textaccent5" refType="w" fact="0.022"/>
          <dgm:constr type="h" for="ch" forName="textaccent5" refType="h" fact="0.044"/>
          <dgm:constr type="l" for="ch" forName="imageaccent5" refType="w" fact="0.849"/>
          <dgm:constr type="t" for="ch" forName="imageaccent5" refType="h" fact="0.222"/>
          <dgm:constr type="w" for="ch" forName="imageaccent5" refType="w" fact="0.022"/>
          <dgm:constr type="h" for="ch" forName="imageaccent5" refType="h" fact="0.044"/>
        </dgm:constrLst>
      </dgm:if>
      <dgm:if name="Name7" axis="ch" ptType="node" func="cnt" op="equ" val="6">
        <dgm:alg type="composite">
          <dgm:param type="ar" val="1.9179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3466"/>
          <dgm:constr type="w" for="ch" forName="image4" refType="w" fact="0.1886"/>
          <dgm:constr type="h" for="ch" forName="image4" refType="h" fact="0.3106"/>
          <dgm:constr type="l" for="ch" forName="text5" refType="w" fact="0.6491"/>
          <dgm:constr type="t" for="ch" forName="text5" refType="h" fact="0.0033"/>
          <dgm:constr type="w" for="ch" forName="text5" refType="w" fact="0.1886"/>
          <dgm:constr type="h" for="ch" forName="text5" refType="h" fact="0.3106"/>
          <dgm:constr type="l" for="ch" forName="image5" refType="w" fact="0.8114"/>
          <dgm:constr type="t" for="ch" forName="image5" refType="h" fact="0.1766"/>
          <dgm:constr type="w" for="ch" forName="image5" refType="w" fact="0.1886"/>
          <dgm:constr type="h" for="ch" forName="image5" refType="h" fact="0.3106"/>
          <dgm:constr type="l" for="ch" forName="image2" refType="w" fact="0.4868"/>
          <dgm:constr type="t" for="ch" forName="image2" refType="h" fact="0.5154"/>
          <dgm:constr type="w" for="ch" forName="image2" refType="w" fact="0.1886"/>
          <dgm:constr type="h" for="ch" forName="image2" refType="h" fact="0.3106"/>
          <dgm:constr type="l" for="ch" forName="text4" refType="w" fact="0.4868"/>
          <dgm:constr type="t" for="ch" forName="text4" refType="h" fact="0.172"/>
          <dgm:constr type="w" for="ch" forName="text4" refType="w" fact="0.1886"/>
          <dgm:constr type="h" for="ch" forName="text4" refType="h" fact="0.3106"/>
          <dgm:constr type="l" for="ch" forName="text2" refType="w" fact="0.3246"/>
          <dgm:constr type="t" for="ch" forName="text2" refType="h" fact="0.3434"/>
          <dgm:constr type="w" for="ch" forName="text2" refType="w" fact="0.1886"/>
          <dgm:constr type="h" for="ch" forName="text2" refType="h" fact="0.3106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3106"/>
          <dgm:constr type="l" for="ch" forName="text1" refType="w" fact="0.1623"/>
          <dgm:constr type="t" for="ch" forName="text1" refType="h" fact="0.516"/>
          <dgm:constr type="w" for="ch" forName="text1" refType="w" fact="0.1886"/>
          <dgm:constr type="h" for="ch" forName="text1" refType="h" fact="0.3106"/>
          <dgm:constr type="l" for="ch" forName="text3" refType="w" fact="0.1623"/>
          <dgm:constr type="t" for="ch" forName="text3" refType="h" fact="0.1727"/>
          <dgm:constr type="w" for="ch" forName="text3" refType="w" fact="0.1886"/>
          <dgm:constr type="h" for="ch" forName="text3" refType="h" fact="0.3106"/>
          <dgm:constr type="l" for="ch" forName="textaccent1" refType="w" fact="0.1668"/>
          <dgm:constr type="t" for="ch" forName="textaccent1" refType="h" fact="0.6549"/>
          <dgm:constr type="w" for="ch" forName="textaccent1" refType="w" fact="0.022"/>
          <dgm:constr type="h" for="ch" forName="textaccent1" refType="h" fact="0.0364"/>
          <dgm:constr type="l" for="ch" forName="image1" refType="w" fact="0"/>
          <dgm:constr type="t" for="ch" forName="image1" refType="h" fact="0.3443"/>
          <dgm:constr type="w" for="ch" forName="image1" refType="w" fact="0.1886"/>
          <dgm:constr type="h" for="ch" forName="image1" refType="h" fact="0.3106"/>
          <dgm:constr type="l" for="ch" forName="imageaccent1" refType="w" fact="0.1292"/>
          <dgm:constr type="t" for="ch" forName="imageaccent1" refType="h" fact="0.6137"/>
          <dgm:constr type="w" for="ch" forName="imageaccent1" refType="w" fact="0.022"/>
          <dgm:constr type="h" for="ch" forName="imageaccent1" refType="h" fact="0.0364"/>
          <dgm:constr type="l" for="ch" forName="textaccent2" refType="w" fact="0.4544"/>
          <dgm:constr type="t" for="ch" forName="textaccent2" refType="h" fact="0.612"/>
          <dgm:constr type="w" for="ch" forName="textaccent2" refType="w" fact="0.022"/>
          <dgm:constr type="h" for="ch" forName="textaccent2" refType="h" fact="0.0364"/>
          <dgm:constr type="l" for="ch" forName="imageaccent2" refType="w" fact="0.4914"/>
          <dgm:constr type="t" for="ch" forName="imageaccent2" refType="h" fact="0.6536"/>
          <dgm:constr type="w" for="ch" forName="imageaccent2" refType="w" fact="0.022"/>
          <dgm:constr type="h" for="ch" forName="imageaccent2" refType="h" fact="0.0364"/>
          <dgm:constr type="l" for="ch" forName="textaccent3" refType="w" fact="0.2915"/>
          <dgm:constr type="t" for="ch" forName="textaccent3" refType="h" fact="0.1786"/>
          <dgm:constr type="w" for="ch" forName="textaccent3" refType="w" fact="0.022"/>
          <dgm:constr type="h" for="ch" forName="textaccent3" refType="h" fact="0.0364"/>
          <dgm:constr type="l" for="ch" forName="imageaccent3" refType="w" fact="0.3299"/>
          <dgm:constr type="t" for="ch" forName="imageaccent3" refType="h" fact="0.1376"/>
          <dgm:constr type="w" for="ch" forName="imageaccent3" refType="w" fact="0.022"/>
          <dgm:constr type="h" for="ch" forName="imageaccent3" refType="h" fact="0.0364"/>
          <dgm:constr type="l" for="ch" forName="textaccent4" refType="w" fact="0.65"/>
          <dgm:constr type="t" for="ch" forName="textaccent4" refType="h" fact="0.3096"/>
          <dgm:constr type="w" for="ch" forName="textaccent4" refType="w" fact="0.022"/>
          <dgm:constr type="h" for="ch" forName="textaccent4" refType="h" fact="0.0364"/>
          <dgm:constr type="l" for="ch" forName="imageaccent4" refType="w" fact="0.6859"/>
          <dgm:constr type="t" for="ch" forName="imageaccent4" refType="h" fact="0.3522"/>
          <dgm:constr type="w" for="ch" forName="imageaccent4" refType="w" fact="0.022"/>
          <dgm:constr type="h" for="ch" forName="imageaccent4" refType="h" fact="0.0364"/>
          <dgm:constr type="l" for="ch" forName="textaccent5" refType="w" fact="0.8123"/>
          <dgm:constr type="t" for="ch" forName="textaccent5" refType="h" fact="0.1425"/>
          <dgm:constr type="w" for="ch" forName="textaccent5" refType="w" fact="0.022"/>
          <dgm:constr type="h" for="ch" forName="textaccent5" refType="h" fact="0.0364"/>
          <dgm:constr type="l" for="ch" forName="imageaccent5" refType="w" fact="0.849"/>
          <dgm:constr type="t" for="ch" forName="imageaccent5" refType="h" fact="0.1835"/>
          <dgm:constr type="w" for="ch" forName="imageaccent5" refType="w" fact="0.022"/>
          <dgm:constr type="h" for="ch" forName="imageaccent5" refType="h" fact="0.0364"/>
          <dgm:constr type="l" for="ch" forName="image6" refType="w" fact="0.6491"/>
          <dgm:constr type="t" for="ch" forName="image6" refType="h" fact="0.6894"/>
          <dgm:constr type="w" for="ch" forName="image6" refType="w" fact="0.1886"/>
          <dgm:constr type="h" for="ch" forName="image6" refType="h" fact="0.3106"/>
          <dgm:constr type="l" for="ch" forName="text6" refType="w" fact="0.8114"/>
          <dgm:constr type="t" for="ch" forName="text6" refType="h" fact="0.5194"/>
          <dgm:constr type="w" for="ch" forName="text6" refType="w" fact="0.1886"/>
          <dgm:constr type="h" for="ch" forName="text6" refType="h" fact="0.3106"/>
          <dgm:constr type="l" for="ch" forName="imageaccent6" refType="w" fact="0.8138"/>
          <dgm:constr type="t" for="ch" forName="imageaccent6" refType="h" fact="0.8257"/>
          <dgm:constr type="w" for="ch" forName="imageaccent6" refType="w" fact="0.022"/>
          <dgm:constr type="h" for="ch" forName="imageaccent6" refType="h" fact="0.0364"/>
          <dgm:constr type="l" for="ch" forName="textaccent6" refType="w" fact="0.8488"/>
          <dgm:constr type="t" for="ch" forName="textaccent6" refType="h" fact="0.7914"/>
          <dgm:constr type="w" for="ch" forName="textaccent6" refType="w" fact="0.022"/>
          <dgm:constr type="h" for="ch" forName="textaccent6" refType="h" fact="0.0364"/>
        </dgm:constrLst>
      </dgm:if>
      <dgm:if name="Name8" axis="ch" ptType="node" func="cnt" op="equ" val="7">
        <dgm:alg type="composite">
          <dgm:param type="ar" val="1.6382"/>
        </dgm:alg>
        <dgm:constrLst>
          <dgm:constr type="primFontSz" for="des" ptType="node" op="equ" val="65"/>
          <dgm:constr type="l" for="ch" forName="image4" refType="w" fact="0.6491"/>
          <dgm:constr type="t" for="ch" forName="image4" refType="h" fact="0.2961"/>
          <dgm:constr type="w" for="ch" forName="image4" refType="w" fact="0.1886"/>
          <dgm:constr type="h" for="ch" forName="image4" refType="h" fact="0.2653"/>
          <dgm:constr type="l" for="ch" forName="text5" refType="w" fact="0.6491"/>
          <dgm:constr type="t" for="ch" forName="text5" refType="h" fact="0.0028"/>
          <dgm:constr type="w" for="ch" forName="text5" refType="w" fact="0.1886"/>
          <dgm:constr type="h" for="ch" forName="text5" refType="h" fact="0.2653"/>
          <dgm:constr type="l" for="ch" forName="image5" refType="w" fact="0.8114"/>
          <dgm:constr type="t" for="ch" forName="image5" refType="h" fact="0.1508"/>
          <dgm:constr type="w" for="ch" forName="image5" refType="w" fact="0.1886"/>
          <dgm:constr type="h" for="ch" forName="image5" refType="h" fact="0.2653"/>
          <dgm:constr type="l" for="ch" forName="image2" refType="w" fact="0.4868"/>
          <dgm:constr type="t" for="ch" forName="image2" refType="h" fact="0.4402"/>
          <dgm:constr type="w" for="ch" forName="image2" refType="w" fact="0.1886"/>
          <dgm:constr type="h" for="ch" forName="image2" refType="h" fact="0.2653"/>
          <dgm:constr type="l" for="ch" forName="text4" refType="w" fact="0.4868"/>
          <dgm:constr type="t" for="ch" forName="text4" refType="h" fact="0.1469"/>
          <dgm:constr type="w" for="ch" forName="text4" refType="w" fact="0.1886"/>
          <dgm:constr type="h" for="ch" forName="text4" refType="h" fact="0.2653"/>
          <dgm:constr type="l" for="ch" forName="text2" refType="w" fact="0.3246"/>
          <dgm:constr type="t" for="ch" forName="text2" refType="h" fact="0.2933"/>
          <dgm:constr type="w" for="ch" forName="text2" refType="w" fact="0.1886"/>
          <dgm:constr type="h" for="ch" forName="text2" refType="h" fact="0.2653"/>
          <dgm:constr type="l" for="ch" forName="image3" refType="w" fact="0.3246"/>
          <dgm:constr type="t" for="ch" forName="image3" refType="h" fact="0"/>
          <dgm:constr type="w" for="ch" forName="image3" refType="w" fact="0.1886"/>
          <dgm:constr type="h" for="ch" forName="image3" refType="h" fact="0.2653"/>
          <dgm:constr type="l" for="ch" forName="text1" refType="w" fact="0.1623"/>
          <dgm:constr type="t" for="ch" forName="text1" refType="h" fact="0.4408"/>
          <dgm:constr type="w" for="ch" forName="text1" refType="w" fact="0.1886"/>
          <dgm:constr type="h" for="ch" forName="text1" refType="h" fact="0.2653"/>
          <dgm:constr type="l" for="ch" forName="text3" refType="w" fact="0.1623"/>
          <dgm:constr type="t" for="ch" forName="text3" refType="h" fact="0.1475"/>
          <dgm:constr type="w" for="ch" forName="text3" refType="w" fact="0.1886"/>
          <dgm:constr type="h" for="ch" forName="text3" refType="h" fact="0.2653"/>
          <dgm:constr type="l" for="ch" forName="textaccent1" refType="w" fact="0.1668"/>
          <dgm:constr type="t" for="ch" forName="textaccent1" refType="h" fact="0.5594"/>
          <dgm:constr type="w" for="ch" forName="textaccent1" refType="w" fact="0.022"/>
          <dgm:constr type="h" for="ch" forName="textaccent1" refType="h" fact="0.0311"/>
          <dgm:constr type="l" for="ch" forName="image1" refType="w" fact="0"/>
          <dgm:constr type="t" for="ch" forName="image1" refType="h" fact="0.2941"/>
          <dgm:constr type="w" for="ch" forName="image1" refType="w" fact="0.1886"/>
          <dgm:constr type="h" for="ch" forName="image1" refType="h" fact="0.2653"/>
          <dgm:constr type="l" for="ch" forName="imageaccent1" refType="w" fact="0.1292"/>
          <dgm:constr type="t" for="ch" forName="imageaccent1" refType="h" fact="0.5242"/>
          <dgm:constr type="w" for="ch" forName="imageaccent1" refType="w" fact="0.022"/>
          <dgm:constr type="h" for="ch" forName="imageaccent1" refType="h" fact="0.0311"/>
          <dgm:constr type="l" for="ch" forName="textaccent2" refType="w" fact="0.4544"/>
          <dgm:constr type="t" for="ch" forName="textaccent2" refType="h" fact="0.5228"/>
          <dgm:constr type="w" for="ch" forName="textaccent2" refType="w" fact="0.022"/>
          <dgm:constr type="h" for="ch" forName="textaccent2" refType="h" fact="0.0311"/>
          <dgm:constr type="l" for="ch" forName="imageaccent2" refType="w" fact="0.4914"/>
          <dgm:constr type="t" for="ch" forName="imageaccent2" refType="h" fact="0.5583"/>
          <dgm:constr type="w" for="ch" forName="imageaccent2" refType="w" fact="0.022"/>
          <dgm:constr type="h" for="ch" forName="imageaccent2" refType="h" fact="0.0311"/>
          <dgm:constr type="l" for="ch" forName="textaccent3" refType="w" fact="0.2907"/>
          <dgm:constr type="t" for="ch" forName="textaccent3" refType="h" fact="0.1511"/>
          <dgm:constr type="w" for="ch" forName="textaccent3" refType="w" fact="0.022"/>
          <dgm:constr type="h" for="ch" forName="textaccent3" refType="h" fact="0.0311"/>
          <dgm:constr type="l" for="ch" forName="imageaccent3" refType="w" fact="0.3299"/>
          <dgm:constr type="t" for="ch" forName="imageaccent3" refType="h" fact="0.1175"/>
          <dgm:constr type="w" for="ch" forName="imageaccent3" refType="w" fact="0.022"/>
          <dgm:constr type="h" for="ch" forName="imageaccent3" refType="h" fact="0.0311"/>
          <dgm:constr type="l" for="ch" forName="textaccent4" refType="w" fact="0.65"/>
          <dgm:constr type="t" for="ch" forName="textaccent4" refType="h" fact="0.2645"/>
          <dgm:constr type="w" for="ch" forName="textaccent4" refType="w" fact="0.022"/>
          <dgm:constr type="h" for="ch" forName="textaccent4" refType="h" fact="0.0311"/>
          <dgm:constr type="l" for="ch" forName="imageaccent4" refType="w" fact="0.6859"/>
          <dgm:constr type="t" for="ch" forName="imageaccent4" refType="h" fact="0.3008"/>
          <dgm:constr type="w" for="ch" forName="imageaccent4" refType="w" fact="0.022"/>
          <dgm:constr type="h" for="ch" forName="imageaccent4" refType="h" fact="0.0311"/>
          <dgm:constr type="l" for="ch" forName="textaccent5" refType="w" fact="0.8123"/>
          <dgm:constr type="t" for="ch" forName="textaccent5" refType="h" fact="0.1217"/>
          <dgm:constr type="w" for="ch" forName="textaccent5" refType="w" fact="0.022"/>
          <dgm:constr type="h" for="ch" forName="textaccent5" refType="h" fact="0.0311"/>
          <dgm:constr type="l" for="ch" forName="imageaccent5" refType="w" fact="0.849"/>
          <dgm:constr type="t" for="ch" forName="imageaccent5" refType="h" fact="0.1567"/>
          <dgm:constr type="w" for="ch" forName="imageaccent5" refType="w" fact="0.022"/>
          <dgm:constr type="h" for="ch" forName="imageaccent5" refType="h" fact="0.0311"/>
          <dgm:constr type="l" for="ch" forName="image6" refType="w" fact="0.6491"/>
          <dgm:constr type="t" for="ch" forName="image6" refType="h" fact="0.5889"/>
          <dgm:constr type="w" for="ch" forName="image6" refType="w" fact="0.1886"/>
          <dgm:constr type="h" for="ch" forName="image6" refType="h" fact="0.2653"/>
          <dgm:constr type="l" for="ch" forName="text6" refType="w" fact="0.8114"/>
          <dgm:constr type="t" for="ch" forName="text6" refType="h" fact="0.4436"/>
          <dgm:constr type="w" for="ch" forName="text6" refType="w" fact="0.1886"/>
          <dgm:constr type="h" for="ch" forName="text6" refType="h" fact="0.2653"/>
          <dgm:constr type="l" for="ch" forName="imageaccent6" refType="w" fact="0.8138"/>
          <dgm:constr type="t" for="ch" forName="imageaccent6" refType="h" fact="0.7053"/>
          <dgm:constr type="w" for="ch" forName="imageaccent6" refType="w" fact="0.022"/>
          <dgm:constr type="h" for="ch" forName="imageaccent6" refType="h" fact="0.0311"/>
          <dgm:constr type="l" for="ch" forName="textaccent6" refType="w" fact="0.8488"/>
          <dgm:constr type="t" for="ch" forName="textaccent6" refType="h" fact="0.676"/>
          <dgm:constr type="w" for="ch" forName="textaccent6" refType="w" fact="0.022"/>
          <dgm:constr type="h" for="ch" forName="textaccent6" refType="h" fact="0.0311"/>
          <dgm:constr type="l" for="ch" forName="text7" refType="w" fact="0.3244"/>
          <dgm:constr type="t" for="ch" forName="text7" refType="h" fact="0.5872"/>
          <dgm:constr type="w" for="ch" forName="text7" refType="w" fact="0.1886"/>
          <dgm:constr type="h" for="ch" forName="text7" refType="h" fact="0.2653"/>
          <dgm:constr type="l" for="ch" forName="image7" refType="w" fact="0.1622"/>
          <dgm:constr type="t" for="ch" forName="image7" refType="h" fact="0.7347"/>
          <dgm:constr type="w" for="ch" forName="image7" refType="w" fact="0.1886"/>
          <dgm:constr type="h" for="ch" forName="image7" refType="h" fact="0.2653"/>
          <dgm:constr type="l" for="ch" forName="imageaccent7" refType="w" fact="0.2905"/>
          <dgm:constr type="t" for="ch" forName="imageaccent7" refType="h" fact="0.7384"/>
          <dgm:constr type="w" for="ch" forName="imageaccent7" refType="w" fact="0.022"/>
          <dgm:constr type="h" for="ch" forName="imageaccent7" refType="h" fact="0.0311"/>
          <dgm:constr type="l" for="ch" forName="textaccent7" refType="w" fact="0.3298"/>
          <dgm:constr type="t" for="ch" forName="textaccent7" refType="h" fact="0.7048"/>
          <dgm:constr type="w" for="ch" forName="textaccent7" refType="w" fact="0.022"/>
          <dgm:constr type="h" for="ch" forName="textaccent7" refType="h" fact="0.0311"/>
        </dgm:constrLst>
      </dgm:if>
      <dgm:if name="Name9" axis="ch" ptType="node" func="cnt" op="equ" val="8">
        <dgm:alg type="composite">
          <dgm:param type="ar" val="1.8974"/>
        </dgm:alg>
        <dgm:constrLst>
          <dgm:constr type="primFontSz" for="des" ptType="node" op="equ" val="65"/>
          <dgm:constr type="l" for="ch" forName="image4" refType="w" fact="0.5589"/>
          <dgm:constr type="t" for="ch" forName="image4" refType="h" fact="0.2952"/>
          <dgm:constr type="w" for="ch" forName="image4" refType="w" fact="0.1624"/>
          <dgm:constr type="h" for="ch" forName="image4" refType="h" fact="0.2645"/>
          <dgm:constr type="l" for="ch" forName="text5" refType="w" fact="0.5589"/>
          <dgm:constr type="t" for="ch" forName="text5" refType="h" fact="0.0028"/>
          <dgm:constr type="w" for="ch" forName="text5" refType="w" fact="0.1624"/>
          <dgm:constr type="h" for="ch" forName="text5" refType="h" fact="0.2645"/>
          <dgm:constr type="l" for="ch" forName="image5" refType="w" fact="0.6986"/>
          <dgm:constr type="t" for="ch" forName="image5" refType="h" fact="0.1504"/>
          <dgm:constr type="w" for="ch" forName="image5" refType="w" fact="0.1624"/>
          <dgm:constr type="h" for="ch" forName="image5" refType="h" fact="0.2645"/>
          <dgm:constr type="l" for="ch" forName="image2" refType="w" fact="0.4192"/>
          <dgm:constr type="t" for="ch" forName="image2" refType="h" fact="0.439"/>
          <dgm:constr type="w" for="ch" forName="image2" refType="w" fact="0.1624"/>
          <dgm:constr type="h" for="ch" forName="image2" refType="h" fact="0.2645"/>
          <dgm:constr type="l" for="ch" forName="text4" refType="w" fact="0.4192"/>
          <dgm:constr type="t" for="ch" forName="text4" refType="h" fact="0.1465"/>
          <dgm:constr type="w" for="ch" forName="text4" refType="w" fact="0.1624"/>
          <dgm:constr type="h" for="ch" forName="text4" refType="h" fact="0.2645"/>
          <dgm:constr type="l" for="ch" forName="text2" refType="w" fact="0.2794"/>
          <dgm:constr type="t" for="ch" forName="text2" refType="h" fact="0.2925"/>
          <dgm:constr type="w" for="ch" forName="text2" refType="w" fact="0.1624"/>
          <dgm:constr type="h" for="ch" forName="text2" refType="h" fact="0.2645"/>
          <dgm:constr type="l" for="ch" forName="image3" refType="w" fact="0.2794"/>
          <dgm:constr type="t" for="ch" forName="image3" refType="h" fact="0"/>
          <dgm:constr type="w" for="ch" forName="image3" refType="w" fact="0.1624"/>
          <dgm:constr type="h" for="ch" forName="image3" refType="h" fact="0.2645"/>
          <dgm:constr type="l" for="ch" forName="text1" refType="w" fact="0.1397"/>
          <dgm:constr type="t" for="ch" forName="text1" refType="h" fact="0.4395"/>
          <dgm:constr type="w" for="ch" forName="text1" refType="w" fact="0.1624"/>
          <dgm:constr type="h" for="ch" forName="text1" refType="h" fact="0.2645"/>
          <dgm:constr type="l" for="ch" forName="text3" refType="w" fact="0.1397"/>
          <dgm:constr type="t" for="ch" forName="text3" refType="h" fact="0.1471"/>
          <dgm:constr type="w" for="ch" forName="text3" refType="w" fact="0.1624"/>
          <dgm:constr type="h" for="ch" forName="text3" refType="h" fact="0.2645"/>
          <dgm:constr type="l" for="ch" forName="textaccent1" refType="w" fact="0.1436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4"/>
          <dgm:constr type="h" for="ch" forName="image1" refType="h" fact="0.2645"/>
          <dgm:constr type="l" for="ch" forName="imageaccent1" refType="w" fact="0.1112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2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31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2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41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6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5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93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1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9"/>
          <dgm:constr type="t" for="ch" forName="image6" refType="h" fact="0.5872"/>
          <dgm:constr type="w" for="ch" forName="image6" refType="w" fact="0.1624"/>
          <dgm:constr type="h" for="ch" forName="image6" refType="h" fact="0.2645"/>
          <dgm:constr type="l" for="ch" forName="text6" refType="w" fact="0.6986"/>
          <dgm:constr type="t" for="ch" forName="text6" refType="h" fact="0.4424"/>
          <dgm:constr type="w" for="ch" forName="text6" refType="w" fact="0.1624"/>
          <dgm:constr type="h" for="ch" forName="text6" refType="h" fact="0.2645"/>
          <dgm:constr type="l" for="ch" forName="imageaccent6" refType="w" fact="0.7007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8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3"/>
          <dgm:constr type="t" for="ch" forName="text7" refType="h" fact="0.5856"/>
          <dgm:constr type="w" for="ch" forName="text7" refType="w" fact="0.1624"/>
          <dgm:constr type="h" for="ch" forName="text7" refType="h" fact="0.2645"/>
          <dgm:constr type="l" for="ch" forName="image7" refType="w" fact="0.1396"/>
          <dgm:constr type="t" for="ch" forName="image7" refType="h" fact="0.7326"/>
          <dgm:constr type="w" for="ch" forName="image7" refType="w" fact="0.1624"/>
          <dgm:constr type="h" for="ch" forName="image7" refType="h" fact="0.2645"/>
          <dgm:constr type="l" for="ch" forName="imageaccent7" refType="w" fact="0.2501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4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9"/>
          <dgm:constr type="t" for="ch" forName="image8" refType="h" fact="0.7355"/>
          <dgm:constr type="w" for="ch" forName="image8" refType="w" fact="0.1624"/>
          <dgm:constr type="h" for="ch" forName="image8" refType="h" fact="0.2645"/>
          <dgm:constr type="l" for="ch" forName="text8" refType="w" fact="0.8376"/>
          <dgm:constr type="t" for="ch" forName="text8" refType="h" fact="0.5906"/>
          <dgm:constr type="w" for="ch" forName="text8" refType="w" fact="0.1624"/>
          <dgm:constr type="h" for="ch" forName="text8" refType="h" fact="0.2645"/>
          <dgm:constr type="l" for="ch" forName="imageaccent8" refType="w" fact="0.8397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8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</dgm:constrLst>
      </dgm:if>
      <dgm:if name="Name10" axis="ch" ptType="node" func="cnt" op="equ" val="9">
        <dgm:alg type="composite">
          <dgm:param type="ar" val="1.8986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952"/>
          <dgm:constr type="w" for="ch" forName="image4" refType="w" fact="0.1623"/>
          <dgm:constr type="h" for="ch" forName="image4" refType="h" fact="0.2645"/>
          <dgm:constr type="l" for="ch" forName="text5" refType="w" fact="0.5585"/>
          <dgm:constr type="t" for="ch" forName="text5" refType="h" fact="0.0028"/>
          <dgm:constr type="w" for="ch" forName="text5" refType="w" fact="0.1623"/>
          <dgm:constr type="h" for="ch" forName="text5" refType="h" fact="0.2645"/>
          <dgm:constr type="l" for="ch" forName="image5" refType="w" fact="0.6982"/>
          <dgm:constr type="t" for="ch" forName="image5" refType="h" fact="0.1504"/>
          <dgm:constr type="w" for="ch" forName="image5" refType="w" fact="0.1623"/>
          <dgm:constr type="h" for="ch" forName="image5" refType="h" fact="0.2645"/>
          <dgm:constr type="l" for="ch" forName="image2" refType="w" fact="0.4189"/>
          <dgm:constr type="t" for="ch" forName="image2" refType="h" fact="0.439"/>
          <dgm:constr type="w" for="ch" forName="image2" refType="w" fact="0.1623"/>
          <dgm:constr type="h" for="ch" forName="image2" refType="h" fact="0.2645"/>
          <dgm:constr type="l" for="ch" forName="text4" refType="w" fact="0.4189"/>
          <dgm:constr type="t" for="ch" forName="text4" refType="h" fact="0.1465"/>
          <dgm:constr type="w" for="ch" forName="text4" refType="w" fact="0.1623"/>
          <dgm:constr type="h" for="ch" forName="text4" refType="h" fact="0.2645"/>
          <dgm:constr type="l" for="ch" forName="text2" refType="w" fact="0.2793"/>
          <dgm:constr type="t" for="ch" forName="text2" refType="h" fact="0.2925"/>
          <dgm:constr type="w" for="ch" forName="text2" refType="w" fact="0.1623"/>
          <dgm:constr type="h" for="ch" forName="text2" refType="h" fact="0.2645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645"/>
          <dgm:constr type="l" for="ch" forName="text1" refType="w" fact="0.1396"/>
          <dgm:constr type="t" for="ch" forName="text1" refType="h" fact="0.4395"/>
          <dgm:constr type="w" for="ch" forName="text1" refType="w" fact="0.1623"/>
          <dgm:constr type="h" for="ch" forName="text1" refType="h" fact="0.2645"/>
          <dgm:constr type="l" for="ch" forName="text3" refType="w" fact="0.1396"/>
          <dgm:constr type="t" for="ch" forName="text3" refType="h" fact="0.1471"/>
          <dgm:constr type="w" for="ch" forName="text3" refType="w" fact="0.1623"/>
          <dgm:constr type="h" for="ch" forName="text3" refType="h" fact="0.2645"/>
          <dgm:constr type="l" for="ch" forName="textaccent1" refType="w" fact="0.1435"/>
          <dgm:constr type="t" for="ch" forName="textaccent1" refType="h" fact="0.5578"/>
          <dgm:constr type="w" for="ch" forName="textaccent1" refType="w" fact="0.0189"/>
          <dgm:constr type="h" for="ch" forName="textaccent1" refType="h" fact="0.031"/>
          <dgm:constr type="l" for="ch" forName="image1" refType="w" fact="0"/>
          <dgm:constr type="t" for="ch" forName="image1" refType="h" fact="0.2933"/>
          <dgm:constr type="w" for="ch" forName="image1" refType="w" fact="0.1623"/>
          <dgm:constr type="h" for="ch" forName="image1" refType="h" fact="0.2645"/>
          <dgm:constr type="l" for="ch" forName="imageaccent1" refType="w" fact="0.1111"/>
          <dgm:constr type="t" for="ch" forName="imageaccent1" refType="h" fact="0.5227"/>
          <dgm:constr type="w" for="ch" forName="imageaccent1" refType="w" fact="0.0189"/>
          <dgm:constr type="h" for="ch" forName="imageaccent1" refType="h" fact="0.031"/>
          <dgm:constr type="l" for="ch" forName="textaccent2" refType="w" fact="0.391"/>
          <dgm:constr type="t" for="ch" forName="textaccent2" refType="h" fact="0.5213"/>
          <dgm:constr type="w" for="ch" forName="textaccent2" refType="w" fact="0.0189"/>
          <dgm:constr type="h" for="ch" forName="textaccent2" refType="h" fact="0.031"/>
          <dgm:constr type="l" for="ch" forName="imageaccent2" refType="w" fact="0.4228"/>
          <dgm:constr type="t" for="ch" forName="imageaccent2" refType="h" fact="0.5567"/>
          <dgm:constr type="w" for="ch" forName="imageaccent2" refType="w" fact="0.0189"/>
          <dgm:constr type="h" for="ch" forName="imageaccent2" refType="h" fact="0.031"/>
          <dgm:constr type="l" for="ch" forName="textaccent3" refType="w" fact="0.2501"/>
          <dgm:constr type="t" for="ch" forName="textaccent3" refType="h" fact="0.1507"/>
          <dgm:constr type="w" for="ch" forName="textaccent3" refType="w" fact="0.0189"/>
          <dgm:constr type="h" for="ch" forName="textaccent3" refType="h" fact="0.031"/>
          <dgm:constr type="l" for="ch" forName="imageaccent3" refType="w" fact="0.2839"/>
          <dgm:constr type="t" for="ch" forName="imageaccent3" refType="h" fact="0.1172"/>
          <dgm:constr type="w" for="ch" forName="imageaccent3" refType="w" fact="0.0189"/>
          <dgm:constr type="h" for="ch" forName="imageaccent3" refType="h" fact="0.031"/>
          <dgm:constr type="l" for="ch" forName="textaccent4" refType="w" fact="0.5593"/>
          <dgm:constr type="t" for="ch" forName="textaccent4" refType="h" fact="0.2637"/>
          <dgm:constr type="w" for="ch" forName="textaccent4" refType="w" fact="0.0189"/>
          <dgm:constr type="h" for="ch" forName="textaccent4" refType="h" fact="0.031"/>
          <dgm:constr type="l" for="ch" forName="imageaccent4" refType="w" fact="0.5901"/>
          <dgm:constr type="t" for="ch" forName="imageaccent4" refType="h" fact="0.3"/>
          <dgm:constr type="w" for="ch" forName="imageaccent4" refType="w" fact="0.0189"/>
          <dgm:constr type="h" for="ch" forName="imageaccent4" refType="h" fact="0.031"/>
          <dgm:constr type="l" for="ch" forName="textaccent5" refType="w" fact="0.6989"/>
          <dgm:constr type="t" for="ch" forName="textaccent5" refType="h" fact="0.1214"/>
          <dgm:constr type="w" for="ch" forName="textaccent5" refType="w" fact="0.0189"/>
          <dgm:constr type="h" for="ch" forName="textaccent5" refType="h" fact="0.031"/>
          <dgm:constr type="l" for="ch" forName="imageaccent5" refType="w" fact="0.7305"/>
          <dgm:constr type="t" for="ch" forName="imageaccent5" refType="h" fact="0.1563"/>
          <dgm:constr type="w" for="ch" forName="imageaccent5" refType="w" fact="0.0189"/>
          <dgm:constr type="h" for="ch" forName="imageaccent5" refType="h" fact="0.031"/>
          <dgm:constr type="l" for="ch" forName="image6" refType="w" fact="0.5585"/>
          <dgm:constr type="t" for="ch" forName="image6" refType="h" fact="0.5872"/>
          <dgm:constr type="w" for="ch" forName="image6" refType="w" fact="0.1623"/>
          <dgm:constr type="h" for="ch" forName="image6" refType="h" fact="0.2645"/>
          <dgm:constr type="l" for="ch" forName="text6" refType="w" fact="0.6982"/>
          <dgm:constr type="t" for="ch" forName="text6" refType="h" fact="0.4424"/>
          <dgm:constr type="w" for="ch" forName="text6" refType="w" fact="0.1623"/>
          <dgm:constr type="h" for="ch" forName="text6" refType="h" fact="0.2645"/>
          <dgm:constr type="l" for="ch" forName="imageaccent6" refType="w" fact="0.7002"/>
          <dgm:constr type="t" for="ch" forName="imageaccent6" refType="h" fact="0.7033"/>
          <dgm:constr type="w" for="ch" forName="imageaccent6" refType="w" fact="0.0189"/>
          <dgm:constr type="h" for="ch" forName="imageaccent6" refType="h" fact="0.031"/>
          <dgm:constr type="l" for="ch" forName="textaccent6" refType="w" fact="0.7303"/>
          <dgm:constr type="t" for="ch" forName="textaccent6" refType="h" fact="0.6741"/>
          <dgm:constr type="w" for="ch" forName="textaccent6" refType="w" fact="0.0189"/>
          <dgm:constr type="h" for="ch" forName="textaccent6" refType="h" fact="0.031"/>
          <dgm:constr type="l" for="ch" forName="text7" refType="w" fact="0.2792"/>
          <dgm:constr type="t" for="ch" forName="text7" refType="h" fact="0.5856"/>
          <dgm:constr type="w" for="ch" forName="text7" refType="w" fact="0.1623"/>
          <dgm:constr type="h" for="ch" forName="text7" refType="h" fact="0.2645"/>
          <dgm:constr type="l" for="ch" forName="image7" refType="w" fact="0.1395"/>
          <dgm:constr type="t" for="ch" forName="image7" refType="h" fact="0.7326"/>
          <dgm:constr type="w" for="ch" forName="image7" refType="w" fact="0.1623"/>
          <dgm:constr type="h" for="ch" forName="image7" refType="h" fact="0.2645"/>
          <dgm:constr type="l" for="ch" forName="imageaccent7" refType="w" fact="0.25"/>
          <dgm:constr type="t" for="ch" forName="imageaccent7" refType="h" fact="0.7363"/>
          <dgm:constr type="w" for="ch" forName="imageaccent7" refType="w" fact="0.0189"/>
          <dgm:constr type="h" for="ch" forName="imageaccent7" refType="h" fact="0.031"/>
          <dgm:constr type="l" for="ch" forName="textaccent7" refType="w" fact="0.2838"/>
          <dgm:constr type="t" for="ch" forName="textaccent7" refType="h" fact="0.7028"/>
          <dgm:constr type="w" for="ch" forName="textaccent7" refType="w" fact="0.0189"/>
          <dgm:constr type="h" for="ch" forName="textaccent7" refType="h" fact="0.031"/>
          <dgm:constr type="l" for="ch" forName="image8" refType="w" fact="0.6975"/>
          <dgm:constr type="t" for="ch" forName="image8" refType="h" fact="0.7355"/>
          <dgm:constr type="w" for="ch" forName="image8" refType="w" fact="0.1623"/>
          <dgm:constr type="h" for="ch" forName="image8" refType="h" fact="0.2645"/>
          <dgm:constr type="l" for="ch" forName="text8" refType="w" fact="0.8371"/>
          <dgm:constr type="t" for="ch" forName="text8" refType="h" fact="0.5906"/>
          <dgm:constr type="w" for="ch" forName="text8" refType="w" fact="0.1623"/>
          <dgm:constr type="h" for="ch" forName="text8" refType="h" fact="0.2645"/>
          <dgm:constr type="l" for="ch" forName="imageaccent8" refType="w" fact="0.8392"/>
          <dgm:constr type="t" for="ch" forName="imageaccent8" refType="h" fact="0.8516"/>
          <dgm:constr type="w" for="ch" forName="imageaccent8" refType="w" fact="0.0189"/>
          <dgm:constr type="h" for="ch" forName="imageaccent8" refType="h" fact="0.031"/>
          <dgm:constr type="l" for="ch" forName="textaccent8" refType="w" fact="0.8693"/>
          <dgm:constr type="t" for="ch" forName="textaccent8" refType="h" fact="0.8223"/>
          <dgm:constr type="w" for="ch" forName="textaccent8" refType="w" fact="0.0189"/>
          <dgm:constr type="h" for="ch" forName="textaccent8" refType="h" fact="0.031"/>
          <dgm:constr type="l" for="ch" forName="text9" refType="w" fact="0.8377"/>
          <dgm:constr type="t" for="ch" forName="text9" refType="h" fact="0.0057"/>
          <dgm:constr type="w" for="ch" forName="text9" refType="w" fact="0.1623"/>
          <dgm:constr type="h" for="ch" forName="text9" refType="h" fact="0.2645"/>
          <dgm:constr type="l" for="ch" forName="textaccent9" refType="w" fact="0.95"/>
          <dgm:constr type="t" for="ch" forName="textaccent9" refType="h" fact="0.2383"/>
          <dgm:constr type="w" for="ch" forName="textaccent9" refType="w" fact="0.0189"/>
          <dgm:constr type="h" for="ch" forName="textaccent9" refType="h" fact="0.031"/>
          <dgm:constr type="l" for="ch" forName="image9" refType="w" fact="0.8377"/>
          <dgm:constr type="t" for="ch" forName="image9" refType="h" fact="0.2977"/>
          <dgm:constr type="w" for="ch" forName="image9" refType="w" fact="0.1623"/>
          <dgm:constr type="h" for="ch" forName="image9" refType="h" fact="0.2645"/>
          <dgm:constr type="l" for="ch" forName="imageaccent9" refType="w" fact="0.95"/>
          <dgm:constr type="t" for="ch" forName="imageaccent9" refType="h" fact="0.2993"/>
          <dgm:constr type="w" for="ch" forName="imageaccent9" refType="w" fact="0.0189"/>
          <dgm:constr type="h" for="ch" forName="imageaccent9" refType="h" fact="0.031"/>
        </dgm:constrLst>
      </dgm:if>
      <dgm:if name="Name11" axis="ch" ptType="node" func="cnt" op="equ" val="10">
        <dgm:alg type="composite">
          <dgm:param type="ar" val="1.6608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583"/>
          <dgm:constr type="w" for="ch" forName="image4" refType="w" fact="0.1623"/>
          <dgm:constr type="h" for="ch" forName="image4" refType="h" fact="0.2314"/>
          <dgm:constr type="l" for="ch" forName="text5" refType="w" fact="0.5585"/>
          <dgm:constr type="t" for="ch" forName="text5" refType="h" fact="0.0024"/>
          <dgm:constr type="w" for="ch" forName="text5" refType="w" fact="0.1623"/>
          <dgm:constr type="h" for="ch" forName="text5" refType="h" fact="0.2314"/>
          <dgm:constr type="l" for="ch" forName="image5" refType="w" fact="0.6982"/>
          <dgm:constr type="t" for="ch" forName="image5" refType="h" fact="0.1316"/>
          <dgm:constr type="w" for="ch" forName="image5" refType="w" fact="0.1623"/>
          <dgm:constr type="h" for="ch" forName="image5" refType="h" fact="0.2314"/>
          <dgm:constr type="l" for="ch" forName="image2" refType="w" fact="0.4189"/>
          <dgm:constr type="t" for="ch" forName="image2" refType="h" fact="0.384"/>
          <dgm:constr type="w" for="ch" forName="image2" refType="w" fact="0.1623"/>
          <dgm:constr type="h" for="ch" forName="image2" refType="h" fact="0.2314"/>
          <dgm:constr type="l" for="ch" forName="text4" refType="w" fact="0.4189"/>
          <dgm:constr type="t" for="ch" forName="text4" refType="h" fact="0.1282"/>
          <dgm:constr type="w" for="ch" forName="text4" refType="w" fact="0.1623"/>
          <dgm:constr type="h" for="ch" forName="text4" refType="h" fact="0.2314"/>
          <dgm:constr type="l" for="ch" forName="text2" refType="w" fact="0.2793"/>
          <dgm:constr type="t" for="ch" forName="text2" refType="h" fact="0.2558"/>
          <dgm:constr type="w" for="ch" forName="text2" refType="w" fact="0.1623"/>
          <dgm:constr type="h" for="ch" forName="text2" refType="h" fact="0.2314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314"/>
          <dgm:constr type="l" for="ch" forName="text1" refType="w" fact="0.1396"/>
          <dgm:constr type="t" for="ch" forName="text1" refType="h" fact="0.3845"/>
          <dgm:constr type="w" for="ch" forName="text1" refType="w" fact="0.1623"/>
          <dgm:constr type="h" for="ch" forName="text1" refType="h" fact="0.2314"/>
          <dgm:constr type="l" for="ch" forName="text3" refType="w" fact="0.1396"/>
          <dgm:constr type="t" for="ch" forName="text3" refType="h" fact="0.1286"/>
          <dgm:constr type="w" for="ch" forName="text3" refType="w" fact="0.1623"/>
          <dgm:constr type="h" for="ch" forName="text3" refType="h" fact="0.2314"/>
          <dgm:constr type="l" for="ch" forName="textaccent1" refType="w" fact="0.1435"/>
          <dgm:constr type="t" for="ch" forName="textaccent1" refType="h" fact="0.488"/>
          <dgm:constr type="w" for="ch" forName="textaccent1" refType="w" fact="0.0189"/>
          <dgm:constr type="h" for="ch" forName="textaccent1" refType="h" fact="0.0271"/>
          <dgm:constr type="l" for="ch" forName="image1" refType="w" fact="0"/>
          <dgm:constr type="t" for="ch" forName="image1" refType="h" fact="0.2566"/>
          <dgm:constr type="w" for="ch" forName="image1" refType="w" fact="0.1623"/>
          <dgm:constr type="h" for="ch" forName="image1" refType="h" fact="0.2314"/>
          <dgm:constr type="l" for="ch" forName="imageaccent1" refType="w" fact="0.1111"/>
          <dgm:constr type="t" for="ch" forName="imageaccent1" refType="h" fact="0.4572"/>
          <dgm:constr type="w" for="ch" forName="imageaccent1" refType="w" fact="0.0189"/>
          <dgm:constr type="h" for="ch" forName="imageaccent1" refType="h" fact="0.0271"/>
          <dgm:constr type="l" for="ch" forName="textaccent2" refType="w" fact="0.391"/>
          <dgm:constr type="t" for="ch" forName="textaccent2" refType="h" fact="0.456"/>
          <dgm:constr type="w" for="ch" forName="textaccent2" refType="w" fact="0.0189"/>
          <dgm:constr type="h" for="ch" forName="textaccent2" refType="h" fact="0.0271"/>
          <dgm:constr type="l" for="ch" forName="imageaccent2" refType="w" fact="0.4228"/>
          <dgm:constr type="t" for="ch" forName="imageaccent2" refType="h" fact="0.487"/>
          <dgm:constr type="w" for="ch" forName="imageaccent2" refType="w" fact="0.0189"/>
          <dgm:constr type="h" for="ch" forName="imageaccent2" refType="h" fact="0.0271"/>
          <dgm:constr type="l" for="ch" forName="textaccent3" refType="w" fact="0.2501"/>
          <dgm:constr type="t" for="ch" forName="textaccent3" refType="h" fact="0.1318"/>
          <dgm:constr type="w" for="ch" forName="textaccent3" refType="w" fact="0.0189"/>
          <dgm:constr type="h" for="ch" forName="textaccent3" refType="h" fact="0.0271"/>
          <dgm:constr type="l" for="ch" forName="imageaccent3" refType="w" fact="0.2839"/>
          <dgm:constr type="t" for="ch" forName="imageaccent3" refType="h" fact="0.1025"/>
          <dgm:constr type="w" for="ch" forName="imageaccent3" refType="w" fact="0.0189"/>
          <dgm:constr type="h" for="ch" forName="imageaccent3" refType="h" fact="0.0271"/>
          <dgm:constr type="l" for="ch" forName="textaccent4" refType="w" fact="0.5593"/>
          <dgm:constr type="t" for="ch" forName="textaccent4" refType="h" fact="0.2307"/>
          <dgm:constr type="w" for="ch" forName="textaccent4" refType="w" fact="0.0189"/>
          <dgm:constr type="h" for="ch" forName="textaccent4" refType="h" fact="0.0271"/>
          <dgm:constr type="l" for="ch" forName="imageaccent4" refType="w" fact="0.5901"/>
          <dgm:constr type="t" for="ch" forName="imageaccent4" refType="h" fact="0.2624"/>
          <dgm:constr type="w" for="ch" forName="imageaccent4" refType="w" fact="0.0189"/>
          <dgm:constr type="h" for="ch" forName="imageaccent4" refType="h" fact="0.0271"/>
          <dgm:constr type="l" for="ch" forName="textaccent5" refType="w" fact="0.6989"/>
          <dgm:constr type="t" for="ch" forName="textaccent5" refType="h" fact="0.1062"/>
          <dgm:constr type="w" for="ch" forName="textaccent5" refType="w" fact="0.0189"/>
          <dgm:constr type="h" for="ch" forName="textaccent5" refType="h" fact="0.0271"/>
          <dgm:constr type="l" for="ch" forName="imageaccent5" refType="w" fact="0.7305"/>
          <dgm:constr type="t" for="ch" forName="imageaccent5" refType="h" fact="0.1367"/>
          <dgm:constr type="w" for="ch" forName="imageaccent5" refType="w" fact="0.0189"/>
          <dgm:constr type="h" for="ch" forName="imageaccent5" refType="h" fact="0.0271"/>
          <dgm:constr type="l" for="ch" forName="image6" refType="w" fact="0.5585"/>
          <dgm:constr type="t" for="ch" forName="image6" refType="h" fact="0.5137"/>
          <dgm:constr type="w" for="ch" forName="image6" refType="w" fact="0.1623"/>
          <dgm:constr type="h" for="ch" forName="image6" refType="h" fact="0.2314"/>
          <dgm:constr type="l" for="ch" forName="text6" refType="w" fact="0.6982"/>
          <dgm:constr type="t" for="ch" forName="text6" refType="h" fact="0.387"/>
          <dgm:constr type="w" for="ch" forName="text6" refType="w" fact="0.1623"/>
          <dgm:constr type="h" for="ch" forName="text6" refType="h" fact="0.2314"/>
          <dgm:constr type="l" for="ch" forName="imageaccent6" refType="w" fact="0.7002"/>
          <dgm:constr type="t" for="ch" forName="imageaccent6" refType="h" fact="0.6152"/>
          <dgm:constr type="w" for="ch" forName="imageaccent6" refType="w" fact="0.0189"/>
          <dgm:constr type="h" for="ch" forName="imageaccent6" refType="h" fact="0.0271"/>
          <dgm:constr type="l" for="ch" forName="textaccent6" refType="w" fact="0.7303"/>
          <dgm:constr type="t" for="ch" forName="textaccent6" refType="h" fact="0.5897"/>
          <dgm:constr type="w" for="ch" forName="textaccent6" refType="w" fact="0.0189"/>
          <dgm:constr type="h" for="ch" forName="textaccent6" refType="h" fact="0.0271"/>
          <dgm:constr type="l" for="ch" forName="text7" refType="w" fact="0.2792"/>
          <dgm:constr type="t" for="ch" forName="text7" refType="h" fact="0.5122"/>
          <dgm:constr type="w" for="ch" forName="text7" refType="w" fact="0.1623"/>
          <dgm:constr type="h" for="ch" forName="text7" refType="h" fact="0.2314"/>
          <dgm:constr type="l" for="ch" forName="image7" refType="w" fact="0.1395"/>
          <dgm:constr type="t" for="ch" forName="image7" refType="h" fact="0.6409"/>
          <dgm:constr type="w" for="ch" forName="image7" refType="w" fact="0.1623"/>
          <dgm:constr type="h" for="ch" forName="image7" refType="h" fact="0.2314"/>
          <dgm:constr type="l" for="ch" forName="imageaccent7" refType="w" fact="0.25"/>
          <dgm:constr type="t" for="ch" forName="imageaccent7" refType="h" fact="0.6441"/>
          <dgm:constr type="w" for="ch" forName="imageaccent7" refType="w" fact="0.0189"/>
          <dgm:constr type="h" for="ch" forName="imageaccent7" refType="h" fact="0.0271"/>
          <dgm:constr type="l" for="ch" forName="textaccent7" refType="w" fact="0.2838"/>
          <dgm:constr type="t" for="ch" forName="textaccent7" refType="h" fact="0.6148"/>
          <dgm:constr type="w" for="ch" forName="textaccent7" refType="w" fact="0.0189"/>
          <dgm:constr type="h" for="ch" forName="textaccent7" refType="h" fact="0.0271"/>
          <dgm:constr type="l" for="ch" forName="image8" refType="w" fact="0.6975"/>
          <dgm:constr type="t" for="ch" forName="image8" refType="h" fact="0.6433"/>
          <dgm:constr type="w" for="ch" forName="image8" refType="w" fact="0.1623"/>
          <dgm:constr type="h" for="ch" forName="image8" refType="h" fact="0.2314"/>
          <dgm:constr type="l" for="ch" forName="text8" refType="w" fact="0.8371"/>
          <dgm:constr type="t" for="ch" forName="text8" refType="h" fact="0.5167"/>
          <dgm:constr type="w" for="ch" forName="text8" refType="w" fact="0.1623"/>
          <dgm:constr type="h" for="ch" forName="text8" refType="h" fact="0.2314"/>
          <dgm:constr type="l" for="ch" forName="imageaccent8" refType="w" fact="0.8392"/>
          <dgm:constr type="t" for="ch" forName="imageaccent8" refType="h" fact="0.7449"/>
          <dgm:constr type="w" for="ch" forName="imageaccent8" refType="w" fact="0.0189"/>
          <dgm:constr type="h" for="ch" forName="imageaccent8" refType="h" fact="0.0271"/>
          <dgm:constr type="l" for="ch" forName="textaccent8" refType="w" fact="0.8693"/>
          <dgm:constr type="t" for="ch" forName="textaccent8" refType="h" fact="0.7194"/>
          <dgm:constr type="w" for="ch" forName="textaccent8" refType="w" fact="0.0189"/>
          <dgm:constr type="h" for="ch" forName="textaccent8" refType="h" fact="0.0271"/>
          <dgm:constr type="l" for="ch" forName="text9" refType="w" fact="0.8377"/>
          <dgm:constr type="t" for="ch" forName="text9" refType="h" fact="0.005"/>
          <dgm:constr type="w" for="ch" forName="text9" refType="w" fact="0.1623"/>
          <dgm:constr type="h" for="ch" forName="text9" refType="h" fact="0.2314"/>
          <dgm:constr type="l" for="ch" forName="textaccent9" refType="w" fact="0.95"/>
          <dgm:constr type="t" for="ch" forName="textaccent9" refType="h" fact="0.2084"/>
          <dgm:constr type="w" for="ch" forName="textaccent9" refType="w" fact="0.0189"/>
          <dgm:constr type="h" for="ch" forName="textaccent9" refType="h" fact="0.0271"/>
          <dgm:constr type="l" for="ch" forName="image9" refType="w" fact="0.8377"/>
          <dgm:constr type="t" for="ch" forName="image9" refType="h" fact="0.2604"/>
          <dgm:constr type="w" for="ch" forName="image9" refType="w" fact="0.1623"/>
          <dgm:constr type="h" for="ch" forName="image9" refType="h" fact="0.2314"/>
          <dgm:constr type="l" for="ch" forName="imageaccent9" refType="w" fact="0.95"/>
          <dgm:constr type="t" for="ch" forName="imageaccent9" refType="h" fact="0.2618"/>
          <dgm:constr type="w" for="ch" forName="imageaccent9" refType="w" fact="0.0189"/>
          <dgm:constr type="h" for="ch" forName="imageaccent9" refType="h" fact="0.0271"/>
          <dgm:constr type="l" for="ch" forName="image10" refType="w" fact="0.2786"/>
          <dgm:constr type="t" for="ch" forName="image10" refType="h" fact="0.7686"/>
          <dgm:constr type="w" for="ch" forName="image10" refType="w" fact="0.1623"/>
          <dgm:constr type="h" for="ch" forName="image10" refType="h" fact="0.2314"/>
          <dgm:constr type="l" for="ch" forName="text10" refType="w" fact="0.4183"/>
          <dgm:constr type="t" for="ch" forName="text10" refType="h" fact="0.6419"/>
          <dgm:constr type="w" for="ch" forName="text10" refType="w" fact="0.1623"/>
          <dgm:constr type="h" for="ch" forName="text10" refType="h" fact="0.2314"/>
          <dgm:constr type="l" for="ch" forName="imageaccent10" refType="w" fact="0.4203"/>
          <dgm:constr type="t" for="ch" forName="imageaccent10" refType="h" fact="0.8701"/>
          <dgm:constr type="w" for="ch" forName="imageaccent10" refType="w" fact="0.0189"/>
          <dgm:constr type="h" for="ch" forName="imageaccent10" refType="h" fact="0.0271"/>
          <dgm:constr type="l" for="ch" forName="textaccent10" refType="w" fact="0.4504"/>
          <dgm:constr type="t" for="ch" forName="textaccent10" refType="h" fact="0.8446"/>
          <dgm:constr type="w" for="ch" forName="textaccent10" refType="w" fact="0.0189"/>
          <dgm:constr type="h" for="ch" forName="textaccent10" refType="h" fact="0.0271"/>
        </dgm:constrLst>
      </dgm:if>
      <dgm:if name="Name12" axis="ch" ptType="node" func="cnt" op="equ" val="11">
        <dgm:alg type="composite">
          <dgm:param type="ar" val="1.4704"/>
        </dgm:alg>
        <dgm:constrLst>
          <dgm:constr type="primFontSz" for="des" ptType="node" op="equ" val="65"/>
          <dgm:constr type="l" for="ch" forName="image4" refType="w" fact="0.5585"/>
          <dgm:constr type="t" for="ch" forName="image4" refType="h" fact="0.2287"/>
          <dgm:constr type="w" for="ch" forName="image4" refType="w" fact="0.1623"/>
          <dgm:constr type="h" for="ch" forName="image4" refType="h" fact="0.2049"/>
          <dgm:constr type="l" for="ch" forName="text5" refType="w" fact="0.5585"/>
          <dgm:constr type="t" for="ch" forName="text5" refType="h" fact="0.0022"/>
          <dgm:constr type="w" for="ch" forName="text5" refType="w" fact="0.1623"/>
          <dgm:constr type="h" for="ch" forName="text5" refType="h" fact="0.2049"/>
          <dgm:constr type="l" for="ch" forName="image5" refType="w" fact="0.6982"/>
          <dgm:constr type="t" for="ch" forName="image5" refType="h" fact="0.1165"/>
          <dgm:constr type="w" for="ch" forName="image5" refType="w" fact="0.1623"/>
          <dgm:constr type="h" for="ch" forName="image5" refType="h" fact="0.2049"/>
          <dgm:constr type="l" for="ch" forName="image2" refType="w" fact="0.4189"/>
          <dgm:constr type="t" for="ch" forName="image2" refType="h" fact="0.34"/>
          <dgm:constr type="w" for="ch" forName="image2" refType="w" fact="0.1623"/>
          <dgm:constr type="h" for="ch" forName="image2" refType="h" fact="0.2049"/>
          <dgm:constr type="l" for="ch" forName="text4" refType="w" fact="0.4189"/>
          <dgm:constr type="t" for="ch" forName="text4" refType="h" fact="0.1135"/>
          <dgm:constr type="w" for="ch" forName="text4" refType="w" fact="0.1623"/>
          <dgm:constr type="h" for="ch" forName="text4" refType="h" fact="0.2049"/>
          <dgm:constr type="l" for="ch" forName="text2" refType="w" fact="0.2793"/>
          <dgm:constr type="t" for="ch" forName="text2" refType="h" fact="0.2265"/>
          <dgm:constr type="w" for="ch" forName="text2" refType="w" fact="0.1623"/>
          <dgm:constr type="h" for="ch" forName="text2" refType="h" fact="0.2049"/>
          <dgm:constr type="l" for="ch" forName="image3" refType="w" fact="0.2793"/>
          <dgm:constr type="t" for="ch" forName="image3" refType="h" fact="0"/>
          <dgm:constr type="w" for="ch" forName="image3" refType="w" fact="0.1623"/>
          <dgm:constr type="h" for="ch" forName="image3" refType="h" fact="0.2049"/>
          <dgm:constr type="l" for="ch" forName="text1" refType="w" fact="0.1396"/>
          <dgm:constr type="t" for="ch" forName="text1" refType="h" fact="0.3404"/>
          <dgm:constr type="w" for="ch" forName="text1" refType="w" fact="0.1623"/>
          <dgm:constr type="h" for="ch" forName="text1" refType="h" fact="0.2049"/>
          <dgm:constr type="l" for="ch" forName="text3" refType="w" fact="0.1396"/>
          <dgm:constr type="t" for="ch" forName="text3" refType="h" fact="0.1139"/>
          <dgm:constr type="w" for="ch" forName="text3" refType="w" fact="0.1623"/>
          <dgm:constr type="h" for="ch" forName="text3" refType="h" fact="0.2049"/>
          <dgm:constr type="l" for="ch" forName="textaccent1" refType="w" fact="0.1435"/>
          <dgm:constr type="t" for="ch" forName="textaccent1" refType="h" fact="0.432"/>
          <dgm:constr type="w" for="ch" forName="textaccent1" refType="w" fact="0.0189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623"/>
          <dgm:constr type="h" for="ch" forName="image1" refType="h" fact="0.2049"/>
          <dgm:constr type="l" for="ch" forName="imageaccent1" refType="w" fact="0.1111"/>
          <dgm:constr type="t" for="ch" forName="imageaccent1" refType="h" fact="0.4048"/>
          <dgm:constr type="w" for="ch" forName="imageaccent1" refType="w" fact="0.0189"/>
          <dgm:constr type="h" for="ch" forName="imageaccent1" refType="h" fact="0.024"/>
          <dgm:constr type="l" for="ch" forName="textaccent2" refType="w" fact="0.391"/>
          <dgm:constr type="t" for="ch" forName="textaccent2" refType="h" fact="0.4038"/>
          <dgm:constr type="w" for="ch" forName="textaccent2" refType="w" fact="0.0189"/>
          <dgm:constr type="h" for="ch" forName="textaccent2" refType="h" fact="0.024"/>
          <dgm:constr type="l" for="ch" forName="imageaccent2" refType="w" fact="0.4228"/>
          <dgm:constr type="t" for="ch" forName="imageaccent2" refType="h" fact="0.4312"/>
          <dgm:constr type="w" for="ch" forName="imageaccent2" refType="w" fact="0.0189"/>
          <dgm:constr type="h" for="ch" forName="imageaccent2" refType="h" fact="0.024"/>
          <dgm:constr type="l" for="ch" forName="textaccent3" refType="w" fact="0.2501"/>
          <dgm:constr type="t" for="ch" forName="textaccent3" refType="h" fact="0.1167"/>
          <dgm:constr type="w" for="ch" forName="textaccent3" refType="w" fact="0.0189"/>
          <dgm:constr type="h" for="ch" forName="textaccent3" refType="h" fact="0.024"/>
          <dgm:constr type="l" for="ch" forName="imageaccent3" refType="w" fact="0.2839"/>
          <dgm:constr type="t" for="ch" forName="imageaccent3" refType="h" fact="0.0908"/>
          <dgm:constr type="w" for="ch" forName="imageaccent3" refType="w" fact="0.0189"/>
          <dgm:constr type="h" for="ch" forName="imageaccent3" refType="h" fact="0.024"/>
          <dgm:constr type="l" for="ch" forName="textaccent4" refType="w" fact="0.5593"/>
          <dgm:constr type="t" for="ch" forName="textaccent4" refType="h" fact="0.2042"/>
          <dgm:constr type="w" for="ch" forName="textaccent4" refType="w" fact="0.0189"/>
          <dgm:constr type="h" for="ch" forName="textaccent4" refType="h" fact="0.024"/>
          <dgm:constr type="l" for="ch" forName="imageaccent4" refType="w" fact="0.5901"/>
          <dgm:constr type="t" for="ch" forName="imageaccent4" refType="h" fact="0.2323"/>
          <dgm:constr type="w" for="ch" forName="imageaccent4" refType="w" fact="0.0189"/>
          <dgm:constr type="h" for="ch" forName="imageaccent4" refType="h" fact="0.024"/>
          <dgm:constr type="l" for="ch" forName="textaccent5" refType="w" fact="0.6989"/>
          <dgm:constr type="t" for="ch" forName="textaccent5" refType="h" fact="0.094"/>
          <dgm:constr type="w" for="ch" forName="textaccent5" refType="w" fact="0.0189"/>
          <dgm:constr type="h" for="ch" forName="textaccent5" refType="h" fact="0.024"/>
          <dgm:constr type="l" for="ch" forName="imageaccent5" refType="w" fact="0.7305"/>
          <dgm:constr type="t" for="ch" forName="imageaccent5" refType="h" fact="0.121"/>
          <dgm:constr type="w" for="ch" forName="imageaccent5" refType="w" fact="0.0189"/>
          <dgm:constr type="h" for="ch" forName="imageaccent5" refType="h" fact="0.024"/>
          <dgm:constr type="l" for="ch" forName="image6" refType="w" fact="0.5585"/>
          <dgm:constr type="t" for="ch" forName="image6" refType="h" fact="0.4548"/>
          <dgm:constr type="w" for="ch" forName="image6" refType="w" fact="0.1623"/>
          <dgm:constr type="h" for="ch" forName="image6" refType="h" fact="0.2049"/>
          <dgm:constr type="l" for="ch" forName="text6" refType="w" fact="0.6982"/>
          <dgm:constr type="t" for="ch" forName="text6" refType="h" fact="0.3426"/>
          <dgm:constr type="w" for="ch" forName="text6" refType="w" fact="0.1623"/>
          <dgm:constr type="h" for="ch" forName="text6" refType="h" fact="0.2049"/>
          <dgm:constr type="l" for="ch" forName="imageaccent6" refType="w" fact="0.7002"/>
          <dgm:constr type="t" for="ch" forName="imageaccent6" refType="h" fact="0.5447"/>
          <dgm:constr type="w" for="ch" forName="imageaccent6" refType="w" fact="0.0189"/>
          <dgm:constr type="h" for="ch" forName="imageaccent6" refType="h" fact="0.024"/>
          <dgm:constr type="l" for="ch" forName="textaccent6" refType="w" fact="0.7303"/>
          <dgm:constr type="t" for="ch" forName="textaccent6" refType="h" fact="0.5221"/>
          <dgm:constr type="w" for="ch" forName="textaccent6" refType="w" fact="0.0189"/>
          <dgm:constr type="h" for="ch" forName="textaccent6" refType="h" fact="0.024"/>
          <dgm:constr type="l" for="ch" forName="text7" refType="w" fact="0.2792"/>
          <dgm:constr type="t" for="ch" forName="text7" refType="h" fact="0.4535"/>
          <dgm:constr type="w" for="ch" forName="text7" refType="w" fact="0.1623"/>
          <dgm:constr type="h" for="ch" forName="text7" refType="h" fact="0.2049"/>
          <dgm:constr type="l" for="ch" forName="image7" refType="w" fact="0.1395"/>
          <dgm:constr type="t" for="ch" forName="image7" refType="h" fact="0.5674"/>
          <dgm:constr type="w" for="ch" forName="image7" refType="w" fact="0.1623"/>
          <dgm:constr type="h" for="ch" forName="image7" refType="h" fact="0.2049"/>
          <dgm:constr type="l" for="ch" forName="imageaccent7" refType="w" fact="0.25"/>
          <dgm:constr type="t" for="ch" forName="imageaccent7" refType="h" fact="0.5703"/>
          <dgm:constr type="w" for="ch" forName="imageaccent7" refType="w" fact="0.0189"/>
          <dgm:constr type="h" for="ch" forName="imageaccent7" refType="h" fact="0.024"/>
          <dgm:constr type="l" for="ch" forName="textaccent7" refType="w" fact="0.2838"/>
          <dgm:constr type="t" for="ch" forName="textaccent7" refType="h" fact="0.5443"/>
          <dgm:constr type="w" for="ch" forName="textaccent7" refType="w" fact="0.0189"/>
          <dgm:constr type="h" for="ch" forName="textaccent7" refType="h" fact="0.024"/>
          <dgm:constr type="l" for="ch" forName="image8" refType="w" fact="0.6975"/>
          <dgm:constr type="t" for="ch" forName="image8" refType="h" fact="0.5696"/>
          <dgm:constr type="w" for="ch" forName="image8" refType="w" fact="0.1623"/>
          <dgm:constr type="h" for="ch" forName="image8" refType="h" fact="0.2049"/>
          <dgm:constr type="l" for="ch" forName="text8" refType="w" fact="0.8371"/>
          <dgm:constr type="t" for="ch" forName="text8" refType="h" fact="0.4574"/>
          <dgm:constr type="w" for="ch" forName="text8" refType="w" fact="0.1623"/>
          <dgm:constr type="h" for="ch" forName="text8" refType="h" fact="0.2049"/>
          <dgm:constr type="l" for="ch" forName="imageaccent8" refType="w" fact="0.8392"/>
          <dgm:constr type="t" for="ch" forName="imageaccent8" refType="h" fact="0.6595"/>
          <dgm:constr type="w" for="ch" forName="imageaccent8" refType="w" fact="0.0189"/>
          <dgm:constr type="h" for="ch" forName="imageaccent8" refType="h" fact="0.024"/>
          <dgm:constr type="l" for="ch" forName="textaccent8" refType="w" fact="0.8693"/>
          <dgm:constr type="t" for="ch" forName="textaccent8" refType="h" fact="0.6369"/>
          <dgm:constr type="w" for="ch" forName="textaccent8" refType="w" fact="0.0189"/>
          <dgm:constr type="h" for="ch" forName="textaccent8" refType="h" fact="0.024"/>
          <dgm:constr type="l" for="ch" forName="text9" refType="w" fact="0.8377"/>
          <dgm:constr type="t" for="ch" forName="text9" refType="h" fact="0.0044"/>
          <dgm:constr type="w" for="ch" forName="text9" refType="w" fact="0.1623"/>
          <dgm:constr type="h" for="ch" forName="text9" refType="h" fact="0.2049"/>
          <dgm:constr type="l" for="ch" forName="textaccent9" refType="w" fact="0.95"/>
          <dgm:constr type="t" for="ch" forName="textaccent9" refType="h" fact="0.1846"/>
          <dgm:constr type="w" for="ch" forName="textaccent9" refType="w" fact="0.0189"/>
          <dgm:constr type="h" for="ch" forName="textaccent9" refType="h" fact="0.024"/>
          <dgm:constr type="l" for="ch" forName="image9" refType="w" fact="0.8377"/>
          <dgm:constr type="t" for="ch" forName="image9" refType="h" fact="0.2306"/>
          <dgm:constr type="w" for="ch" forName="image9" refType="w" fact="0.1623"/>
          <dgm:constr type="h" for="ch" forName="image9" refType="h" fact="0.2049"/>
          <dgm:constr type="l" for="ch" forName="imageaccent9" refType="w" fact="0.95"/>
          <dgm:constr type="t" for="ch" forName="imageaccent9" refType="h" fact="0.2318"/>
          <dgm:constr type="w" for="ch" forName="imageaccent9" refType="w" fact="0.0189"/>
          <dgm:constr type="h" for="ch" forName="imageaccent9" refType="h" fact="0.024"/>
          <dgm:constr type="l" for="ch" forName="image10" refType="w" fact="0.2786"/>
          <dgm:constr type="t" for="ch" forName="image10" refType="h" fact="0.6805"/>
          <dgm:constr type="w" for="ch" forName="image10" refType="w" fact="0.1623"/>
          <dgm:constr type="h" for="ch" forName="image10" refType="h" fact="0.2049"/>
          <dgm:constr type="l" for="ch" forName="text10" refType="w" fact="0.4183"/>
          <dgm:constr type="t" for="ch" forName="text10" refType="h" fact="0.5683"/>
          <dgm:constr type="w" for="ch" forName="text10" refType="w" fact="0.1623"/>
          <dgm:constr type="h" for="ch" forName="text10" refType="h" fact="0.2049"/>
          <dgm:constr type="l" for="ch" forName="imageaccent10" refType="w" fact="0.4203"/>
          <dgm:constr type="t" for="ch" forName="imageaccent10" refType="h" fact="0.7704"/>
          <dgm:constr type="w" for="ch" forName="imageaccent10" refType="w" fact="0.0189"/>
          <dgm:constr type="h" for="ch" forName="imageaccent10" refType="h" fact="0.024"/>
          <dgm:constr type="l" for="ch" forName="textaccent10" refType="w" fact="0.4504"/>
          <dgm:constr type="t" for="ch" forName="textaccent10" refType="h" fact="0.7478"/>
          <dgm:constr type="w" for="ch" forName="textaccent10" refType="w" fact="0.0189"/>
          <dgm:constr type="h" for="ch" forName="textaccent10" refType="h" fact="0.024"/>
          <dgm:constr type="l" for="ch" forName="text11" refType="w" fact="0.6971"/>
          <dgm:constr type="t" for="ch" forName="text11" refType="h" fact="0.7951"/>
          <dgm:constr type="w" for="ch" forName="text11" refType="w" fact="0.1623"/>
          <dgm:constr type="h" for="ch" forName="text11" refType="h" fact="0.2049"/>
          <dgm:constr type="l" for="ch" forName="image11" refType="w" fact="0.5575"/>
          <dgm:constr type="t" for="ch" forName="image11" refType="h" fact="0.6816"/>
          <dgm:constr type="w" for="ch" forName="image11" refType="w" fact="0.1623"/>
          <dgm:constr type="h" for="ch" forName="image11" refType="h" fact="0.2049"/>
          <dgm:constr type="l" for="ch" forName="imageaccent11" refType="w" fact="0.6692"/>
          <dgm:constr type="t" for="ch" forName="imageaccent11" refType="h" fact="0.8589"/>
          <dgm:constr type="w" for="ch" forName="imageaccent11" refType="w" fact="0.0189"/>
          <dgm:constr type="h" for="ch" forName="imageaccent11" refType="h" fact="0.024"/>
          <dgm:constr type="l" for="ch" forName="textaccent11" refType="w" fact="0.701"/>
          <dgm:constr type="t" for="ch" forName="textaccent11" refType="h" fact="0.8863"/>
          <dgm:constr type="w" for="ch" forName="textaccent11" refType="w" fact="0.0189"/>
          <dgm:constr type="h" for="ch" forName="textaccent11" refType="h" fact="0.024"/>
        </dgm:constrLst>
      </dgm:if>
      <dgm:else name="Name13">
        <dgm:alg type="composite">
          <dgm:param type="ar" val="1.675"/>
        </dgm:alg>
        <dgm:constrLst>
          <dgm:constr type="primFontSz" for="des" ptType="node" op="equ" val="65"/>
          <dgm:constr type="l" for="ch" forName="image4" refType="w" fact="0.4903"/>
          <dgm:constr type="t" for="ch" forName="image4" refType="h" fact="0.2287"/>
          <dgm:constr type="w" for="ch" forName="image4" refType="w" fact="0.1425"/>
          <dgm:constr type="h" for="ch" forName="image4" refType="h" fact="0.2049"/>
          <dgm:constr type="l" for="ch" forName="text5" refType="w" fact="0.4903"/>
          <dgm:constr type="t" for="ch" forName="text5" refType="h" fact="0.0022"/>
          <dgm:constr type="w" for="ch" forName="text5" refType="w" fact="0.1425"/>
          <dgm:constr type="h" for="ch" forName="text5" refType="h" fact="0.2049"/>
          <dgm:constr type="l" for="ch" forName="image5" refType="w" fact="0.6129"/>
          <dgm:constr type="t" for="ch" forName="image5" refType="h" fact="0.1165"/>
          <dgm:constr type="w" for="ch" forName="image5" refType="w" fact="0.1425"/>
          <dgm:constr type="h" for="ch" forName="image5" refType="h" fact="0.2049"/>
          <dgm:constr type="l" for="ch" forName="image2" refType="w" fact="0.3677"/>
          <dgm:constr type="t" for="ch" forName="image2" refType="h" fact="0.34"/>
          <dgm:constr type="w" for="ch" forName="image2" refType="w" fact="0.1425"/>
          <dgm:constr type="h" for="ch" forName="image2" refType="h" fact="0.2049"/>
          <dgm:constr type="l" for="ch" forName="text4" refType="w" fact="0.3677"/>
          <dgm:constr type="t" for="ch" forName="text4" refType="h" fact="0.1135"/>
          <dgm:constr type="w" for="ch" forName="text4" refType="w" fact="0.1425"/>
          <dgm:constr type="h" for="ch" forName="text4" refType="h" fact="0.2049"/>
          <dgm:constr type="l" for="ch" forName="text2" refType="w" fact="0.2452"/>
          <dgm:constr type="t" for="ch" forName="text2" refType="h" fact="0.2265"/>
          <dgm:constr type="w" for="ch" forName="text2" refType="w" fact="0.1425"/>
          <dgm:constr type="h" for="ch" forName="text2" refType="h" fact="0.2049"/>
          <dgm:constr type="l" for="ch" forName="image3" refType="w" fact="0.2452"/>
          <dgm:constr type="t" for="ch" forName="image3" refType="h" fact="0"/>
          <dgm:constr type="w" for="ch" forName="image3" refType="w" fact="0.1425"/>
          <dgm:constr type="h" for="ch" forName="image3" refType="h" fact="0.2049"/>
          <dgm:constr type="l" for="ch" forName="text1" refType="w" fact="0.1226"/>
          <dgm:constr type="t" for="ch" forName="text1" refType="h" fact="0.3404"/>
          <dgm:constr type="w" for="ch" forName="text1" refType="w" fact="0.1425"/>
          <dgm:constr type="h" for="ch" forName="text1" refType="h" fact="0.2049"/>
          <dgm:constr type="l" for="ch" forName="text3" refType="w" fact="0.1226"/>
          <dgm:constr type="t" for="ch" forName="text3" refType="h" fact="0.1139"/>
          <dgm:constr type="w" for="ch" forName="text3" refType="w" fact="0.1425"/>
          <dgm:constr type="h" for="ch" forName="text3" refType="h" fact="0.2049"/>
          <dgm:constr type="l" for="ch" forName="textaccent1" refType="w" fact="0.126"/>
          <dgm:constr type="t" for="ch" forName="textaccent1" refType="h" fact="0.432"/>
          <dgm:constr type="w" for="ch" forName="textaccent1" refType="w" fact="0.0166"/>
          <dgm:constr type="h" for="ch" forName="textaccent1" refType="h" fact="0.024"/>
          <dgm:constr type="l" for="ch" forName="image1" refType="w" fact="0"/>
          <dgm:constr type="t" for="ch" forName="image1" refType="h" fact="0.2272"/>
          <dgm:constr type="w" for="ch" forName="image1" refType="w" fact="0.1425"/>
          <dgm:constr type="h" for="ch" forName="image1" refType="h" fact="0.2049"/>
          <dgm:constr type="l" for="ch" forName="imageaccent1" refType="w" fact="0.0976"/>
          <dgm:constr type="t" for="ch" forName="imageaccent1" refType="h" fact="0.4048"/>
          <dgm:constr type="w" for="ch" forName="imageaccent1" refType="w" fact="0.0166"/>
          <dgm:constr type="h" for="ch" forName="imageaccent1" refType="h" fact="0.024"/>
          <dgm:constr type="l" for="ch" forName="textaccent2" refType="w" fact="0.3432"/>
          <dgm:constr type="t" for="ch" forName="textaccent2" refType="h" fact="0.4038"/>
          <dgm:constr type="w" for="ch" forName="textaccent2" refType="w" fact="0.0166"/>
          <dgm:constr type="h" for="ch" forName="textaccent2" refType="h" fact="0.024"/>
          <dgm:constr type="l" for="ch" forName="imageaccent2" refType="w" fact="0.3712"/>
          <dgm:constr type="t" for="ch" forName="imageaccent2" refType="h" fact="0.4312"/>
          <dgm:constr type="w" for="ch" forName="imageaccent2" refType="w" fact="0.0166"/>
          <dgm:constr type="h" for="ch" forName="imageaccent2" refType="h" fact="0.024"/>
          <dgm:constr type="l" for="ch" forName="textaccent3" refType="w" fact="0.2196"/>
          <dgm:constr type="t" for="ch" forName="textaccent3" refType="h" fact="0.1167"/>
          <dgm:constr type="w" for="ch" forName="textaccent3" refType="w" fact="0.0166"/>
          <dgm:constr type="h" for="ch" forName="textaccent3" refType="h" fact="0.024"/>
          <dgm:constr type="l" for="ch" forName="imageaccent3" refType="w" fact="0.2492"/>
          <dgm:constr type="t" for="ch" forName="imageaccent3" refType="h" fact="0.0908"/>
          <dgm:constr type="w" for="ch" forName="imageaccent3" refType="w" fact="0.0166"/>
          <dgm:constr type="h" for="ch" forName="imageaccent3" refType="h" fact="0.024"/>
          <dgm:constr type="l" for="ch" forName="textaccent4" refType="w" fact="0.491"/>
          <dgm:constr type="t" for="ch" forName="textaccent4" refType="h" fact="0.2042"/>
          <dgm:constr type="w" for="ch" forName="textaccent4" refType="w" fact="0.0166"/>
          <dgm:constr type="h" for="ch" forName="textaccent4" refType="h" fact="0.024"/>
          <dgm:constr type="l" for="ch" forName="imageaccent4" refType="w" fact="0.5181"/>
          <dgm:constr type="t" for="ch" forName="imageaccent4" refType="h" fact="0.2323"/>
          <dgm:constr type="w" for="ch" forName="imageaccent4" refType="w" fact="0.0166"/>
          <dgm:constr type="h" for="ch" forName="imageaccent4" refType="h" fact="0.024"/>
          <dgm:constr type="l" for="ch" forName="textaccent5" refType="w" fact="0.6136"/>
          <dgm:constr type="t" for="ch" forName="textaccent5" refType="h" fact="0.094"/>
          <dgm:constr type="w" for="ch" forName="textaccent5" refType="w" fact="0.0166"/>
          <dgm:constr type="h" for="ch" forName="textaccent5" refType="h" fact="0.024"/>
          <dgm:constr type="l" for="ch" forName="imageaccent5" refType="w" fact="0.6413"/>
          <dgm:constr type="t" for="ch" forName="imageaccent5" refType="h" fact="0.121"/>
          <dgm:constr type="w" for="ch" forName="imageaccent5" refType="w" fact="0.0166"/>
          <dgm:constr type="h" for="ch" forName="imageaccent5" refType="h" fact="0.024"/>
          <dgm:constr type="l" for="ch" forName="image6" refType="w" fact="0.4903"/>
          <dgm:constr type="t" for="ch" forName="image6" refType="h" fact="0.4548"/>
          <dgm:constr type="w" for="ch" forName="image6" refType="w" fact="0.1425"/>
          <dgm:constr type="h" for="ch" forName="image6" refType="h" fact="0.2049"/>
          <dgm:constr type="l" for="ch" forName="text6" refType="w" fact="0.6129"/>
          <dgm:constr type="t" for="ch" forName="text6" refType="h" fact="0.3426"/>
          <dgm:constr type="w" for="ch" forName="text6" refType="w" fact="0.1425"/>
          <dgm:constr type="h" for="ch" forName="text6" refType="h" fact="0.2049"/>
          <dgm:constr type="l" for="ch" forName="imageaccent6" refType="w" fact="0.6147"/>
          <dgm:constr type="t" for="ch" forName="imageaccent6" refType="h" fact="0.5447"/>
          <dgm:constr type="w" for="ch" forName="imageaccent6" refType="w" fact="0.0166"/>
          <dgm:constr type="h" for="ch" forName="imageaccent6" refType="h" fact="0.024"/>
          <dgm:constr type="l" for="ch" forName="textaccent6" refType="w" fact="0.6411"/>
          <dgm:constr type="t" for="ch" forName="textaccent6" refType="h" fact="0.5221"/>
          <dgm:constr type="w" for="ch" forName="textaccent6" refType="w" fact="0.0166"/>
          <dgm:constr type="h" for="ch" forName="textaccent6" refType="h" fact="0.024"/>
          <dgm:constr type="l" for="ch" forName="text7" refType="w" fact="0.2451"/>
          <dgm:constr type="t" for="ch" forName="text7" refType="h" fact="0.4535"/>
          <dgm:constr type="w" for="ch" forName="text7" refType="w" fact="0.1425"/>
          <dgm:constr type="h" for="ch" forName="text7" refType="h" fact="0.2049"/>
          <dgm:constr type="l" for="ch" forName="image7" refType="w" fact="0.1225"/>
          <dgm:constr type="t" for="ch" forName="image7" refType="h" fact="0.5674"/>
          <dgm:constr type="w" for="ch" forName="image7" refType="w" fact="0.1425"/>
          <dgm:constr type="h" for="ch" forName="image7" refType="h" fact="0.2049"/>
          <dgm:constr type="l" for="ch" forName="imageaccent7" refType="w" fact="0.2195"/>
          <dgm:constr type="t" for="ch" forName="imageaccent7" refType="h" fact="0.5703"/>
          <dgm:constr type="w" for="ch" forName="imageaccent7" refType="w" fact="0.0166"/>
          <dgm:constr type="h" for="ch" forName="imageaccent7" refType="h" fact="0.024"/>
          <dgm:constr type="l" for="ch" forName="textaccent7" refType="w" fact="0.2491"/>
          <dgm:constr type="t" for="ch" forName="textaccent7" refType="h" fact="0.5443"/>
          <dgm:constr type="w" for="ch" forName="textaccent7" refType="w" fact="0.0166"/>
          <dgm:constr type="h" for="ch" forName="textaccent7" refType="h" fact="0.024"/>
          <dgm:constr type="l" for="ch" forName="image8" refType="w" fact="0.6123"/>
          <dgm:constr type="t" for="ch" forName="image8" refType="h" fact="0.5696"/>
          <dgm:constr type="w" for="ch" forName="image8" refType="w" fact="0.1425"/>
          <dgm:constr type="h" for="ch" forName="image8" refType="h" fact="0.2049"/>
          <dgm:constr type="l" for="ch" forName="text8" refType="w" fact="0.7349"/>
          <dgm:constr type="t" for="ch" forName="text8" refType="h" fact="0.4574"/>
          <dgm:constr type="w" for="ch" forName="text8" refType="w" fact="0.1425"/>
          <dgm:constr type="h" for="ch" forName="text8" refType="h" fact="0.2049"/>
          <dgm:constr type="l" for="ch" forName="imageaccent8" refType="w" fact="0.7367"/>
          <dgm:constr type="t" for="ch" forName="imageaccent8" refType="h" fact="0.6595"/>
          <dgm:constr type="w" for="ch" forName="imageaccent8" refType="w" fact="0.0166"/>
          <dgm:constr type="h" for="ch" forName="imageaccent8" refType="h" fact="0.024"/>
          <dgm:constr type="l" for="ch" forName="textaccent8" refType="w" fact="0.7631"/>
          <dgm:constr type="t" for="ch" forName="textaccent8" refType="h" fact="0.6369"/>
          <dgm:constr type="w" for="ch" forName="textaccent8" refType="w" fact="0.0166"/>
          <dgm:constr type="h" for="ch" forName="textaccent8" refType="h" fact="0.024"/>
          <dgm:constr type="l" for="ch" forName="text9" refType="w" fact="0.7354"/>
          <dgm:constr type="t" for="ch" forName="text9" refType="h" fact="0.0044"/>
          <dgm:constr type="w" for="ch" forName="text9" refType="w" fact="0.1425"/>
          <dgm:constr type="h" for="ch" forName="text9" refType="h" fact="0.2049"/>
          <dgm:constr type="l" for="ch" forName="textaccent9" refType="w" fact="0.8339"/>
          <dgm:constr type="t" for="ch" forName="textaccent9" refType="h" fact="0.1846"/>
          <dgm:constr type="w" for="ch" forName="textaccent9" refType="w" fact="0.0166"/>
          <dgm:constr type="h" for="ch" forName="textaccent9" refType="h" fact="0.024"/>
          <dgm:constr type="l" for="ch" forName="image9" refType="w" fact="0.7354"/>
          <dgm:constr type="t" for="ch" forName="image9" refType="h" fact="0.2306"/>
          <dgm:constr type="w" for="ch" forName="image9" refType="w" fact="0.1425"/>
          <dgm:constr type="h" for="ch" forName="image9" refType="h" fact="0.2049"/>
          <dgm:constr type="l" for="ch" forName="imageaccent9" refType="w" fact="0.8339"/>
          <dgm:constr type="t" for="ch" forName="imageaccent9" refType="h" fact="0.2318"/>
          <dgm:constr type="w" for="ch" forName="imageaccent9" refType="w" fact="0.0166"/>
          <dgm:constr type="h" for="ch" forName="imageaccent9" refType="h" fact="0.024"/>
          <dgm:constr type="l" for="ch" forName="image10" refType="w" fact="0.2446"/>
          <dgm:constr type="t" for="ch" forName="image10" refType="h" fact="0.6805"/>
          <dgm:constr type="w" for="ch" forName="image10" refType="w" fact="0.1425"/>
          <dgm:constr type="h" for="ch" forName="image10" refType="h" fact="0.2049"/>
          <dgm:constr type="l" for="ch" forName="text10" refType="w" fact="0.3672"/>
          <dgm:constr type="t" for="ch" forName="text10" refType="h" fact="0.5683"/>
          <dgm:constr type="w" for="ch" forName="text10" refType="w" fact="0.1425"/>
          <dgm:constr type="h" for="ch" forName="text10" refType="h" fact="0.2049"/>
          <dgm:constr type="l" for="ch" forName="imageaccent10" refType="w" fact="0.369"/>
          <dgm:constr type="t" for="ch" forName="imageaccent10" refType="h" fact="0.7704"/>
          <dgm:constr type="w" for="ch" forName="imageaccent10" refType="w" fact="0.0166"/>
          <dgm:constr type="h" for="ch" forName="imageaccent10" refType="h" fact="0.024"/>
          <dgm:constr type="l" for="ch" forName="textaccent10" refType="w" fact="0.3954"/>
          <dgm:constr type="t" for="ch" forName="textaccent10" refType="h" fact="0.7478"/>
          <dgm:constr type="w" for="ch" forName="textaccent10" refType="w" fact="0.0166"/>
          <dgm:constr type="h" for="ch" forName="textaccent10" refType="h" fact="0.024"/>
          <dgm:constr type="l" for="ch" forName="text11" refType="w" fact="0.612"/>
          <dgm:constr type="t" for="ch" forName="text11" refType="h" fact="0.7951"/>
          <dgm:constr type="w" for="ch" forName="text11" refType="w" fact="0.1425"/>
          <dgm:constr type="h" for="ch" forName="text11" refType="h" fact="0.2049"/>
          <dgm:constr type="l" for="ch" forName="image11" refType="w" fact="0.4894"/>
          <dgm:constr type="t" for="ch" forName="image11" refType="h" fact="0.6816"/>
          <dgm:constr type="w" for="ch" forName="image11" refType="w" fact="0.1425"/>
          <dgm:constr type="h" for="ch" forName="image11" refType="h" fact="0.2049"/>
          <dgm:constr type="l" for="ch" forName="imageaccent11" refType="w" fact="0.5874"/>
          <dgm:constr type="t" for="ch" forName="imageaccent11" refType="h" fact="0.8589"/>
          <dgm:constr type="w" for="ch" forName="imageaccent11" refType="w" fact="0.0166"/>
          <dgm:constr type="h" for="ch" forName="imageaccent11" refType="h" fact="0.024"/>
          <dgm:constr type="l" for="ch" forName="textaccent11" refType="w" fact="0.6154"/>
          <dgm:constr type="t" for="ch" forName="textaccent11" refType="h" fact="0.8863"/>
          <dgm:constr type="w" for="ch" forName="textaccent11" refType="w" fact="0.0166"/>
          <dgm:constr type="h" for="ch" forName="textaccent11" refType="h" fact="0.024"/>
          <dgm:constr type="l" for="ch" forName="text12" refType="w" fact="0.735"/>
          <dgm:constr type="t" for="ch" forName="text12" refType="h" fact="0.684"/>
          <dgm:constr type="w" for="ch" forName="text12" refType="w" fact="0.1425"/>
          <dgm:constr type="h" for="ch" forName="text12" refType="h" fact="0.2049"/>
          <dgm:constr type="l" for="ch" forName="image12" refType="w" fact="0.8575"/>
          <dgm:constr type="t" for="ch" forName="image12" refType="h" fact="0.5718"/>
          <dgm:constr type="w" for="ch" forName="image12" refType="w" fact="0.1425"/>
          <dgm:constr type="h" for="ch" forName="image12" refType="h" fact="0.2049"/>
          <dgm:constr type="l" for="ch" forName="textaccent12" refType="w" fact="0.8594"/>
          <dgm:constr type="t" for="ch" forName="textaccent12" refType="h" fact="0.7739"/>
          <dgm:constr type="w" for="ch" forName="textaccent12" refType="w" fact="0.0166"/>
          <dgm:constr type="h" for="ch" forName="textaccent12" refType="h" fact="0.024"/>
          <dgm:constr type="l" for="ch" forName="imageaccent12" refType="w" fact="0.8858"/>
          <dgm:constr type="t" for="ch" forName="imageaccent12" refType="h" fact="0.7513"/>
          <dgm:constr type="w" for="ch" forName="imageaccent12" refType="w" fact="0.0166"/>
          <dgm:constr type="h" for="ch" forName="imageaccent12" refType="h" fact="0.024"/>
        </dgm:constrLst>
      </dgm:else>
    </dgm:choose>
    <dgm:forEach name="wrapper" axis="self" ptType="parTrans">
      <dgm:forEach name="wrapper2" axis="self" ptType="sibTrans" st="2">
        <dgm:forEach name="textRepeat" axis="self">
          <dgm:layoutNode name="textRepeatNode" styleLbl="alignNode1">
            <dgm:varLst>
              <dgm:chMax val="0"/>
              <dgm:chPref val="0"/>
              <dgm:bulletEnabled val="1"/>
            </dgm:varLst>
            <dgm:alg type="tx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 axis="desOrSelf" ptType="node"/>
            <dgm:constrLst>
              <dgm:constr type="lMarg" refType="primFontSz" fact="0"/>
              <dgm:constr type="rMarg" refType="primFontSz" fact="0"/>
              <dgm:constr type="tMarg" refType="primFontSz" fact="0.1"/>
              <dgm:constr type="bMarg" refType="primFontSz" fact="0.1"/>
            </dgm:constrLst>
            <dgm:ruleLst>
              <dgm:rule type="primFontSz" val="5" fact="NaN" max="NaN"/>
            </dgm:ruleLst>
          </dgm:layoutNode>
        </dgm:forEach>
        <dgm:forEach name="accentRepeat" axis="self">
          <dgm:layoutNode name="accentRepeatNode" styleLbl="solidAlignAcc1">
            <dgm:alg type="sp"/>
            <dgm:shape xmlns:r="http://schemas.openxmlformats.org/officeDocument/2006/relationships" type="hexagon" r:blip="">
              <dgm:adjLst>
                <dgm:adj idx="1" val="0.25"/>
                <dgm:adj idx="2" val="1.1547"/>
              </dgm:adjLst>
            </dgm:shape>
            <dgm:presOf/>
          </dgm:layoutNode>
        </dgm:forEach>
        <dgm:forEach name="imageRepeat" axis="self">
          <dgm:layoutNode name="imageRepeatNode" styleLbl="alignAcc1">
            <dgm:alg type="sp"/>
            <dgm:shape xmlns:r="http://schemas.openxmlformats.org/officeDocument/2006/relationships" type="hexagon" r:blip="" blipPhldr="1">
              <dgm:adjLst>
                <dgm:adj idx="1" val="0.25"/>
                <dgm:adj idx="2" val="1.1547"/>
              </dgm:adjLst>
            </dgm:shape>
            <dgm:presOf axis="self"/>
          </dgm:layoutNode>
        </dgm:forEach>
      </dgm:forEach>
    </dgm:forEach>
    <dgm:forEach name="Name14" axis="ch" ptType="node" cnt="1">
      <dgm:layoutNode name="text1">
        <dgm:alg type="sp"/>
        <dgm:shape xmlns:r="http://schemas.openxmlformats.org/officeDocument/2006/relationships" r:blip="">
          <dgm:adjLst/>
        </dgm:shape>
        <dgm:presOf/>
        <dgm:constrLst/>
        <dgm:forEach name="Name15" ref="textRepeat"/>
      </dgm:layoutNode>
      <dgm:layoutNode name="textaccent1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"/>
      </dgm:layoutNode>
    </dgm:forEach>
    <dgm:forEach name="Name17" axis="ch" ptType="sibTrans" hideLastTrans="0" cnt="1">
      <dgm:layoutNode name="image1">
        <dgm:alg type="sp"/>
        <dgm:shape xmlns:r="http://schemas.openxmlformats.org/officeDocument/2006/relationships" r:blip="">
          <dgm:adjLst/>
        </dgm:shape>
        <dgm:presOf/>
        <dgm:constrLst/>
        <dgm:forEach name="Name18" ref="imageRepeat"/>
      </dgm:layoutNode>
      <dgm:layoutNode name="imageaccent1">
        <dgm:alg type="sp"/>
        <dgm:shape xmlns:r="http://schemas.openxmlformats.org/officeDocument/2006/relationships" r:blip="">
          <dgm:adjLst/>
        </dgm:shape>
        <dgm:presOf/>
        <dgm:constrLst/>
        <dgm:forEach name="Name19" ref="accentRepeat"/>
      </dgm:layoutNode>
    </dgm:forEach>
    <dgm:forEach name="Name20" axis="ch" ptType="node" st="2" cnt="1">
      <dgm:layoutNode name="text2">
        <dgm:alg type="sp"/>
        <dgm:shape xmlns:r="http://schemas.openxmlformats.org/officeDocument/2006/relationships" r:blip="">
          <dgm:adjLst/>
        </dgm:shape>
        <dgm:presOf/>
        <dgm:constrLst/>
        <dgm:forEach name="Name21" ref="textRepeat"/>
      </dgm:layoutNode>
      <dgm:layoutNode name="textaccent2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"/>
      </dgm:layoutNode>
    </dgm:forEach>
    <dgm:forEach name="Name23" axis="ch" ptType="sibTrans" hideLastTrans="0" st="2" cnt="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24" ref="imageRepeat"/>
      </dgm:layoutNode>
      <dgm:layoutNode name="imageaccent2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"/>
      </dgm:layoutNode>
    </dgm:forEach>
    <dgm:forEach name="Name26" axis="ch" ptType="node" st="3" cnt="1">
      <dgm:layoutNode name="text3">
        <dgm:alg type="sp"/>
        <dgm:shape xmlns:r="http://schemas.openxmlformats.org/officeDocument/2006/relationships" r:blip="">
          <dgm:adjLst/>
        </dgm:shape>
        <dgm:presOf/>
        <dgm:constrLst/>
        <dgm:forEach name="Name27" ref="textRepeat"/>
      </dgm:layoutNode>
      <dgm:layoutNode name="textaccent3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</dgm:forEach>
    <dgm:forEach name="Name29" axis="ch" ptType="sibTrans" hideLastTrans="0" st="3" cnt="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30" ref="imageRepeat"/>
      </dgm:layoutNode>
      <dgm:layoutNode name="imageaccent3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4" cnt="1">
      <dgm:layoutNode name="text4">
        <dgm:alg type="sp"/>
        <dgm:shape xmlns:r="http://schemas.openxmlformats.org/officeDocument/2006/relationships" r:blip="">
          <dgm:adjLst/>
        </dgm:shape>
        <dgm:presOf/>
        <dgm:constrLst/>
        <dgm:forEach name="Name33" ref="textRepeat"/>
      </dgm:layoutNode>
      <dgm:layoutNode name="textaccent4">
        <dgm:alg type="sp"/>
        <dgm:shape xmlns:r="http://schemas.openxmlformats.org/officeDocument/2006/relationships" r:blip="">
          <dgm:adjLst/>
        </dgm:shape>
        <dgm:presOf/>
        <dgm:constrLst/>
        <dgm:forEach name="Name34" ref="accentRepeat"/>
      </dgm:layoutNode>
    </dgm:forEach>
    <dgm:forEach name="Name35" axis="ch" ptType="sibTrans" hideLastTrans="0" st="4" cnt="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36" ref="imageRepeat"/>
      </dgm:layoutNode>
      <dgm:layoutNode name="imageaccent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text5">
        <dgm:alg type="sp"/>
        <dgm:shape xmlns:r="http://schemas.openxmlformats.org/officeDocument/2006/relationships" r:blip="">
          <dgm:adjLst/>
        </dgm:shape>
        <dgm:presOf/>
        <dgm:constrLst/>
        <dgm:forEach name="Name39" ref="textRepeat"/>
      </dgm:layoutNode>
      <dgm:layoutNode name="text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</dgm:forEach>
    <dgm:forEach name="Name41" axis="ch" ptType="sibTrans" hideLastTrans="0" st="5" cnt="1">
      <dgm:layoutNode name="image5">
        <dgm:alg type="sp"/>
        <dgm:shape xmlns:r="http://schemas.openxmlformats.org/officeDocument/2006/relationships" r:blip="">
          <dgm:adjLst/>
        </dgm:shape>
        <dgm:presOf/>
        <dgm:constrLst/>
        <dgm:forEach name="Name42" ref="imageRepeat"/>
      </dgm:layoutNode>
      <dgm:layoutNode name="imageaccent5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  <dgm:forEach name="Name44" axis="ch" ptType="node" st="6" cnt="1">
      <dgm:layoutNode name="text6">
        <dgm:alg type="sp"/>
        <dgm:shape xmlns:r="http://schemas.openxmlformats.org/officeDocument/2006/relationships" r:blip="">
          <dgm:adjLst/>
        </dgm:shape>
        <dgm:presOf/>
        <dgm:constrLst/>
        <dgm:forEach name="Name45" ref="textRepeat"/>
      </dgm:layoutNode>
      <dgm:layoutNode name="textaccent6">
        <dgm:alg type="sp"/>
        <dgm:shape xmlns:r="http://schemas.openxmlformats.org/officeDocument/2006/relationships" r:blip="">
          <dgm:adjLst/>
        </dgm:shape>
        <dgm:presOf/>
        <dgm:constrLst/>
        <dgm:forEach name="Name46" ref="accentRepeat"/>
      </dgm:layoutNode>
    </dgm:forEach>
    <dgm:forEach name="Name47" axis="ch" ptType="sibTrans" hideLastTrans="0" st="6" cnt="1">
      <dgm:layoutNode name="image6">
        <dgm:alg type="sp"/>
        <dgm:shape xmlns:r="http://schemas.openxmlformats.org/officeDocument/2006/relationships" r:blip="">
          <dgm:adjLst/>
        </dgm:shape>
        <dgm:presOf/>
        <dgm:constrLst/>
        <dgm:forEach name="Name48" ref="imageRepeat"/>
      </dgm:layoutNode>
      <dgm:layoutNode name="imageaccent6">
        <dgm:alg type="sp"/>
        <dgm:shape xmlns:r="http://schemas.openxmlformats.org/officeDocument/2006/relationships" r:blip="">
          <dgm:adjLst/>
        </dgm:shape>
        <dgm:presOf/>
        <dgm:constrLst/>
        <dgm:forEach name="Name49" ref="accentRepeat"/>
      </dgm:layoutNode>
    </dgm:forEach>
    <dgm:forEach name="Name50" axis="ch" ptType="node" st="7" cnt="1">
      <dgm:layoutNode name="text7">
        <dgm:alg type="sp"/>
        <dgm:shape xmlns:r="http://schemas.openxmlformats.org/officeDocument/2006/relationships" r:blip="">
          <dgm:adjLst/>
        </dgm:shape>
        <dgm:presOf/>
        <dgm:constrLst/>
        <dgm:forEach name="Name51" ref="textRepeat"/>
      </dgm:layoutNode>
      <dgm:layoutNode name="textaccent7">
        <dgm:alg type="sp"/>
        <dgm:shape xmlns:r="http://schemas.openxmlformats.org/officeDocument/2006/relationships" r:blip="">
          <dgm:adjLst/>
        </dgm:shape>
        <dgm:presOf/>
        <dgm:constrLst/>
        <dgm:forEach name="Name52" ref="accentRepeat"/>
      </dgm:layoutNode>
    </dgm:forEach>
    <dgm:forEach name="Name53" axis="ch" ptType="sibTrans" hideLastTrans="0" st="7" cnt="1">
      <dgm:layoutNode name="image7">
        <dgm:alg type="sp"/>
        <dgm:shape xmlns:r="http://schemas.openxmlformats.org/officeDocument/2006/relationships" r:blip="">
          <dgm:adjLst/>
        </dgm:shape>
        <dgm:presOf/>
        <dgm:constrLst/>
        <dgm:forEach name="Name54" ref="imageRepeat"/>
      </dgm:layoutNode>
      <dgm:layoutNode name="imageaccent7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</dgm:forEach>
    <dgm:forEach name="Name56" axis="ch" ptType="node" st="8" cnt="1">
      <dgm:layoutNode name="text8">
        <dgm:alg type="sp"/>
        <dgm:shape xmlns:r="http://schemas.openxmlformats.org/officeDocument/2006/relationships" r:blip="">
          <dgm:adjLst/>
        </dgm:shape>
        <dgm:presOf/>
        <dgm:constrLst/>
        <dgm:forEach name="Name57" ref="textRepeat"/>
      </dgm:layoutNode>
      <dgm:layoutNode name="textaccent8">
        <dgm:alg type="sp"/>
        <dgm:shape xmlns:r="http://schemas.openxmlformats.org/officeDocument/2006/relationships" r:blip="">
          <dgm:adjLst/>
        </dgm:shape>
        <dgm:presOf/>
        <dgm:constrLst/>
        <dgm:forEach name="Name58" ref="accentRepeat"/>
      </dgm:layoutNode>
    </dgm:forEach>
    <dgm:forEach name="Name59" axis="ch" ptType="sibTrans" hideLastTrans="0" st="8" cnt="1">
      <dgm:layoutNode name="image8">
        <dgm:alg type="sp"/>
        <dgm:shape xmlns:r="http://schemas.openxmlformats.org/officeDocument/2006/relationships" r:blip="">
          <dgm:adjLst/>
        </dgm:shape>
        <dgm:presOf/>
        <dgm:constrLst/>
        <dgm:forEach name="Name60" ref="imageRepeat"/>
      </dgm:layoutNode>
      <dgm:layoutNode name="imageaccent8">
        <dgm:alg type="sp"/>
        <dgm:shape xmlns:r="http://schemas.openxmlformats.org/officeDocument/2006/relationships" r:blip="">
          <dgm:adjLst/>
        </dgm:shape>
        <dgm:presOf/>
        <dgm:constrLst/>
        <dgm:forEach name="Name61" ref="accentRepeat"/>
      </dgm:layoutNode>
    </dgm:forEach>
    <dgm:forEach name="Name62" axis="ch" ptType="node" st="9" cnt="1">
      <dgm:layoutNode name="text9">
        <dgm:alg type="sp"/>
        <dgm:shape xmlns:r="http://schemas.openxmlformats.org/officeDocument/2006/relationships" r:blip="">
          <dgm:adjLst/>
        </dgm:shape>
        <dgm:presOf/>
        <dgm:constrLst/>
        <dgm:forEach name="Name63" ref="textRepeat"/>
      </dgm:layoutNode>
      <dgm:layoutNode name="textaccent9">
        <dgm:alg type="sp"/>
        <dgm:shape xmlns:r="http://schemas.openxmlformats.org/officeDocument/2006/relationships" r:blip="">
          <dgm:adjLst/>
        </dgm:shape>
        <dgm:presOf/>
        <dgm:constrLst/>
        <dgm:forEach name="Name64" ref="accentRepeat"/>
      </dgm:layoutNode>
    </dgm:forEach>
    <dgm:forEach name="Name65" axis="ch" ptType="sibTrans" hideLastTrans="0" st="9" cnt="1">
      <dgm:layoutNode name="image9">
        <dgm:alg type="sp"/>
        <dgm:shape xmlns:r="http://schemas.openxmlformats.org/officeDocument/2006/relationships" r:blip="">
          <dgm:adjLst/>
        </dgm:shape>
        <dgm:presOf/>
        <dgm:constrLst/>
        <dgm:forEach name="Name66" ref="imageRepeat"/>
      </dgm:layoutNode>
      <dgm:layoutNode name="imageaccent9">
        <dgm:alg type="sp"/>
        <dgm:shape xmlns:r="http://schemas.openxmlformats.org/officeDocument/2006/relationships" r:blip="">
          <dgm:adjLst/>
        </dgm:shape>
        <dgm:presOf/>
        <dgm:constrLst/>
        <dgm:forEach name="Name67" ref="accentRepeat"/>
      </dgm:layoutNode>
    </dgm:forEach>
    <dgm:forEach name="Name68" axis="ch" ptType="node" st="10" cnt="1">
      <dgm:layoutNode name="text10">
        <dgm:alg type="sp"/>
        <dgm:shape xmlns:r="http://schemas.openxmlformats.org/officeDocument/2006/relationships" r:blip="">
          <dgm:adjLst/>
        </dgm:shape>
        <dgm:presOf/>
        <dgm:constrLst/>
        <dgm:forEach name="Name69" ref="textRepeat"/>
      </dgm:layoutNode>
      <dgm:layoutNode name="textaccent10">
        <dgm:alg type="sp"/>
        <dgm:shape xmlns:r="http://schemas.openxmlformats.org/officeDocument/2006/relationships" r:blip="">
          <dgm:adjLst/>
        </dgm:shape>
        <dgm:presOf/>
        <dgm:constrLst/>
        <dgm:forEach name="Name70" ref="accentRepeat"/>
      </dgm:layoutNode>
    </dgm:forEach>
    <dgm:forEach name="Name71" axis="ch" ptType="sibTrans" hideLastTrans="0" st="10" cnt="1">
      <dgm:layoutNode name="image10">
        <dgm:alg type="sp"/>
        <dgm:shape xmlns:r="http://schemas.openxmlformats.org/officeDocument/2006/relationships" r:blip="">
          <dgm:adjLst/>
        </dgm:shape>
        <dgm:presOf/>
        <dgm:constrLst/>
        <dgm:forEach name="Name72" ref="imageRepeat"/>
      </dgm:layoutNode>
      <dgm:layoutNode name="imageaccent10">
        <dgm:alg type="sp"/>
        <dgm:shape xmlns:r="http://schemas.openxmlformats.org/officeDocument/2006/relationships" r:blip="">
          <dgm:adjLst/>
        </dgm:shape>
        <dgm:presOf/>
        <dgm:constrLst/>
        <dgm:forEach name="Name73" ref="accentRepeat"/>
      </dgm:layoutNode>
    </dgm:forEach>
    <dgm:forEach name="Name74" axis="ch" ptType="node" st="11" cnt="1">
      <dgm:layoutNode name="text11">
        <dgm:alg type="sp"/>
        <dgm:shape xmlns:r="http://schemas.openxmlformats.org/officeDocument/2006/relationships" r:blip="">
          <dgm:adjLst/>
        </dgm:shape>
        <dgm:presOf/>
        <dgm:constrLst/>
        <dgm:forEach name="Name75" ref="textRepeat"/>
      </dgm:layoutNode>
      <dgm:layoutNode name="textaccent1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</dgm:forEach>
    <dgm:forEach name="Name77" axis="ch" ptType="sibTrans" hideLastTrans="0" st="11" cnt="1">
      <dgm:layoutNode name="image11">
        <dgm:alg type="sp"/>
        <dgm:shape xmlns:r="http://schemas.openxmlformats.org/officeDocument/2006/relationships" r:blip="">
          <dgm:adjLst/>
        </dgm:shape>
        <dgm:presOf/>
        <dgm:constrLst/>
        <dgm:forEach name="Name78" ref="imageRepeat"/>
      </dgm:layoutNode>
      <dgm:layoutNode name="imageaccent11">
        <dgm:alg type="sp"/>
        <dgm:shape xmlns:r="http://schemas.openxmlformats.org/officeDocument/2006/relationships" r:blip="">
          <dgm:adjLst/>
        </dgm:shape>
        <dgm:presOf/>
        <dgm:constrLst/>
        <dgm:forEach name="Name79" ref="accentRepeat"/>
      </dgm:layoutNode>
    </dgm:forEach>
    <dgm:forEach name="Name80" axis="ch" ptType="node" st="12" cnt="1">
      <dgm:layoutNode name="text12">
        <dgm:alg type="sp"/>
        <dgm:shape xmlns:r="http://schemas.openxmlformats.org/officeDocument/2006/relationships" r:blip="">
          <dgm:adjLst/>
        </dgm:shape>
        <dgm:presOf/>
        <dgm:constrLst/>
        <dgm:forEach name="Name81" ref="textRepeat"/>
      </dgm:layoutNode>
      <dgm:layoutNode name="textaccent12">
        <dgm:alg type="sp"/>
        <dgm:shape xmlns:r="http://schemas.openxmlformats.org/officeDocument/2006/relationships" r:blip="">
          <dgm:adjLst/>
        </dgm:shape>
        <dgm:presOf/>
        <dgm:constrLst/>
        <dgm:forEach name="Name82" ref="accentRepeat"/>
      </dgm:layoutNode>
    </dgm:forEach>
    <dgm:forEach name="Name83" axis="ch" ptType="sibTrans" hideLastTrans="0" st="12" cnt="1">
      <dgm:layoutNode name="image12">
        <dgm:alg type="sp"/>
        <dgm:shape xmlns:r="http://schemas.openxmlformats.org/officeDocument/2006/relationships" r:blip="">
          <dgm:adjLst/>
        </dgm:shape>
        <dgm:presOf/>
        <dgm:constrLst/>
        <dgm:forEach name="Name84" ref="imageRepeat"/>
      </dgm:layoutNode>
      <dgm:layoutNode name="imageaccent12">
        <dgm:alg type="sp"/>
        <dgm:shape xmlns:r="http://schemas.openxmlformats.org/officeDocument/2006/relationships" r:blip="">
          <dgm:adjLst/>
        </dgm:shape>
        <dgm:presOf/>
        <dgm:constrLst/>
        <dgm:forEach name="Name85" ref="accent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DA78-AA37-4257-8DA8-E1DB652DFC4B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ACF53-050B-4FEB-B0ED-F58DB11A5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3503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DA78-AA37-4257-8DA8-E1DB652DFC4B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ACF53-050B-4FEB-B0ED-F58DB11A5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8165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DA78-AA37-4257-8DA8-E1DB652DFC4B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ACF53-050B-4FEB-B0ED-F58DB11A5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3041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DA78-AA37-4257-8DA8-E1DB652DFC4B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ACF53-050B-4FEB-B0ED-F58DB11A5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1083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DA78-AA37-4257-8DA8-E1DB652DFC4B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ACF53-050B-4FEB-B0ED-F58DB11A5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9784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DA78-AA37-4257-8DA8-E1DB652DFC4B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ACF53-050B-4FEB-B0ED-F58DB11A5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186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DA78-AA37-4257-8DA8-E1DB652DFC4B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ACF53-050B-4FEB-B0ED-F58DB11A5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4248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DA78-AA37-4257-8DA8-E1DB652DFC4B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ACF53-050B-4FEB-B0ED-F58DB11A5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5167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DA78-AA37-4257-8DA8-E1DB652DFC4B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ACF53-050B-4FEB-B0ED-F58DB11A5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7790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DA78-AA37-4257-8DA8-E1DB652DFC4B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ACF53-050B-4FEB-B0ED-F58DB11A5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3880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DA78-AA37-4257-8DA8-E1DB652DFC4B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ACF53-050B-4FEB-B0ED-F58DB11A5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0954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64357-F123-4210-9D6E-B787967E7A5E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17.05.2016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3FE72-99A0-4284-BA79-5641DCCE093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056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64357-F123-4210-9D6E-B787967E7A5E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17.05.2016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3FE72-99A0-4284-BA79-5641DCCE093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441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64357-F123-4210-9D6E-B787967E7A5E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17.05.2016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3FE72-99A0-4284-BA79-5641DCCE093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018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64357-F123-4210-9D6E-B787967E7A5E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17.05.2016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3FE72-99A0-4284-BA79-5641DCCE093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6102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64357-F123-4210-9D6E-B787967E7A5E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17.05.2016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3FE72-99A0-4284-BA79-5641DCCE093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532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64357-F123-4210-9D6E-B787967E7A5E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17.05.2016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3FE72-99A0-4284-BA79-5641DCCE093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9481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64357-F123-4210-9D6E-B787967E7A5E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17.05.2016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3FE72-99A0-4284-BA79-5641DCCE093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9107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64357-F123-4210-9D6E-B787967E7A5E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17.05.2016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3FE72-99A0-4284-BA79-5641DCCE093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477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64357-F123-4210-9D6E-B787967E7A5E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17.05.2016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3FE72-99A0-4284-BA79-5641DCCE093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28898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64357-F123-4210-9D6E-B787967E7A5E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17.05.2016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3FE72-99A0-4284-BA79-5641DCCE093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8686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64357-F123-4210-9D6E-B787967E7A5E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17.05.2016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3FE72-99A0-4284-BA79-5641DCCE093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09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4DA78-AA37-4257-8DA8-E1DB652DFC4B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ACF53-050B-4FEB-B0ED-F58DB11A5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0434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64357-F123-4210-9D6E-B787967E7A5E}" type="datetimeFigureOut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17.05.2016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C3FE72-99A0-4284-BA79-5641DCCE093D}" type="slidenum">
              <a:rPr lang="de-DE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de-DE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097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5663953" y="2509814"/>
            <a:ext cx="1976311" cy="923330"/>
          </a:xfrm>
          <a:prstGeom prst="rect">
            <a:avLst/>
          </a:prstGeom>
          <a:noFill/>
        </p:spPr>
        <p:txBody>
          <a:bodyPr wrap="none" lIns="91440" tIns="45720" rIns="91440" bIns="45720" numCol="1">
            <a:prstTxWarp prst="textStop">
              <a:avLst/>
            </a:prstTxWarp>
            <a:spAutoFit/>
          </a:bodyPr>
          <a:lstStyle/>
          <a:p>
            <a:pPr algn="ctr"/>
            <a:r>
              <a:rPr lang="de-DE" sz="54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Ferien</a:t>
            </a:r>
          </a:p>
        </p:txBody>
      </p:sp>
      <p:sp>
        <p:nvSpPr>
          <p:cNvPr id="6" name="Rechteck 5"/>
          <p:cNvSpPr/>
          <p:nvPr/>
        </p:nvSpPr>
        <p:spPr>
          <a:xfrm>
            <a:off x="2927649" y="2509814"/>
            <a:ext cx="19763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1" dirty="0">
                <a:ln w="10541" cmpd="sng">
                  <a:solidFill>
                    <a:srgbClr val="4F81BD">
                      <a:shade val="88000"/>
                      <a:satMod val="110000"/>
                    </a:srgbClr>
                  </a:solidFill>
                  <a:prstDash val="solid"/>
                </a:ln>
                <a:gradFill>
                  <a:gsLst>
                    <a:gs pos="0">
                      <a:srgbClr val="4F81BD">
                        <a:tint val="40000"/>
                        <a:satMod val="250000"/>
                      </a:srgbClr>
                    </a:gs>
                    <a:gs pos="9000">
                      <a:srgbClr val="4F81BD">
                        <a:tint val="52000"/>
                        <a:satMod val="300000"/>
                      </a:srgbClr>
                    </a:gs>
                    <a:gs pos="50000">
                      <a:srgbClr val="4F81BD">
                        <a:shade val="20000"/>
                        <a:satMod val="300000"/>
                      </a:srgbClr>
                    </a:gs>
                    <a:gs pos="79000">
                      <a:srgbClr val="4F81BD">
                        <a:tint val="52000"/>
                        <a:satMod val="300000"/>
                      </a:srgbClr>
                    </a:gs>
                    <a:gs pos="100000">
                      <a:srgbClr val="4F81BD">
                        <a:tint val="40000"/>
                        <a:satMod val="250000"/>
                      </a:srgbClr>
                    </a:gs>
                  </a:gsLst>
                  <a:lin ang="5400000"/>
                </a:gradFill>
              </a:rPr>
              <a:t>Ferien</a:t>
            </a:r>
          </a:p>
        </p:txBody>
      </p:sp>
    </p:spTree>
    <p:extLst>
      <p:ext uri="{BB962C8B-B14F-4D97-AF65-F5344CB8AC3E}">
        <p14:creationId xmlns:p14="http://schemas.microsoft.com/office/powerpoint/2010/main" val="2818232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3" name="Inhaltsplatzhalter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691" y="1600200"/>
            <a:ext cx="6034617" cy="4525963"/>
          </a:xfrm>
        </p:spPr>
      </p:pic>
    </p:spTree>
    <p:extLst>
      <p:ext uri="{BB962C8B-B14F-4D97-AF65-F5344CB8AC3E}">
        <p14:creationId xmlns:p14="http://schemas.microsoft.com/office/powerpoint/2010/main" val="4232757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26" name="Bild 2" descr="C:\Program Files\Microsoft Office\MEDIA\CAGCAT10\j0185604.wm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685" y="3401409"/>
            <a:ext cx="922630" cy="923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4953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692" y="1600201"/>
            <a:ext cx="6034617" cy="452596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658005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692" y="1600201"/>
            <a:ext cx="6034617" cy="4525963"/>
          </a:xfrm>
          <a:ln w="57150">
            <a:solidFill>
              <a:schemeClr val="tx1"/>
            </a:solidFill>
            <a:prstDash val="dash"/>
          </a:ln>
        </p:spPr>
      </p:pic>
    </p:spTree>
    <p:extLst>
      <p:ext uri="{BB962C8B-B14F-4D97-AF65-F5344CB8AC3E}">
        <p14:creationId xmlns:p14="http://schemas.microsoft.com/office/powerpoint/2010/main" val="2600116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Inhaltsplatzhalter 4"/>
          <p:cNvGraphicFramePr>
            <a:graphicFrameLocks noGrp="1"/>
          </p:cNvGraphicFramePr>
          <p:nvPr>
            <p:ph idx="1"/>
            <p:extLst/>
          </p:nvPr>
        </p:nvGraphicFramePr>
        <p:xfrm>
          <a:off x="3078692" y="1600201"/>
          <a:ext cx="6034617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9547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692" y="1600201"/>
            <a:ext cx="6034617" cy="4525963"/>
          </a:xfrm>
        </p:spPr>
      </p:pic>
    </p:spTree>
    <p:extLst>
      <p:ext uri="{BB962C8B-B14F-4D97-AF65-F5344CB8AC3E}">
        <p14:creationId xmlns:p14="http://schemas.microsoft.com/office/powerpoint/2010/main" val="3230618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692" y="1600201"/>
            <a:ext cx="6034617" cy="4525963"/>
          </a:xfrm>
        </p:spPr>
      </p:pic>
    </p:spTree>
    <p:extLst>
      <p:ext uri="{BB962C8B-B14F-4D97-AF65-F5344CB8AC3E}">
        <p14:creationId xmlns:p14="http://schemas.microsoft.com/office/powerpoint/2010/main" val="653483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692" y="1600201"/>
            <a:ext cx="6034617" cy="4525963"/>
          </a:xfrm>
        </p:spPr>
      </p:pic>
    </p:spTree>
    <p:extLst>
      <p:ext uri="{BB962C8B-B14F-4D97-AF65-F5344CB8AC3E}">
        <p14:creationId xmlns:p14="http://schemas.microsoft.com/office/powerpoint/2010/main" val="493075876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ariss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Breitbild</PresentationFormat>
  <Paragraphs>3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Larissa</vt:lpstr>
      <vt:lpstr>1_Larissa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Laura Thomas</dc:creator>
  <cp:lastModifiedBy>O. Grill</cp:lastModifiedBy>
  <cp:revision>1</cp:revision>
  <dcterms:created xsi:type="dcterms:W3CDTF">2013-02-03T09:51:40Z</dcterms:created>
  <dcterms:modified xsi:type="dcterms:W3CDTF">2016-05-17T15:33:18Z</dcterms:modified>
</cp:coreProperties>
</file>
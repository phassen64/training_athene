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7" r:id="rId4"/>
  </p:sldMasterIdLst>
  <p:notesMasterIdLst>
    <p:notesMasterId r:id="rId33"/>
  </p:notesMasterIdLst>
  <p:handoutMasterIdLst>
    <p:handoutMasterId r:id="rId34"/>
  </p:handoutMasterIdLst>
  <p:sldIdLst>
    <p:sldId id="274" r:id="rId5"/>
    <p:sldId id="272" r:id="rId6"/>
    <p:sldId id="275" r:id="rId7"/>
    <p:sldId id="277" r:id="rId8"/>
    <p:sldId id="278" r:id="rId9"/>
    <p:sldId id="279" r:id="rId10"/>
    <p:sldId id="281" r:id="rId11"/>
    <p:sldId id="282" r:id="rId12"/>
    <p:sldId id="280" r:id="rId13"/>
    <p:sldId id="283" r:id="rId14"/>
    <p:sldId id="305" r:id="rId15"/>
    <p:sldId id="312" r:id="rId16"/>
    <p:sldId id="313" r:id="rId17"/>
    <p:sldId id="330" r:id="rId18"/>
    <p:sldId id="331" r:id="rId19"/>
    <p:sldId id="333" r:id="rId20"/>
    <p:sldId id="276" r:id="rId21"/>
    <p:sldId id="320" r:id="rId22"/>
    <p:sldId id="332" r:id="rId23"/>
    <p:sldId id="321" r:id="rId24"/>
    <p:sldId id="322" r:id="rId25"/>
    <p:sldId id="323" r:id="rId26"/>
    <p:sldId id="324" r:id="rId27"/>
    <p:sldId id="325" r:id="rId28"/>
    <p:sldId id="326" r:id="rId29"/>
    <p:sldId id="327" r:id="rId30"/>
    <p:sldId id="328" r:id="rId31"/>
    <p:sldId id="271"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ter Vorenkamp"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a:srgbClr val="1D3764"/>
    <a:srgbClr val="009DDC"/>
    <a:srgbClr val="E71854"/>
    <a:srgbClr val="FAD02C"/>
    <a:srgbClr val="FAAF41"/>
    <a:srgbClr val="198CA8"/>
    <a:srgbClr val="2466AC"/>
    <a:srgbClr val="D1D2D3"/>
    <a:srgbClr val="F05A2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27" autoAdjust="0"/>
  </p:normalViewPr>
  <p:slideViewPr>
    <p:cSldViewPr snapToGrid="0">
      <p:cViewPr varScale="1">
        <p:scale>
          <a:sx n="110" d="100"/>
          <a:sy n="110" d="100"/>
        </p:scale>
        <p:origin x="114" y="118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2"/>
        <a:sy n="1" d="2"/>
      </p:scale>
      <p:origin x="0" y="0"/>
    </p:cViewPr>
  </p:sorterViewPr>
  <p:notesViewPr>
    <p:cSldViewPr snapToGrid="0">
      <p:cViewPr varScale="1">
        <p:scale>
          <a:sx n="81" d="100"/>
          <a:sy n="81" d="100"/>
        </p:scale>
        <p:origin x="2058"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0F75AEF-6AF8-074D-A4DB-F71FD6F9C37D}" type="datetimeFigureOut">
              <a:rPr lang="en-US" smtClean="0"/>
              <a:t>9/17/2025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D5D9A6D-5233-6641-90BA-8328590F05DD}" type="slidenum">
              <a:rPr lang="en-US" smtClean="0"/>
              <a:t>‹#›</a:t>
            </a:fld>
            <a:endParaRPr lang="en-US" dirty="0"/>
          </a:p>
        </p:txBody>
      </p:sp>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6AAE85D-3A3F-7B46-A18E-DF160D9D2CC7}" type="datetimeFigureOut">
              <a:rPr lang="en-US" smtClean="0"/>
              <a:t>9/17/2025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DDA35F-9E58-5D40-92C1-D8C7631003B0}" type="slidenum">
              <a:rPr lang="en-US" smtClean="0"/>
              <a:t>‹#›</a:t>
            </a:fld>
            <a:endParaRPr lang="en-US" dirty="0"/>
          </a:p>
        </p:txBody>
      </p:sp>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1" name="Content Placeholder 2"/>
          <p:cNvSpPr>
            <a:spLocks noGrp="1"/>
          </p:cNvSpPr>
          <p:nvPr>
            <p:ph idx="1" hasCustomPrompt="1"/>
          </p:nvPr>
        </p:nvSpPr>
        <p:spPr>
          <a:xfrm>
            <a:off x="455900" y="1302040"/>
            <a:ext cx="11280200" cy="4131352"/>
          </a:xfrm>
          <a:prstGeom prst="rect">
            <a:avLst/>
          </a:prstGeom>
        </p:spPr>
        <p:txBody>
          <a:bodyPr numCol="2" spcCol="137160"/>
          <a:lstStyle>
            <a:lvl1pPr marL="342900" marR="0" indent="-342900" algn="l" defTabSz="457200" rtl="0" eaLnBrk="1" fontAlgn="auto" latinLnBrk="0" hangingPunct="1">
              <a:lnSpc>
                <a:spcPct val="100000"/>
              </a:lnSpc>
              <a:spcBef>
                <a:spcPct val="20000"/>
              </a:spcBef>
              <a:spcAft>
                <a:spcPts val="0"/>
              </a:spcAft>
              <a:buClr>
                <a:srgbClr val="009DDC"/>
              </a:buClr>
              <a:buSzTx/>
              <a:buFont typeface="+mj-lt"/>
              <a:buAutoNum type="arabicPeriod"/>
              <a:tabLst/>
              <a:defRPr sz="1800" baseline="0">
                <a:sym typeface="Wingdings" panose="05000000000000000000" pitchFamily="2" charset="2"/>
              </a:defRPr>
            </a:lvl1pPr>
            <a:lvl2pPr marL="742950" marR="0" indent="-285750" algn="l" defTabSz="457200" rtl="0" eaLnBrk="1" fontAlgn="auto" latinLnBrk="0" hangingPunct="1">
              <a:lnSpc>
                <a:spcPct val="100000"/>
              </a:lnSpc>
              <a:spcBef>
                <a:spcPct val="20000"/>
              </a:spcBef>
              <a:spcAft>
                <a:spcPts val="0"/>
              </a:spcAft>
              <a:buClr>
                <a:srgbClr val="009DDC"/>
              </a:buClr>
              <a:buSzTx/>
              <a:buFont typeface="+mj-lt"/>
              <a:buAutoNum type="arabicPeriod"/>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mj-lt"/>
              <a:buAutoNum type="arabicPeriod"/>
              <a:tabLst/>
              <a:defRPr sz="1400"/>
            </a:lvl3pPr>
          </a:lstStyle>
          <a:p>
            <a:pPr marL="173038" lvl="0" indent="-173038"/>
            <a:r>
              <a:rPr lang="en-US" dirty="0"/>
              <a:t>Click to add text. If you have &lt;12 lessons, select </a:t>
            </a:r>
            <a:r>
              <a:rPr lang="en-US" dirty="0" err="1"/>
              <a:t>HomeAdd</a:t>
            </a:r>
            <a:r>
              <a:rPr lang="en-US" dirty="0"/>
              <a:t> or Remove </a:t>
            </a:r>
            <a:r>
              <a:rPr lang="en-US" dirty="0" err="1"/>
              <a:t>ColumnsOne</a:t>
            </a:r>
            <a:r>
              <a:rPr lang="en-US" dirty="0"/>
              <a:t> Column to prevent wrapping issues with long titles.</a:t>
            </a:r>
          </a:p>
          <a:p>
            <a:pPr marL="342900" marR="0" lvl="1" indent="-342900" algn="l" defTabSz="457200" rtl="0" eaLnBrk="1" fontAlgn="auto" latinLnBrk="0" hangingPunct="1">
              <a:lnSpc>
                <a:spcPct val="100000"/>
              </a:lnSpc>
              <a:spcBef>
                <a:spcPct val="20000"/>
              </a:spcBef>
              <a:spcAft>
                <a:spcPts val="0"/>
              </a:spcAft>
              <a:buClr>
                <a:srgbClr val="009DDC"/>
              </a:buClr>
              <a:buSzTx/>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78899" cy="944881"/>
          </a:xfrm>
          <a:prstGeom prst="rect">
            <a:avLst/>
          </a:prstGeom>
        </p:spPr>
        <p:txBody>
          <a:bodyPr vert="horz" lIns="91440" tIns="45720" rIns="91440" bIns="45720" rtlCol="0" anchor="ctr">
            <a:noAutofit/>
          </a:bodyPr>
          <a:lstStyle>
            <a:lvl1pPr>
              <a:defRPr/>
            </a:lvl1pPr>
          </a:lstStyle>
          <a:p>
            <a:r>
              <a:rPr lang="en-US" dirty="0"/>
              <a:t>Click to add “Course Outline: [Course Title]”</a:t>
            </a:r>
          </a:p>
        </p:txBody>
      </p:sp>
      <p:pic>
        <p:nvPicPr>
          <p:cNvPr id="10" name="Picture 9" descr="A close up of a sign&#10;&#10;Description automatically generated">
            <a:extLst>
              <a:ext uri="{FF2B5EF4-FFF2-40B4-BE49-F238E27FC236}">
                <a16:creationId xmlns:a16="http://schemas.microsoft.com/office/drawing/2014/main" id="{11CA89CD-FB39-834A-B366-6013C2849C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212770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1" name="Content Placeholder 2"/>
          <p:cNvSpPr>
            <a:spLocks noGrp="1"/>
          </p:cNvSpPr>
          <p:nvPr>
            <p:ph idx="1"/>
          </p:nvPr>
        </p:nvSpPr>
        <p:spPr>
          <a:xfrm>
            <a:off x="455900" y="1302040"/>
            <a:ext cx="11280200" cy="4131352"/>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400"/>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78899" cy="944881"/>
          </a:xfrm>
          <a:prstGeom prst="rect">
            <a:avLst/>
          </a:prstGeom>
        </p:spPr>
        <p:txBody>
          <a:bodyPr vert="horz" lIns="91440" tIns="45720" rIns="91440" bIns="45720" rtlCol="0" anchor="ctr">
            <a:noAutofit/>
          </a:bodyPr>
          <a:lstStyle>
            <a:lvl1pPr>
              <a:defRPr/>
            </a:lvl1pPr>
          </a:lstStyle>
          <a:p>
            <a:r>
              <a:rPr lang="en-US" dirty="0"/>
              <a:t>Click to add Lesson title</a:t>
            </a:r>
          </a:p>
        </p:txBody>
      </p:sp>
      <p:pic>
        <p:nvPicPr>
          <p:cNvPr id="10" name="Picture 9" descr="A close up of a sign&#10;&#10;Description automatically generated">
            <a:extLst>
              <a:ext uri="{FF2B5EF4-FFF2-40B4-BE49-F238E27FC236}">
                <a16:creationId xmlns:a16="http://schemas.microsoft.com/office/drawing/2014/main" id="{11CA89CD-FB39-834A-B366-6013C2849C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879119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3" name="Picture 2" descr="Shape, rectangle&#10;&#10;Description automatically generated">
            <a:extLst>
              <a:ext uri="{FF2B5EF4-FFF2-40B4-BE49-F238E27FC236}">
                <a16:creationId xmlns:a16="http://schemas.microsoft.com/office/drawing/2014/main" id="{D770E60D-FD97-4043-81F1-289AA5E51D5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2" name="Text Placeholder 11">
            <a:extLst>
              <a:ext uri="{FF2B5EF4-FFF2-40B4-BE49-F238E27FC236}">
                <a16:creationId xmlns:a16="http://schemas.microsoft.com/office/drawing/2014/main" id="{96D59A8F-E744-4482-BF05-F930781695A1}"/>
              </a:ext>
            </a:extLst>
          </p:cNvPr>
          <p:cNvSpPr>
            <a:spLocks noGrp="1"/>
          </p:cNvSpPr>
          <p:nvPr>
            <p:ph type="body" sz="quarter" idx="14" hasCustomPrompt="1"/>
          </p:nvPr>
        </p:nvSpPr>
        <p:spPr>
          <a:xfrm>
            <a:off x="914400" y="3235643"/>
            <a:ext cx="10363200" cy="1362075"/>
          </a:xfrm>
        </p:spPr>
        <p:txBody>
          <a:bodyPr anchor="ctr"/>
          <a:lstStyle>
            <a:lvl1pPr marL="0" indent="0" algn="ctr">
              <a:buNone/>
              <a:defRPr sz="4400" b="1" cap="all" baseline="0">
                <a:solidFill>
                  <a:schemeClr val="bg1"/>
                </a:solidFill>
                <a:latin typeface="Calibri" panose="020F0502020204030204" pitchFamily="34" charset="0"/>
              </a:defRPr>
            </a:lvl1pPr>
          </a:lstStyle>
          <a:p>
            <a:pPr lvl="0"/>
            <a:r>
              <a:rPr lang="en-US" dirty="0"/>
              <a:t>click to add topic title</a:t>
            </a:r>
          </a:p>
        </p:txBody>
      </p:sp>
      <p:pic>
        <p:nvPicPr>
          <p:cNvPr id="8" name="Picture 7" descr="A group of black and white text&#10;&#10;Description automatically generated with medium confidence">
            <a:extLst>
              <a:ext uri="{FF2B5EF4-FFF2-40B4-BE49-F238E27FC236}">
                <a16:creationId xmlns:a16="http://schemas.microsoft.com/office/drawing/2014/main" id="{18AA9BFF-9ED8-2D40-92F4-996C75C1C16F}"/>
              </a:ext>
            </a:extLst>
          </p:cNvPr>
          <p:cNvPicPr>
            <a:picLocks noChangeAspect="1"/>
          </p:cNvPicPr>
          <p:nvPr userDrawn="1"/>
        </p:nvPicPr>
        <p:blipFill>
          <a:blip r:embed="rId3"/>
          <a:stretch>
            <a:fillRect/>
          </a:stretch>
        </p:blipFill>
        <p:spPr>
          <a:xfrm>
            <a:off x="9705975" y="6424777"/>
            <a:ext cx="2076450" cy="286880"/>
          </a:xfrm>
          <a:prstGeom prst="rect">
            <a:avLst/>
          </a:prstGeom>
        </p:spPr>
      </p:pic>
      <p:sp>
        <p:nvSpPr>
          <p:cNvPr id="9" name="Footer Placeholder 2">
            <a:extLst>
              <a:ext uri="{FF2B5EF4-FFF2-40B4-BE49-F238E27FC236}">
                <a16:creationId xmlns:a16="http://schemas.microsoft.com/office/drawing/2014/main" id="{BB1E05F0-CFAF-A446-AE72-71681949D9CF}"/>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2025 CertNexus, Inc. (a division of Logical Operations). All rights reserved.</a:t>
            </a:r>
          </a:p>
        </p:txBody>
      </p:sp>
      <p:sp>
        <p:nvSpPr>
          <p:cNvPr id="7" name="Picture Placeholder 9">
            <a:extLst>
              <a:ext uri="{FF2B5EF4-FFF2-40B4-BE49-F238E27FC236}">
                <a16:creationId xmlns:a16="http://schemas.microsoft.com/office/drawing/2014/main" id="{EF71B82E-1518-9342-B652-C27727A41635}"/>
              </a:ext>
            </a:extLst>
          </p:cNvPr>
          <p:cNvSpPr>
            <a:spLocks noGrp="1"/>
          </p:cNvSpPr>
          <p:nvPr>
            <p:ph type="pic" sz="quarter" idx="13"/>
          </p:nvPr>
        </p:nvSpPr>
        <p:spPr>
          <a:xfrm>
            <a:off x="2661921" y="853440"/>
            <a:ext cx="6879270" cy="2334261"/>
          </a:xfrm>
        </p:spPr>
        <p:txBody>
          <a:bodyPr anchor="ctr"/>
          <a:lstStyle>
            <a:lvl1pPr algn="ctr">
              <a:defRPr>
                <a:solidFill>
                  <a:schemeClr val="bg1"/>
                </a:solidFill>
              </a:defRPr>
            </a:lvl1pPr>
          </a:lstStyle>
          <a:p>
            <a:r>
              <a:rPr lang="en-US" dirty="0"/>
              <a:t>Click icon to add picture</a:t>
            </a:r>
          </a:p>
        </p:txBody>
      </p:sp>
    </p:spTree>
    <p:extLst>
      <p:ext uri="{BB962C8B-B14F-4D97-AF65-F5344CB8AC3E}">
        <p14:creationId xmlns:p14="http://schemas.microsoft.com/office/powerpoint/2010/main" val="1838086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7" name="Content Placeholder 2"/>
          <p:cNvSpPr>
            <a:spLocks noGrp="1"/>
          </p:cNvSpPr>
          <p:nvPr>
            <p:ph idx="1"/>
          </p:nvPr>
        </p:nvSpPr>
        <p:spPr>
          <a:xfrm>
            <a:off x="455900" y="1302040"/>
            <a:ext cx="11280200" cy="4920960"/>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89059" cy="944881"/>
          </a:xfrm>
          <a:prstGeom prst="rect">
            <a:avLst/>
          </a:prstGeom>
        </p:spPr>
        <p:txBody>
          <a:bodyPr vert="horz" lIns="91440" tIns="45720" rIns="91440" bIns="45720" rtlCol="0" anchor="ctr">
            <a:noAutofit/>
          </a:bodyPr>
          <a:lstStyle/>
          <a:p>
            <a:r>
              <a:rPr lang="en-US" dirty="0"/>
              <a:t>Click to add title</a:t>
            </a:r>
          </a:p>
        </p:txBody>
      </p:sp>
      <p:pic>
        <p:nvPicPr>
          <p:cNvPr id="9" name="Picture 8" descr="A close up of a sign&#10;&#10;Description automatically generated">
            <a:extLst>
              <a:ext uri="{FF2B5EF4-FFF2-40B4-BE49-F238E27FC236}">
                <a16:creationId xmlns:a16="http://schemas.microsoft.com/office/drawing/2014/main" id="{0A037335-1258-EF45-B44C-2F4D9BFDCFF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159048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Fill">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DF39B6-089A-D744-B207-90D8B780B7A2}"/>
              </a:ext>
            </a:extLst>
          </p:cNvPr>
          <p:cNvPicPr>
            <a:picLocks noChangeAspect="1"/>
          </p:cNvPicPr>
          <p:nvPr userDrawn="1"/>
        </p:nvPicPr>
        <p:blipFill>
          <a:blip r:embed="rId2"/>
          <a:src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7" name="Content Placeholder 2"/>
          <p:cNvSpPr>
            <a:spLocks noGrp="1"/>
          </p:cNvSpPr>
          <p:nvPr>
            <p:ph idx="1"/>
          </p:nvPr>
        </p:nvSpPr>
        <p:spPr>
          <a:xfrm>
            <a:off x="455900" y="1302040"/>
            <a:ext cx="5165411" cy="4920960"/>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89059" cy="944881"/>
          </a:xfrm>
          <a:prstGeom prst="rect">
            <a:avLst/>
          </a:prstGeom>
        </p:spPr>
        <p:txBody>
          <a:bodyPr vert="horz" lIns="91440" tIns="45720" rIns="91440" bIns="45720" rtlCol="0" anchor="ctr">
            <a:noAutofit/>
          </a:bodyPr>
          <a:lstStyle/>
          <a:p>
            <a:r>
              <a:rPr lang="en-US" dirty="0"/>
              <a:t>Click to add title</a:t>
            </a:r>
          </a:p>
        </p:txBody>
      </p:sp>
      <p:pic>
        <p:nvPicPr>
          <p:cNvPr id="11" name="Picture 10" descr="A group of black and white text&#10;&#10;Description automatically generated with medium confidence">
            <a:extLst>
              <a:ext uri="{FF2B5EF4-FFF2-40B4-BE49-F238E27FC236}">
                <a16:creationId xmlns:a16="http://schemas.microsoft.com/office/drawing/2014/main" id="{76BA429E-88B1-B942-9C74-1AB5F33A3CDC}"/>
              </a:ext>
            </a:extLst>
          </p:cNvPr>
          <p:cNvPicPr>
            <a:picLocks noChangeAspect="1"/>
          </p:cNvPicPr>
          <p:nvPr userDrawn="1"/>
        </p:nvPicPr>
        <p:blipFill>
          <a:blip r:embed="rId3"/>
          <a:stretch>
            <a:fillRect/>
          </a:stretch>
        </p:blipFill>
        <p:spPr>
          <a:xfrm>
            <a:off x="9803674" y="6438275"/>
            <a:ext cx="1881052" cy="259884"/>
          </a:xfrm>
          <a:prstGeom prst="rect">
            <a:avLst/>
          </a:prstGeom>
        </p:spPr>
      </p:pic>
    </p:spTree>
    <p:extLst>
      <p:ext uri="{BB962C8B-B14F-4D97-AF65-F5344CB8AC3E}">
        <p14:creationId xmlns:p14="http://schemas.microsoft.com/office/powerpoint/2010/main" val="590128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Blank">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5" name="Slide Number Placeholder 4"/>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45368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E0645ACB-515B-844F-A6FE-5A9C2CC9120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Picture 6" descr="A group of black and white text&#10;&#10;Description automatically generated with medium confidence">
            <a:extLst>
              <a:ext uri="{FF2B5EF4-FFF2-40B4-BE49-F238E27FC236}">
                <a16:creationId xmlns:a16="http://schemas.microsoft.com/office/drawing/2014/main" id="{127A344B-E698-2E47-A734-E1CE1341471D}"/>
              </a:ext>
            </a:extLst>
          </p:cNvPr>
          <p:cNvPicPr>
            <a:picLocks noChangeAspect="1"/>
          </p:cNvPicPr>
          <p:nvPr userDrawn="1"/>
        </p:nvPicPr>
        <p:blipFill>
          <a:blip r:embed="rId3"/>
          <a:stretch>
            <a:fillRect/>
          </a:stretch>
        </p:blipFill>
        <p:spPr>
          <a:xfrm>
            <a:off x="9705975" y="6424777"/>
            <a:ext cx="2076450" cy="286880"/>
          </a:xfrm>
          <a:prstGeom prst="rect">
            <a:avLst/>
          </a:prstGeom>
        </p:spPr>
      </p:pic>
      <p:sp>
        <p:nvSpPr>
          <p:cNvPr id="2" name="Title 1"/>
          <p:cNvSpPr>
            <a:spLocks noGrp="1"/>
          </p:cNvSpPr>
          <p:nvPr>
            <p:ph type="title" hasCustomPrompt="1"/>
          </p:nvPr>
        </p:nvSpPr>
        <p:spPr>
          <a:xfrm>
            <a:off x="840155" y="2785873"/>
            <a:ext cx="10511691" cy="1286256"/>
          </a:xfrm>
        </p:spPr>
        <p:txBody>
          <a:bodyPr/>
          <a:lstStyle>
            <a:lvl1pPr algn="ctr">
              <a:defRPr sz="4400" b="1"/>
            </a:lvl1pPr>
          </a:lstStyle>
          <a:p>
            <a:r>
              <a:rPr lang="en-US" dirty="0"/>
              <a:t>CLICK TO ADD TITLE</a:t>
            </a:r>
          </a:p>
        </p:txBody>
      </p:sp>
      <p:sp>
        <p:nvSpPr>
          <p:cNvPr id="5" name="Slide Number Placeholder 4"/>
          <p:cNvSpPr>
            <a:spLocks noGrp="1"/>
          </p:cNvSpPr>
          <p:nvPr>
            <p:ph type="sldNum" sz="quarter" idx="12"/>
          </p:nvPr>
        </p:nvSpPr>
        <p:spPr/>
        <p:txBody>
          <a:bodyPr/>
          <a:lstStyle/>
          <a:p>
            <a:fld id="{A8160BDD-7155-D744-B749-9730458604AD}" type="slidenum">
              <a:rPr lang="en-US" smtClean="0"/>
              <a:t>‹#›</a:t>
            </a:fld>
            <a:endParaRPr lang="en-US" dirty="0"/>
          </a:p>
        </p:txBody>
      </p:sp>
      <p:sp>
        <p:nvSpPr>
          <p:cNvPr id="6" name="Footer Placeholder 2">
            <a:extLst>
              <a:ext uri="{FF2B5EF4-FFF2-40B4-BE49-F238E27FC236}">
                <a16:creationId xmlns:a16="http://schemas.microsoft.com/office/drawing/2014/main" id="{8A2CE11F-9E63-044F-B02D-D030806CCD69}"/>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257214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rner Fill">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11" name="Title Placeholder 1"/>
          <p:cNvSpPr>
            <a:spLocks noGrp="1"/>
          </p:cNvSpPr>
          <p:nvPr>
            <p:ph type="title" hasCustomPrompt="1"/>
          </p:nvPr>
        </p:nvSpPr>
        <p:spPr>
          <a:xfrm>
            <a:off x="455901" y="0"/>
            <a:ext cx="11319539" cy="955041"/>
          </a:xfrm>
          <a:prstGeom prst="rect">
            <a:avLst/>
          </a:prstGeom>
        </p:spPr>
        <p:txBody>
          <a:bodyPr vert="horz" lIns="91440" tIns="45720" rIns="91440" bIns="45720" rtlCol="0" anchor="ctr">
            <a:noAutofit/>
          </a:bodyPr>
          <a:lstStyle/>
          <a:p>
            <a:r>
              <a:rPr lang="en-US" dirty="0"/>
              <a:t>Click to add title</a:t>
            </a:r>
          </a:p>
        </p:txBody>
      </p:sp>
      <p:sp>
        <p:nvSpPr>
          <p:cNvPr id="10" name="Content Placeholder 2"/>
          <p:cNvSpPr>
            <a:spLocks noGrp="1"/>
          </p:cNvSpPr>
          <p:nvPr>
            <p:ph idx="1"/>
          </p:nvPr>
        </p:nvSpPr>
        <p:spPr>
          <a:xfrm>
            <a:off x="455900" y="1302043"/>
            <a:ext cx="11280200" cy="4481345"/>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pic>
        <p:nvPicPr>
          <p:cNvPr id="8" name="Picture 7" descr="A close up of a sign&#10;&#10;Description automatically generated">
            <a:extLst>
              <a:ext uri="{FF2B5EF4-FFF2-40B4-BE49-F238E27FC236}">
                <a16:creationId xmlns:a16="http://schemas.microsoft.com/office/drawing/2014/main" id="{EA977C3C-812B-204B-BEB0-8F3E056FBA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203403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Glossary Term Definition Blank">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4" name="Picture 3">
            <a:extLst>
              <a:ext uri="{FF2B5EF4-FFF2-40B4-BE49-F238E27FC236}">
                <a16:creationId xmlns:a16="http://schemas.microsoft.com/office/drawing/2014/main" id="{B63EEA2D-3653-2F41-934A-ED2CDFD9881E}"/>
              </a:ext>
            </a:extLst>
          </p:cNvPr>
          <p:cNvPicPr>
            <a:picLocks noChangeAspect="1"/>
          </p:cNvPicPr>
          <p:nvPr userDrawn="1"/>
        </p:nvPicPr>
        <p:blipFill>
          <a:blip r:embed="rId2"/>
          <a:srcRect/>
          <a:stretch/>
        </p:blipFill>
        <p:spPr>
          <a:xfrm>
            <a:off x="0" y="0"/>
            <a:ext cx="12192000" cy="6858000"/>
          </a:xfrm>
          <a:prstGeom prst="rect">
            <a:avLst/>
          </a:prstGeom>
        </p:spPr>
      </p:pic>
      <p:sp>
        <p:nvSpPr>
          <p:cNvPr id="7" name="Content Placeholder 2"/>
          <p:cNvSpPr>
            <a:spLocks noGrp="1"/>
          </p:cNvSpPr>
          <p:nvPr>
            <p:ph idx="1"/>
          </p:nvPr>
        </p:nvSpPr>
        <p:spPr>
          <a:xfrm>
            <a:off x="1897811" y="2062480"/>
            <a:ext cx="7522234" cy="4265168"/>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chemeClr val="accent4"/>
              </a:buClr>
              <a:buSzTx/>
              <a:buFont typeface="Arial"/>
              <a:buChar char="•"/>
              <a:tabLst/>
              <a:defRPr sz="1800" baseline="0">
                <a:solidFill>
                  <a:schemeClr val="bg1"/>
                </a:solidFill>
              </a:defRPr>
            </a:lvl1pPr>
            <a:lvl2pPr marL="742950" marR="0" indent="-285750" algn="l" defTabSz="457200" rtl="0" eaLnBrk="1" fontAlgn="auto" latinLnBrk="0" hangingPunct="1">
              <a:lnSpc>
                <a:spcPct val="100000"/>
              </a:lnSpc>
              <a:spcBef>
                <a:spcPct val="20000"/>
              </a:spcBef>
              <a:spcAft>
                <a:spcPts val="0"/>
              </a:spcAft>
              <a:buClr>
                <a:schemeClr val="accent4"/>
              </a:buClr>
              <a:buSzTx/>
              <a:buFont typeface="Arial"/>
              <a:buChar char="•"/>
              <a:tabLst/>
              <a:defRPr sz="1600" baseline="0">
                <a:solidFill>
                  <a:schemeClr val="bg1"/>
                </a:solidFill>
              </a:defRPr>
            </a:lvl2pPr>
            <a:lvl3pPr marL="1143000" marR="0" indent="-228600" algn="l" defTabSz="457200" rtl="0" eaLnBrk="1" fontAlgn="auto" latinLnBrk="0" hangingPunct="1">
              <a:lnSpc>
                <a:spcPct val="100000"/>
              </a:lnSpc>
              <a:spcBef>
                <a:spcPct val="20000"/>
              </a:spcBef>
              <a:spcAft>
                <a:spcPts val="0"/>
              </a:spcAft>
              <a:buClr>
                <a:schemeClr val="accent4"/>
              </a:buClr>
              <a:buSzTx/>
              <a:buFont typeface="Arial"/>
              <a:buChar char="•"/>
              <a:tabLst/>
              <a:defRPr>
                <a:solidFill>
                  <a:schemeClr val="bg1"/>
                </a:solidFill>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1901628" y="290945"/>
            <a:ext cx="7501317" cy="792482"/>
          </a:xfrm>
          <a:prstGeom prst="rect">
            <a:avLst/>
          </a:prstGeom>
        </p:spPr>
        <p:txBody>
          <a:bodyPr vert="horz" lIns="91440" tIns="45720" rIns="91440" bIns="45720" rtlCol="0" anchor="ctr">
            <a:noAutofit/>
          </a:bodyPr>
          <a:lstStyle>
            <a:lvl1pPr>
              <a:defRPr b="1">
                <a:solidFill>
                  <a:schemeClr val="accent4"/>
                </a:solidFill>
              </a:defRPr>
            </a:lvl1pPr>
          </a:lstStyle>
          <a:p>
            <a:r>
              <a:rPr lang="en-US" dirty="0"/>
              <a:t>CLICK TO ADD TITLE</a:t>
            </a:r>
          </a:p>
        </p:txBody>
      </p:sp>
      <p:sp>
        <p:nvSpPr>
          <p:cNvPr id="13" name="Text Placeholder 12">
            <a:extLst>
              <a:ext uri="{FF2B5EF4-FFF2-40B4-BE49-F238E27FC236}">
                <a16:creationId xmlns:a16="http://schemas.microsoft.com/office/drawing/2014/main" id="{8FB19520-E82C-4B3B-A166-692B3551D135}"/>
              </a:ext>
            </a:extLst>
          </p:cNvPr>
          <p:cNvSpPr>
            <a:spLocks noGrp="1"/>
          </p:cNvSpPr>
          <p:nvPr>
            <p:ph type="body" sz="quarter" idx="13" hasCustomPrompt="1"/>
          </p:nvPr>
        </p:nvSpPr>
        <p:spPr>
          <a:xfrm>
            <a:off x="1901628" y="1233054"/>
            <a:ext cx="7501317" cy="748145"/>
          </a:xfrm>
        </p:spPr>
        <p:txBody>
          <a:bodyPr anchor="ctr"/>
          <a:lstStyle>
            <a:lvl1pPr marL="0" indent="0" algn="l" defTabSz="457200" rtl="0" eaLnBrk="1" latinLnBrk="0" hangingPunct="1">
              <a:spcBef>
                <a:spcPts val="800"/>
              </a:spcBef>
              <a:buClr>
                <a:schemeClr val="accent1"/>
              </a:buClr>
              <a:buFont typeface="Arial"/>
              <a:buNone/>
              <a:defRPr lang="en-US" sz="1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
        <p:nvSpPr>
          <p:cNvPr id="2" name="Footer Placeholder 2">
            <a:extLst>
              <a:ext uri="{FF2B5EF4-FFF2-40B4-BE49-F238E27FC236}">
                <a16:creationId xmlns:a16="http://schemas.microsoft.com/office/drawing/2014/main" id="{8DBC76ED-A26D-C915-C6F2-CA8D08AE0CE3}"/>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1473669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Glossary Term Definition Blank (No Perso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275A0B-1F78-74D0-927E-F2822A141AF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7" name="Content Placeholder 2"/>
          <p:cNvSpPr>
            <a:spLocks noGrp="1"/>
          </p:cNvSpPr>
          <p:nvPr>
            <p:ph idx="1"/>
          </p:nvPr>
        </p:nvSpPr>
        <p:spPr>
          <a:xfrm>
            <a:off x="1897811" y="2062480"/>
            <a:ext cx="7522234" cy="4265168"/>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chemeClr val="accent4"/>
              </a:buClr>
              <a:buSzTx/>
              <a:buFont typeface="Arial"/>
              <a:buChar char="•"/>
              <a:tabLst/>
              <a:defRPr sz="1800" baseline="0">
                <a:solidFill>
                  <a:schemeClr val="bg1"/>
                </a:solidFill>
              </a:defRPr>
            </a:lvl1pPr>
            <a:lvl2pPr marL="742950" marR="0" indent="-285750" algn="l" defTabSz="457200" rtl="0" eaLnBrk="1" fontAlgn="auto" latinLnBrk="0" hangingPunct="1">
              <a:lnSpc>
                <a:spcPct val="100000"/>
              </a:lnSpc>
              <a:spcBef>
                <a:spcPct val="20000"/>
              </a:spcBef>
              <a:spcAft>
                <a:spcPts val="0"/>
              </a:spcAft>
              <a:buClr>
                <a:schemeClr val="accent4"/>
              </a:buClr>
              <a:buSzTx/>
              <a:buFont typeface="Arial"/>
              <a:buChar char="•"/>
              <a:tabLst/>
              <a:defRPr sz="1600" baseline="0">
                <a:solidFill>
                  <a:schemeClr val="bg1"/>
                </a:solidFill>
              </a:defRPr>
            </a:lvl2pPr>
            <a:lvl3pPr marL="1143000" marR="0" indent="-228600" algn="l" defTabSz="457200" rtl="0" eaLnBrk="1" fontAlgn="auto" latinLnBrk="0" hangingPunct="1">
              <a:lnSpc>
                <a:spcPct val="100000"/>
              </a:lnSpc>
              <a:spcBef>
                <a:spcPct val="20000"/>
              </a:spcBef>
              <a:spcAft>
                <a:spcPts val="0"/>
              </a:spcAft>
              <a:buClr>
                <a:schemeClr val="accent4"/>
              </a:buClr>
              <a:buSzTx/>
              <a:buFont typeface="Arial"/>
              <a:buChar char="•"/>
              <a:tabLst/>
              <a:defRPr>
                <a:solidFill>
                  <a:schemeClr val="bg1"/>
                </a:solidFill>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1901628" y="290945"/>
            <a:ext cx="7501317" cy="792482"/>
          </a:xfrm>
          <a:prstGeom prst="rect">
            <a:avLst/>
          </a:prstGeom>
        </p:spPr>
        <p:txBody>
          <a:bodyPr vert="horz" lIns="91440" tIns="45720" rIns="91440" bIns="45720" rtlCol="0" anchor="ctr">
            <a:noAutofit/>
          </a:bodyPr>
          <a:lstStyle>
            <a:lvl1pPr>
              <a:defRPr b="1">
                <a:solidFill>
                  <a:schemeClr val="accent4"/>
                </a:solidFill>
              </a:defRPr>
            </a:lvl1pPr>
          </a:lstStyle>
          <a:p>
            <a:r>
              <a:rPr lang="en-US" dirty="0"/>
              <a:t>CLICK TO ADD TITLE</a:t>
            </a:r>
          </a:p>
        </p:txBody>
      </p:sp>
      <p:sp>
        <p:nvSpPr>
          <p:cNvPr id="13" name="Text Placeholder 12">
            <a:extLst>
              <a:ext uri="{FF2B5EF4-FFF2-40B4-BE49-F238E27FC236}">
                <a16:creationId xmlns:a16="http://schemas.microsoft.com/office/drawing/2014/main" id="{8FB19520-E82C-4B3B-A166-692B3551D135}"/>
              </a:ext>
            </a:extLst>
          </p:cNvPr>
          <p:cNvSpPr>
            <a:spLocks noGrp="1"/>
          </p:cNvSpPr>
          <p:nvPr>
            <p:ph type="body" sz="quarter" idx="13" hasCustomPrompt="1"/>
          </p:nvPr>
        </p:nvSpPr>
        <p:spPr>
          <a:xfrm>
            <a:off x="1901628" y="1233054"/>
            <a:ext cx="7501317" cy="748145"/>
          </a:xfrm>
        </p:spPr>
        <p:txBody>
          <a:bodyPr anchor="ctr"/>
          <a:lstStyle>
            <a:lvl1pPr marL="0" indent="0" algn="l" defTabSz="457200" rtl="0" eaLnBrk="1" latinLnBrk="0" hangingPunct="1">
              <a:spcBef>
                <a:spcPts val="800"/>
              </a:spcBef>
              <a:buClr>
                <a:schemeClr val="accent1"/>
              </a:buClr>
              <a:buFont typeface="Arial"/>
              <a:buNone/>
              <a:defRPr lang="en-US" sz="1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
        <p:nvSpPr>
          <p:cNvPr id="2" name="Footer Placeholder 2">
            <a:extLst>
              <a:ext uri="{FF2B5EF4-FFF2-40B4-BE49-F238E27FC236}">
                <a16:creationId xmlns:a16="http://schemas.microsoft.com/office/drawing/2014/main" id="{8DBC76ED-A26D-C915-C6F2-CA8D08AE0CE3}"/>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314671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lossary Terms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16" name="Picture 15">
            <a:extLst>
              <a:ext uri="{FF2B5EF4-FFF2-40B4-BE49-F238E27FC236}">
                <a16:creationId xmlns:a16="http://schemas.microsoft.com/office/drawing/2014/main" id="{DBE99981-5C84-844C-A6A7-26590EE3D71F}"/>
              </a:ext>
            </a:extLst>
          </p:cNvPr>
          <p:cNvPicPr>
            <a:picLocks noChangeAspect="1"/>
          </p:cNvPicPr>
          <p:nvPr userDrawn="1"/>
        </p:nvPicPr>
        <p:blipFill>
          <a:blip r:embed="rId2"/>
          <a:srcRect/>
          <a:stretch/>
        </p:blipFill>
        <p:spPr>
          <a:xfrm>
            <a:off x="0" y="0"/>
            <a:ext cx="12192000" cy="6858000"/>
          </a:xfrm>
          <a:prstGeom prst="rect">
            <a:avLst/>
          </a:prstGeom>
        </p:spPr>
      </p:pic>
      <p:sp>
        <p:nvSpPr>
          <p:cNvPr id="10" name="Title 1">
            <a:extLst>
              <a:ext uri="{FF2B5EF4-FFF2-40B4-BE49-F238E27FC236}">
                <a16:creationId xmlns:a16="http://schemas.microsoft.com/office/drawing/2014/main" id="{DA0FABA5-3959-4ECC-BCAF-965B5087E8AD}"/>
              </a:ext>
            </a:extLst>
          </p:cNvPr>
          <p:cNvSpPr>
            <a:spLocks noGrp="1"/>
          </p:cNvSpPr>
          <p:nvPr>
            <p:ph type="title" hasCustomPrompt="1"/>
          </p:nvPr>
        </p:nvSpPr>
        <p:spPr>
          <a:xfrm>
            <a:off x="931653" y="0"/>
            <a:ext cx="7349705" cy="1397000"/>
          </a:xfrm>
        </p:spPr>
        <p:txBody>
          <a:bodyPr/>
          <a:lstStyle>
            <a:lvl1pPr>
              <a:defRPr sz="2800" b="1">
                <a:solidFill>
                  <a:schemeClr val="accent4"/>
                </a:solidFill>
              </a:defRPr>
            </a:lvl1pPr>
          </a:lstStyle>
          <a:p>
            <a:r>
              <a:rPr lang="en-US" dirty="0"/>
              <a:t>CLICK TO ADD TITLE</a:t>
            </a:r>
          </a:p>
        </p:txBody>
      </p:sp>
      <p:sp>
        <p:nvSpPr>
          <p:cNvPr id="15" name="Text Placeholder 12">
            <a:extLst>
              <a:ext uri="{FF2B5EF4-FFF2-40B4-BE49-F238E27FC236}">
                <a16:creationId xmlns:a16="http://schemas.microsoft.com/office/drawing/2014/main" id="{A169CA63-D23E-4494-8445-3335F13F19B9}"/>
              </a:ext>
            </a:extLst>
          </p:cNvPr>
          <p:cNvSpPr>
            <a:spLocks noGrp="1"/>
          </p:cNvSpPr>
          <p:nvPr>
            <p:ph type="body" sz="quarter" idx="13" hasCustomPrompt="1"/>
          </p:nvPr>
        </p:nvSpPr>
        <p:spPr>
          <a:xfrm>
            <a:off x="948905" y="2156604"/>
            <a:ext cx="7349705" cy="2649076"/>
          </a:xfrm>
        </p:spPr>
        <p:txBody>
          <a:bodyPr anchor="ctr"/>
          <a:lstStyle>
            <a:lvl1pPr marL="0" indent="0" algn="l" defTabSz="457200" rtl="0" eaLnBrk="1" latinLnBrk="0" hangingPunct="1">
              <a:spcBef>
                <a:spcPts val="800"/>
              </a:spcBef>
              <a:buClr>
                <a:schemeClr val="accent1"/>
              </a:buClr>
              <a:buFont typeface="Arial"/>
              <a:buNone/>
              <a:defRPr lang="en-US" sz="2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
        <p:nvSpPr>
          <p:cNvPr id="2" name="Footer Placeholder 2">
            <a:extLst>
              <a:ext uri="{FF2B5EF4-FFF2-40B4-BE49-F238E27FC236}">
                <a16:creationId xmlns:a16="http://schemas.microsoft.com/office/drawing/2014/main" id="{8E2D1A8F-30B0-61E3-A62C-B4E601433CDC}"/>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3586892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lossary Terms Only (No Perso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9156FEA-E1F8-A943-34A7-D4AE081AD0F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10" name="Title 1">
            <a:extLst>
              <a:ext uri="{FF2B5EF4-FFF2-40B4-BE49-F238E27FC236}">
                <a16:creationId xmlns:a16="http://schemas.microsoft.com/office/drawing/2014/main" id="{DA0FABA5-3959-4ECC-BCAF-965B5087E8AD}"/>
              </a:ext>
            </a:extLst>
          </p:cNvPr>
          <p:cNvSpPr>
            <a:spLocks noGrp="1"/>
          </p:cNvSpPr>
          <p:nvPr>
            <p:ph type="title" hasCustomPrompt="1"/>
          </p:nvPr>
        </p:nvSpPr>
        <p:spPr>
          <a:xfrm>
            <a:off x="931653" y="0"/>
            <a:ext cx="7349705" cy="1397000"/>
          </a:xfrm>
        </p:spPr>
        <p:txBody>
          <a:bodyPr/>
          <a:lstStyle>
            <a:lvl1pPr>
              <a:defRPr sz="2800" b="1">
                <a:solidFill>
                  <a:schemeClr val="accent4"/>
                </a:solidFill>
              </a:defRPr>
            </a:lvl1pPr>
          </a:lstStyle>
          <a:p>
            <a:r>
              <a:rPr lang="en-US" dirty="0"/>
              <a:t>CLICK TO ADD TITLE</a:t>
            </a:r>
          </a:p>
        </p:txBody>
      </p:sp>
      <p:sp>
        <p:nvSpPr>
          <p:cNvPr id="15" name="Text Placeholder 12">
            <a:extLst>
              <a:ext uri="{FF2B5EF4-FFF2-40B4-BE49-F238E27FC236}">
                <a16:creationId xmlns:a16="http://schemas.microsoft.com/office/drawing/2014/main" id="{A169CA63-D23E-4494-8445-3335F13F19B9}"/>
              </a:ext>
            </a:extLst>
          </p:cNvPr>
          <p:cNvSpPr>
            <a:spLocks noGrp="1"/>
          </p:cNvSpPr>
          <p:nvPr>
            <p:ph type="body" sz="quarter" idx="13" hasCustomPrompt="1"/>
          </p:nvPr>
        </p:nvSpPr>
        <p:spPr>
          <a:xfrm>
            <a:off x="948905" y="2156604"/>
            <a:ext cx="7349705" cy="2649076"/>
          </a:xfrm>
        </p:spPr>
        <p:txBody>
          <a:bodyPr anchor="ctr"/>
          <a:lstStyle>
            <a:lvl1pPr marL="0" indent="0" algn="l" defTabSz="457200" rtl="0" eaLnBrk="1" latinLnBrk="0" hangingPunct="1">
              <a:spcBef>
                <a:spcPts val="800"/>
              </a:spcBef>
              <a:buClr>
                <a:schemeClr val="accent1"/>
              </a:buClr>
              <a:buFont typeface="Arial"/>
              <a:buNone/>
              <a:defRPr lang="en-US" sz="2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
        <p:nvSpPr>
          <p:cNvPr id="3" name="Footer Placeholder 2">
            <a:extLst>
              <a:ext uri="{FF2B5EF4-FFF2-40B4-BE49-F238E27FC236}">
                <a16:creationId xmlns:a16="http://schemas.microsoft.com/office/drawing/2014/main" id="{6933C445-C6B7-9F63-F122-10EF91634666}"/>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17368587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ands-On Activit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3" name="Picture 2">
            <a:extLst>
              <a:ext uri="{FF2B5EF4-FFF2-40B4-BE49-F238E27FC236}">
                <a16:creationId xmlns:a16="http://schemas.microsoft.com/office/drawing/2014/main" id="{BDC9B9BA-D0BE-5C45-93C2-C0597F00D0D5}"/>
              </a:ext>
            </a:extLst>
          </p:cNvPr>
          <p:cNvPicPr>
            <a:picLocks noChangeAspect="1"/>
          </p:cNvPicPr>
          <p:nvPr userDrawn="1"/>
        </p:nvPicPr>
        <p:blipFill>
          <a:blip r:embed="rId2"/>
          <a:srcRect/>
          <a:stretch/>
        </p:blipFill>
        <p:spPr>
          <a:xfrm>
            <a:off x="0" y="0"/>
            <a:ext cx="12192000" cy="6858000"/>
          </a:xfrm>
          <a:prstGeom prst="rect">
            <a:avLst/>
          </a:prstGeom>
        </p:spPr>
      </p:pic>
      <p:sp>
        <p:nvSpPr>
          <p:cNvPr id="10" name="Content Placeholder 2">
            <a:extLst>
              <a:ext uri="{FF2B5EF4-FFF2-40B4-BE49-F238E27FC236}">
                <a16:creationId xmlns:a16="http://schemas.microsoft.com/office/drawing/2014/main" id="{702FDC18-07C2-8E4C-A0AD-E0A207C9B24C}"/>
              </a:ext>
            </a:extLst>
          </p:cNvPr>
          <p:cNvSpPr>
            <a:spLocks noGrp="1"/>
          </p:cNvSpPr>
          <p:nvPr>
            <p:ph idx="1"/>
          </p:nvPr>
        </p:nvSpPr>
        <p:spPr>
          <a:xfrm>
            <a:off x="1111449" y="1302040"/>
            <a:ext cx="6957694" cy="4073524"/>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11" name="Title Placeholder 1">
            <a:extLst>
              <a:ext uri="{FF2B5EF4-FFF2-40B4-BE49-F238E27FC236}">
                <a16:creationId xmlns:a16="http://schemas.microsoft.com/office/drawing/2014/main" id="{7818D182-A7CC-CC43-B849-8EF89FE6B817}"/>
              </a:ext>
            </a:extLst>
          </p:cNvPr>
          <p:cNvSpPr>
            <a:spLocks noGrp="1"/>
          </p:cNvSpPr>
          <p:nvPr>
            <p:ph type="title" hasCustomPrompt="1"/>
          </p:nvPr>
        </p:nvSpPr>
        <p:spPr>
          <a:xfrm>
            <a:off x="1100306" y="290945"/>
            <a:ext cx="6986571" cy="792482"/>
          </a:xfrm>
          <a:prstGeom prst="rect">
            <a:avLst/>
          </a:prstGeom>
        </p:spPr>
        <p:txBody>
          <a:bodyPr vert="horz" lIns="91440" tIns="45720" rIns="91440" bIns="45720" rtlCol="0" anchor="ctr">
            <a:noAutofit/>
          </a:bodyPr>
          <a:lstStyle>
            <a:lvl1pPr>
              <a:defRPr b="1">
                <a:solidFill>
                  <a:schemeClr val="accent2"/>
                </a:solidFill>
              </a:defRPr>
            </a:lvl1pPr>
          </a:lstStyle>
          <a:p>
            <a:r>
              <a:rPr lang="en-US" dirty="0"/>
              <a:t>CLICK TO ADD ACTIVITY TITLE</a:t>
            </a:r>
          </a:p>
        </p:txBody>
      </p:sp>
      <p:sp>
        <p:nvSpPr>
          <p:cNvPr id="2" name="Footer Placeholder 2">
            <a:extLst>
              <a:ext uri="{FF2B5EF4-FFF2-40B4-BE49-F238E27FC236}">
                <a16:creationId xmlns:a16="http://schemas.microsoft.com/office/drawing/2014/main" id="{C844C451-2A23-712B-69C9-72B95AABEF46}"/>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65000"/>
                  </a:schemeClr>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685139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ands-On Activity 2">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5" name="Picture 4">
            <a:extLst>
              <a:ext uri="{FF2B5EF4-FFF2-40B4-BE49-F238E27FC236}">
                <a16:creationId xmlns:a16="http://schemas.microsoft.com/office/drawing/2014/main" id="{1B6E9A21-B09E-3042-A581-B6A6316B2517}"/>
              </a:ext>
            </a:extLst>
          </p:cNvPr>
          <p:cNvPicPr>
            <a:picLocks noChangeAspect="1"/>
          </p:cNvPicPr>
          <p:nvPr userDrawn="1"/>
        </p:nvPicPr>
        <p:blipFill>
          <a:blip r:embed="rId2"/>
          <a:srcRect/>
          <a:stretch/>
        </p:blipFill>
        <p:spPr>
          <a:xfrm>
            <a:off x="0" y="0"/>
            <a:ext cx="12192000" cy="6858000"/>
          </a:xfrm>
          <a:prstGeom prst="rect">
            <a:avLst/>
          </a:prstGeom>
        </p:spPr>
      </p:pic>
      <p:sp>
        <p:nvSpPr>
          <p:cNvPr id="15" name="Text Placeholder 2">
            <a:extLst>
              <a:ext uri="{FF2B5EF4-FFF2-40B4-BE49-F238E27FC236}">
                <a16:creationId xmlns:a16="http://schemas.microsoft.com/office/drawing/2014/main" id="{78C1E330-78E3-8C4C-BFD6-B2109EC92F89}"/>
              </a:ext>
            </a:extLst>
          </p:cNvPr>
          <p:cNvSpPr>
            <a:spLocks noGrp="1"/>
          </p:cNvSpPr>
          <p:nvPr>
            <p:ph type="body" sz="quarter" idx="13" hasCustomPrompt="1"/>
          </p:nvPr>
        </p:nvSpPr>
        <p:spPr>
          <a:xfrm>
            <a:off x="872831" y="1510146"/>
            <a:ext cx="6927274" cy="2105890"/>
          </a:xfrm>
        </p:spPr>
        <p:txBody>
          <a:bodyPr anchor="ctr"/>
          <a:lstStyle>
            <a:lvl1pPr marL="0" indent="0" algn="ctr">
              <a:buNone/>
              <a:defRPr sz="4000" b="1">
                <a:solidFill>
                  <a:schemeClr val="accent2"/>
                </a:solidFill>
              </a:defRPr>
            </a:lvl1pPr>
          </a:lstStyle>
          <a:p>
            <a:pPr lvl="0"/>
            <a:r>
              <a:rPr lang="en-US" dirty="0"/>
              <a:t>ACTIVITY: TITLE</a:t>
            </a:r>
          </a:p>
        </p:txBody>
      </p:sp>
      <p:sp>
        <p:nvSpPr>
          <p:cNvPr id="2" name="Footer Placeholder 2">
            <a:extLst>
              <a:ext uri="{FF2B5EF4-FFF2-40B4-BE49-F238E27FC236}">
                <a16:creationId xmlns:a16="http://schemas.microsoft.com/office/drawing/2014/main" id="{8854BA7C-0CF2-7491-2AF6-A9807C75BDD3}"/>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65000"/>
                  </a:schemeClr>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3064503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inds-On Activit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5" name="Picture 4">
            <a:extLst>
              <a:ext uri="{FF2B5EF4-FFF2-40B4-BE49-F238E27FC236}">
                <a16:creationId xmlns:a16="http://schemas.microsoft.com/office/drawing/2014/main" id="{C45F8399-FFF5-714D-8FE2-89A7788522AC}"/>
              </a:ext>
            </a:extLst>
          </p:cNvPr>
          <p:cNvPicPr>
            <a:picLocks noChangeAspect="1"/>
          </p:cNvPicPr>
          <p:nvPr userDrawn="1"/>
        </p:nvPicPr>
        <p:blipFill>
          <a:blip r:embed="rId2"/>
          <a:srcRect/>
          <a:stretch/>
        </p:blipFill>
        <p:spPr>
          <a:xfrm>
            <a:off x="0" y="0"/>
            <a:ext cx="12192000" cy="6858000"/>
          </a:xfrm>
          <a:prstGeom prst="rect">
            <a:avLst/>
          </a:prstGeom>
        </p:spPr>
      </p:pic>
      <p:sp>
        <p:nvSpPr>
          <p:cNvPr id="7" name="Content Placeholder 2"/>
          <p:cNvSpPr>
            <a:spLocks noGrp="1"/>
          </p:cNvSpPr>
          <p:nvPr>
            <p:ph idx="1"/>
          </p:nvPr>
        </p:nvSpPr>
        <p:spPr>
          <a:xfrm>
            <a:off x="1083366" y="1302040"/>
            <a:ext cx="7245626" cy="4073524"/>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10" name="Title Placeholder 1">
            <a:extLst>
              <a:ext uri="{FF2B5EF4-FFF2-40B4-BE49-F238E27FC236}">
                <a16:creationId xmlns:a16="http://schemas.microsoft.com/office/drawing/2014/main" id="{67F3FAEE-EBB5-8F41-9D49-C3A289C7D762}"/>
              </a:ext>
            </a:extLst>
          </p:cNvPr>
          <p:cNvSpPr>
            <a:spLocks noGrp="1"/>
          </p:cNvSpPr>
          <p:nvPr>
            <p:ph type="title" hasCustomPrompt="1"/>
          </p:nvPr>
        </p:nvSpPr>
        <p:spPr>
          <a:xfrm>
            <a:off x="1072223" y="290945"/>
            <a:ext cx="7275698" cy="792482"/>
          </a:xfrm>
          <a:prstGeom prst="rect">
            <a:avLst/>
          </a:prstGeom>
        </p:spPr>
        <p:txBody>
          <a:bodyPr vert="horz" lIns="91440" tIns="45720" rIns="91440" bIns="45720" rtlCol="0" anchor="ctr">
            <a:noAutofit/>
          </a:bodyPr>
          <a:lstStyle>
            <a:lvl1pPr>
              <a:defRPr b="1">
                <a:solidFill>
                  <a:schemeClr val="accent6"/>
                </a:solidFill>
              </a:defRPr>
            </a:lvl1pPr>
          </a:lstStyle>
          <a:p>
            <a:r>
              <a:rPr lang="en-US" dirty="0"/>
              <a:t>CLICK TO ADD ACTIVITY TITLE</a:t>
            </a:r>
          </a:p>
        </p:txBody>
      </p:sp>
      <p:sp>
        <p:nvSpPr>
          <p:cNvPr id="2" name="Footer Placeholder 2">
            <a:extLst>
              <a:ext uri="{FF2B5EF4-FFF2-40B4-BE49-F238E27FC236}">
                <a16:creationId xmlns:a16="http://schemas.microsoft.com/office/drawing/2014/main" id="{836B59A8-0284-7432-CE8D-4D17DDCF2918}"/>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34646746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inds-On Activity 2">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4" name="Picture 3">
            <a:extLst>
              <a:ext uri="{FF2B5EF4-FFF2-40B4-BE49-F238E27FC236}">
                <a16:creationId xmlns:a16="http://schemas.microsoft.com/office/drawing/2014/main" id="{A5CA4131-5CC5-0446-9EA8-4C9F6E974B97}"/>
              </a:ext>
            </a:extLst>
          </p:cNvPr>
          <p:cNvPicPr>
            <a:picLocks noChangeAspect="1"/>
          </p:cNvPicPr>
          <p:nvPr userDrawn="1"/>
        </p:nvPicPr>
        <p:blipFill>
          <a:blip r:embed="rId2"/>
          <a:src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4F915AE6-89DC-4B00-95C2-C09677B47DC6}"/>
              </a:ext>
            </a:extLst>
          </p:cNvPr>
          <p:cNvSpPr>
            <a:spLocks noGrp="1"/>
          </p:cNvSpPr>
          <p:nvPr>
            <p:ph type="body" sz="quarter" idx="13" hasCustomPrompt="1"/>
          </p:nvPr>
        </p:nvSpPr>
        <p:spPr>
          <a:xfrm>
            <a:off x="1025236" y="1510146"/>
            <a:ext cx="6927274" cy="2105890"/>
          </a:xfrm>
        </p:spPr>
        <p:txBody>
          <a:bodyPr anchor="ctr"/>
          <a:lstStyle>
            <a:lvl1pPr marL="0" indent="0" algn="ctr">
              <a:buNone/>
              <a:defRPr sz="4000" b="1">
                <a:solidFill>
                  <a:schemeClr val="accent1"/>
                </a:solidFill>
              </a:defRPr>
            </a:lvl1pPr>
          </a:lstStyle>
          <a:p>
            <a:pPr lvl="0"/>
            <a:r>
              <a:rPr lang="en-US" dirty="0"/>
              <a:t>ACTIVITY: TITLE</a:t>
            </a:r>
          </a:p>
        </p:txBody>
      </p:sp>
      <p:sp>
        <p:nvSpPr>
          <p:cNvPr id="2" name="Footer Placeholder 2">
            <a:extLst>
              <a:ext uri="{FF2B5EF4-FFF2-40B4-BE49-F238E27FC236}">
                <a16:creationId xmlns:a16="http://schemas.microsoft.com/office/drawing/2014/main" id="{E7B0B4EB-6E3F-B864-1C37-2341FA1B9631}"/>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31490413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Reflective Question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8" name="Picture 7">
            <a:extLst>
              <a:ext uri="{FF2B5EF4-FFF2-40B4-BE49-F238E27FC236}">
                <a16:creationId xmlns:a16="http://schemas.microsoft.com/office/drawing/2014/main" id="{2F2495DB-8197-C747-9D12-B9B16AD79028}"/>
              </a:ext>
            </a:extLst>
          </p:cNvPr>
          <p:cNvPicPr>
            <a:picLocks noChangeAspect="1"/>
          </p:cNvPicPr>
          <p:nvPr userDrawn="1"/>
        </p:nvPicPr>
        <p:blipFill>
          <a:blip r:embed="rId2"/>
          <a:src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C139B97F-4B6B-4623-8514-D7FD629FE24B}"/>
              </a:ext>
            </a:extLst>
          </p:cNvPr>
          <p:cNvSpPr>
            <a:spLocks noGrp="1"/>
          </p:cNvSpPr>
          <p:nvPr>
            <p:ph type="body" sz="quarter" idx="13" hasCustomPrompt="1"/>
          </p:nvPr>
        </p:nvSpPr>
        <p:spPr>
          <a:xfrm>
            <a:off x="1025236" y="1302042"/>
            <a:ext cx="8065601" cy="3461344"/>
          </a:xfrm>
        </p:spPr>
        <p:txBody>
          <a:bodyPr/>
          <a:lstStyle>
            <a:lvl1pPr>
              <a:spcAft>
                <a:spcPts val="2400"/>
              </a:spcAft>
              <a:buFont typeface="+mj-lt"/>
              <a:buAutoNum type="arabicPeriod"/>
              <a:defRPr sz="2000"/>
            </a:lvl1pPr>
            <a:lvl2pPr marL="800100" indent="-342900">
              <a:buFont typeface="+mj-lt"/>
              <a:buAutoNum type="arabicPeriod"/>
              <a:defRPr/>
            </a:lvl2pPr>
            <a:lvl3pPr marL="1257300" indent="-342900">
              <a:buFont typeface="+mj-lt"/>
              <a:buAutoNum type="arabicPeriod"/>
              <a:defRPr/>
            </a:lvl3pPr>
            <a:lvl4pPr marL="1828800" indent="-457200">
              <a:buFont typeface="+mj-lt"/>
              <a:buAutoNum type="arabicPeriod"/>
              <a:defRPr/>
            </a:lvl4pPr>
            <a:lvl5pPr marL="2286000" indent="-457200">
              <a:buFont typeface="+mj-lt"/>
              <a:buAutoNum type="arabicPeriod"/>
              <a:defRPr/>
            </a:lvl5pPr>
          </a:lstStyle>
          <a:p>
            <a:pPr lvl="0"/>
            <a:r>
              <a:rPr lang="en-US" dirty="0"/>
              <a:t>Insert Question #1</a:t>
            </a:r>
          </a:p>
          <a:p>
            <a:pPr lvl="0"/>
            <a:r>
              <a:rPr lang="en-US" dirty="0"/>
              <a:t>Insert Question #2</a:t>
            </a:r>
          </a:p>
          <a:p>
            <a:pPr lvl="0"/>
            <a:endParaRPr lang="en-US" dirty="0"/>
          </a:p>
        </p:txBody>
      </p:sp>
      <p:sp>
        <p:nvSpPr>
          <p:cNvPr id="9" name="TextBox 8">
            <a:extLst>
              <a:ext uri="{FF2B5EF4-FFF2-40B4-BE49-F238E27FC236}">
                <a16:creationId xmlns:a16="http://schemas.microsoft.com/office/drawing/2014/main" id="{4381B051-CC06-447C-AEEE-4E1DE7CB3684}"/>
              </a:ext>
            </a:extLst>
          </p:cNvPr>
          <p:cNvSpPr txBox="1"/>
          <p:nvPr userDrawn="1"/>
        </p:nvSpPr>
        <p:spPr>
          <a:xfrm>
            <a:off x="997528" y="462617"/>
            <a:ext cx="8672946" cy="461665"/>
          </a:xfrm>
          <a:prstGeom prst="rect">
            <a:avLst/>
          </a:prstGeom>
          <a:noFill/>
        </p:spPr>
        <p:txBody>
          <a:bodyPr wrap="square" rtlCol="0">
            <a:spAutoFit/>
          </a:bodyPr>
          <a:lstStyle/>
          <a:p>
            <a:r>
              <a:rPr lang="en-US" sz="2400" b="1" dirty="0">
                <a:solidFill>
                  <a:schemeClr val="accent1"/>
                </a:solidFill>
                <a:latin typeface="Calibri" panose="020F0502020204030204" pitchFamily="34" charset="0"/>
              </a:rPr>
              <a:t>REFLECTIVE QUESTIONS</a:t>
            </a:r>
          </a:p>
        </p:txBody>
      </p:sp>
      <p:sp>
        <p:nvSpPr>
          <p:cNvPr id="2" name="Footer Placeholder 2">
            <a:extLst>
              <a:ext uri="{FF2B5EF4-FFF2-40B4-BE49-F238E27FC236}">
                <a16:creationId xmlns:a16="http://schemas.microsoft.com/office/drawing/2014/main" id="{97E4E289-495F-C56C-3DB1-9244A1D22084}"/>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13643222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1976017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dirty="0"/>
          </a:p>
        </p:txBody>
      </p:sp>
      <p:pic>
        <p:nvPicPr>
          <p:cNvPr id="5" name="Picture 4" descr="A close up of a sign&#10;&#10;Description automatically generated">
            <a:extLst>
              <a:ext uri="{FF2B5EF4-FFF2-40B4-BE49-F238E27FC236}">
                <a16:creationId xmlns:a16="http://schemas.microsoft.com/office/drawing/2014/main" id="{265D8D75-6CEC-F848-822E-BF7A0AFAF0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8342667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_NoHeader">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dirty="0"/>
          </a:p>
        </p:txBody>
      </p:sp>
      <p:sp>
        <p:nvSpPr>
          <p:cNvPr id="2" name="Rectangle 1">
            <a:extLst>
              <a:ext uri="{FF2B5EF4-FFF2-40B4-BE49-F238E27FC236}">
                <a16:creationId xmlns:a16="http://schemas.microsoft.com/office/drawing/2014/main" id="{C8193AA2-F1FD-415B-809F-52E7D4576B38}"/>
              </a:ext>
            </a:extLst>
          </p:cNvPr>
          <p:cNvSpPr/>
          <p:nvPr userDrawn="1"/>
        </p:nvSpPr>
        <p:spPr>
          <a:xfrm>
            <a:off x="0" y="1"/>
            <a:ext cx="12192000" cy="979749"/>
          </a:xfrm>
          <a:prstGeom prst="rect">
            <a:avLst/>
          </a:prstGeom>
          <a:solidFill>
            <a:schemeClr val="bg2"/>
          </a:solidFill>
          <a:ln w="28575" cap="flat" cmpd="sng" algn="ctr">
            <a:solidFill>
              <a:schemeClr val="bg1"/>
            </a:solidFill>
            <a:prstDash val="solid"/>
          </a:ln>
          <a:effectLst/>
        </p:spPr>
        <p:txBody>
          <a:bodyPr rtlCol="0" anchor="ctr"/>
          <a:lstStyle/>
          <a:p>
            <a:pPr algn="ctr" defTabSz="914400"/>
            <a:endParaRPr lang="en-US" sz="1100" b="1" kern="0" dirty="0">
              <a:solidFill>
                <a:srgbClr val="FF0000"/>
              </a:solidFill>
              <a:latin typeface="Arial"/>
            </a:endParaRPr>
          </a:p>
        </p:txBody>
      </p:sp>
    </p:spTree>
    <p:extLst>
      <p:ext uri="{BB962C8B-B14F-4D97-AF65-F5344CB8AC3E}">
        <p14:creationId xmlns:p14="http://schemas.microsoft.com/office/powerpoint/2010/main" val="13189535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Content Placeholder 2"/>
          <p:cNvSpPr>
            <a:spLocks noGrp="1"/>
          </p:cNvSpPr>
          <p:nvPr>
            <p:ph sz="half" idx="1"/>
          </p:nvPr>
        </p:nvSpPr>
        <p:spPr>
          <a:xfrm>
            <a:off x="609600" y="1600203"/>
            <a:ext cx="5384800" cy="4525963"/>
          </a:xfrm>
        </p:spPr>
        <p:txBody>
          <a:bodyPr/>
          <a:lstStyle>
            <a:lvl1pPr>
              <a:defRPr sz="1800"/>
            </a:lvl1pPr>
            <a:lvl2pPr>
              <a:defRPr sz="1600"/>
            </a:lvl2pPr>
            <a:lvl3pPr>
              <a:defRPr sz="14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3"/>
            <a:ext cx="5384800" cy="4525963"/>
          </a:xfrm>
        </p:spPr>
        <p:txBody>
          <a:bodyPr>
            <a:noAutofit/>
          </a:bodyPr>
          <a:lstStyle>
            <a:lvl1pPr>
              <a:defRPr sz="1800"/>
            </a:lvl1pPr>
            <a:lvl2pPr>
              <a:defRPr sz="1600"/>
            </a:lvl2pPr>
            <a:lvl3pPr>
              <a:defRPr sz="14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05BA03AB-6813-664D-B697-5FFAF521D1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42570745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Text Placeholder 2"/>
          <p:cNvSpPr>
            <a:spLocks noGrp="1"/>
          </p:cNvSpPr>
          <p:nvPr>
            <p:ph type="body" idx="1"/>
          </p:nvPr>
        </p:nvSpPr>
        <p:spPr>
          <a:xfrm>
            <a:off x="609600" y="1535113"/>
            <a:ext cx="5386917" cy="639762"/>
          </a:xfrm>
        </p:spPr>
        <p:txBody>
          <a:bodyPr anchor="b">
            <a:noAutofit/>
          </a:bodyPr>
          <a:lstStyle>
            <a:lvl1pPr marL="0" indent="0" algn="l">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Autofit/>
          </a:bodyPr>
          <a:lstStyle>
            <a:lvl1pPr>
              <a:defRPr sz="1800"/>
            </a:lvl1pPr>
            <a:lvl2pPr>
              <a:defRPr sz="1600"/>
            </a:lvl2pPr>
            <a:lvl3pPr>
              <a:defRPr sz="14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6193369" y="1535113"/>
            <a:ext cx="5389033"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noAutofit/>
          </a:bodyPr>
          <a:lstStyle>
            <a:lvl1pPr>
              <a:defRPr sz="1800"/>
            </a:lvl1pPr>
            <a:lvl2pPr>
              <a:defRPr sz="1600"/>
            </a:lvl2pPr>
            <a:lvl3pPr>
              <a:defRPr sz="14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A8160BDD-7155-D744-B749-9730458604AD}" type="slidenum">
              <a:rPr lang="en-US" smtClean="0"/>
              <a:t>‹#›</a:t>
            </a:fld>
            <a:endParaRPr lang="en-US" dirty="0"/>
          </a:p>
        </p:txBody>
      </p:sp>
      <p:pic>
        <p:nvPicPr>
          <p:cNvPr id="10" name="Picture 9" descr="A close up of a sign&#10;&#10;Description automatically generated">
            <a:extLst>
              <a:ext uri="{FF2B5EF4-FFF2-40B4-BE49-F238E27FC236}">
                <a16:creationId xmlns:a16="http://schemas.microsoft.com/office/drawing/2014/main" id="{05292730-C4A0-C547-BA9D-56A0205CD9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6957343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3297" y="0"/>
            <a:ext cx="10397067" cy="955040"/>
          </a:xfrm>
        </p:spPr>
        <p:txBody>
          <a:bodyPr anchor="ctr" anchorCtr="0">
            <a:noAutofit/>
          </a:bodyPr>
          <a:lstStyle>
            <a:lvl1pPr algn="l">
              <a:defRPr sz="2400" b="0"/>
            </a:lvl1pPr>
          </a:lstStyle>
          <a:p>
            <a:r>
              <a:rPr lang="en-US" dirty="0"/>
              <a:t>Click to add title</a:t>
            </a:r>
          </a:p>
        </p:txBody>
      </p:sp>
      <p:sp>
        <p:nvSpPr>
          <p:cNvPr id="3" name="Content Placeholder 2"/>
          <p:cNvSpPr>
            <a:spLocks noGrp="1"/>
          </p:cNvSpPr>
          <p:nvPr>
            <p:ph idx="1"/>
          </p:nvPr>
        </p:nvSpPr>
        <p:spPr>
          <a:xfrm>
            <a:off x="4766733" y="1435103"/>
            <a:ext cx="6815667" cy="4691063"/>
          </a:xfrm>
        </p:spPr>
        <p:txBody>
          <a:bodyPr>
            <a:noAutofit/>
          </a:bodyPr>
          <a:lstStyle>
            <a:lvl1pPr>
              <a:defRPr sz="1800"/>
            </a:lvl1pPr>
            <a:lvl2pPr>
              <a:defRPr sz="1600"/>
            </a:lvl2pPr>
            <a:lvl3pPr>
              <a:defRPr sz="1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49EAFBBC-2C9E-1241-84D4-E9756B6DE5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265627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956904"/>
            <a:ext cx="73152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389717" y="1113694"/>
            <a:ext cx="7315200" cy="3770187"/>
          </a:xfrm>
        </p:spPr>
        <p:txBody>
          <a:bodyPr>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2389717" y="5523642"/>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4F6FF233-EB40-BE4E-8AC9-9CA2504D2A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0500540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pic>
        <p:nvPicPr>
          <p:cNvPr id="7" name="Picture 6" descr="A close up of a sign&#10;&#10;Description automatically generated">
            <a:extLst>
              <a:ext uri="{FF2B5EF4-FFF2-40B4-BE49-F238E27FC236}">
                <a16:creationId xmlns:a16="http://schemas.microsoft.com/office/drawing/2014/main" id="{728CC025-3396-904D-927D-1DFCABD646B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9418597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839200" y="1211385"/>
            <a:ext cx="2743200" cy="4914778"/>
          </a:xfrm>
        </p:spPr>
        <p:txBody>
          <a:bodyPr vert="eaVert"/>
          <a:lstStyle>
            <a:lvl1pPr>
              <a:defRPr>
                <a:solidFill>
                  <a:srgbClr val="000000"/>
                </a:solidFill>
              </a:defRPr>
            </a:lvl1pPr>
          </a:lstStyle>
          <a:p>
            <a:r>
              <a:rPr lang="en-US" dirty="0"/>
              <a:t>Click to add title</a:t>
            </a:r>
          </a:p>
        </p:txBody>
      </p:sp>
      <p:sp>
        <p:nvSpPr>
          <p:cNvPr id="3" name="Vertical Text Placeholder 2"/>
          <p:cNvSpPr>
            <a:spLocks noGrp="1"/>
          </p:cNvSpPr>
          <p:nvPr>
            <p:ph type="body" orient="vert" idx="1"/>
          </p:nvPr>
        </p:nvSpPr>
        <p:spPr>
          <a:xfrm>
            <a:off x="609600" y="1211385"/>
            <a:ext cx="8026400" cy="4914778"/>
          </a:xfrm>
        </p:spPr>
        <p:txBody>
          <a:bodyPr vert="eaVert"/>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pic>
        <p:nvPicPr>
          <p:cNvPr id="7" name="Picture 6" descr="A close up of a sign&#10;&#10;Description automatically generated">
            <a:extLst>
              <a:ext uri="{FF2B5EF4-FFF2-40B4-BE49-F238E27FC236}">
                <a16:creationId xmlns:a16="http://schemas.microsoft.com/office/drawing/2014/main" id="{2D64BF27-2D44-684C-892F-6C15A97C687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082504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253B76-2A7A-7948-8D60-7A6A79959BAB}"/>
              </a:ext>
            </a:extLst>
          </p:cNvPr>
          <p:cNvPicPr>
            <a:picLocks noChangeAspect="1"/>
          </p:cNvPicPr>
          <p:nvPr userDrawn="1"/>
        </p:nvPicPr>
        <p:blipFill>
          <a:blip r:embed="rId28"/>
          <a:stretch>
            <a:fillRect/>
          </a:stretch>
        </p:blipFill>
        <p:spPr>
          <a:xfrm>
            <a:off x="0" y="0"/>
            <a:ext cx="12192000" cy="977900"/>
          </a:xfrm>
          <a:prstGeom prst="rect">
            <a:avLst/>
          </a:prstGeom>
        </p:spPr>
      </p:pic>
      <p:sp>
        <p:nvSpPr>
          <p:cNvPr id="2" name="Title Placeholder 1"/>
          <p:cNvSpPr>
            <a:spLocks noGrp="1"/>
          </p:cNvSpPr>
          <p:nvPr>
            <p:ph type="title"/>
          </p:nvPr>
        </p:nvSpPr>
        <p:spPr>
          <a:xfrm>
            <a:off x="455901" y="0"/>
            <a:ext cx="11284154" cy="965551"/>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5900" y="1307130"/>
            <a:ext cx="11280203" cy="493540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4"/>
          </p:nvPr>
        </p:nvSpPr>
        <p:spPr>
          <a:xfrm>
            <a:off x="9243741" y="6455642"/>
            <a:ext cx="2844800" cy="365125"/>
          </a:xfrm>
          <a:prstGeom prst="rect">
            <a:avLst/>
          </a:prstGeom>
        </p:spPr>
        <p:txBody>
          <a:bodyPr vert="horz" lIns="91440" tIns="45720" rIns="91440" bIns="45720" rtlCol="0" anchor="ctr"/>
          <a:lstStyle>
            <a:lvl1pPr algn="r">
              <a:defRPr sz="800">
                <a:solidFill>
                  <a:srgbClr val="C4C4C4"/>
                </a:solidFill>
                <a:latin typeface="Arial"/>
                <a:cs typeface="Arial"/>
              </a:defRPr>
            </a:lvl1pPr>
          </a:lstStyle>
          <a:p>
            <a:fld id="{A8160BDD-7155-D744-B749-9730458604AD}" type="slidenum">
              <a:rPr lang="en-US" smtClean="0"/>
              <a:pPr/>
              <a:t>‹#›</a:t>
            </a:fld>
            <a:endParaRPr lang="en-US" dirty="0"/>
          </a:p>
        </p:txBody>
      </p:sp>
      <p:sp>
        <p:nvSpPr>
          <p:cNvPr id="8" name="Footer Placeholder 2"/>
          <p:cNvSpPr txBox="1">
            <a:spLocks/>
          </p:cNvSpPr>
          <p:nvPr/>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4170488459"/>
      </p:ext>
    </p:extLst>
  </p:cSld>
  <p:clrMap bg1="lt1" tx1="dk1" bg2="lt2" tx2="dk2" accent1="accent1" accent2="accent2" accent3="accent3" accent4="accent4" accent5="accent5" accent6="accent6" hlink="hlink" folHlink="folHlink"/>
  <p:sldLayoutIdLst>
    <p:sldLayoutId id="2147483928" r:id="rId1"/>
    <p:sldLayoutId id="2147483971" r:id="rId2"/>
    <p:sldLayoutId id="2147483948" r:id="rId3"/>
    <p:sldLayoutId id="2147483952" r:id="rId4"/>
    <p:sldLayoutId id="2147483970" r:id="rId5"/>
    <p:sldLayoutId id="2147483938" r:id="rId6"/>
    <p:sldLayoutId id="2147483953" r:id="rId7"/>
    <p:sldLayoutId id="2147483931" r:id="rId8"/>
    <p:sldLayoutId id="2147483932" r:id="rId9"/>
    <p:sldLayoutId id="2147483972" r:id="rId10"/>
    <p:sldLayoutId id="2147483951" r:id="rId11"/>
    <p:sldLayoutId id="2147483973" r:id="rId12"/>
    <p:sldLayoutId id="2147483936" r:id="rId13"/>
    <p:sldLayoutId id="2147483937" r:id="rId14"/>
    <p:sldLayoutId id="2147483934" r:id="rId15"/>
    <p:sldLayoutId id="2147483935" r:id="rId16"/>
    <p:sldLayoutId id="2147483939" r:id="rId17"/>
    <p:sldLayoutId id="2147483940" r:id="rId18"/>
    <p:sldLayoutId id="2147483955" r:id="rId19"/>
    <p:sldLayoutId id="2147483950" r:id="rId20"/>
    <p:sldLayoutId id="2147483942" r:id="rId21"/>
    <p:sldLayoutId id="2147483943" r:id="rId22"/>
    <p:sldLayoutId id="2147483944" r:id="rId23"/>
    <p:sldLayoutId id="2147483945" r:id="rId24"/>
    <p:sldLayoutId id="2147483946" r:id="rId25"/>
    <p:sldLayoutId id="2147483947" r:id="rId26"/>
  </p:sldLayoutIdLst>
  <p:hf hdr="0" ftr="0" dt="0"/>
  <p:txStyles>
    <p:titleStyle>
      <a:lvl1pPr algn="l" defTabSz="457200" rtl="0" eaLnBrk="1" latinLnBrk="0" hangingPunct="1">
        <a:spcBef>
          <a:spcPct val="0"/>
        </a:spcBef>
        <a:buNone/>
        <a:defRPr sz="2400" kern="1200">
          <a:solidFill>
            <a:schemeClr val="bg1"/>
          </a:solidFill>
          <a:latin typeface="Calibri" panose="020F0502020204030204" pitchFamily="34" charset="0"/>
          <a:ea typeface="+mj-ea"/>
          <a:cs typeface="Calibri" panose="020F0502020204030204" pitchFamily="34" charset="0"/>
        </a:defRPr>
      </a:lvl1pPr>
    </p:titleStyle>
    <p:body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930264-38DA-BC9C-68BC-0CF65B4291F4}"/>
              </a:ext>
            </a:extLst>
          </p:cNvPr>
          <p:cNvSpPr>
            <a:spLocks noGrp="1"/>
          </p:cNvSpPr>
          <p:nvPr>
            <p:ph type="title"/>
          </p:nvPr>
        </p:nvSpPr>
        <p:spPr/>
        <p:txBody>
          <a:bodyPr/>
          <a:lstStyle/>
          <a:p>
            <a:r>
              <a:rPr lang="en-US" dirty="0"/>
              <a:t>Generating Code Using AI</a:t>
            </a:r>
          </a:p>
        </p:txBody>
      </p:sp>
      <p:sp>
        <p:nvSpPr>
          <p:cNvPr id="2" name="Slide Number Placeholder 1">
            <a:extLst>
              <a:ext uri="{FF2B5EF4-FFF2-40B4-BE49-F238E27FC236}">
                <a16:creationId xmlns:a16="http://schemas.microsoft.com/office/drawing/2014/main" id="{8DE0B37D-3949-E27E-3673-0005E7446345}"/>
              </a:ext>
            </a:extLst>
          </p:cNvPr>
          <p:cNvSpPr>
            <a:spLocks noGrp="1"/>
          </p:cNvSpPr>
          <p:nvPr>
            <p:ph type="sldNum" sz="quarter" idx="12"/>
          </p:nvPr>
        </p:nvSpPr>
        <p:spPr/>
        <p:txBody>
          <a:bodyPr/>
          <a:lstStyle/>
          <a:p>
            <a:fld id="{A8160BDD-7155-D744-B749-9730458604AD}" type="slidenum">
              <a:rPr lang="en-US" smtClean="0"/>
              <a:t>1</a:t>
            </a:fld>
            <a:endParaRPr lang="en-US" dirty="0"/>
          </a:p>
        </p:txBody>
      </p:sp>
      <p:pic>
        <p:nvPicPr>
          <p:cNvPr id="3" name="Picture Placeholder 7">
            <a:extLst>
              <a:ext uri="{FF2B5EF4-FFF2-40B4-BE49-F238E27FC236}">
                <a16:creationId xmlns:a16="http://schemas.microsoft.com/office/drawing/2014/main" id="{70D2C956-A91F-C643-216C-09D656278C1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72567" b="-72567"/>
          <a:stretch/>
        </p:blipFill>
        <p:spPr>
          <a:xfrm>
            <a:off x="2661921" y="853440"/>
            <a:ext cx="6879270" cy="2334261"/>
          </a:xfrm>
          <a:prstGeom prst="rect">
            <a:avLst/>
          </a:prstGeom>
        </p:spPr>
      </p:pic>
    </p:spTree>
    <p:extLst>
      <p:ext uri="{BB962C8B-B14F-4D97-AF65-F5344CB8AC3E}">
        <p14:creationId xmlns:p14="http://schemas.microsoft.com/office/powerpoint/2010/main" val="412196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50B8F3-0016-E59A-C0E4-EC70E0458AD5}"/>
              </a:ext>
            </a:extLst>
          </p:cNvPr>
          <p:cNvSpPr>
            <a:spLocks noGrp="1"/>
          </p:cNvSpPr>
          <p:nvPr>
            <p:ph type="sldNum" sz="quarter" idx="12"/>
          </p:nvPr>
        </p:nvSpPr>
        <p:spPr/>
        <p:txBody>
          <a:bodyPr/>
          <a:lstStyle/>
          <a:p>
            <a:fld id="{A8160BDD-7155-D744-B749-9730458604AD}" type="slidenum">
              <a:rPr lang="en-US" smtClean="0"/>
              <a:t>2</a:t>
            </a:fld>
            <a:endParaRPr lang="en-US" dirty="0"/>
          </a:p>
        </p:txBody>
      </p:sp>
      <p:sp>
        <p:nvSpPr>
          <p:cNvPr id="3" name="Content Placeholder 2">
            <a:extLst>
              <a:ext uri="{FF2B5EF4-FFF2-40B4-BE49-F238E27FC236}">
                <a16:creationId xmlns:a16="http://schemas.microsoft.com/office/drawing/2014/main" id="{092F10FD-C378-B6A8-A103-7FE29B1537B1}"/>
              </a:ext>
            </a:extLst>
          </p:cNvPr>
          <p:cNvSpPr>
            <a:spLocks noGrp="1"/>
          </p:cNvSpPr>
          <p:nvPr>
            <p:ph idx="1"/>
          </p:nvPr>
        </p:nvSpPr>
        <p:spPr/>
        <p:txBody>
          <a:bodyPr/>
          <a:lstStyle/>
          <a:p>
            <a:r>
              <a:rPr lang="en-US" dirty="0"/>
              <a:t>Identify Code Generation Concepts</a:t>
            </a:r>
          </a:p>
          <a:p>
            <a:r>
              <a:rPr lang="en-US" dirty="0"/>
              <a:t>Solve Business Problems Using Code Generation</a:t>
            </a:r>
          </a:p>
        </p:txBody>
      </p:sp>
      <p:sp>
        <p:nvSpPr>
          <p:cNvPr id="4" name="Title 3">
            <a:extLst>
              <a:ext uri="{FF2B5EF4-FFF2-40B4-BE49-F238E27FC236}">
                <a16:creationId xmlns:a16="http://schemas.microsoft.com/office/drawing/2014/main" id="{C7CED616-3DD2-D1ED-621C-21462FCDA44F}"/>
              </a:ext>
            </a:extLst>
          </p:cNvPr>
          <p:cNvSpPr>
            <a:spLocks noGrp="1"/>
          </p:cNvSpPr>
          <p:nvPr>
            <p:ph type="title"/>
          </p:nvPr>
        </p:nvSpPr>
        <p:spPr/>
        <p:txBody>
          <a:bodyPr/>
          <a:lstStyle/>
          <a:p>
            <a:r>
              <a:rPr lang="en-US" dirty="0"/>
              <a:t>Generating Code Using AI</a:t>
            </a:r>
          </a:p>
        </p:txBody>
      </p:sp>
    </p:spTree>
    <p:extLst>
      <p:ext uri="{BB962C8B-B14F-4D97-AF65-F5344CB8AC3E}">
        <p14:creationId xmlns:p14="http://schemas.microsoft.com/office/powerpoint/2010/main" val="2728141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1C4CFB-1ACB-A14F-B6A4-435DA7645523}"/>
              </a:ext>
            </a:extLst>
          </p:cNvPr>
          <p:cNvSpPr>
            <a:spLocks noGrp="1"/>
          </p:cNvSpPr>
          <p:nvPr>
            <p:ph type="sldNum" sz="quarter" idx="12"/>
          </p:nvPr>
        </p:nvSpPr>
        <p:spPr/>
        <p:txBody>
          <a:bodyPr/>
          <a:lstStyle/>
          <a:p>
            <a:fld id="{A8160BDD-7155-D744-B749-9730458604AD}" type="slidenum">
              <a:rPr lang="en-US" smtClean="0"/>
              <a:t>3</a:t>
            </a:fld>
            <a:endParaRPr lang="en-US" dirty="0"/>
          </a:p>
        </p:txBody>
      </p:sp>
      <p:sp>
        <p:nvSpPr>
          <p:cNvPr id="3" name="Text Placeholder 2">
            <a:extLst>
              <a:ext uri="{FF2B5EF4-FFF2-40B4-BE49-F238E27FC236}">
                <a16:creationId xmlns:a16="http://schemas.microsoft.com/office/drawing/2014/main" id="{711926C4-B76F-6740-B2D3-3C573DAFAACD}"/>
              </a:ext>
            </a:extLst>
          </p:cNvPr>
          <p:cNvSpPr>
            <a:spLocks noGrp="1"/>
          </p:cNvSpPr>
          <p:nvPr>
            <p:ph type="body" sz="quarter" idx="14"/>
          </p:nvPr>
        </p:nvSpPr>
        <p:spPr/>
        <p:txBody>
          <a:bodyPr/>
          <a:lstStyle/>
          <a:p>
            <a:r>
              <a:rPr lang="en-US" dirty="0"/>
              <a:t>Identify Code Generation Concepts</a:t>
            </a:r>
          </a:p>
        </p:txBody>
      </p:sp>
      <p:pic>
        <p:nvPicPr>
          <p:cNvPr id="8" name="Picture Placeholder 7">
            <a:extLst>
              <a:ext uri="{FF2B5EF4-FFF2-40B4-BE49-F238E27FC236}">
                <a16:creationId xmlns:a16="http://schemas.microsoft.com/office/drawing/2014/main" id="{92653528-72C9-FF13-9DEF-8130F8485E43}"/>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72567" b="-72567"/>
          <a:stretch/>
        </p:blipFill>
        <p:spPr/>
      </p:pic>
    </p:spTree>
    <p:extLst>
      <p:ext uri="{BB962C8B-B14F-4D97-AF65-F5344CB8AC3E}">
        <p14:creationId xmlns:p14="http://schemas.microsoft.com/office/powerpoint/2010/main" val="1063645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11F844-22DB-DE6F-D35D-A96E3FF88506}"/>
              </a:ext>
            </a:extLst>
          </p:cNvPr>
          <p:cNvSpPr>
            <a:spLocks noGrp="1"/>
          </p:cNvSpPr>
          <p:nvPr>
            <p:ph type="sldNum" sz="quarter" idx="12"/>
          </p:nvPr>
        </p:nvSpPr>
        <p:spPr/>
        <p:txBody>
          <a:bodyPr/>
          <a:lstStyle/>
          <a:p>
            <a:fld id="{A8160BDD-7155-D744-B749-9730458604AD}" type="slidenum">
              <a:rPr lang="en-US" smtClean="0"/>
              <a:t>4</a:t>
            </a:fld>
            <a:endParaRPr lang="en-US" dirty="0"/>
          </a:p>
        </p:txBody>
      </p:sp>
      <p:sp>
        <p:nvSpPr>
          <p:cNvPr id="6" name="Content Placeholder 5">
            <a:extLst>
              <a:ext uri="{FF2B5EF4-FFF2-40B4-BE49-F238E27FC236}">
                <a16:creationId xmlns:a16="http://schemas.microsoft.com/office/drawing/2014/main" id="{27B77E86-DE20-5545-2815-2F683FBF54CD}"/>
              </a:ext>
            </a:extLst>
          </p:cNvPr>
          <p:cNvSpPr>
            <a:spLocks noGrp="1"/>
          </p:cNvSpPr>
          <p:nvPr>
            <p:ph idx="1"/>
          </p:nvPr>
        </p:nvSpPr>
        <p:spPr/>
        <p:txBody>
          <a:bodyPr/>
          <a:lstStyle/>
          <a:p>
            <a:r>
              <a:rPr lang="en-US" dirty="0"/>
              <a:t>Has existed in simpler form for years with IDEs.</a:t>
            </a:r>
          </a:p>
          <a:p>
            <a:r>
              <a:rPr lang="en-US" dirty="0"/>
              <a:t>AI-based code completion is more useful.</a:t>
            </a:r>
          </a:p>
          <a:p>
            <a:endParaRPr lang="en-US" dirty="0"/>
          </a:p>
          <a:p>
            <a:r>
              <a:rPr lang="en-US" dirty="0"/>
              <a:t>Example:</a:t>
            </a:r>
          </a:p>
          <a:p>
            <a:endParaRPr lang="en-US" dirty="0"/>
          </a:p>
          <a:p>
            <a:endParaRPr lang="en-US" dirty="0"/>
          </a:p>
          <a:p>
            <a:endParaRPr lang="en-US" dirty="0"/>
          </a:p>
          <a:p>
            <a:endParaRPr lang="en-US" dirty="0"/>
          </a:p>
          <a:p>
            <a:endParaRPr lang="en-US" dirty="0"/>
          </a:p>
          <a:p>
            <a:pPr marL="0" indent="0">
              <a:buNone/>
            </a:pPr>
            <a:endParaRPr lang="en-US" dirty="0"/>
          </a:p>
          <a:p>
            <a:r>
              <a:rPr lang="en-US" dirty="0"/>
              <a:t>AI-powered code completion understood context and meaning of names.</a:t>
            </a:r>
          </a:p>
        </p:txBody>
      </p:sp>
      <p:sp>
        <p:nvSpPr>
          <p:cNvPr id="5" name="Title 4">
            <a:extLst>
              <a:ext uri="{FF2B5EF4-FFF2-40B4-BE49-F238E27FC236}">
                <a16:creationId xmlns:a16="http://schemas.microsoft.com/office/drawing/2014/main" id="{41C008AC-5170-F20F-9EFB-E1B26F035CBC}"/>
              </a:ext>
            </a:extLst>
          </p:cNvPr>
          <p:cNvSpPr>
            <a:spLocks noGrp="1"/>
          </p:cNvSpPr>
          <p:nvPr>
            <p:ph type="title"/>
          </p:nvPr>
        </p:nvSpPr>
        <p:spPr/>
        <p:txBody>
          <a:bodyPr/>
          <a:lstStyle/>
          <a:p>
            <a:r>
              <a:rPr lang="en-US" dirty="0"/>
              <a:t>Code Completion</a:t>
            </a:r>
          </a:p>
        </p:txBody>
      </p:sp>
      <p:grpSp>
        <p:nvGrpSpPr>
          <p:cNvPr id="12" name="Group 11">
            <a:extLst>
              <a:ext uri="{FF2B5EF4-FFF2-40B4-BE49-F238E27FC236}">
                <a16:creationId xmlns:a16="http://schemas.microsoft.com/office/drawing/2014/main" id="{7BFEC96E-F78C-E7B1-6553-070C6F05DBAF}"/>
              </a:ext>
            </a:extLst>
          </p:cNvPr>
          <p:cNvGrpSpPr/>
          <p:nvPr/>
        </p:nvGrpSpPr>
        <p:grpSpPr>
          <a:xfrm>
            <a:off x="905690" y="2861745"/>
            <a:ext cx="3500847" cy="1318372"/>
            <a:chOff x="905690" y="2252141"/>
            <a:chExt cx="3500847" cy="1318372"/>
          </a:xfrm>
        </p:grpSpPr>
        <p:sp>
          <p:nvSpPr>
            <p:cNvPr id="8" name="Rectangle: Rounded Corners 7">
              <a:extLst>
                <a:ext uri="{FF2B5EF4-FFF2-40B4-BE49-F238E27FC236}">
                  <a16:creationId xmlns:a16="http://schemas.microsoft.com/office/drawing/2014/main" id="{B2F8F91C-2A25-29FB-1246-565DE6FAF787}"/>
                </a:ext>
              </a:extLst>
            </p:cNvPr>
            <p:cNvSpPr/>
            <p:nvPr/>
          </p:nvSpPr>
          <p:spPr>
            <a:xfrm>
              <a:off x="905690" y="2252141"/>
              <a:ext cx="3500847" cy="1318372"/>
            </a:xfrm>
            <a:prstGeom prst="roundRect">
              <a:avLst>
                <a:gd name="adj" fmla="val 11595"/>
              </a:avLst>
            </a:prstGeom>
            <a:solidFill>
              <a:schemeClr val="bg1">
                <a:lumMod val="95000"/>
              </a:schemeClr>
            </a:solidFill>
            <a:ln w="28575" cap="flat" cmpd="sng" algn="ctr">
              <a:solidFill>
                <a:srgbClr val="1D3763"/>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10" name="TextBox 9">
              <a:extLst>
                <a:ext uri="{FF2B5EF4-FFF2-40B4-BE49-F238E27FC236}">
                  <a16:creationId xmlns:a16="http://schemas.microsoft.com/office/drawing/2014/main" id="{55F2E105-2711-CB53-A56F-3B594DA1E15D}"/>
                </a:ext>
              </a:extLst>
            </p:cNvPr>
            <p:cNvSpPr txBox="1"/>
            <p:nvPr/>
          </p:nvSpPr>
          <p:spPr>
            <a:xfrm>
              <a:off x="1058091" y="2317898"/>
              <a:ext cx="3165566" cy="1169551"/>
            </a:xfrm>
            <a:prstGeom prst="rect">
              <a:avLst/>
            </a:prstGeom>
            <a:noFill/>
          </p:spPr>
          <p:txBody>
            <a:bodyPr wrap="square" rtlCol="0">
              <a:spAutoFit/>
            </a:bodyPr>
            <a:lstStyle/>
            <a:p>
              <a:r>
                <a:rPr lang="en-US" sz="1400" b="1" dirty="0">
                  <a:latin typeface="Courier New" panose="02070309020205020404" pitchFamily="49" charset="0"/>
                  <a:cs typeface="Courier New" panose="02070309020205020404" pitchFamily="49" charset="0"/>
                </a:rPr>
                <a:t>apples = 0</a:t>
              </a:r>
            </a:p>
            <a:p>
              <a:r>
                <a:rPr lang="en-US" sz="1400" b="1" dirty="0">
                  <a:latin typeface="Courier New" panose="02070309020205020404" pitchFamily="49" charset="0"/>
                  <a:cs typeface="Courier New" panose="02070309020205020404" pitchFamily="49" charset="0"/>
                </a:rPr>
                <a:t>cucumbers = 1</a:t>
              </a:r>
            </a:p>
            <a:p>
              <a:r>
                <a:rPr lang="en-US" sz="1400" b="1" dirty="0">
                  <a:latin typeface="Courier New" panose="02070309020205020404" pitchFamily="49" charset="0"/>
                  <a:cs typeface="Courier New" panose="02070309020205020404" pitchFamily="49" charset="0"/>
                </a:rPr>
                <a:t>oranges = 3</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fruits = apples + </a:t>
              </a:r>
              <a:r>
                <a:rPr lang="en-US" sz="1400" dirty="0">
                  <a:solidFill>
                    <a:schemeClr val="bg1">
                      <a:lumMod val="50000"/>
                    </a:schemeClr>
                  </a:solidFill>
                  <a:latin typeface="Courier New" panose="02070309020205020404" pitchFamily="49" charset="0"/>
                  <a:cs typeface="Courier New" panose="02070309020205020404" pitchFamily="49" charset="0"/>
                </a:rPr>
                <a:t>oranges</a:t>
              </a:r>
            </a:p>
          </p:txBody>
        </p:sp>
      </p:grpSp>
    </p:spTree>
    <p:extLst>
      <p:ext uri="{BB962C8B-B14F-4D97-AF65-F5344CB8AC3E}">
        <p14:creationId xmlns:p14="http://schemas.microsoft.com/office/powerpoint/2010/main" val="2256821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7F4B97-E77C-97C3-B633-6DE180FB4498}"/>
              </a:ext>
            </a:extLst>
          </p:cNvPr>
          <p:cNvSpPr>
            <a:spLocks noGrp="1"/>
          </p:cNvSpPr>
          <p:nvPr>
            <p:ph type="sldNum" sz="quarter" idx="12"/>
          </p:nvPr>
        </p:nvSpPr>
        <p:spPr/>
        <p:txBody>
          <a:bodyPr/>
          <a:lstStyle/>
          <a:p>
            <a:fld id="{A8160BDD-7155-D744-B749-9730458604AD}" type="slidenum">
              <a:rPr lang="en-US" smtClean="0"/>
              <a:pPr/>
              <a:t>5</a:t>
            </a:fld>
            <a:endParaRPr lang="en-US" dirty="0"/>
          </a:p>
        </p:txBody>
      </p:sp>
      <p:sp>
        <p:nvSpPr>
          <p:cNvPr id="3" name="Content Placeholder 2">
            <a:extLst>
              <a:ext uri="{FF2B5EF4-FFF2-40B4-BE49-F238E27FC236}">
                <a16:creationId xmlns:a16="http://schemas.microsoft.com/office/drawing/2014/main" id="{BFA947DA-A4D4-C32C-E5B3-4B1368330A45}"/>
              </a:ext>
            </a:extLst>
          </p:cNvPr>
          <p:cNvSpPr>
            <a:spLocks noGrp="1"/>
          </p:cNvSpPr>
          <p:nvPr>
            <p:ph idx="1"/>
          </p:nvPr>
        </p:nvSpPr>
        <p:spPr/>
        <p:txBody>
          <a:bodyPr/>
          <a:lstStyle/>
          <a:p>
            <a:r>
              <a:rPr lang="en-US" dirty="0"/>
              <a:t>Generate code chunks from set of instructions.</a:t>
            </a:r>
          </a:p>
          <a:p>
            <a:r>
              <a:rPr lang="en-US" dirty="0"/>
              <a:t>Model interprets meaning of instructions and converts to code.</a:t>
            </a:r>
          </a:p>
          <a:p>
            <a:endParaRPr lang="en-US" dirty="0"/>
          </a:p>
          <a:p>
            <a:r>
              <a:rPr lang="en-US" dirty="0"/>
              <a:t>Example:</a:t>
            </a:r>
          </a:p>
          <a:p>
            <a:endParaRPr lang="en-US" dirty="0"/>
          </a:p>
          <a:p>
            <a:endParaRPr lang="en-US" dirty="0"/>
          </a:p>
          <a:p>
            <a:endParaRPr lang="en-US" dirty="0"/>
          </a:p>
          <a:p>
            <a:endParaRPr lang="en-US" dirty="0"/>
          </a:p>
          <a:p>
            <a:endParaRPr lang="en-US" dirty="0"/>
          </a:p>
          <a:p>
            <a:endParaRPr lang="en-US" dirty="0"/>
          </a:p>
          <a:p>
            <a:endParaRPr lang="en-US" dirty="0"/>
          </a:p>
          <a:p>
            <a:r>
              <a:rPr lang="en-US" dirty="0"/>
              <a:t>When run, code prints "There are 3 oranges."</a:t>
            </a:r>
          </a:p>
        </p:txBody>
      </p:sp>
      <p:sp>
        <p:nvSpPr>
          <p:cNvPr id="4" name="Title 3">
            <a:extLst>
              <a:ext uri="{FF2B5EF4-FFF2-40B4-BE49-F238E27FC236}">
                <a16:creationId xmlns:a16="http://schemas.microsoft.com/office/drawing/2014/main" id="{DACBBB3F-D4EF-05B3-DABA-60908611BE4E}"/>
              </a:ext>
            </a:extLst>
          </p:cNvPr>
          <p:cNvSpPr>
            <a:spLocks noGrp="1"/>
          </p:cNvSpPr>
          <p:nvPr>
            <p:ph type="title"/>
          </p:nvPr>
        </p:nvSpPr>
        <p:spPr/>
        <p:txBody>
          <a:bodyPr/>
          <a:lstStyle/>
          <a:p>
            <a:r>
              <a:rPr lang="en-US" dirty="0"/>
              <a:t>Code Generation from Instructions</a:t>
            </a:r>
          </a:p>
        </p:txBody>
      </p:sp>
      <p:grpSp>
        <p:nvGrpSpPr>
          <p:cNvPr id="8" name="Group 7">
            <a:extLst>
              <a:ext uri="{FF2B5EF4-FFF2-40B4-BE49-F238E27FC236}">
                <a16:creationId xmlns:a16="http://schemas.microsoft.com/office/drawing/2014/main" id="{FFA859D1-6724-AFA8-EDD7-699C585E603E}"/>
              </a:ext>
            </a:extLst>
          </p:cNvPr>
          <p:cNvGrpSpPr/>
          <p:nvPr/>
        </p:nvGrpSpPr>
        <p:grpSpPr>
          <a:xfrm>
            <a:off x="699952" y="2811310"/>
            <a:ext cx="8244841" cy="1919268"/>
            <a:chOff x="708659" y="2478561"/>
            <a:chExt cx="8244841" cy="1919268"/>
          </a:xfrm>
        </p:grpSpPr>
        <p:grpSp>
          <p:nvGrpSpPr>
            <p:cNvPr id="9" name="Group 8">
              <a:extLst>
                <a:ext uri="{FF2B5EF4-FFF2-40B4-BE49-F238E27FC236}">
                  <a16:creationId xmlns:a16="http://schemas.microsoft.com/office/drawing/2014/main" id="{4373323D-6D9F-5553-5D79-433CBF6E67B4}"/>
                </a:ext>
              </a:extLst>
            </p:cNvPr>
            <p:cNvGrpSpPr/>
            <p:nvPr/>
          </p:nvGrpSpPr>
          <p:grpSpPr>
            <a:xfrm>
              <a:off x="708659" y="2478561"/>
              <a:ext cx="8244841" cy="1919268"/>
              <a:chOff x="708659" y="4792867"/>
              <a:chExt cx="8244841" cy="1919268"/>
            </a:xfrm>
          </p:grpSpPr>
          <p:sp>
            <p:nvSpPr>
              <p:cNvPr id="11" name="Rectangle: Rounded Corners 10">
                <a:extLst>
                  <a:ext uri="{FF2B5EF4-FFF2-40B4-BE49-F238E27FC236}">
                    <a16:creationId xmlns:a16="http://schemas.microsoft.com/office/drawing/2014/main" id="{A7E9AA9E-DBC2-5EB4-CF35-9A487D8E99E2}"/>
                  </a:ext>
                </a:extLst>
              </p:cNvPr>
              <p:cNvSpPr/>
              <p:nvPr/>
            </p:nvSpPr>
            <p:spPr>
              <a:xfrm>
                <a:off x="905690" y="4792867"/>
                <a:ext cx="8047809" cy="1919268"/>
              </a:xfrm>
              <a:prstGeom prst="roundRect">
                <a:avLst>
                  <a:gd name="adj" fmla="val 4234"/>
                </a:avLst>
              </a:prstGeom>
              <a:solidFill>
                <a:schemeClr val="bg1">
                  <a:lumMod val="95000"/>
                </a:schemeClr>
              </a:solidFill>
              <a:ln w="28575" cap="flat" cmpd="sng" algn="ctr">
                <a:solidFill>
                  <a:srgbClr val="1D3763"/>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12" name="TextBox 11">
                <a:extLst>
                  <a:ext uri="{FF2B5EF4-FFF2-40B4-BE49-F238E27FC236}">
                    <a16:creationId xmlns:a16="http://schemas.microsoft.com/office/drawing/2014/main" id="{A49B9942-8FE7-653F-277E-DDD602BF88FB}"/>
                  </a:ext>
                </a:extLst>
              </p:cNvPr>
              <p:cNvSpPr txBox="1"/>
              <p:nvPr/>
            </p:nvSpPr>
            <p:spPr>
              <a:xfrm>
                <a:off x="708659" y="4898939"/>
                <a:ext cx="1394459" cy="1077218"/>
              </a:xfrm>
              <a:prstGeom prst="rect">
                <a:avLst/>
              </a:prstGeom>
              <a:noFill/>
            </p:spPr>
            <p:txBody>
              <a:bodyPr wrap="square" rtlCol="0">
                <a:spAutoFit/>
              </a:bodyPr>
              <a:lstStyle/>
              <a:p>
                <a:pPr algn="r"/>
                <a:r>
                  <a:rPr lang="en-US" sz="1600" b="1" u="sng" dirty="0"/>
                  <a:t>Prompt</a:t>
                </a:r>
              </a:p>
              <a:p>
                <a:pPr algn="r"/>
                <a:endParaRPr lang="en-US" sz="1600" b="1" u="sng" dirty="0"/>
              </a:p>
              <a:p>
                <a:pPr algn="r"/>
                <a:endParaRPr lang="en-US" sz="1600" b="1" u="sng" dirty="0"/>
              </a:p>
              <a:p>
                <a:pPr algn="r"/>
                <a:r>
                  <a:rPr lang="en-US" sz="1600" b="1" u="sng" dirty="0"/>
                  <a:t>Response</a:t>
                </a:r>
              </a:p>
            </p:txBody>
          </p:sp>
          <p:sp>
            <p:nvSpPr>
              <p:cNvPr id="13" name="TextBox 12">
                <a:extLst>
                  <a:ext uri="{FF2B5EF4-FFF2-40B4-BE49-F238E27FC236}">
                    <a16:creationId xmlns:a16="http://schemas.microsoft.com/office/drawing/2014/main" id="{DDE41ADB-FF92-31F8-F5FF-0A5A8DAECB16}"/>
                  </a:ext>
                </a:extLst>
              </p:cNvPr>
              <p:cNvSpPr txBox="1"/>
              <p:nvPr/>
            </p:nvSpPr>
            <p:spPr>
              <a:xfrm>
                <a:off x="2103120" y="4928638"/>
                <a:ext cx="6850380" cy="738664"/>
              </a:xfrm>
              <a:prstGeom prst="rect">
                <a:avLst/>
              </a:prstGeom>
              <a:noFill/>
            </p:spPr>
            <p:txBody>
              <a:bodyPr wrap="square" rtlCol="0">
                <a:spAutoFit/>
              </a:bodyPr>
              <a:lstStyle/>
              <a:p>
                <a:r>
                  <a:rPr lang="en-US" sz="1400" i="1" dirty="0">
                    <a:latin typeface="Courier New" panose="02070309020205020404" pitchFamily="49" charset="0"/>
                    <a:cs typeface="Courier New" panose="02070309020205020404" pitchFamily="49" charset="0"/>
                  </a:rPr>
                  <a:t>Write code to print the number of oranges only if there are any oranges. For now, there are 3 oranges.</a:t>
                </a:r>
              </a:p>
              <a:p>
                <a:endParaRPr lang="en-US" sz="1400" dirty="0"/>
              </a:p>
            </p:txBody>
          </p:sp>
        </p:grpSp>
        <p:sp>
          <p:nvSpPr>
            <p:cNvPr id="10" name="TextBox 9">
              <a:extLst>
                <a:ext uri="{FF2B5EF4-FFF2-40B4-BE49-F238E27FC236}">
                  <a16:creationId xmlns:a16="http://schemas.microsoft.com/office/drawing/2014/main" id="{14A309EF-8AD6-CC6E-193E-19F3BA807590}"/>
                </a:ext>
              </a:extLst>
            </p:cNvPr>
            <p:cNvSpPr txBox="1"/>
            <p:nvPr/>
          </p:nvSpPr>
          <p:spPr>
            <a:xfrm>
              <a:off x="2103120" y="3352895"/>
              <a:ext cx="6850380" cy="954107"/>
            </a:xfrm>
            <a:prstGeom prst="rect">
              <a:avLst/>
            </a:prstGeom>
            <a:noFill/>
          </p:spPr>
          <p:txBody>
            <a:bodyPr wrap="square" rtlCol="0">
              <a:spAutoFit/>
            </a:bodyPr>
            <a:lstStyle/>
            <a:p>
              <a:r>
                <a:rPr lang="en-US" sz="1400" b="1" dirty="0">
                  <a:latin typeface="Courier New" panose="02070309020205020404" pitchFamily="49" charset="0"/>
                  <a:cs typeface="Courier New" panose="02070309020205020404" pitchFamily="49" charset="0"/>
                </a:rPr>
                <a:t>oranges = 3</a:t>
              </a:r>
            </a:p>
            <a:p>
              <a:endParaRPr lang="en-US" sz="1400" b="1" dirty="0">
                <a:latin typeface="Courier New" panose="02070309020205020404" pitchFamily="49" charset="0"/>
                <a:cs typeface="Courier New" panose="02070309020205020404" pitchFamily="49" charset="0"/>
              </a:endParaRPr>
            </a:p>
            <a:p>
              <a:r>
                <a:rPr lang="en-US" sz="1400" b="1" dirty="0">
                  <a:solidFill>
                    <a:srgbClr val="F05323"/>
                  </a:solidFill>
                  <a:latin typeface="Courier New" panose="02070309020205020404" pitchFamily="49" charset="0"/>
                  <a:cs typeface="Courier New" panose="02070309020205020404" pitchFamily="49" charset="0"/>
                </a:rPr>
                <a:t>if</a:t>
              </a:r>
              <a:r>
                <a:rPr lang="en-US" sz="1400" b="1" dirty="0">
                  <a:latin typeface="Courier New" panose="02070309020205020404" pitchFamily="49" charset="0"/>
                  <a:cs typeface="Courier New" panose="02070309020205020404" pitchFamily="49" charset="0"/>
                </a:rPr>
                <a:t> oranges = 1 </a:t>
              </a:r>
              <a:r>
                <a:rPr lang="en-US" sz="1400" b="1" dirty="0">
                  <a:solidFill>
                    <a:srgbClr val="F05323"/>
                  </a:solidFill>
                  <a:latin typeface="Courier New" panose="02070309020205020404" pitchFamily="49" charset="0"/>
                  <a:cs typeface="Courier New" panose="02070309020205020404" pitchFamily="49" charset="0"/>
                </a:rPr>
                <a:t>or</a:t>
              </a:r>
              <a:r>
                <a:rPr lang="en-US" sz="1400" b="1" dirty="0">
                  <a:latin typeface="Courier New" panose="02070309020205020404" pitchFamily="49" charset="0"/>
                  <a:cs typeface="Courier New" panose="02070309020205020404" pitchFamily="49" charset="0"/>
                </a:rPr>
                <a:t> oranges &gt; 1:</a:t>
              </a:r>
            </a:p>
            <a:p>
              <a:r>
                <a:rPr lang="en-US" sz="1400" b="1" dirty="0">
                  <a:solidFill>
                    <a:schemeClr val="bg1">
                      <a:lumMod val="75000"/>
                    </a:schemeClr>
                  </a:solidFill>
                  <a:latin typeface="Courier New" panose="02070309020205020404" pitchFamily="49" charset="0"/>
                  <a:cs typeface="Courier New" panose="02070309020205020404" pitchFamily="49" charset="0"/>
                </a:rPr>
                <a:t>	</a:t>
              </a:r>
              <a:r>
                <a:rPr lang="en-US" sz="1400" b="1" dirty="0">
                  <a:solidFill>
                    <a:srgbClr val="F05323"/>
                  </a:solidFill>
                  <a:latin typeface="Courier New" panose="02070309020205020404" pitchFamily="49" charset="0"/>
                  <a:cs typeface="Courier New" panose="02070309020205020404" pitchFamily="49" charset="0"/>
                </a:rPr>
                <a:t>print</a:t>
              </a:r>
              <a:r>
                <a:rPr lang="en-US" sz="1400" b="1" dirty="0">
                  <a:latin typeface="Courier New" panose="02070309020205020404" pitchFamily="49" charset="0"/>
                  <a:cs typeface="Courier New" panose="02070309020205020404" pitchFamily="49" charset="0"/>
                </a:rPr>
                <a:t> "There are {oranges} oranges."</a:t>
              </a:r>
              <a:endParaRPr lang="en-US" sz="1400" dirty="0">
                <a:latin typeface="Courier New" panose="02070309020205020404" pitchFamily="49" charset="0"/>
                <a:cs typeface="Courier New" panose="02070309020205020404" pitchFamily="49" charset="0"/>
              </a:endParaRPr>
            </a:p>
          </p:txBody>
        </p:sp>
      </p:grpSp>
    </p:spTree>
    <p:extLst>
      <p:ext uri="{BB962C8B-B14F-4D97-AF65-F5344CB8AC3E}">
        <p14:creationId xmlns:p14="http://schemas.microsoft.com/office/powerpoint/2010/main" val="3630011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405B52-6BAA-7E2F-8DEC-FEE675642B7C}"/>
              </a:ext>
            </a:extLst>
          </p:cNvPr>
          <p:cNvSpPr>
            <a:spLocks noGrp="1"/>
          </p:cNvSpPr>
          <p:nvPr>
            <p:ph type="sldNum" sz="quarter" idx="12"/>
          </p:nvPr>
        </p:nvSpPr>
        <p:spPr/>
        <p:txBody>
          <a:bodyPr/>
          <a:lstStyle/>
          <a:p>
            <a:fld id="{A8160BDD-7155-D744-B749-9730458604AD}" type="slidenum">
              <a:rPr lang="en-US" smtClean="0"/>
              <a:pPr/>
              <a:t>6</a:t>
            </a:fld>
            <a:endParaRPr lang="en-US" dirty="0"/>
          </a:p>
        </p:txBody>
      </p:sp>
      <p:sp>
        <p:nvSpPr>
          <p:cNvPr id="3" name="Content Placeholder 2">
            <a:extLst>
              <a:ext uri="{FF2B5EF4-FFF2-40B4-BE49-F238E27FC236}">
                <a16:creationId xmlns:a16="http://schemas.microsoft.com/office/drawing/2014/main" id="{F1765DAB-B38D-84CE-7B20-DEE1F17A519B}"/>
              </a:ext>
            </a:extLst>
          </p:cNvPr>
          <p:cNvSpPr>
            <a:spLocks noGrp="1"/>
          </p:cNvSpPr>
          <p:nvPr>
            <p:ph idx="1"/>
          </p:nvPr>
        </p:nvSpPr>
        <p:spPr/>
        <p:txBody>
          <a:bodyPr/>
          <a:lstStyle/>
          <a:p>
            <a:r>
              <a:rPr lang="en-US" dirty="0"/>
              <a:t>Restructures code, but code still does same thing.</a:t>
            </a:r>
          </a:p>
          <a:p>
            <a:r>
              <a:rPr lang="en-US" dirty="0"/>
              <a:t>Makes code more readable.</a:t>
            </a:r>
          </a:p>
          <a:p>
            <a:r>
              <a:rPr lang="en-US" dirty="0"/>
              <a:t>Reduces complexity.</a:t>
            </a:r>
          </a:p>
          <a:p>
            <a:r>
              <a:rPr lang="en-US" dirty="0"/>
              <a:t>Improves performance.</a:t>
            </a:r>
          </a:p>
          <a:p>
            <a:r>
              <a:rPr lang="en-US" dirty="0"/>
              <a:t>Makes code more maintainable and extensible.</a:t>
            </a:r>
          </a:p>
          <a:p>
            <a:endParaRPr lang="en-US" dirty="0"/>
          </a:p>
          <a:p>
            <a:r>
              <a:rPr lang="en-US" dirty="0"/>
              <a:t>Example:</a:t>
            </a:r>
          </a:p>
        </p:txBody>
      </p:sp>
      <p:sp>
        <p:nvSpPr>
          <p:cNvPr id="4" name="Title 3">
            <a:extLst>
              <a:ext uri="{FF2B5EF4-FFF2-40B4-BE49-F238E27FC236}">
                <a16:creationId xmlns:a16="http://schemas.microsoft.com/office/drawing/2014/main" id="{7293AEA3-16FC-91D7-D77E-E321A308DA9A}"/>
              </a:ext>
            </a:extLst>
          </p:cNvPr>
          <p:cNvSpPr>
            <a:spLocks noGrp="1"/>
          </p:cNvSpPr>
          <p:nvPr>
            <p:ph type="title"/>
          </p:nvPr>
        </p:nvSpPr>
        <p:spPr/>
        <p:txBody>
          <a:bodyPr/>
          <a:lstStyle/>
          <a:p>
            <a:r>
              <a:rPr lang="en-US" dirty="0"/>
              <a:t>Code Refactoring</a:t>
            </a:r>
          </a:p>
        </p:txBody>
      </p:sp>
      <p:grpSp>
        <p:nvGrpSpPr>
          <p:cNvPr id="5" name="Group 4">
            <a:extLst>
              <a:ext uri="{FF2B5EF4-FFF2-40B4-BE49-F238E27FC236}">
                <a16:creationId xmlns:a16="http://schemas.microsoft.com/office/drawing/2014/main" id="{346C99A5-B551-BF0B-DFA8-9BFE75246592}"/>
              </a:ext>
            </a:extLst>
          </p:cNvPr>
          <p:cNvGrpSpPr/>
          <p:nvPr/>
        </p:nvGrpSpPr>
        <p:grpSpPr>
          <a:xfrm>
            <a:off x="699952" y="3995677"/>
            <a:ext cx="8244841" cy="1919268"/>
            <a:chOff x="708659" y="2478561"/>
            <a:chExt cx="8244841" cy="1919268"/>
          </a:xfrm>
        </p:grpSpPr>
        <p:grpSp>
          <p:nvGrpSpPr>
            <p:cNvPr id="6" name="Group 5">
              <a:extLst>
                <a:ext uri="{FF2B5EF4-FFF2-40B4-BE49-F238E27FC236}">
                  <a16:creationId xmlns:a16="http://schemas.microsoft.com/office/drawing/2014/main" id="{9441B115-53E4-ADF5-DCA3-CE932C39F52C}"/>
                </a:ext>
              </a:extLst>
            </p:cNvPr>
            <p:cNvGrpSpPr/>
            <p:nvPr/>
          </p:nvGrpSpPr>
          <p:grpSpPr>
            <a:xfrm>
              <a:off x="708659" y="2478561"/>
              <a:ext cx="8244841" cy="1919268"/>
              <a:chOff x="708659" y="4792867"/>
              <a:chExt cx="8244841" cy="1919268"/>
            </a:xfrm>
          </p:grpSpPr>
          <p:sp>
            <p:nvSpPr>
              <p:cNvPr id="8" name="Rectangle: Rounded Corners 7">
                <a:extLst>
                  <a:ext uri="{FF2B5EF4-FFF2-40B4-BE49-F238E27FC236}">
                    <a16:creationId xmlns:a16="http://schemas.microsoft.com/office/drawing/2014/main" id="{0E639E2D-431A-9770-D7B1-A41FB71DC225}"/>
                  </a:ext>
                </a:extLst>
              </p:cNvPr>
              <p:cNvSpPr/>
              <p:nvPr/>
            </p:nvSpPr>
            <p:spPr>
              <a:xfrm>
                <a:off x="905690" y="4792867"/>
                <a:ext cx="8047809" cy="1919268"/>
              </a:xfrm>
              <a:prstGeom prst="roundRect">
                <a:avLst>
                  <a:gd name="adj" fmla="val 4234"/>
                </a:avLst>
              </a:prstGeom>
              <a:solidFill>
                <a:schemeClr val="bg1">
                  <a:lumMod val="95000"/>
                </a:schemeClr>
              </a:solidFill>
              <a:ln w="28575" cap="flat" cmpd="sng" algn="ctr">
                <a:solidFill>
                  <a:srgbClr val="1D3763"/>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9" name="TextBox 8">
                <a:extLst>
                  <a:ext uri="{FF2B5EF4-FFF2-40B4-BE49-F238E27FC236}">
                    <a16:creationId xmlns:a16="http://schemas.microsoft.com/office/drawing/2014/main" id="{59FF45A1-A8BE-910D-03BD-0CB031D915C7}"/>
                  </a:ext>
                </a:extLst>
              </p:cNvPr>
              <p:cNvSpPr txBox="1"/>
              <p:nvPr/>
            </p:nvSpPr>
            <p:spPr>
              <a:xfrm>
                <a:off x="708659" y="4898939"/>
                <a:ext cx="1394459" cy="1077218"/>
              </a:xfrm>
              <a:prstGeom prst="rect">
                <a:avLst/>
              </a:prstGeom>
              <a:noFill/>
            </p:spPr>
            <p:txBody>
              <a:bodyPr wrap="square" rtlCol="0">
                <a:spAutoFit/>
              </a:bodyPr>
              <a:lstStyle/>
              <a:p>
                <a:pPr algn="r"/>
                <a:r>
                  <a:rPr lang="en-US" sz="1600" b="1" u="sng" dirty="0"/>
                  <a:t>Prompt</a:t>
                </a:r>
              </a:p>
              <a:p>
                <a:pPr algn="r"/>
                <a:endParaRPr lang="en-US" sz="1600" b="1" u="sng" dirty="0"/>
              </a:p>
              <a:p>
                <a:pPr algn="r"/>
                <a:endParaRPr lang="en-US" sz="1600" b="1" u="sng" dirty="0"/>
              </a:p>
              <a:p>
                <a:pPr algn="r"/>
                <a:r>
                  <a:rPr lang="en-US" sz="1600" b="1" u="sng" dirty="0"/>
                  <a:t>Response</a:t>
                </a:r>
              </a:p>
            </p:txBody>
          </p:sp>
          <p:sp>
            <p:nvSpPr>
              <p:cNvPr id="10" name="TextBox 9">
                <a:extLst>
                  <a:ext uri="{FF2B5EF4-FFF2-40B4-BE49-F238E27FC236}">
                    <a16:creationId xmlns:a16="http://schemas.microsoft.com/office/drawing/2014/main" id="{95E27039-4C9B-B5FE-4035-CD2CE72E49E6}"/>
                  </a:ext>
                </a:extLst>
              </p:cNvPr>
              <p:cNvSpPr txBox="1"/>
              <p:nvPr/>
            </p:nvSpPr>
            <p:spPr>
              <a:xfrm>
                <a:off x="2103120" y="4928638"/>
                <a:ext cx="6850380" cy="523220"/>
              </a:xfrm>
              <a:prstGeom prst="rect">
                <a:avLst/>
              </a:prstGeom>
              <a:noFill/>
            </p:spPr>
            <p:txBody>
              <a:bodyPr wrap="square" rtlCol="0">
                <a:spAutoFit/>
              </a:bodyPr>
              <a:lstStyle/>
              <a:p>
                <a:r>
                  <a:rPr lang="en-US" sz="1400" i="1" dirty="0">
                    <a:latin typeface="Courier New" panose="02070309020205020404" pitchFamily="49" charset="0"/>
                    <a:cs typeface="Courier New" panose="02070309020205020404" pitchFamily="49" charset="0"/>
                  </a:rPr>
                  <a:t>Refactor the prior code to be more readable.</a:t>
                </a:r>
              </a:p>
              <a:p>
                <a:endParaRPr lang="en-US" sz="1400" dirty="0"/>
              </a:p>
            </p:txBody>
          </p:sp>
        </p:grpSp>
        <p:sp>
          <p:nvSpPr>
            <p:cNvPr id="7" name="TextBox 6">
              <a:extLst>
                <a:ext uri="{FF2B5EF4-FFF2-40B4-BE49-F238E27FC236}">
                  <a16:creationId xmlns:a16="http://schemas.microsoft.com/office/drawing/2014/main" id="{3FB3437C-3B8D-B91F-BA32-85DC0C857C5D}"/>
                </a:ext>
              </a:extLst>
            </p:cNvPr>
            <p:cNvSpPr txBox="1"/>
            <p:nvPr/>
          </p:nvSpPr>
          <p:spPr>
            <a:xfrm>
              <a:off x="2103120" y="3352895"/>
              <a:ext cx="6850380" cy="954107"/>
            </a:xfrm>
            <a:prstGeom prst="rect">
              <a:avLst/>
            </a:prstGeom>
            <a:noFill/>
          </p:spPr>
          <p:txBody>
            <a:bodyPr wrap="square" rtlCol="0">
              <a:spAutoFit/>
            </a:bodyPr>
            <a:lstStyle/>
            <a:p>
              <a:r>
                <a:rPr lang="en-US" sz="1400" b="1" dirty="0">
                  <a:latin typeface="Courier New" panose="02070309020205020404" pitchFamily="49" charset="0"/>
                  <a:cs typeface="Courier New" panose="02070309020205020404" pitchFamily="49" charset="0"/>
                </a:rPr>
                <a:t>oranges = 3</a:t>
              </a:r>
            </a:p>
            <a:p>
              <a:endParaRPr lang="en-US" sz="1400" b="1" dirty="0">
                <a:latin typeface="Courier New" panose="02070309020205020404" pitchFamily="49" charset="0"/>
                <a:cs typeface="Courier New" panose="02070309020205020404" pitchFamily="49" charset="0"/>
              </a:endParaRPr>
            </a:p>
            <a:p>
              <a:r>
                <a:rPr lang="en-US" sz="1400" b="1" dirty="0">
                  <a:solidFill>
                    <a:srgbClr val="F05323"/>
                  </a:solidFill>
                  <a:latin typeface="Courier New" panose="02070309020205020404" pitchFamily="49" charset="0"/>
                  <a:cs typeface="Courier New" panose="02070309020205020404" pitchFamily="49" charset="0"/>
                </a:rPr>
                <a:t>if</a:t>
              </a:r>
              <a:r>
                <a:rPr lang="en-US" sz="1400" b="1" dirty="0">
                  <a:latin typeface="Courier New" panose="02070309020205020404" pitchFamily="49" charset="0"/>
                  <a:cs typeface="Courier New" panose="02070309020205020404" pitchFamily="49" charset="0"/>
                </a:rPr>
                <a:t> oranges &gt; 0:</a:t>
              </a:r>
            </a:p>
            <a:p>
              <a:r>
                <a:rPr lang="en-US" sz="1400" b="1" dirty="0">
                  <a:solidFill>
                    <a:schemeClr val="bg1">
                      <a:lumMod val="75000"/>
                    </a:schemeClr>
                  </a:solidFill>
                  <a:latin typeface="Courier New" panose="02070309020205020404" pitchFamily="49" charset="0"/>
                  <a:cs typeface="Courier New" panose="02070309020205020404" pitchFamily="49" charset="0"/>
                </a:rPr>
                <a:t>	</a:t>
              </a:r>
              <a:r>
                <a:rPr lang="en-US" sz="1400" b="1" dirty="0">
                  <a:solidFill>
                    <a:srgbClr val="F05323"/>
                  </a:solidFill>
                  <a:latin typeface="Courier New" panose="02070309020205020404" pitchFamily="49" charset="0"/>
                  <a:cs typeface="Courier New" panose="02070309020205020404" pitchFamily="49" charset="0"/>
                </a:rPr>
                <a:t>print</a:t>
              </a:r>
              <a:r>
                <a:rPr lang="en-US" sz="1400" b="1" dirty="0">
                  <a:latin typeface="Courier New" panose="02070309020205020404" pitchFamily="49" charset="0"/>
                  <a:cs typeface="Courier New" panose="02070309020205020404" pitchFamily="49" charset="0"/>
                </a:rPr>
                <a:t> "There are {oranges} oranges."</a:t>
              </a:r>
              <a:endParaRPr lang="en-US" sz="1400" dirty="0">
                <a:latin typeface="Courier New" panose="02070309020205020404" pitchFamily="49" charset="0"/>
                <a:cs typeface="Courier New" panose="02070309020205020404" pitchFamily="49" charset="0"/>
              </a:endParaRPr>
            </a:p>
          </p:txBody>
        </p:sp>
      </p:grpSp>
    </p:spTree>
    <p:extLst>
      <p:ext uri="{BB962C8B-B14F-4D97-AF65-F5344CB8AC3E}">
        <p14:creationId xmlns:p14="http://schemas.microsoft.com/office/powerpoint/2010/main" val="2966060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1C1B76-45EB-990B-8FA2-E0FA6EEAD183}"/>
              </a:ext>
            </a:extLst>
          </p:cNvPr>
          <p:cNvSpPr>
            <a:spLocks noGrp="1"/>
          </p:cNvSpPr>
          <p:nvPr>
            <p:ph type="sldNum" sz="quarter" idx="12"/>
          </p:nvPr>
        </p:nvSpPr>
        <p:spPr/>
        <p:txBody>
          <a:bodyPr/>
          <a:lstStyle/>
          <a:p>
            <a:fld id="{A8160BDD-7155-D744-B749-9730458604AD}" type="slidenum">
              <a:rPr lang="en-US" smtClean="0"/>
              <a:pPr/>
              <a:t>7</a:t>
            </a:fld>
            <a:endParaRPr lang="en-US" dirty="0"/>
          </a:p>
        </p:txBody>
      </p:sp>
      <p:sp>
        <p:nvSpPr>
          <p:cNvPr id="3" name="Content Placeholder 2">
            <a:extLst>
              <a:ext uri="{FF2B5EF4-FFF2-40B4-BE49-F238E27FC236}">
                <a16:creationId xmlns:a16="http://schemas.microsoft.com/office/drawing/2014/main" id="{91B4544B-7306-888B-8B48-A1806181B752}"/>
              </a:ext>
            </a:extLst>
          </p:cNvPr>
          <p:cNvSpPr>
            <a:spLocks noGrp="1"/>
          </p:cNvSpPr>
          <p:nvPr>
            <p:ph idx="1"/>
          </p:nvPr>
        </p:nvSpPr>
        <p:spPr/>
        <p:txBody>
          <a:bodyPr/>
          <a:lstStyle/>
          <a:p>
            <a:r>
              <a:rPr lang="en-US" dirty="0"/>
              <a:t>Example:</a:t>
            </a:r>
          </a:p>
        </p:txBody>
      </p:sp>
      <p:sp>
        <p:nvSpPr>
          <p:cNvPr id="4" name="Title 3">
            <a:extLst>
              <a:ext uri="{FF2B5EF4-FFF2-40B4-BE49-F238E27FC236}">
                <a16:creationId xmlns:a16="http://schemas.microsoft.com/office/drawing/2014/main" id="{A22745F1-F157-12FE-A67C-4A1BDD4979BD}"/>
              </a:ext>
            </a:extLst>
          </p:cNvPr>
          <p:cNvSpPr>
            <a:spLocks noGrp="1"/>
          </p:cNvSpPr>
          <p:nvPr>
            <p:ph type="title"/>
          </p:nvPr>
        </p:nvSpPr>
        <p:spPr/>
        <p:txBody>
          <a:bodyPr/>
          <a:lstStyle/>
          <a:p>
            <a:r>
              <a:rPr lang="en-US" dirty="0"/>
              <a:t>Code Testing</a:t>
            </a:r>
          </a:p>
        </p:txBody>
      </p:sp>
      <p:grpSp>
        <p:nvGrpSpPr>
          <p:cNvPr id="5" name="Group 4">
            <a:extLst>
              <a:ext uri="{FF2B5EF4-FFF2-40B4-BE49-F238E27FC236}">
                <a16:creationId xmlns:a16="http://schemas.microsoft.com/office/drawing/2014/main" id="{7C0BBBF2-4A61-438E-DC66-1EE98C37A463}"/>
              </a:ext>
            </a:extLst>
          </p:cNvPr>
          <p:cNvGrpSpPr/>
          <p:nvPr/>
        </p:nvGrpSpPr>
        <p:grpSpPr>
          <a:xfrm>
            <a:off x="699952" y="1940451"/>
            <a:ext cx="8244841" cy="3188896"/>
            <a:chOff x="708659" y="2478561"/>
            <a:chExt cx="8244841" cy="3188896"/>
          </a:xfrm>
        </p:grpSpPr>
        <p:grpSp>
          <p:nvGrpSpPr>
            <p:cNvPr id="6" name="Group 5">
              <a:extLst>
                <a:ext uri="{FF2B5EF4-FFF2-40B4-BE49-F238E27FC236}">
                  <a16:creationId xmlns:a16="http://schemas.microsoft.com/office/drawing/2014/main" id="{C018FB89-1646-7D6C-F5F5-08FF863DF329}"/>
                </a:ext>
              </a:extLst>
            </p:cNvPr>
            <p:cNvGrpSpPr/>
            <p:nvPr/>
          </p:nvGrpSpPr>
          <p:grpSpPr>
            <a:xfrm>
              <a:off x="708659" y="2478561"/>
              <a:ext cx="8244841" cy="3188896"/>
              <a:chOff x="708659" y="4792867"/>
              <a:chExt cx="8244841" cy="3188896"/>
            </a:xfrm>
          </p:grpSpPr>
          <p:sp>
            <p:nvSpPr>
              <p:cNvPr id="8" name="Rectangle: Rounded Corners 7">
                <a:extLst>
                  <a:ext uri="{FF2B5EF4-FFF2-40B4-BE49-F238E27FC236}">
                    <a16:creationId xmlns:a16="http://schemas.microsoft.com/office/drawing/2014/main" id="{1D2FBB68-B8B8-FA60-8941-FC433B5FAEAE}"/>
                  </a:ext>
                </a:extLst>
              </p:cNvPr>
              <p:cNvSpPr/>
              <p:nvPr/>
            </p:nvSpPr>
            <p:spPr>
              <a:xfrm>
                <a:off x="905690" y="4792867"/>
                <a:ext cx="8047809" cy="3188896"/>
              </a:xfrm>
              <a:prstGeom prst="roundRect">
                <a:avLst>
                  <a:gd name="adj" fmla="val 4234"/>
                </a:avLst>
              </a:prstGeom>
              <a:solidFill>
                <a:schemeClr val="bg1">
                  <a:lumMod val="95000"/>
                </a:schemeClr>
              </a:solidFill>
              <a:ln w="28575" cap="flat" cmpd="sng" algn="ctr">
                <a:solidFill>
                  <a:srgbClr val="1D3763"/>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9" name="TextBox 8">
                <a:extLst>
                  <a:ext uri="{FF2B5EF4-FFF2-40B4-BE49-F238E27FC236}">
                    <a16:creationId xmlns:a16="http://schemas.microsoft.com/office/drawing/2014/main" id="{6ABAE856-22E1-5D3E-0051-E2E3B46C3895}"/>
                  </a:ext>
                </a:extLst>
              </p:cNvPr>
              <p:cNvSpPr txBox="1"/>
              <p:nvPr/>
            </p:nvSpPr>
            <p:spPr>
              <a:xfrm>
                <a:off x="708659" y="4898939"/>
                <a:ext cx="1394459" cy="1077218"/>
              </a:xfrm>
              <a:prstGeom prst="rect">
                <a:avLst/>
              </a:prstGeom>
              <a:noFill/>
            </p:spPr>
            <p:txBody>
              <a:bodyPr wrap="square" rtlCol="0">
                <a:spAutoFit/>
              </a:bodyPr>
              <a:lstStyle/>
              <a:p>
                <a:pPr algn="r"/>
                <a:r>
                  <a:rPr lang="en-US" sz="1600" b="1" u="sng" dirty="0"/>
                  <a:t>Prompt</a:t>
                </a:r>
              </a:p>
              <a:p>
                <a:pPr algn="r"/>
                <a:endParaRPr lang="en-US" sz="1600" b="1" u="sng" dirty="0"/>
              </a:p>
              <a:p>
                <a:pPr algn="r"/>
                <a:endParaRPr lang="en-US" sz="1600" b="1" u="sng" dirty="0"/>
              </a:p>
              <a:p>
                <a:pPr algn="r"/>
                <a:r>
                  <a:rPr lang="en-US" sz="1600" b="1" u="sng" dirty="0"/>
                  <a:t>Response</a:t>
                </a:r>
              </a:p>
            </p:txBody>
          </p:sp>
          <p:sp>
            <p:nvSpPr>
              <p:cNvPr id="10" name="TextBox 9">
                <a:extLst>
                  <a:ext uri="{FF2B5EF4-FFF2-40B4-BE49-F238E27FC236}">
                    <a16:creationId xmlns:a16="http://schemas.microsoft.com/office/drawing/2014/main" id="{15E41614-AC57-C01C-8E6C-9D1268171B2A}"/>
                  </a:ext>
                </a:extLst>
              </p:cNvPr>
              <p:cNvSpPr txBox="1"/>
              <p:nvPr/>
            </p:nvSpPr>
            <p:spPr>
              <a:xfrm>
                <a:off x="2103120" y="4928638"/>
                <a:ext cx="6850380" cy="738664"/>
              </a:xfrm>
              <a:prstGeom prst="rect">
                <a:avLst/>
              </a:prstGeom>
              <a:noFill/>
            </p:spPr>
            <p:txBody>
              <a:bodyPr wrap="square" rtlCol="0">
                <a:spAutoFit/>
              </a:bodyPr>
              <a:lstStyle/>
              <a:p>
                <a:r>
                  <a:rPr lang="en-US" sz="1400" i="1" dirty="0">
                    <a:latin typeface="Courier New" panose="02070309020205020404" pitchFamily="49" charset="0"/>
                    <a:cs typeface="Courier New" panose="02070309020205020404" pitchFamily="49" charset="0"/>
                  </a:rPr>
                  <a:t>Using the prior code, what happens if the number of oranges is equal to 2.5? There shouldn't be half an orange.</a:t>
                </a:r>
              </a:p>
              <a:p>
                <a:endParaRPr lang="en-US" sz="1400" dirty="0"/>
              </a:p>
            </p:txBody>
          </p:sp>
        </p:grpSp>
        <p:sp>
          <p:nvSpPr>
            <p:cNvPr id="7" name="TextBox 6">
              <a:extLst>
                <a:ext uri="{FF2B5EF4-FFF2-40B4-BE49-F238E27FC236}">
                  <a16:creationId xmlns:a16="http://schemas.microsoft.com/office/drawing/2014/main" id="{7EDF8F7A-04DB-7A38-E714-4906F9E112EF}"/>
                </a:ext>
              </a:extLst>
            </p:cNvPr>
            <p:cNvSpPr txBox="1"/>
            <p:nvPr/>
          </p:nvSpPr>
          <p:spPr>
            <a:xfrm>
              <a:off x="2103120" y="3352895"/>
              <a:ext cx="6850380" cy="2246769"/>
            </a:xfrm>
            <a:prstGeom prst="rect">
              <a:avLst/>
            </a:prstGeom>
            <a:noFill/>
          </p:spPr>
          <p:txBody>
            <a:bodyPr wrap="square" rtlCol="0">
              <a:spAutoFit/>
            </a:bodyPr>
            <a:lstStyle/>
            <a:p>
              <a:r>
                <a:rPr lang="en-US" sz="1400" dirty="0">
                  <a:latin typeface="Courier New" panose="02070309020205020404" pitchFamily="49" charset="0"/>
                  <a:cs typeface="Courier New" panose="02070309020205020404" pitchFamily="49" charset="0"/>
                </a:rPr>
                <a:t>The number of oranges will be printed, since 2.5 is greater than 0. If having half an orange is a problem, consider rounding the number down to the nearest integer before evaluating the number. This is called the "floor." An example is provided.</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oranges = </a:t>
              </a:r>
              <a:r>
                <a:rPr lang="en-US" sz="1400" b="1" dirty="0">
                  <a:solidFill>
                    <a:srgbClr val="F05323"/>
                  </a:solidFill>
                  <a:latin typeface="Courier New" panose="02070309020205020404" pitchFamily="49" charset="0"/>
                  <a:cs typeface="Courier New" panose="02070309020205020404" pitchFamily="49" charset="0"/>
                </a:rPr>
                <a:t>floor</a:t>
              </a:r>
              <a:r>
                <a:rPr lang="en-US" sz="1400" b="1" dirty="0">
                  <a:latin typeface="Courier New" panose="02070309020205020404" pitchFamily="49" charset="0"/>
                  <a:cs typeface="Courier New" panose="02070309020205020404" pitchFamily="49" charset="0"/>
                </a:rPr>
                <a:t>(oranges)</a:t>
              </a:r>
            </a:p>
            <a:p>
              <a:endParaRPr lang="en-US" sz="1400" b="1" dirty="0">
                <a:latin typeface="Courier New" panose="02070309020205020404" pitchFamily="49" charset="0"/>
                <a:cs typeface="Courier New" panose="02070309020205020404" pitchFamily="49" charset="0"/>
              </a:endParaRPr>
            </a:p>
            <a:p>
              <a:r>
                <a:rPr lang="en-US" sz="1400" b="1" dirty="0">
                  <a:solidFill>
                    <a:srgbClr val="F05323"/>
                  </a:solidFill>
                  <a:latin typeface="Courier New" panose="02070309020205020404" pitchFamily="49" charset="0"/>
                  <a:cs typeface="Courier New" panose="02070309020205020404" pitchFamily="49" charset="0"/>
                </a:rPr>
                <a:t>if</a:t>
              </a:r>
              <a:r>
                <a:rPr lang="en-US" sz="1400" b="1" dirty="0">
                  <a:latin typeface="Courier New" panose="02070309020205020404" pitchFamily="49" charset="0"/>
                  <a:cs typeface="Courier New" panose="02070309020205020404" pitchFamily="49" charset="0"/>
                </a:rPr>
                <a:t> oranges &gt; 0:</a:t>
              </a:r>
            </a:p>
            <a:p>
              <a:r>
                <a:rPr lang="en-US" sz="1400" b="1" dirty="0">
                  <a:solidFill>
                    <a:schemeClr val="bg1">
                      <a:lumMod val="75000"/>
                    </a:schemeClr>
                  </a:solidFill>
                  <a:latin typeface="Courier New" panose="02070309020205020404" pitchFamily="49" charset="0"/>
                  <a:cs typeface="Courier New" panose="02070309020205020404" pitchFamily="49" charset="0"/>
                </a:rPr>
                <a:t>	</a:t>
              </a:r>
              <a:r>
                <a:rPr lang="en-US" sz="1400" b="1" dirty="0">
                  <a:solidFill>
                    <a:srgbClr val="F05323"/>
                  </a:solidFill>
                  <a:latin typeface="Courier New" panose="02070309020205020404" pitchFamily="49" charset="0"/>
                  <a:cs typeface="Courier New" panose="02070309020205020404" pitchFamily="49" charset="0"/>
                </a:rPr>
                <a:t>print</a:t>
              </a:r>
              <a:r>
                <a:rPr lang="en-US" sz="1400" b="1" dirty="0">
                  <a:latin typeface="Courier New" panose="02070309020205020404" pitchFamily="49" charset="0"/>
                  <a:cs typeface="Courier New" panose="02070309020205020404" pitchFamily="49" charset="0"/>
                </a:rPr>
                <a:t> "There are {oranges} oranges."</a:t>
              </a:r>
              <a:endParaRPr lang="en-US" sz="1400" dirty="0">
                <a:latin typeface="Courier New" panose="02070309020205020404" pitchFamily="49" charset="0"/>
                <a:cs typeface="Courier New" panose="02070309020205020404" pitchFamily="49" charset="0"/>
              </a:endParaRPr>
            </a:p>
          </p:txBody>
        </p:sp>
      </p:grpSp>
    </p:spTree>
    <p:extLst>
      <p:ext uri="{BB962C8B-B14F-4D97-AF65-F5344CB8AC3E}">
        <p14:creationId xmlns:p14="http://schemas.microsoft.com/office/powerpoint/2010/main" val="1898672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1CAC5D-8213-1CF9-4A0F-C89B1E4231EB}"/>
              </a:ext>
            </a:extLst>
          </p:cNvPr>
          <p:cNvSpPr>
            <a:spLocks noGrp="1"/>
          </p:cNvSpPr>
          <p:nvPr>
            <p:ph type="sldNum" sz="quarter" idx="12"/>
          </p:nvPr>
        </p:nvSpPr>
        <p:spPr/>
        <p:txBody>
          <a:bodyPr/>
          <a:lstStyle/>
          <a:p>
            <a:fld id="{A8160BDD-7155-D744-B749-9730458604AD}" type="slidenum">
              <a:rPr lang="en-US" smtClean="0"/>
              <a:pPr/>
              <a:t>8</a:t>
            </a:fld>
            <a:endParaRPr lang="en-US" dirty="0"/>
          </a:p>
        </p:txBody>
      </p:sp>
      <p:sp>
        <p:nvSpPr>
          <p:cNvPr id="3" name="Content Placeholder 2">
            <a:extLst>
              <a:ext uri="{FF2B5EF4-FFF2-40B4-BE49-F238E27FC236}">
                <a16:creationId xmlns:a16="http://schemas.microsoft.com/office/drawing/2014/main" id="{C771B121-7CEE-1E05-1263-A77D42669554}"/>
              </a:ext>
            </a:extLst>
          </p:cNvPr>
          <p:cNvSpPr>
            <a:spLocks noGrp="1"/>
          </p:cNvSpPr>
          <p:nvPr>
            <p:ph idx="1"/>
          </p:nvPr>
        </p:nvSpPr>
        <p:spPr/>
        <p:txBody>
          <a:bodyPr/>
          <a:lstStyle/>
          <a:p>
            <a:r>
              <a:rPr lang="en-US" dirty="0"/>
              <a:t>Example 1:</a:t>
            </a:r>
          </a:p>
        </p:txBody>
      </p:sp>
      <p:sp>
        <p:nvSpPr>
          <p:cNvPr id="4" name="Title 3">
            <a:extLst>
              <a:ext uri="{FF2B5EF4-FFF2-40B4-BE49-F238E27FC236}">
                <a16:creationId xmlns:a16="http://schemas.microsoft.com/office/drawing/2014/main" id="{469E17E2-1087-8C07-1CBF-D14B96EA16B6}"/>
              </a:ext>
            </a:extLst>
          </p:cNvPr>
          <p:cNvSpPr>
            <a:spLocks noGrp="1"/>
          </p:cNvSpPr>
          <p:nvPr>
            <p:ph type="title"/>
          </p:nvPr>
        </p:nvSpPr>
        <p:spPr/>
        <p:txBody>
          <a:bodyPr/>
          <a:lstStyle/>
          <a:p>
            <a:r>
              <a:rPr lang="en-US" dirty="0"/>
              <a:t>Code Debugging (Slide 1 of 2)</a:t>
            </a:r>
          </a:p>
        </p:txBody>
      </p:sp>
      <p:grpSp>
        <p:nvGrpSpPr>
          <p:cNvPr id="5" name="Group 4">
            <a:extLst>
              <a:ext uri="{FF2B5EF4-FFF2-40B4-BE49-F238E27FC236}">
                <a16:creationId xmlns:a16="http://schemas.microsoft.com/office/drawing/2014/main" id="{0987FCC4-0526-0570-172D-CAAD46B74494}"/>
              </a:ext>
            </a:extLst>
          </p:cNvPr>
          <p:cNvGrpSpPr/>
          <p:nvPr/>
        </p:nvGrpSpPr>
        <p:grpSpPr>
          <a:xfrm>
            <a:off x="699952" y="1835946"/>
            <a:ext cx="8244841" cy="4329723"/>
            <a:chOff x="708659" y="2478560"/>
            <a:chExt cx="8244841" cy="4329723"/>
          </a:xfrm>
        </p:grpSpPr>
        <p:grpSp>
          <p:nvGrpSpPr>
            <p:cNvPr id="6" name="Group 5">
              <a:extLst>
                <a:ext uri="{FF2B5EF4-FFF2-40B4-BE49-F238E27FC236}">
                  <a16:creationId xmlns:a16="http://schemas.microsoft.com/office/drawing/2014/main" id="{212A76C0-CFBA-485C-EF57-7F1C9CA6F1E4}"/>
                </a:ext>
              </a:extLst>
            </p:cNvPr>
            <p:cNvGrpSpPr/>
            <p:nvPr/>
          </p:nvGrpSpPr>
          <p:grpSpPr>
            <a:xfrm>
              <a:off x="708659" y="2478560"/>
              <a:ext cx="8244841" cy="4329723"/>
              <a:chOff x="708659" y="4792866"/>
              <a:chExt cx="8244841" cy="4329723"/>
            </a:xfrm>
          </p:grpSpPr>
          <p:sp>
            <p:nvSpPr>
              <p:cNvPr id="8" name="Rectangle: Rounded Corners 7">
                <a:extLst>
                  <a:ext uri="{FF2B5EF4-FFF2-40B4-BE49-F238E27FC236}">
                    <a16:creationId xmlns:a16="http://schemas.microsoft.com/office/drawing/2014/main" id="{368F8C68-DD5D-C336-6D88-4EABD28C9200}"/>
                  </a:ext>
                </a:extLst>
              </p:cNvPr>
              <p:cNvSpPr/>
              <p:nvPr/>
            </p:nvSpPr>
            <p:spPr>
              <a:xfrm>
                <a:off x="905690" y="4792866"/>
                <a:ext cx="8047809" cy="4329723"/>
              </a:xfrm>
              <a:prstGeom prst="roundRect">
                <a:avLst>
                  <a:gd name="adj" fmla="val 4234"/>
                </a:avLst>
              </a:prstGeom>
              <a:solidFill>
                <a:schemeClr val="bg1">
                  <a:lumMod val="95000"/>
                </a:schemeClr>
              </a:solidFill>
              <a:ln w="28575" cap="flat" cmpd="sng" algn="ctr">
                <a:solidFill>
                  <a:srgbClr val="1D3763"/>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9" name="TextBox 8">
                <a:extLst>
                  <a:ext uri="{FF2B5EF4-FFF2-40B4-BE49-F238E27FC236}">
                    <a16:creationId xmlns:a16="http://schemas.microsoft.com/office/drawing/2014/main" id="{42BE42C8-7C21-18BD-9F5C-6E15A54E962D}"/>
                  </a:ext>
                </a:extLst>
              </p:cNvPr>
              <p:cNvSpPr txBox="1"/>
              <p:nvPr/>
            </p:nvSpPr>
            <p:spPr>
              <a:xfrm>
                <a:off x="708659" y="4898939"/>
                <a:ext cx="1394459" cy="2554545"/>
              </a:xfrm>
              <a:prstGeom prst="rect">
                <a:avLst/>
              </a:prstGeom>
              <a:noFill/>
            </p:spPr>
            <p:txBody>
              <a:bodyPr wrap="square" rtlCol="0">
                <a:spAutoFit/>
              </a:bodyPr>
              <a:lstStyle/>
              <a:p>
                <a:pPr algn="r"/>
                <a:r>
                  <a:rPr lang="en-US" sz="1600" b="1" u="sng" dirty="0"/>
                  <a:t>Prompt</a:t>
                </a:r>
              </a:p>
              <a:p>
                <a:pPr algn="r"/>
                <a:endParaRPr lang="en-US" sz="1600" b="1" u="sng" dirty="0"/>
              </a:p>
              <a:p>
                <a:pPr algn="r"/>
                <a:endParaRPr lang="en-US" sz="1600" b="1" u="sng" dirty="0"/>
              </a:p>
              <a:p>
                <a:pPr algn="r"/>
                <a:endParaRPr lang="en-US" sz="1600" b="1" u="sng" dirty="0"/>
              </a:p>
              <a:p>
                <a:pPr algn="r"/>
                <a:endParaRPr lang="en-US" sz="1600" b="1" u="sng" dirty="0"/>
              </a:p>
              <a:p>
                <a:pPr algn="r"/>
                <a:endParaRPr lang="en-US" sz="1600" b="1" u="sng" dirty="0"/>
              </a:p>
              <a:p>
                <a:pPr algn="r"/>
                <a:endParaRPr lang="en-US" sz="1600" b="1" u="sng" dirty="0"/>
              </a:p>
              <a:p>
                <a:pPr algn="r"/>
                <a:endParaRPr lang="en-US" sz="1600" b="1" u="sng" dirty="0"/>
              </a:p>
              <a:p>
                <a:pPr algn="r"/>
                <a:endParaRPr lang="en-US" sz="1600" b="1" u="sng" dirty="0"/>
              </a:p>
              <a:p>
                <a:pPr algn="r"/>
                <a:r>
                  <a:rPr lang="en-US" sz="1600" b="1" u="sng" dirty="0"/>
                  <a:t>Response</a:t>
                </a:r>
              </a:p>
            </p:txBody>
          </p:sp>
          <p:sp>
            <p:nvSpPr>
              <p:cNvPr id="10" name="TextBox 9">
                <a:extLst>
                  <a:ext uri="{FF2B5EF4-FFF2-40B4-BE49-F238E27FC236}">
                    <a16:creationId xmlns:a16="http://schemas.microsoft.com/office/drawing/2014/main" id="{6AFA7F72-DD68-2011-AABF-02C9D6B96FC2}"/>
                  </a:ext>
                </a:extLst>
              </p:cNvPr>
              <p:cNvSpPr txBox="1"/>
              <p:nvPr/>
            </p:nvSpPr>
            <p:spPr>
              <a:xfrm>
                <a:off x="2103120" y="4928638"/>
                <a:ext cx="6850380" cy="1815882"/>
              </a:xfrm>
              <a:prstGeom prst="rect">
                <a:avLst/>
              </a:prstGeom>
              <a:noFill/>
            </p:spPr>
            <p:txBody>
              <a:bodyPr wrap="square" rtlCol="0">
                <a:spAutoFit/>
              </a:bodyPr>
              <a:lstStyle/>
              <a:p>
                <a:r>
                  <a:rPr lang="en-US" sz="1400" i="1" dirty="0">
                    <a:latin typeface="Courier New" panose="02070309020205020404" pitchFamily="49" charset="0"/>
                    <a:cs typeface="Courier New" panose="02070309020205020404" pitchFamily="49" charset="0"/>
                  </a:rPr>
                  <a:t>Why is the following code not running?</a:t>
                </a:r>
              </a:p>
              <a:p>
                <a:endParaRPr lang="en-US" sz="1400" i="1" dirty="0">
                  <a:latin typeface="Courier New" panose="02070309020205020404" pitchFamily="49" charset="0"/>
                  <a:cs typeface="Courier New" panose="02070309020205020404" pitchFamily="49" charset="0"/>
                </a:endParaRPr>
              </a:p>
              <a:p>
                <a:r>
                  <a:rPr lang="en-US" sz="1400" i="1" dirty="0">
                    <a:latin typeface="Courier New" panose="02070309020205020404" pitchFamily="49" charset="0"/>
                    <a:cs typeface="Courier New" panose="02070309020205020404" pitchFamily="49" charset="0"/>
                  </a:rPr>
                  <a:t>oranges = 3</a:t>
                </a:r>
              </a:p>
              <a:p>
                <a:endParaRPr lang="en-US" sz="1400" i="1" dirty="0">
                  <a:latin typeface="Courier New" panose="02070309020205020404" pitchFamily="49" charset="0"/>
                  <a:cs typeface="Courier New" panose="02070309020205020404" pitchFamily="49" charset="0"/>
                </a:endParaRPr>
              </a:p>
              <a:p>
                <a:r>
                  <a:rPr lang="en-US" sz="1400" i="1" dirty="0">
                    <a:solidFill>
                      <a:srgbClr val="F05323"/>
                    </a:solidFill>
                    <a:latin typeface="Courier New" panose="02070309020205020404" pitchFamily="49" charset="0"/>
                    <a:cs typeface="Courier New" panose="02070309020205020404" pitchFamily="49" charset="0"/>
                  </a:rPr>
                  <a:t>if</a:t>
                </a:r>
                <a:r>
                  <a:rPr lang="en-US" sz="1400" i="1" dirty="0">
                    <a:latin typeface="Courier New" panose="02070309020205020404" pitchFamily="49" charset="0"/>
                    <a:cs typeface="Courier New" panose="02070309020205020404" pitchFamily="49" charset="0"/>
                  </a:rPr>
                  <a:t> oranges &gt; 0:</a:t>
                </a:r>
              </a:p>
              <a:p>
                <a:r>
                  <a:rPr lang="en-US" sz="1400" i="1" dirty="0">
                    <a:solidFill>
                      <a:schemeClr val="bg1">
                        <a:lumMod val="75000"/>
                      </a:schemeClr>
                    </a:solidFill>
                    <a:latin typeface="Courier New" panose="02070309020205020404" pitchFamily="49" charset="0"/>
                    <a:cs typeface="Courier New" panose="02070309020205020404" pitchFamily="49" charset="0"/>
                  </a:rPr>
                  <a:t>    </a:t>
                </a:r>
                <a:r>
                  <a:rPr lang="en-US" sz="1400" i="1" dirty="0">
                    <a:solidFill>
                      <a:srgbClr val="F05323"/>
                    </a:solidFill>
                    <a:latin typeface="Courier New" panose="02070309020205020404" pitchFamily="49" charset="0"/>
                    <a:cs typeface="Courier New" panose="02070309020205020404" pitchFamily="49" charset="0"/>
                  </a:rPr>
                  <a:t>print</a:t>
                </a:r>
                <a:r>
                  <a:rPr lang="en-US" sz="1400" i="1" dirty="0">
                    <a:latin typeface="Courier New" panose="02070309020205020404" pitchFamily="49" charset="0"/>
                    <a:cs typeface="Courier New" panose="02070309020205020404" pitchFamily="49" charset="0"/>
                  </a:rPr>
                  <a:t> "There are {oranges} oranges."</a:t>
                </a:r>
              </a:p>
              <a:p>
                <a:r>
                  <a:rPr lang="en-US" sz="1400" i="1" dirty="0">
                    <a:solidFill>
                      <a:srgbClr val="F05323"/>
                    </a:solidFill>
                    <a:latin typeface="Courier New" panose="02070309020205020404" pitchFamily="49" charset="0"/>
                    <a:cs typeface="Courier New" panose="02070309020205020404" pitchFamily="49" charset="0"/>
                  </a:rPr>
                  <a:t>    print</a:t>
                </a:r>
                <a:r>
                  <a:rPr lang="en-US" sz="1400" i="1" dirty="0">
                    <a:latin typeface="Courier New" panose="02070309020205020404" pitchFamily="49" charset="0"/>
                    <a:cs typeface="Courier New" panose="02070309020205020404" pitchFamily="49" charset="0"/>
                  </a:rPr>
                  <a:t> "Added them to your shopping cart.</a:t>
                </a:r>
              </a:p>
              <a:p>
                <a:endParaRPr lang="en-US" sz="1400" dirty="0"/>
              </a:p>
            </p:txBody>
          </p:sp>
        </p:grpSp>
        <p:sp>
          <p:nvSpPr>
            <p:cNvPr id="7" name="TextBox 6">
              <a:extLst>
                <a:ext uri="{FF2B5EF4-FFF2-40B4-BE49-F238E27FC236}">
                  <a16:creationId xmlns:a16="http://schemas.microsoft.com/office/drawing/2014/main" id="{CEC334E6-D47F-DD90-4EC1-C75AE25378DE}"/>
                </a:ext>
              </a:extLst>
            </p:cNvPr>
            <p:cNvSpPr txBox="1"/>
            <p:nvPr/>
          </p:nvSpPr>
          <p:spPr>
            <a:xfrm>
              <a:off x="2103120" y="4815937"/>
              <a:ext cx="6850380" cy="1815882"/>
            </a:xfrm>
            <a:prstGeom prst="rect">
              <a:avLst/>
            </a:prstGeom>
            <a:noFill/>
          </p:spPr>
          <p:txBody>
            <a:bodyPr wrap="square" rtlCol="0">
              <a:spAutoFit/>
            </a:bodyPr>
            <a:lstStyle/>
            <a:p>
              <a:r>
                <a:rPr lang="en-US" sz="1400" dirty="0">
                  <a:latin typeface="Courier New" panose="02070309020205020404" pitchFamily="49" charset="0"/>
                  <a:cs typeface="Courier New" panose="02070309020205020404" pitchFamily="49" charset="0"/>
                </a:rPr>
                <a:t>The code fails to run because there is no closing quotation mark (") in the final print statement. Here's a fixed version:</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oranges = 3</a:t>
              </a:r>
            </a:p>
            <a:p>
              <a:endParaRPr lang="en-US" sz="1400" b="1" dirty="0">
                <a:latin typeface="Courier New" panose="02070309020205020404" pitchFamily="49" charset="0"/>
                <a:cs typeface="Courier New" panose="02070309020205020404" pitchFamily="49" charset="0"/>
              </a:endParaRPr>
            </a:p>
            <a:p>
              <a:r>
                <a:rPr lang="en-US" sz="1400" b="1" dirty="0">
                  <a:solidFill>
                    <a:srgbClr val="F05323"/>
                  </a:solidFill>
                  <a:latin typeface="Courier New" panose="02070309020205020404" pitchFamily="49" charset="0"/>
                  <a:cs typeface="Courier New" panose="02070309020205020404" pitchFamily="49" charset="0"/>
                </a:rPr>
                <a:t>if</a:t>
              </a:r>
              <a:r>
                <a:rPr lang="en-US" sz="1400" b="1" dirty="0">
                  <a:latin typeface="Courier New" panose="02070309020205020404" pitchFamily="49" charset="0"/>
                  <a:cs typeface="Courier New" panose="02070309020205020404" pitchFamily="49" charset="0"/>
                </a:rPr>
                <a:t> oranges &gt; 0:</a:t>
              </a:r>
            </a:p>
            <a:p>
              <a:r>
                <a:rPr lang="en-US" sz="1400" b="1" dirty="0">
                  <a:solidFill>
                    <a:schemeClr val="bg1">
                      <a:lumMod val="75000"/>
                    </a:schemeClr>
                  </a:solidFill>
                  <a:latin typeface="Courier New" panose="02070309020205020404" pitchFamily="49" charset="0"/>
                  <a:cs typeface="Courier New" panose="02070309020205020404" pitchFamily="49" charset="0"/>
                </a:rPr>
                <a:t>    </a:t>
              </a:r>
              <a:r>
                <a:rPr lang="en-US" sz="1400" b="1" dirty="0">
                  <a:solidFill>
                    <a:srgbClr val="F05323"/>
                  </a:solidFill>
                  <a:latin typeface="Courier New" panose="02070309020205020404" pitchFamily="49" charset="0"/>
                  <a:cs typeface="Courier New" panose="02070309020205020404" pitchFamily="49" charset="0"/>
                </a:rPr>
                <a:t>print</a:t>
              </a:r>
              <a:r>
                <a:rPr lang="en-US" sz="1400" b="1" dirty="0">
                  <a:latin typeface="Courier New" panose="02070309020205020404" pitchFamily="49" charset="0"/>
                  <a:cs typeface="Courier New" panose="02070309020205020404" pitchFamily="49" charset="0"/>
                </a:rPr>
                <a:t> "There are {oranges} oranges."</a:t>
              </a:r>
            </a:p>
            <a:p>
              <a:r>
                <a:rPr lang="en-US" sz="1400" b="1" dirty="0">
                  <a:solidFill>
                    <a:srgbClr val="F05323"/>
                  </a:solidFill>
                  <a:latin typeface="Courier New" panose="02070309020205020404" pitchFamily="49" charset="0"/>
                  <a:cs typeface="Courier New" panose="02070309020205020404" pitchFamily="49" charset="0"/>
                </a:rPr>
                <a:t>    print</a:t>
              </a:r>
              <a:r>
                <a:rPr lang="en-US" sz="1400" b="1" dirty="0">
                  <a:latin typeface="Courier New" panose="02070309020205020404" pitchFamily="49" charset="0"/>
                  <a:cs typeface="Courier New" panose="02070309020205020404" pitchFamily="49" charset="0"/>
                </a:rPr>
                <a:t> "Added them to your shopping cart."</a:t>
              </a:r>
              <a:endParaRPr lang="en-US" sz="1400" dirty="0">
                <a:latin typeface="Courier New" panose="02070309020205020404" pitchFamily="49" charset="0"/>
                <a:cs typeface="Courier New" panose="02070309020205020404" pitchFamily="49" charset="0"/>
              </a:endParaRPr>
            </a:p>
          </p:txBody>
        </p:sp>
      </p:grpSp>
    </p:spTree>
    <p:extLst>
      <p:ext uri="{BB962C8B-B14F-4D97-AF65-F5344CB8AC3E}">
        <p14:creationId xmlns:p14="http://schemas.microsoft.com/office/powerpoint/2010/main" val="2504688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1CAC5D-8213-1CF9-4A0F-C89B1E4231EB}"/>
              </a:ext>
            </a:extLst>
          </p:cNvPr>
          <p:cNvSpPr>
            <a:spLocks noGrp="1"/>
          </p:cNvSpPr>
          <p:nvPr>
            <p:ph type="sldNum" sz="quarter" idx="12"/>
          </p:nvPr>
        </p:nvSpPr>
        <p:spPr/>
        <p:txBody>
          <a:bodyPr/>
          <a:lstStyle/>
          <a:p>
            <a:fld id="{A8160BDD-7155-D744-B749-9730458604AD}" type="slidenum">
              <a:rPr lang="en-US" smtClean="0"/>
              <a:pPr/>
              <a:t>9</a:t>
            </a:fld>
            <a:endParaRPr lang="en-US" dirty="0"/>
          </a:p>
        </p:txBody>
      </p:sp>
      <p:sp>
        <p:nvSpPr>
          <p:cNvPr id="3" name="Content Placeholder 2">
            <a:extLst>
              <a:ext uri="{FF2B5EF4-FFF2-40B4-BE49-F238E27FC236}">
                <a16:creationId xmlns:a16="http://schemas.microsoft.com/office/drawing/2014/main" id="{C771B121-7CEE-1E05-1263-A77D42669554}"/>
              </a:ext>
            </a:extLst>
          </p:cNvPr>
          <p:cNvSpPr>
            <a:spLocks noGrp="1"/>
          </p:cNvSpPr>
          <p:nvPr>
            <p:ph idx="1"/>
          </p:nvPr>
        </p:nvSpPr>
        <p:spPr/>
        <p:txBody>
          <a:bodyPr/>
          <a:lstStyle/>
          <a:p>
            <a:r>
              <a:rPr lang="en-US" dirty="0"/>
              <a:t>Example 2:</a:t>
            </a:r>
          </a:p>
        </p:txBody>
      </p:sp>
      <p:sp>
        <p:nvSpPr>
          <p:cNvPr id="4" name="Title 3">
            <a:extLst>
              <a:ext uri="{FF2B5EF4-FFF2-40B4-BE49-F238E27FC236}">
                <a16:creationId xmlns:a16="http://schemas.microsoft.com/office/drawing/2014/main" id="{469E17E2-1087-8C07-1CBF-D14B96EA16B6}"/>
              </a:ext>
            </a:extLst>
          </p:cNvPr>
          <p:cNvSpPr>
            <a:spLocks noGrp="1"/>
          </p:cNvSpPr>
          <p:nvPr>
            <p:ph type="title"/>
          </p:nvPr>
        </p:nvSpPr>
        <p:spPr/>
        <p:txBody>
          <a:bodyPr/>
          <a:lstStyle/>
          <a:p>
            <a:r>
              <a:rPr lang="en-US" dirty="0"/>
              <a:t>Code Debugging (Slide 2 of 2)</a:t>
            </a:r>
          </a:p>
        </p:txBody>
      </p:sp>
      <p:grpSp>
        <p:nvGrpSpPr>
          <p:cNvPr id="5" name="Group 4">
            <a:extLst>
              <a:ext uri="{FF2B5EF4-FFF2-40B4-BE49-F238E27FC236}">
                <a16:creationId xmlns:a16="http://schemas.microsoft.com/office/drawing/2014/main" id="{0987FCC4-0526-0570-172D-CAAD46B74494}"/>
              </a:ext>
            </a:extLst>
          </p:cNvPr>
          <p:cNvGrpSpPr/>
          <p:nvPr/>
        </p:nvGrpSpPr>
        <p:grpSpPr>
          <a:xfrm>
            <a:off x="699952" y="1835947"/>
            <a:ext cx="8244841" cy="3432740"/>
            <a:chOff x="708659" y="2478561"/>
            <a:chExt cx="8244841" cy="3432740"/>
          </a:xfrm>
        </p:grpSpPr>
        <p:grpSp>
          <p:nvGrpSpPr>
            <p:cNvPr id="6" name="Group 5">
              <a:extLst>
                <a:ext uri="{FF2B5EF4-FFF2-40B4-BE49-F238E27FC236}">
                  <a16:creationId xmlns:a16="http://schemas.microsoft.com/office/drawing/2014/main" id="{212A76C0-CFBA-485C-EF57-7F1C9CA6F1E4}"/>
                </a:ext>
              </a:extLst>
            </p:cNvPr>
            <p:cNvGrpSpPr/>
            <p:nvPr/>
          </p:nvGrpSpPr>
          <p:grpSpPr>
            <a:xfrm>
              <a:off x="708659" y="2478561"/>
              <a:ext cx="8244841" cy="3432740"/>
              <a:chOff x="708659" y="4792867"/>
              <a:chExt cx="8244841" cy="3432740"/>
            </a:xfrm>
          </p:grpSpPr>
          <p:sp>
            <p:nvSpPr>
              <p:cNvPr id="8" name="Rectangle: Rounded Corners 7">
                <a:extLst>
                  <a:ext uri="{FF2B5EF4-FFF2-40B4-BE49-F238E27FC236}">
                    <a16:creationId xmlns:a16="http://schemas.microsoft.com/office/drawing/2014/main" id="{368F8C68-DD5D-C336-6D88-4EABD28C9200}"/>
                  </a:ext>
                </a:extLst>
              </p:cNvPr>
              <p:cNvSpPr/>
              <p:nvPr/>
            </p:nvSpPr>
            <p:spPr>
              <a:xfrm>
                <a:off x="905690" y="4792867"/>
                <a:ext cx="8047809" cy="3432740"/>
              </a:xfrm>
              <a:prstGeom prst="roundRect">
                <a:avLst>
                  <a:gd name="adj" fmla="val 4234"/>
                </a:avLst>
              </a:prstGeom>
              <a:solidFill>
                <a:schemeClr val="bg1">
                  <a:lumMod val="95000"/>
                </a:schemeClr>
              </a:solidFill>
              <a:ln w="28575" cap="flat" cmpd="sng" algn="ctr">
                <a:solidFill>
                  <a:srgbClr val="1D3763"/>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9" name="TextBox 8">
                <a:extLst>
                  <a:ext uri="{FF2B5EF4-FFF2-40B4-BE49-F238E27FC236}">
                    <a16:creationId xmlns:a16="http://schemas.microsoft.com/office/drawing/2014/main" id="{42BE42C8-7C21-18BD-9F5C-6E15A54E962D}"/>
                  </a:ext>
                </a:extLst>
              </p:cNvPr>
              <p:cNvSpPr txBox="1"/>
              <p:nvPr/>
            </p:nvSpPr>
            <p:spPr>
              <a:xfrm>
                <a:off x="708659" y="4898939"/>
                <a:ext cx="1394459" cy="1077218"/>
              </a:xfrm>
              <a:prstGeom prst="rect">
                <a:avLst/>
              </a:prstGeom>
              <a:noFill/>
            </p:spPr>
            <p:txBody>
              <a:bodyPr wrap="square" rtlCol="0">
                <a:spAutoFit/>
              </a:bodyPr>
              <a:lstStyle/>
              <a:p>
                <a:pPr algn="r"/>
                <a:r>
                  <a:rPr lang="en-US" sz="1600" b="1" u="sng" dirty="0"/>
                  <a:t>Prompt</a:t>
                </a:r>
              </a:p>
              <a:p>
                <a:pPr algn="r"/>
                <a:endParaRPr lang="en-US" sz="1600" b="1" u="sng" dirty="0"/>
              </a:p>
              <a:p>
                <a:pPr algn="r"/>
                <a:endParaRPr lang="en-US" sz="1600" b="1" u="sng" dirty="0"/>
              </a:p>
              <a:p>
                <a:pPr algn="r"/>
                <a:r>
                  <a:rPr lang="en-US" sz="1600" b="1" u="sng" dirty="0"/>
                  <a:t>Response</a:t>
                </a:r>
              </a:p>
            </p:txBody>
          </p:sp>
          <p:sp>
            <p:nvSpPr>
              <p:cNvPr id="10" name="TextBox 9">
                <a:extLst>
                  <a:ext uri="{FF2B5EF4-FFF2-40B4-BE49-F238E27FC236}">
                    <a16:creationId xmlns:a16="http://schemas.microsoft.com/office/drawing/2014/main" id="{6AFA7F72-DD68-2011-AABF-02C9D6B96FC2}"/>
                  </a:ext>
                </a:extLst>
              </p:cNvPr>
              <p:cNvSpPr txBox="1"/>
              <p:nvPr/>
            </p:nvSpPr>
            <p:spPr>
              <a:xfrm>
                <a:off x="2103120" y="4928638"/>
                <a:ext cx="6850380" cy="738664"/>
              </a:xfrm>
              <a:prstGeom prst="rect">
                <a:avLst/>
              </a:prstGeom>
              <a:noFill/>
            </p:spPr>
            <p:txBody>
              <a:bodyPr wrap="square" rtlCol="0">
                <a:spAutoFit/>
              </a:bodyPr>
              <a:lstStyle/>
              <a:p>
                <a:r>
                  <a:rPr lang="en-US" sz="1400" i="1" dirty="0">
                    <a:latin typeface="Courier New" panose="02070309020205020404" pitchFamily="49" charset="0"/>
                    <a:cs typeface="Courier New" panose="02070309020205020404" pitchFamily="49" charset="0"/>
                  </a:rPr>
                  <a:t>Why does the prior code not print a message when there are 0 oranges?</a:t>
                </a:r>
              </a:p>
              <a:p>
                <a:endParaRPr lang="en-US" sz="1400" dirty="0"/>
              </a:p>
            </p:txBody>
          </p:sp>
        </p:grpSp>
        <p:sp>
          <p:nvSpPr>
            <p:cNvPr id="7" name="TextBox 6">
              <a:extLst>
                <a:ext uri="{FF2B5EF4-FFF2-40B4-BE49-F238E27FC236}">
                  <a16:creationId xmlns:a16="http://schemas.microsoft.com/office/drawing/2014/main" id="{CEC334E6-D47F-DD90-4EC1-C75AE25378DE}"/>
                </a:ext>
              </a:extLst>
            </p:cNvPr>
            <p:cNvSpPr txBox="1"/>
            <p:nvPr/>
          </p:nvSpPr>
          <p:spPr>
            <a:xfrm>
              <a:off x="2103120" y="3344185"/>
              <a:ext cx="6850380" cy="2462213"/>
            </a:xfrm>
            <a:prstGeom prst="rect">
              <a:avLst/>
            </a:prstGeom>
            <a:noFill/>
          </p:spPr>
          <p:txBody>
            <a:bodyPr wrap="square" rtlCol="0">
              <a:spAutoFit/>
            </a:bodyPr>
            <a:lstStyle/>
            <a:p>
              <a:r>
                <a:rPr lang="en-US" sz="1400" dirty="0">
                  <a:latin typeface="Courier New" panose="02070309020205020404" pitchFamily="49" charset="0"/>
                  <a:cs typeface="Courier New" panose="02070309020205020404" pitchFamily="49" charset="0"/>
                </a:rPr>
                <a:t>The code doesn't print when there are 0 oranges because the conditional statement requires that the number of oranges is greater than 0. If you want to print the number of oranges regardless of how many there are, except for in the case of negative numbers, you could change the code as follows:</a:t>
              </a:r>
            </a:p>
            <a:p>
              <a:endParaRPr lang="en-US" sz="1400" b="1" dirty="0">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oranges = 3</a:t>
              </a:r>
            </a:p>
            <a:p>
              <a:endParaRPr lang="en-US" sz="1400" b="1" dirty="0">
                <a:latin typeface="Courier New" panose="02070309020205020404" pitchFamily="49" charset="0"/>
                <a:cs typeface="Courier New" panose="02070309020205020404" pitchFamily="49" charset="0"/>
              </a:endParaRPr>
            </a:p>
            <a:p>
              <a:r>
                <a:rPr lang="en-US" sz="1400" b="1" dirty="0">
                  <a:solidFill>
                    <a:srgbClr val="F05323"/>
                  </a:solidFill>
                  <a:latin typeface="Courier New" panose="02070309020205020404" pitchFamily="49" charset="0"/>
                  <a:cs typeface="Courier New" panose="02070309020205020404" pitchFamily="49" charset="0"/>
                </a:rPr>
                <a:t>if</a:t>
              </a:r>
              <a:r>
                <a:rPr lang="en-US" sz="1400" b="1" dirty="0">
                  <a:latin typeface="Courier New" panose="02070309020205020404" pitchFamily="49" charset="0"/>
                  <a:cs typeface="Courier New" panose="02070309020205020404" pitchFamily="49" charset="0"/>
                </a:rPr>
                <a:t> oranges &gt;= 0:</a:t>
              </a:r>
            </a:p>
            <a:p>
              <a:r>
                <a:rPr lang="en-US" sz="1400" b="1" dirty="0">
                  <a:solidFill>
                    <a:schemeClr val="bg1">
                      <a:lumMod val="75000"/>
                    </a:schemeClr>
                  </a:solidFill>
                  <a:latin typeface="Courier New" panose="02070309020205020404" pitchFamily="49" charset="0"/>
                  <a:cs typeface="Courier New" panose="02070309020205020404" pitchFamily="49" charset="0"/>
                </a:rPr>
                <a:t>    </a:t>
              </a:r>
              <a:r>
                <a:rPr lang="en-US" sz="1400" b="1" dirty="0">
                  <a:solidFill>
                    <a:srgbClr val="F05323"/>
                  </a:solidFill>
                  <a:latin typeface="Courier New" panose="02070309020205020404" pitchFamily="49" charset="0"/>
                  <a:cs typeface="Courier New" panose="02070309020205020404" pitchFamily="49" charset="0"/>
                </a:rPr>
                <a:t>print</a:t>
              </a:r>
              <a:r>
                <a:rPr lang="en-US" sz="1400" b="1" dirty="0">
                  <a:latin typeface="Courier New" panose="02070309020205020404" pitchFamily="49" charset="0"/>
                  <a:cs typeface="Courier New" panose="02070309020205020404" pitchFamily="49" charset="0"/>
                </a:rPr>
                <a:t> "There are {oranges} oranges."</a:t>
              </a:r>
            </a:p>
            <a:p>
              <a:r>
                <a:rPr lang="en-US" sz="1400" b="1" dirty="0">
                  <a:solidFill>
                    <a:srgbClr val="F05323"/>
                  </a:solidFill>
                  <a:latin typeface="Courier New" panose="02070309020205020404" pitchFamily="49" charset="0"/>
                  <a:cs typeface="Courier New" panose="02070309020205020404" pitchFamily="49" charset="0"/>
                </a:rPr>
                <a:t>    print</a:t>
              </a:r>
              <a:r>
                <a:rPr lang="en-US" sz="1400" b="1" dirty="0">
                  <a:latin typeface="Courier New" panose="02070309020205020404" pitchFamily="49" charset="0"/>
                  <a:cs typeface="Courier New" panose="02070309020205020404" pitchFamily="49" charset="0"/>
                </a:rPr>
                <a:t> "Added them to your shopping cart."</a:t>
              </a:r>
              <a:endParaRPr lang="en-US" sz="1400" dirty="0">
                <a:latin typeface="Courier New" panose="02070309020205020404" pitchFamily="49" charset="0"/>
                <a:cs typeface="Courier New" panose="02070309020205020404" pitchFamily="49" charset="0"/>
              </a:endParaRPr>
            </a:p>
          </p:txBody>
        </p:sp>
      </p:grpSp>
    </p:spTree>
    <p:extLst>
      <p:ext uri="{BB962C8B-B14F-4D97-AF65-F5344CB8AC3E}">
        <p14:creationId xmlns:p14="http://schemas.microsoft.com/office/powerpoint/2010/main" val="1863582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96B821-209F-6AE1-9600-F7AD53E475A2}"/>
              </a:ext>
            </a:extLst>
          </p:cNvPr>
          <p:cNvSpPr>
            <a:spLocks noGrp="1"/>
          </p:cNvSpPr>
          <p:nvPr>
            <p:ph type="sldNum" sz="quarter" idx="12"/>
          </p:nvPr>
        </p:nvSpPr>
        <p:spPr/>
        <p:txBody>
          <a:bodyPr/>
          <a:lstStyle/>
          <a:p>
            <a:fld id="{A8160BDD-7155-D744-B749-9730458604AD}" type="slidenum">
              <a:rPr lang="en-US" smtClean="0"/>
              <a:pPr/>
              <a:t>10</a:t>
            </a:fld>
            <a:endParaRPr lang="en-US" dirty="0"/>
          </a:p>
        </p:txBody>
      </p:sp>
      <p:sp>
        <p:nvSpPr>
          <p:cNvPr id="3" name="Content Placeholder 2">
            <a:extLst>
              <a:ext uri="{FF2B5EF4-FFF2-40B4-BE49-F238E27FC236}">
                <a16:creationId xmlns:a16="http://schemas.microsoft.com/office/drawing/2014/main" id="{00DEF88D-C36E-E095-B34F-C4E5BF27BEC7}"/>
              </a:ext>
            </a:extLst>
          </p:cNvPr>
          <p:cNvSpPr>
            <a:spLocks noGrp="1"/>
          </p:cNvSpPr>
          <p:nvPr>
            <p:ph idx="1"/>
          </p:nvPr>
        </p:nvSpPr>
        <p:spPr/>
        <p:txBody>
          <a:bodyPr/>
          <a:lstStyle/>
          <a:p>
            <a:r>
              <a:rPr lang="en-US" dirty="0"/>
              <a:t>Difficult to know where to comment and where not to.</a:t>
            </a:r>
          </a:p>
          <a:p>
            <a:r>
              <a:rPr lang="en-US" dirty="0"/>
              <a:t>AI can analyze code and determine best places to comment.</a:t>
            </a:r>
          </a:p>
          <a:p>
            <a:r>
              <a:rPr lang="en-US" dirty="0"/>
              <a:t>AI can also generate the comments.</a:t>
            </a:r>
          </a:p>
          <a:p>
            <a:endParaRPr lang="en-US" dirty="0"/>
          </a:p>
          <a:p>
            <a:r>
              <a:rPr lang="en-US" dirty="0"/>
              <a:t>Example:</a:t>
            </a:r>
          </a:p>
        </p:txBody>
      </p:sp>
      <p:sp>
        <p:nvSpPr>
          <p:cNvPr id="4" name="Title 3">
            <a:extLst>
              <a:ext uri="{FF2B5EF4-FFF2-40B4-BE49-F238E27FC236}">
                <a16:creationId xmlns:a16="http://schemas.microsoft.com/office/drawing/2014/main" id="{1865D854-A029-C3D0-9235-987FC41A1920}"/>
              </a:ext>
            </a:extLst>
          </p:cNvPr>
          <p:cNvSpPr>
            <a:spLocks noGrp="1"/>
          </p:cNvSpPr>
          <p:nvPr>
            <p:ph type="title"/>
          </p:nvPr>
        </p:nvSpPr>
        <p:spPr/>
        <p:txBody>
          <a:bodyPr/>
          <a:lstStyle/>
          <a:p>
            <a:r>
              <a:rPr lang="en-US" dirty="0"/>
              <a:t>Code Commenting and Documentation</a:t>
            </a:r>
          </a:p>
        </p:txBody>
      </p:sp>
      <p:grpSp>
        <p:nvGrpSpPr>
          <p:cNvPr id="6" name="Group 5">
            <a:extLst>
              <a:ext uri="{FF2B5EF4-FFF2-40B4-BE49-F238E27FC236}">
                <a16:creationId xmlns:a16="http://schemas.microsoft.com/office/drawing/2014/main" id="{32999F9B-1FC3-4933-7B20-3370FCB11602}"/>
              </a:ext>
            </a:extLst>
          </p:cNvPr>
          <p:cNvGrpSpPr/>
          <p:nvPr/>
        </p:nvGrpSpPr>
        <p:grpSpPr>
          <a:xfrm>
            <a:off x="699952" y="3116113"/>
            <a:ext cx="8244841" cy="2405127"/>
            <a:chOff x="708659" y="2478561"/>
            <a:chExt cx="8244841" cy="2405127"/>
          </a:xfrm>
        </p:grpSpPr>
        <p:grpSp>
          <p:nvGrpSpPr>
            <p:cNvPr id="7" name="Group 6">
              <a:extLst>
                <a:ext uri="{FF2B5EF4-FFF2-40B4-BE49-F238E27FC236}">
                  <a16:creationId xmlns:a16="http://schemas.microsoft.com/office/drawing/2014/main" id="{D7F06337-D9A2-2DB5-8BE8-AE70BFE7828D}"/>
                </a:ext>
              </a:extLst>
            </p:cNvPr>
            <p:cNvGrpSpPr/>
            <p:nvPr/>
          </p:nvGrpSpPr>
          <p:grpSpPr>
            <a:xfrm>
              <a:off x="708659" y="2478561"/>
              <a:ext cx="8244841" cy="2405127"/>
              <a:chOff x="708659" y="4792867"/>
              <a:chExt cx="8244841" cy="2405127"/>
            </a:xfrm>
          </p:grpSpPr>
          <p:sp>
            <p:nvSpPr>
              <p:cNvPr id="9" name="Rectangle: Rounded Corners 8">
                <a:extLst>
                  <a:ext uri="{FF2B5EF4-FFF2-40B4-BE49-F238E27FC236}">
                    <a16:creationId xmlns:a16="http://schemas.microsoft.com/office/drawing/2014/main" id="{44D489C0-2B2E-B764-66B0-4B700E71F028}"/>
                  </a:ext>
                </a:extLst>
              </p:cNvPr>
              <p:cNvSpPr/>
              <p:nvPr/>
            </p:nvSpPr>
            <p:spPr>
              <a:xfrm>
                <a:off x="905690" y="4792867"/>
                <a:ext cx="8047809" cy="2405127"/>
              </a:xfrm>
              <a:prstGeom prst="roundRect">
                <a:avLst>
                  <a:gd name="adj" fmla="val 4234"/>
                </a:avLst>
              </a:prstGeom>
              <a:solidFill>
                <a:schemeClr val="bg1">
                  <a:lumMod val="95000"/>
                </a:schemeClr>
              </a:solidFill>
              <a:ln w="28575" cap="flat" cmpd="sng" algn="ctr">
                <a:solidFill>
                  <a:srgbClr val="1D3763"/>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10" name="TextBox 9">
                <a:extLst>
                  <a:ext uri="{FF2B5EF4-FFF2-40B4-BE49-F238E27FC236}">
                    <a16:creationId xmlns:a16="http://schemas.microsoft.com/office/drawing/2014/main" id="{9E6D7ED9-A580-5C02-2978-5CD8EE61D151}"/>
                  </a:ext>
                </a:extLst>
              </p:cNvPr>
              <p:cNvSpPr txBox="1"/>
              <p:nvPr/>
            </p:nvSpPr>
            <p:spPr>
              <a:xfrm>
                <a:off x="708659" y="4898939"/>
                <a:ext cx="1394459" cy="1077218"/>
              </a:xfrm>
              <a:prstGeom prst="rect">
                <a:avLst/>
              </a:prstGeom>
              <a:noFill/>
            </p:spPr>
            <p:txBody>
              <a:bodyPr wrap="square" rtlCol="0">
                <a:spAutoFit/>
              </a:bodyPr>
              <a:lstStyle/>
              <a:p>
                <a:pPr algn="r"/>
                <a:r>
                  <a:rPr lang="en-US" sz="1600" b="1" u="sng" dirty="0"/>
                  <a:t>Prompt</a:t>
                </a:r>
              </a:p>
              <a:p>
                <a:pPr algn="r"/>
                <a:endParaRPr lang="en-US" sz="1600" b="1" u="sng" dirty="0"/>
              </a:p>
              <a:p>
                <a:pPr algn="r"/>
                <a:endParaRPr lang="en-US" sz="1600" b="1" u="sng" dirty="0"/>
              </a:p>
              <a:p>
                <a:pPr algn="r"/>
                <a:r>
                  <a:rPr lang="en-US" sz="1600" b="1" u="sng" dirty="0"/>
                  <a:t>Response</a:t>
                </a:r>
              </a:p>
            </p:txBody>
          </p:sp>
          <p:sp>
            <p:nvSpPr>
              <p:cNvPr id="11" name="TextBox 10">
                <a:extLst>
                  <a:ext uri="{FF2B5EF4-FFF2-40B4-BE49-F238E27FC236}">
                    <a16:creationId xmlns:a16="http://schemas.microsoft.com/office/drawing/2014/main" id="{AE3DABDB-1820-C139-B888-2797C387FA2B}"/>
                  </a:ext>
                </a:extLst>
              </p:cNvPr>
              <p:cNvSpPr txBox="1"/>
              <p:nvPr/>
            </p:nvSpPr>
            <p:spPr>
              <a:xfrm>
                <a:off x="2103120" y="4928638"/>
                <a:ext cx="6850380" cy="738664"/>
              </a:xfrm>
              <a:prstGeom prst="rect">
                <a:avLst/>
              </a:prstGeom>
              <a:noFill/>
            </p:spPr>
            <p:txBody>
              <a:bodyPr wrap="square" rtlCol="0">
                <a:spAutoFit/>
              </a:bodyPr>
              <a:lstStyle/>
              <a:p>
                <a:r>
                  <a:rPr lang="en-US" sz="1400" i="1" dirty="0">
                    <a:latin typeface="Courier New" panose="02070309020205020404" pitchFamily="49" charset="0"/>
                    <a:cs typeface="Courier New" panose="02070309020205020404" pitchFamily="49" charset="0"/>
                  </a:rPr>
                  <a:t>Add a comment to the prior code indicating what still needs to be done to make the logic more robust.</a:t>
                </a:r>
              </a:p>
              <a:p>
                <a:endParaRPr lang="en-US" sz="1400" dirty="0"/>
              </a:p>
            </p:txBody>
          </p:sp>
        </p:grpSp>
        <p:sp>
          <p:nvSpPr>
            <p:cNvPr id="8" name="TextBox 7">
              <a:extLst>
                <a:ext uri="{FF2B5EF4-FFF2-40B4-BE49-F238E27FC236}">
                  <a16:creationId xmlns:a16="http://schemas.microsoft.com/office/drawing/2014/main" id="{8AD2EDB0-1704-BA9A-92D8-DC7309EFB70C}"/>
                </a:ext>
              </a:extLst>
            </p:cNvPr>
            <p:cNvSpPr txBox="1"/>
            <p:nvPr/>
          </p:nvSpPr>
          <p:spPr>
            <a:xfrm>
              <a:off x="2103120" y="3344185"/>
              <a:ext cx="6850380" cy="1384995"/>
            </a:xfrm>
            <a:prstGeom prst="rect">
              <a:avLst/>
            </a:prstGeom>
            <a:noFill/>
          </p:spPr>
          <p:txBody>
            <a:bodyPr wrap="square" rtlCol="0">
              <a:spAutoFit/>
            </a:bodyPr>
            <a:lstStyle/>
            <a:p>
              <a:r>
                <a:rPr lang="en-US" sz="1400" b="1" dirty="0">
                  <a:latin typeface="Courier New" panose="02070309020205020404" pitchFamily="49" charset="0"/>
                  <a:cs typeface="Courier New" panose="02070309020205020404" pitchFamily="49" charset="0"/>
                </a:rPr>
                <a:t>oranges = 3</a:t>
              </a:r>
            </a:p>
            <a:p>
              <a:endParaRPr lang="en-US" sz="1400" b="1" dirty="0">
                <a:latin typeface="Courier New" panose="02070309020205020404" pitchFamily="49" charset="0"/>
                <a:cs typeface="Courier New" panose="02070309020205020404" pitchFamily="49" charset="0"/>
              </a:endParaRPr>
            </a:p>
            <a:p>
              <a:r>
                <a:rPr lang="en-US" sz="1400" b="1" dirty="0">
                  <a:solidFill>
                    <a:srgbClr val="198CA8"/>
                  </a:solidFill>
                  <a:latin typeface="Courier New" panose="02070309020205020404" pitchFamily="49" charset="0"/>
                  <a:cs typeface="Courier New" panose="02070309020205020404" pitchFamily="49" charset="0"/>
                </a:rPr>
                <a:t># TODO: Print different message for 0 oranges.</a:t>
              </a:r>
            </a:p>
            <a:p>
              <a:r>
                <a:rPr lang="en-US" sz="1400" b="1" dirty="0">
                  <a:solidFill>
                    <a:srgbClr val="F05323"/>
                  </a:solidFill>
                  <a:latin typeface="Courier New" panose="02070309020205020404" pitchFamily="49" charset="0"/>
                  <a:cs typeface="Courier New" panose="02070309020205020404" pitchFamily="49" charset="0"/>
                </a:rPr>
                <a:t>if</a:t>
              </a:r>
              <a:r>
                <a:rPr lang="en-US" sz="1400" b="1" dirty="0">
                  <a:latin typeface="Courier New" panose="02070309020205020404" pitchFamily="49" charset="0"/>
                  <a:cs typeface="Courier New" panose="02070309020205020404" pitchFamily="49" charset="0"/>
                </a:rPr>
                <a:t> oranges &gt;= 0:</a:t>
              </a:r>
            </a:p>
            <a:p>
              <a:r>
                <a:rPr lang="en-US" sz="1400" b="1" dirty="0">
                  <a:solidFill>
                    <a:schemeClr val="bg1">
                      <a:lumMod val="75000"/>
                    </a:schemeClr>
                  </a:solidFill>
                  <a:latin typeface="Courier New" panose="02070309020205020404" pitchFamily="49" charset="0"/>
                  <a:cs typeface="Courier New" panose="02070309020205020404" pitchFamily="49" charset="0"/>
                </a:rPr>
                <a:t>    </a:t>
              </a:r>
              <a:r>
                <a:rPr lang="en-US" sz="1400" b="1" dirty="0">
                  <a:solidFill>
                    <a:srgbClr val="F05323"/>
                  </a:solidFill>
                  <a:latin typeface="Courier New" panose="02070309020205020404" pitchFamily="49" charset="0"/>
                  <a:cs typeface="Courier New" panose="02070309020205020404" pitchFamily="49" charset="0"/>
                </a:rPr>
                <a:t>print</a:t>
              </a:r>
              <a:r>
                <a:rPr lang="en-US" sz="1400" b="1" dirty="0">
                  <a:latin typeface="Courier New" panose="02070309020205020404" pitchFamily="49" charset="0"/>
                  <a:cs typeface="Courier New" panose="02070309020205020404" pitchFamily="49" charset="0"/>
                </a:rPr>
                <a:t> "There are {oranges} oranges."</a:t>
              </a:r>
            </a:p>
            <a:p>
              <a:r>
                <a:rPr lang="en-US" sz="1400" b="1" dirty="0">
                  <a:solidFill>
                    <a:srgbClr val="F05323"/>
                  </a:solidFill>
                  <a:latin typeface="Courier New" panose="02070309020205020404" pitchFamily="49" charset="0"/>
                  <a:cs typeface="Courier New" panose="02070309020205020404" pitchFamily="49" charset="0"/>
                </a:rPr>
                <a:t>    print</a:t>
              </a:r>
              <a:r>
                <a:rPr lang="en-US" sz="1400" b="1" dirty="0">
                  <a:latin typeface="Courier New" panose="02070309020205020404" pitchFamily="49" charset="0"/>
                  <a:cs typeface="Courier New" panose="02070309020205020404" pitchFamily="49" charset="0"/>
                </a:rPr>
                <a:t> "Added them to your shopping cart."</a:t>
              </a:r>
              <a:endParaRPr lang="en-US" sz="1400" dirty="0">
                <a:latin typeface="Courier New" panose="02070309020205020404" pitchFamily="49" charset="0"/>
                <a:cs typeface="Courier New" panose="02070309020205020404" pitchFamily="49" charset="0"/>
              </a:endParaRPr>
            </a:p>
          </p:txBody>
        </p:sp>
      </p:grpSp>
    </p:spTree>
    <p:extLst>
      <p:ext uri="{BB962C8B-B14F-4D97-AF65-F5344CB8AC3E}">
        <p14:creationId xmlns:p14="http://schemas.microsoft.com/office/powerpoint/2010/main" val="1259844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0F24-62F3-FF2D-D4E2-6758034210B5}"/>
              </a:ext>
            </a:extLst>
          </p:cNvPr>
          <p:cNvSpPr>
            <a:spLocks noGrp="1"/>
          </p:cNvSpPr>
          <p:nvPr>
            <p:ph type="title"/>
          </p:nvPr>
        </p:nvSpPr>
        <p:spPr/>
        <p:txBody>
          <a:bodyPr/>
          <a:lstStyle/>
          <a:p>
            <a:r>
              <a:rPr lang="en-US" dirty="0"/>
              <a:t>Integrated AI for Code</a:t>
            </a:r>
          </a:p>
        </p:txBody>
      </p:sp>
      <p:sp>
        <p:nvSpPr>
          <p:cNvPr id="3" name="Slide Number Placeholder 2">
            <a:extLst>
              <a:ext uri="{FF2B5EF4-FFF2-40B4-BE49-F238E27FC236}">
                <a16:creationId xmlns:a16="http://schemas.microsoft.com/office/drawing/2014/main" id="{4911DCE2-366C-7F03-4C29-A463C251F415}"/>
              </a:ext>
            </a:extLst>
          </p:cNvPr>
          <p:cNvSpPr>
            <a:spLocks noGrp="1"/>
          </p:cNvSpPr>
          <p:nvPr>
            <p:ph type="sldNum" sz="quarter" idx="12"/>
          </p:nvPr>
        </p:nvSpPr>
        <p:spPr/>
        <p:txBody>
          <a:bodyPr/>
          <a:lstStyle/>
          <a:p>
            <a:fld id="{A8160BDD-7155-D744-B749-9730458604AD}" type="slidenum">
              <a:rPr lang="en-US" smtClean="0"/>
              <a:t>11</a:t>
            </a:fld>
            <a:endParaRPr lang="en-US" dirty="0"/>
          </a:p>
        </p:txBody>
      </p:sp>
      <p:grpSp>
        <p:nvGrpSpPr>
          <p:cNvPr id="14" name="Group 13">
            <a:extLst>
              <a:ext uri="{FF2B5EF4-FFF2-40B4-BE49-F238E27FC236}">
                <a16:creationId xmlns:a16="http://schemas.microsoft.com/office/drawing/2014/main" id="{C4AA48B0-D4D7-DA55-55B4-3B8CBBC855CF}"/>
              </a:ext>
            </a:extLst>
          </p:cNvPr>
          <p:cNvGrpSpPr/>
          <p:nvPr/>
        </p:nvGrpSpPr>
        <p:grpSpPr>
          <a:xfrm>
            <a:off x="2229394" y="1315739"/>
            <a:ext cx="7498080" cy="4789714"/>
            <a:chOff x="2229394" y="1315739"/>
            <a:chExt cx="7498080" cy="4789714"/>
          </a:xfrm>
        </p:grpSpPr>
        <p:grpSp>
          <p:nvGrpSpPr>
            <p:cNvPr id="7" name="Group 6">
              <a:extLst>
                <a:ext uri="{FF2B5EF4-FFF2-40B4-BE49-F238E27FC236}">
                  <a16:creationId xmlns:a16="http://schemas.microsoft.com/office/drawing/2014/main" id="{2ABC80AC-A4C2-8EAA-6081-A174A8AB4D8A}"/>
                </a:ext>
              </a:extLst>
            </p:cNvPr>
            <p:cNvGrpSpPr/>
            <p:nvPr/>
          </p:nvGrpSpPr>
          <p:grpSpPr>
            <a:xfrm>
              <a:off x="2229394" y="1315739"/>
              <a:ext cx="7498080" cy="4789714"/>
              <a:chOff x="2229394" y="1315739"/>
              <a:chExt cx="7498080" cy="4789714"/>
            </a:xfrm>
          </p:grpSpPr>
          <p:grpSp>
            <p:nvGrpSpPr>
              <p:cNvPr id="43" name="Group 42">
                <a:extLst>
                  <a:ext uri="{FF2B5EF4-FFF2-40B4-BE49-F238E27FC236}">
                    <a16:creationId xmlns:a16="http://schemas.microsoft.com/office/drawing/2014/main" id="{03DA9FD1-67F0-D17C-F283-754630A521BD}"/>
                  </a:ext>
                </a:extLst>
              </p:cNvPr>
              <p:cNvGrpSpPr/>
              <p:nvPr/>
            </p:nvGrpSpPr>
            <p:grpSpPr>
              <a:xfrm>
                <a:off x="2229394" y="1315739"/>
                <a:ext cx="7498080" cy="4789714"/>
                <a:chOff x="2229394" y="1315739"/>
                <a:chExt cx="7498080" cy="4789714"/>
              </a:xfrm>
            </p:grpSpPr>
            <p:sp>
              <p:nvSpPr>
                <p:cNvPr id="11" name="Rectangle: Rounded Corners 10">
                  <a:extLst>
                    <a:ext uri="{FF2B5EF4-FFF2-40B4-BE49-F238E27FC236}">
                      <a16:creationId xmlns:a16="http://schemas.microsoft.com/office/drawing/2014/main" id="{41E32EB3-E2D4-D3AD-1C59-3C9A90B3D46E}"/>
                    </a:ext>
                  </a:extLst>
                </p:cNvPr>
                <p:cNvSpPr>
                  <a:spLocks/>
                </p:cNvSpPr>
                <p:nvPr/>
              </p:nvSpPr>
              <p:spPr>
                <a:xfrm>
                  <a:off x="2229394" y="1315739"/>
                  <a:ext cx="7498080" cy="4789714"/>
                </a:xfrm>
                <a:prstGeom prst="roundRect">
                  <a:avLst>
                    <a:gd name="adj" fmla="val 1031"/>
                  </a:avLst>
                </a:prstGeom>
                <a:solidFill>
                  <a:schemeClr val="bg1">
                    <a:lumMod val="65000"/>
                  </a:schemeClr>
                </a:solidFill>
                <a:ln w="28575" cap="flat" cmpd="sng" algn="ctr">
                  <a:solidFill>
                    <a:schemeClr val="bg1">
                      <a:lumMod val="65000"/>
                    </a:schemeClr>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13" name="Rectangle: Rounded Corners 12">
                  <a:extLst>
                    <a:ext uri="{FF2B5EF4-FFF2-40B4-BE49-F238E27FC236}">
                      <a16:creationId xmlns:a16="http://schemas.microsoft.com/office/drawing/2014/main" id="{32B6AF2E-8DF5-8AF3-C286-3AA739624B3D}"/>
                    </a:ext>
                  </a:extLst>
                </p:cNvPr>
                <p:cNvSpPr>
                  <a:spLocks/>
                </p:cNvSpPr>
                <p:nvPr/>
              </p:nvSpPr>
              <p:spPr>
                <a:xfrm>
                  <a:off x="2238375" y="1315739"/>
                  <a:ext cx="7489099" cy="428625"/>
                </a:xfrm>
                <a:prstGeom prst="roundRect">
                  <a:avLst>
                    <a:gd name="adj" fmla="val 11652"/>
                  </a:avLst>
                </a:prstGeom>
                <a:solidFill>
                  <a:schemeClr val="bg1">
                    <a:lumMod val="5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6" name="Oval 15">
                  <a:extLst>
                    <a:ext uri="{FF2B5EF4-FFF2-40B4-BE49-F238E27FC236}">
                      <a16:creationId xmlns:a16="http://schemas.microsoft.com/office/drawing/2014/main" id="{A0D92A03-2367-3482-C4C2-5508FF478042}"/>
                    </a:ext>
                  </a:extLst>
                </p:cNvPr>
                <p:cNvSpPr/>
                <p:nvPr/>
              </p:nvSpPr>
              <p:spPr>
                <a:xfrm>
                  <a:off x="9492343" y="1479758"/>
                  <a:ext cx="95794" cy="100584"/>
                </a:xfrm>
                <a:prstGeom prst="ellipse">
                  <a:avLst/>
                </a:prstGeom>
                <a:solidFill>
                  <a:srgbClr val="E71854"/>
                </a:solidFill>
                <a:ln w="28575" cap="flat" cmpd="sng" algn="ctr">
                  <a:noFill/>
                  <a:prstDash val="solid"/>
                </a:ln>
                <a:effectLst/>
                <a:scene3d>
                  <a:camera prst="orthographicFront"/>
                  <a:lightRig rig="threePt" dir="t"/>
                </a:scene3d>
                <a:sp3d>
                  <a:bevelT w="139700" prst="cross"/>
                </a:sp3d>
              </p:spPr>
              <p:txBody>
                <a:bodyPr rtlCol="0" anchor="ctr"/>
                <a:lstStyle/>
                <a:p>
                  <a:pPr algn="ctr" defTabSz="914400"/>
                  <a:endParaRPr lang="en-US" sz="1100" b="1" kern="0" dirty="0">
                    <a:solidFill>
                      <a:srgbClr val="FF0000"/>
                    </a:solidFill>
                    <a:latin typeface="Arial"/>
                  </a:endParaRPr>
                </a:p>
              </p:txBody>
            </p:sp>
            <p:sp>
              <p:nvSpPr>
                <p:cNvPr id="17" name="Oval 16">
                  <a:extLst>
                    <a:ext uri="{FF2B5EF4-FFF2-40B4-BE49-F238E27FC236}">
                      <a16:creationId xmlns:a16="http://schemas.microsoft.com/office/drawing/2014/main" id="{C02F14F4-D973-A409-3425-E6FFC0AE0534}"/>
                    </a:ext>
                  </a:extLst>
                </p:cNvPr>
                <p:cNvSpPr/>
                <p:nvPr/>
              </p:nvSpPr>
              <p:spPr>
                <a:xfrm>
                  <a:off x="9344162" y="1479758"/>
                  <a:ext cx="95794" cy="100584"/>
                </a:xfrm>
                <a:prstGeom prst="ellipse">
                  <a:avLst/>
                </a:prstGeom>
                <a:solidFill>
                  <a:srgbClr val="198CA8"/>
                </a:solidFill>
                <a:ln w="28575" cap="flat" cmpd="sng" algn="ctr">
                  <a:noFill/>
                  <a:prstDash val="solid"/>
                </a:ln>
                <a:effectLst/>
                <a:scene3d>
                  <a:camera prst="orthographicFront"/>
                  <a:lightRig rig="threePt" dir="t"/>
                </a:scene3d>
                <a:sp3d>
                  <a:bevelT w="139700" prst="cross"/>
                </a:sp3d>
              </p:spPr>
              <p:txBody>
                <a:bodyPr rtlCol="0" anchor="ctr"/>
                <a:lstStyle/>
                <a:p>
                  <a:pPr algn="ctr" defTabSz="914400"/>
                  <a:endParaRPr lang="en-US" sz="1100" b="1" kern="0" dirty="0">
                    <a:solidFill>
                      <a:srgbClr val="FF0000"/>
                    </a:solidFill>
                    <a:latin typeface="Arial"/>
                  </a:endParaRPr>
                </a:p>
              </p:txBody>
            </p:sp>
            <p:sp>
              <p:nvSpPr>
                <p:cNvPr id="18" name="Oval 17">
                  <a:extLst>
                    <a:ext uri="{FF2B5EF4-FFF2-40B4-BE49-F238E27FC236}">
                      <a16:creationId xmlns:a16="http://schemas.microsoft.com/office/drawing/2014/main" id="{0FF89031-A089-C284-948E-0689D2B0FAFF}"/>
                    </a:ext>
                  </a:extLst>
                </p:cNvPr>
                <p:cNvSpPr/>
                <p:nvPr/>
              </p:nvSpPr>
              <p:spPr>
                <a:xfrm>
                  <a:off x="9195844" y="1479549"/>
                  <a:ext cx="95794" cy="100584"/>
                </a:xfrm>
                <a:prstGeom prst="ellipse">
                  <a:avLst/>
                </a:prstGeom>
                <a:solidFill>
                  <a:srgbClr val="009DDC"/>
                </a:solidFill>
                <a:ln w="28575" cap="flat" cmpd="sng" algn="ctr">
                  <a:noFill/>
                  <a:prstDash val="solid"/>
                </a:ln>
                <a:effectLst/>
                <a:scene3d>
                  <a:camera prst="orthographicFront"/>
                  <a:lightRig rig="threePt" dir="t"/>
                </a:scene3d>
                <a:sp3d>
                  <a:bevelT w="139700" prst="cross"/>
                </a:sp3d>
              </p:spPr>
              <p:txBody>
                <a:bodyPr rtlCol="0" anchor="ctr"/>
                <a:lstStyle/>
                <a:p>
                  <a:pPr algn="ctr" defTabSz="914400"/>
                  <a:endParaRPr lang="en-US" sz="1100" b="1" kern="0" dirty="0">
                    <a:solidFill>
                      <a:srgbClr val="FF0000"/>
                    </a:solidFill>
                    <a:latin typeface="Arial"/>
                  </a:endParaRPr>
                </a:p>
              </p:txBody>
            </p:sp>
            <p:sp>
              <p:nvSpPr>
                <p:cNvPr id="19" name="Rectangle: Rounded Corners 18">
                  <a:extLst>
                    <a:ext uri="{FF2B5EF4-FFF2-40B4-BE49-F238E27FC236}">
                      <a16:creationId xmlns:a16="http://schemas.microsoft.com/office/drawing/2014/main" id="{302EDFA5-2B99-91BD-E309-5A2072467ECF}"/>
                    </a:ext>
                  </a:extLst>
                </p:cNvPr>
                <p:cNvSpPr/>
                <p:nvPr/>
              </p:nvSpPr>
              <p:spPr>
                <a:xfrm>
                  <a:off x="2717074" y="1994264"/>
                  <a:ext cx="6526667" cy="3723092"/>
                </a:xfrm>
                <a:prstGeom prst="roundRect">
                  <a:avLst>
                    <a:gd name="adj" fmla="val 2646"/>
                  </a:avLst>
                </a:prstGeom>
                <a:solidFill>
                  <a:schemeClr val="tx1">
                    <a:lumMod val="75000"/>
                    <a:lumOff val="25000"/>
                  </a:schemeClr>
                </a:solidFill>
                <a:ln w="28575" cap="flat" cmpd="sng" algn="ctr">
                  <a:solidFill>
                    <a:schemeClr val="bg1">
                      <a:lumMod val="95000"/>
                    </a:schemeClr>
                  </a:solidFill>
                  <a:prstDash val="solid"/>
                </a:ln>
                <a:effectLst/>
              </p:spPr>
              <p:txBody>
                <a:bodyPr rtlCol="0" anchor="ctr"/>
                <a:lstStyle/>
                <a:p>
                  <a:pPr algn="ctr" defTabSz="914400"/>
                  <a:endParaRPr lang="en-US" sz="1100" b="1" kern="0" dirty="0">
                    <a:solidFill>
                      <a:srgbClr val="FF0000"/>
                    </a:solidFill>
                    <a:latin typeface="Arial"/>
                  </a:endParaRPr>
                </a:p>
              </p:txBody>
            </p:sp>
          </p:grpSp>
          <p:sp>
            <p:nvSpPr>
              <p:cNvPr id="4" name="TextBox 3">
                <a:extLst>
                  <a:ext uri="{FF2B5EF4-FFF2-40B4-BE49-F238E27FC236}">
                    <a16:creationId xmlns:a16="http://schemas.microsoft.com/office/drawing/2014/main" id="{690861BC-2347-9F1D-781D-EC03906A9136}"/>
                  </a:ext>
                </a:extLst>
              </p:cNvPr>
              <p:cNvSpPr txBox="1"/>
              <p:nvPr/>
            </p:nvSpPr>
            <p:spPr>
              <a:xfrm>
                <a:off x="2308859" y="2063935"/>
                <a:ext cx="6934881" cy="3754874"/>
              </a:xfrm>
              <a:prstGeom prst="rect">
                <a:avLst/>
              </a:prstGeom>
              <a:noFill/>
            </p:spPr>
            <p:txBody>
              <a:bodyPr wrap="square" rtlCol="0">
                <a:spAutoFit/>
              </a:bodyPr>
              <a:lstStyle/>
              <a:p>
                <a:r>
                  <a:rPr lang="en-US" sz="1400" b="1" dirty="0">
                    <a:latin typeface="Courier New" panose="02070309020205020404" pitchFamily="49" charset="0"/>
                    <a:cs typeface="Courier New" panose="02070309020205020404" pitchFamily="49" charset="0"/>
                  </a:rPr>
                  <a:t>1    </a:t>
                </a:r>
                <a:r>
                  <a:rPr lang="en-US" sz="1400" b="1" dirty="0">
                    <a:solidFill>
                      <a:srgbClr val="F05323"/>
                    </a:solidFill>
                    <a:latin typeface="Courier New" panose="02070309020205020404" pitchFamily="49" charset="0"/>
                    <a:cs typeface="Courier New" panose="02070309020205020404" pitchFamily="49" charset="0"/>
                  </a:rPr>
                  <a:t>import</a:t>
                </a:r>
                <a:r>
                  <a:rPr lang="en-US" sz="1400" b="1" dirty="0">
                    <a:latin typeface="Courier New" panose="02070309020205020404" pitchFamily="49" charset="0"/>
                    <a:cs typeface="Courier New" panose="02070309020205020404" pitchFamily="49" charset="0"/>
                  </a:rPr>
                  <a:t> </a:t>
                </a:r>
                <a:r>
                  <a:rPr lang="en-US" sz="1400" b="1" dirty="0">
                    <a:solidFill>
                      <a:schemeClr val="bg1"/>
                    </a:solidFill>
                    <a:latin typeface="Courier New" panose="02070309020205020404" pitchFamily="49" charset="0"/>
                    <a:cs typeface="Courier New" panose="02070309020205020404" pitchFamily="49" charset="0"/>
                  </a:rPr>
                  <a:t>plot_library </a:t>
                </a:r>
                <a:r>
                  <a:rPr lang="en-US" sz="1400" b="1" dirty="0">
                    <a:solidFill>
                      <a:srgbClr val="F05323"/>
                    </a:solidFill>
                    <a:latin typeface="Courier New" panose="02070309020205020404" pitchFamily="49" charset="0"/>
                    <a:cs typeface="Courier New" panose="02070309020205020404" pitchFamily="49" charset="0"/>
                  </a:rPr>
                  <a:t>as</a:t>
                </a:r>
                <a:r>
                  <a:rPr lang="en-US" sz="1400" b="1" dirty="0">
                    <a:solidFill>
                      <a:schemeClr val="bg1"/>
                    </a:solidFill>
                    <a:latin typeface="Courier New" panose="02070309020205020404" pitchFamily="49" charset="0"/>
                    <a:cs typeface="Courier New" panose="02070309020205020404" pitchFamily="49" charset="0"/>
                  </a:rPr>
                  <a:t> plot</a:t>
                </a:r>
              </a:p>
              <a:p>
                <a:r>
                  <a:rPr lang="en-US" sz="1400" b="1" dirty="0">
                    <a:latin typeface="Courier New" panose="02070309020205020404" pitchFamily="49" charset="0"/>
                    <a:cs typeface="Courier New" panose="02070309020205020404" pitchFamily="49" charset="0"/>
                  </a:rPr>
                  <a:t>2    </a:t>
                </a:r>
              </a:p>
              <a:p>
                <a:r>
                  <a:rPr lang="en-US" sz="1400" b="1" dirty="0">
                    <a:latin typeface="Courier New" panose="02070309020205020404" pitchFamily="49" charset="0"/>
                    <a:cs typeface="Courier New" panose="02070309020205020404" pitchFamily="49" charset="0"/>
                  </a:rPr>
                  <a:t>3    </a:t>
                </a:r>
                <a:r>
                  <a:rPr lang="en-US" sz="1400" b="1" dirty="0">
                    <a:solidFill>
                      <a:srgbClr val="1D76BB"/>
                    </a:solidFill>
                    <a:latin typeface="Courier New" panose="02070309020205020404" pitchFamily="49" charset="0"/>
                    <a:cs typeface="Courier New" panose="02070309020205020404" pitchFamily="49" charset="0"/>
                  </a:rPr>
                  <a:t>draw_scatterplot</a:t>
                </a:r>
                <a:r>
                  <a:rPr lang="en-US" sz="1400" b="1" dirty="0">
                    <a:solidFill>
                      <a:schemeClr val="bg1"/>
                    </a:solidFill>
                    <a:latin typeface="Courier New" panose="02070309020205020404" pitchFamily="49" charset="0"/>
                    <a:cs typeface="Courier New" panose="02070309020205020404" pitchFamily="49" charset="0"/>
                  </a:rPr>
                  <a:t>(x, y) {</a:t>
                </a:r>
              </a:p>
              <a:p>
                <a:r>
                  <a:rPr lang="en-US" sz="1400" b="1" dirty="0">
                    <a:latin typeface="Courier New" panose="02070309020205020404" pitchFamily="49" charset="0"/>
                    <a:cs typeface="Courier New" panose="02070309020205020404" pitchFamily="49" charset="0"/>
                  </a:rPr>
                  <a:t>4        </a:t>
                </a:r>
                <a:endParaRPr lang="en-US" sz="1400" b="1" dirty="0">
                  <a:solidFill>
                    <a:schemeClr val="bg1"/>
                  </a:solidFill>
                  <a:highlight>
                    <a:srgbClr val="C0C0C0"/>
                  </a:highlight>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5        </a:t>
                </a:r>
              </a:p>
              <a:p>
                <a:r>
                  <a:rPr lang="en-US" sz="1400" b="1" dirty="0">
                    <a:latin typeface="Courier New" panose="02070309020205020404" pitchFamily="49" charset="0"/>
                    <a:cs typeface="Courier New" panose="02070309020205020404" pitchFamily="49" charset="0"/>
                  </a:rPr>
                  <a:t>6        </a:t>
                </a:r>
                <a:endParaRPr lang="en-US" sz="1400" b="1" dirty="0">
                  <a:solidFill>
                    <a:schemeClr val="bg1"/>
                  </a:solidFill>
                  <a:highlight>
                    <a:srgbClr val="C0C0C0"/>
                  </a:highlight>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7          </a:t>
                </a:r>
              </a:p>
              <a:p>
                <a:r>
                  <a:rPr lang="en-US" sz="1400" b="1" dirty="0">
                    <a:latin typeface="Courier New" panose="02070309020205020404" pitchFamily="49" charset="0"/>
                    <a:cs typeface="Courier New" panose="02070309020205020404" pitchFamily="49" charset="0"/>
                  </a:rPr>
                  <a:t>8        </a:t>
                </a:r>
                <a:endParaRPr lang="en-US" sz="1400" b="1" dirty="0">
                  <a:solidFill>
                    <a:schemeClr val="bg1"/>
                  </a:solidFill>
                  <a:highlight>
                    <a:srgbClr val="C0C0C0"/>
                  </a:highlight>
                  <a:latin typeface="Courier New" panose="02070309020205020404" pitchFamily="49" charset="0"/>
                  <a:cs typeface="Courier New" panose="02070309020205020404" pitchFamily="49" charset="0"/>
                </a:endParaRPr>
              </a:p>
              <a:p>
                <a:r>
                  <a:rPr lang="en-US" sz="1400" b="1" dirty="0">
                    <a:latin typeface="Courier New" panose="02070309020205020404" pitchFamily="49" charset="0"/>
                    <a:cs typeface="Courier New" panose="02070309020205020404" pitchFamily="49" charset="0"/>
                  </a:rPr>
                  <a:t>9    </a:t>
                </a:r>
                <a:r>
                  <a:rPr lang="en-US" sz="1400" b="1" dirty="0">
                    <a:solidFill>
                      <a:schemeClr val="bg1"/>
                    </a:solidFill>
                    <a:highlight>
                      <a:srgbClr val="C0C0C0"/>
                    </a:highlight>
                    <a:latin typeface="Courier New" panose="02070309020205020404" pitchFamily="49" charset="0"/>
                    <a:cs typeface="Courier New" panose="02070309020205020404" pitchFamily="49" charset="0"/>
                  </a:rPr>
                  <a:t>}</a:t>
                </a:r>
                <a:r>
                  <a:rPr lang="en-US" sz="1400" b="1" dirty="0">
                    <a:latin typeface="Courier New" panose="02070309020205020404" pitchFamily="49" charset="0"/>
                    <a:cs typeface="Courier New" panose="02070309020205020404" pitchFamily="49" charset="0"/>
                  </a:rPr>
                  <a:t>    </a:t>
                </a:r>
              </a:p>
              <a:p>
                <a:r>
                  <a:rPr lang="en-US" sz="1400" b="1" dirty="0">
                    <a:latin typeface="Courier New" panose="02070309020205020404" pitchFamily="49" charset="0"/>
                    <a:cs typeface="Courier New" panose="02070309020205020404" pitchFamily="49" charset="0"/>
                  </a:rPr>
                  <a:t>10</a:t>
                </a:r>
              </a:p>
              <a:p>
                <a:r>
                  <a:rPr lang="en-US" sz="1400" b="1" dirty="0">
                    <a:latin typeface="Courier New" panose="02070309020205020404" pitchFamily="49" charset="0"/>
                    <a:cs typeface="Courier New" panose="02070309020205020404" pitchFamily="49" charset="0"/>
                  </a:rPr>
                  <a:t>11</a:t>
                </a:r>
              </a:p>
              <a:p>
                <a:r>
                  <a:rPr lang="en-US" sz="1400" b="1" dirty="0">
                    <a:latin typeface="Courier New" panose="02070309020205020404" pitchFamily="49" charset="0"/>
                    <a:cs typeface="Courier New" panose="02070309020205020404" pitchFamily="49" charset="0"/>
                  </a:rPr>
                  <a:t>12</a:t>
                </a:r>
              </a:p>
              <a:p>
                <a:r>
                  <a:rPr lang="en-US" sz="1400" b="1" dirty="0">
                    <a:latin typeface="Courier New" panose="02070309020205020404" pitchFamily="49" charset="0"/>
                    <a:cs typeface="Courier New" panose="02070309020205020404" pitchFamily="49" charset="0"/>
                  </a:rPr>
                  <a:t>12</a:t>
                </a:r>
              </a:p>
              <a:p>
                <a:r>
                  <a:rPr lang="en-US" sz="1400" b="1" dirty="0">
                    <a:latin typeface="Courier New" panose="02070309020205020404" pitchFamily="49" charset="0"/>
                    <a:cs typeface="Courier New" panose="02070309020205020404" pitchFamily="49" charset="0"/>
                  </a:rPr>
                  <a:t>13</a:t>
                </a:r>
              </a:p>
              <a:p>
                <a:r>
                  <a:rPr lang="en-US" sz="1400" b="1" dirty="0">
                    <a:latin typeface="Courier New" panose="02070309020205020404" pitchFamily="49" charset="0"/>
                    <a:cs typeface="Courier New" panose="02070309020205020404" pitchFamily="49" charset="0"/>
                  </a:rPr>
                  <a:t>14</a:t>
                </a:r>
              </a:p>
              <a:p>
                <a:r>
                  <a:rPr lang="en-US" sz="1400" b="1" dirty="0">
                    <a:latin typeface="Courier New" panose="02070309020205020404" pitchFamily="49" charset="0"/>
                    <a:cs typeface="Courier New" panose="02070309020205020404" pitchFamily="49" charset="0"/>
                  </a:rPr>
                  <a:t>15</a:t>
                </a:r>
              </a:p>
              <a:p>
                <a:r>
                  <a:rPr lang="en-US" sz="1400" b="1" dirty="0">
                    <a:latin typeface="Courier New" panose="02070309020205020404" pitchFamily="49" charset="0"/>
                    <a:cs typeface="Courier New" panose="02070309020205020404" pitchFamily="49" charset="0"/>
                  </a:rPr>
                  <a:t>16</a:t>
                </a:r>
              </a:p>
            </p:txBody>
          </p:sp>
          <p:pic>
            <p:nvPicPr>
              <p:cNvPr id="6" name="Graphic 5">
                <a:extLst>
                  <a:ext uri="{FF2B5EF4-FFF2-40B4-BE49-F238E27FC236}">
                    <a16:creationId xmlns:a16="http://schemas.microsoft.com/office/drawing/2014/main" id="{AE0F9E99-6494-B259-900A-5094579C8CD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79866" y="1354779"/>
                <a:ext cx="332705" cy="332705"/>
              </a:xfrm>
              <a:prstGeom prst="rect">
                <a:avLst/>
              </a:prstGeom>
            </p:spPr>
          </p:pic>
        </p:grpSp>
        <p:sp>
          <p:nvSpPr>
            <p:cNvPr id="5" name="Rectangle 4">
              <a:extLst>
                <a:ext uri="{FF2B5EF4-FFF2-40B4-BE49-F238E27FC236}">
                  <a16:creationId xmlns:a16="http://schemas.microsoft.com/office/drawing/2014/main" id="{A9AEF01F-CE2A-D361-3D3D-73A93F6B851A}"/>
                </a:ext>
              </a:extLst>
            </p:cNvPr>
            <p:cNvSpPr/>
            <p:nvPr/>
          </p:nvSpPr>
          <p:spPr>
            <a:xfrm>
              <a:off x="3355180" y="2762250"/>
              <a:ext cx="1597819" cy="202668"/>
            </a:xfrm>
            <a:prstGeom prst="rect">
              <a:avLst/>
            </a:prstGeom>
            <a:solidFill>
              <a:srgbClr val="C0C0C0"/>
            </a:solidFill>
            <a:ln w="28575" cap="flat" cmpd="sng" algn="ctr">
              <a:noFill/>
              <a:prstDash val="solid"/>
            </a:ln>
            <a:effectLst/>
          </p:spPr>
          <p:txBody>
            <a:bodyPr wrap="square" lIns="0" rIns="0" rtlCol="0" anchor="ctr">
              <a:noAutofit/>
            </a:bodyPr>
            <a:lstStyle/>
            <a:p>
              <a:pPr defTabSz="914400"/>
              <a:r>
                <a:rPr lang="en-US" sz="1400" b="1" kern="0" dirty="0">
                  <a:solidFill>
                    <a:schemeClr val="bg1"/>
                  </a:solidFill>
                  <a:latin typeface="Courier New" panose="02070309020205020404" pitchFamily="49" charset="0"/>
                  <a:cs typeface="Courier New" panose="02070309020205020404" pitchFamily="49" charset="0"/>
                </a:rPr>
                <a:t>plot.line(x, y)</a:t>
              </a:r>
            </a:p>
          </p:txBody>
        </p:sp>
        <p:sp>
          <p:nvSpPr>
            <p:cNvPr id="8" name="Rectangle 7">
              <a:extLst>
                <a:ext uri="{FF2B5EF4-FFF2-40B4-BE49-F238E27FC236}">
                  <a16:creationId xmlns:a16="http://schemas.microsoft.com/office/drawing/2014/main" id="{B2A56C84-1F82-EF82-75D7-50EC5535D893}"/>
                </a:ext>
              </a:extLst>
            </p:cNvPr>
            <p:cNvSpPr/>
            <p:nvPr/>
          </p:nvSpPr>
          <p:spPr>
            <a:xfrm>
              <a:off x="3355180" y="2973569"/>
              <a:ext cx="2455070" cy="202668"/>
            </a:xfrm>
            <a:prstGeom prst="rect">
              <a:avLst/>
            </a:prstGeom>
            <a:solidFill>
              <a:srgbClr val="C0C0C0"/>
            </a:solidFill>
            <a:ln w="28575" cap="flat" cmpd="sng" algn="ctr">
              <a:noFill/>
              <a:prstDash val="solid"/>
            </a:ln>
            <a:effectLst/>
          </p:spPr>
          <p:txBody>
            <a:bodyPr wrap="square" lIns="0" rIns="0" rtlCol="0" anchor="ctr">
              <a:noAutofit/>
            </a:bodyPr>
            <a:lstStyle/>
            <a:p>
              <a:pPr defTabSz="914400"/>
              <a:r>
                <a:rPr lang="en-US" sz="1400" b="1" kern="0" dirty="0">
                  <a:solidFill>
                    <a:schemeClr val="bg1"/>
                  </a:solidFill>
                  <a:latin typeface="Courier New" panose="02070309020205020404" pitchFamily="49" charset="0"/>
                  <a:cs typeface="Courier New" panose="02070309020205020404" pitchFamily="49" charset="0"/>
                </a:rPr>
                <a:t>plot.title("Line Plot")</a:t>
              </a:r>
            </a:p>
          </p:txBody>
        </p:sp>
        <p:sp>
          <p:nvSpPr>
            <p:cNvPr id="9" name="Rectangle 8">
              <a:extLst>
                <a:ext uri="{FF2B5EF4-FFF2-40B4-BE49-F238E27FC236}">
                  <a16:creationId xmlns:a16="http://schemas.microsoft.com/office/drawing/2014/main" id="{6E253C85-EA20-39EC-E63E-EA5D5FCAE877}"/>
                </a:ext>
              </a:extLst>
            </p:cNvPr>
            <p:cNvSpPr/>
            <p:nvPr/>
          </p:nvSpPr>
          <p:spPr>
            <a:xfrm>
              <a:off x="3355180" y="3186044"/>
              <a:ext cx="2982914" cy="202668"/>
            </a:xfrm>
            <a:prstGeom prst="rect">
              <a:avLst/>
            </a:prstGeom>
            <a:solidFill>
              <a:srgbClr val="C0C0C0"/>
            </a:solidFill>
            <a:ln w="28575" cap="flat" cmpd="sng" algn="ctr">
              <a:noFill/>
              <a:prstDash val="solid"/>
            </a:ln>
            <a:effectLst/>
          </p:spPr>
          <p:txBody>
            <a:bodyPr wrap="square" lIns="0" rIns="0" rtlCol="0" anchor="ctr">
              <a:noAutofit/>
            </a:bodyPr>
            <a:lstStyle/>
            <a:p>
              <a:pPr defTabSz="914400"/>
              <a:r>
                <a:rPr lang="en-US" sz="1400" b="1" kern="0" dirty="0">
                  <a:solidFill>
                    <a:schemeClr val="bg1"/>
                  </a:solidFill>
                  <a:latin typeface="Courier New" panose="02070309020205020404" pitchFamily="49" charset="0"/>
                  <a:cs typeface="Courier New" panose="02070309020205020404" pitchFamily="49" charset="0"/>
                </a:rPr>
                <a:t>plot.ylabel("y-axis values")</a:t>
              </a:r>
            </a:p>
          </p:txBody>
        </p:sp>
        <p:sp>
          <p:nvSpPr>
            <p:cNvPr id="10" name="Rectangle 9">
              <a:extLst>
                <a:ext uri="{FF2B5EF4-FFF2-40B4-BE49-F238E27FC236}">
                  <a16:creationId xmlns:a16="http://schemas.microsoft.com/office/drawing/2014/main" id="{1DBE5E49-57ED-5E6B-B31B-516256DF674C}"/>
                </a:ext>
              </a:extLst>
            </p:cNvPr>
            <p:cNvSpPr/>
            <p:nvPr/>
          </p:nvSpPr>
          <p:spPr>
            <a:xfrm>
              <a:off x="3355180" y="3397432"/>
              <a:ext cx="2982914" cy="202668"/>
            </a:xfrm>
            <a:prstGeom prst="rect">
              <a:avLst/>
            </a:prstGeom>
            <a:solidFill>
              <a:srgbClr val="C0C0C0"/>
            </a:solidFill>
            <a:ln w="28575" cap="flat" cmpd="sng" algn="ctr">
              <a:noFill/>
              <a:prstDash val="solid"/>
            </a:ln>
            <a:effectLst/>
          </p:spPr>
          <p:txBody>
            <a:bodyPr wrap="square" lIns="0" rIns="0" rtlCol="0" anchor="ctr">
              <a:noAutofit/>
            </a:bodyPr>
            <a:lstStyle/>
            <a:p>
              <a:pPr defTabSz="914400"/>
              <a:r>
                <a:rPr lang="en-US" sz="1400" b="1" kern="0" dirty="0">
                  <a:solidFill>
                    <a:schemeClr val="bg1"/>
                  </a:solidFill>
                  <a:latin typeface="Courier New" panose="02070309020205020404" pitchFamily="49" charset="0"/>
                  <a:cs typeface="Courier New" panose="02070309020205020404" pitchFamily="49" charset="0"/>
                </a:rPr>
                <a:t>plot.ylabel("x-axis values")</a:t>
              </a:r>
            </a:p>
          </p:txBody>
        </p:sp>
        <p:sp>
          <p:nvSpPr>
            <p:cNvPr id="12" name="Rectangle 11">
              <a:extLst>
                <a:ext uri="{FF2B5EF4-FFF2-40B4-BE49-F238E27FC236}">
                  <a16:creationId xmlns:a16="http://schemas.microsoft.com/office/drawing/2014/main" id="{B8E11725-72D3-1480-640A-92EB1D68AEBB}"/>
                </a:ext>
              </a:extLst>
            </p:cNvPr>
            <p:cNvSpPr/>
            <p:nvPr/>
          </p:nvSpPr>
          <p:spPr>
            <a:xfrm>
              <a:off x="3355180" y="3609262"/>
              <a:ext cx="1171576" cy="202668"/>
            </a:xfrm>
            <a:prstGeom prst="rect">
              <a:avLst/>
            </a:prstGeom>
            <a:solidFill>
              <a:srgbClr val="C0C0C0"/>
            </a:solidFill>
            <a:ln w="28575" cap="flat" cmpd="sng" algn="ctr">
              <a:noFill/>
              <a:prstDash val="solid"/>
            </a:ln>
            <a:effectLst/>
          </p:spPr>
          <p:txBody>
            <a:bodyPr wrap="square" lIns="0" rIns="0" rtlCol="0" anchor="ctr">
              <a:noAutofit/>
            </a:bodyPr>
            <a:lstStyle/>
            <a:p>
              <a:pPr defTabSz="914400"/>
              <a:r>
                <a:rPr lang="en-US" sz="1400" b="1" kern="0" dirty="0">
                  <a:solidFill>
                    <a:schemeClr val="bg1"/>
                  </a:solidFill>
                  <a:latin typeface="Courier New" panose="02070309020205020404" pitchFamily="49" charset="0"/>
                  <a:cs typeface="Courier New" panose="02070309020205020404" pitchFamily="49" charset="0"/>
                </a:rPr>
                <a:t>plot.draw()</a:t>
              </a:r>
            </a:p>
          </p:txBody>
        </p:sp>
      </p:grpSp>
    </p:spTree>
    <p:extLst>
      <p:ext uri="{BB962C8B-B14F-4D97-AF65-F5344CB8AC3E}">
        <p14:creationId xmlns:p14="http://schemas.microsoft.com/office/powerpoint/2010/main" val="1319403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123140-A660-30FE-6C3D-BFA99E6ECFC0}"/>
              </a:ext>
            </a:extLst>
          </p:cNvPr>
          <p:cNvSpPr>
            <a:spLocks noGrp="1"/>
          </p:cNvSpPr>
          <p:nvPr>
            <p:ph type="sldNum" sz="quarter" idx="12"/>
          </p:nvPr>
        </p:nvSpPr>
        <p:spPr/>
        <p:txBody>
          <a:bodyPr/>
          <a:lstStyle/>
          <a:p>
            <a:fld id="{A8160BDD-7155-D744-B749-9730458604AD}" type="slidenum">
              <a:rPr lang="en-US" smtClean="0"/>
              <a:pPr/>
              <a:t>12</a:t>
            </a:fld>
            <a:endParaRPr lang="en-US" dirty="0"/>
          </a:p>
        </p:txBody>
      </p:sp>
      <p:sp>
        <p:nvSpPr>
          <p:cNvPr id="3" name="Title 2">
            <a:extLst>
              <a:ext uri="{FF2B5EF4-FFF2-40B4-BE49-F238E27FC236}">
                <a16:creationId xmlns:a16="http://schemas.microsoft.com/office/drawing/2014/main" id="{DB0EBC0E-EA48-6F59-4041-9FF257EAEA93}"/>
              </a:ext>
            </a:extLst>
          </p:cNvPr>
          <p:cNvSpPr>
            <a:spLocks noGrp="1"/>
          </p:cNvSpPr>
          <p:nvPr>
            <p:ph type="title"/>
          </p:nvPr>
        </p:nvSpPr>
        <p:spPr/>
        <p:txBody>
          <a:bodyPr/>
          <a:lstStyle/>
          <a:p>
            <a:r>
              <a:rPr lang="en-US" dirty="0"/>
              <a:t>Prompt Engineering with Code Generation</a:t>
            </a:r>
          </a:p>
        </p:txBody>
      </p:sp>
      <p:sp>
        <p:nvSpPr>
          <p:cNvPr id="4" name="Content Placeholder 3">
            <a:extLst>
              <a:ext uri="{FF2B5EF4-FFF2-40B4-BE49-F238E27FC236}">
                <a16:creationId xmlns:a16="http://schemas.microsoft.com/office/drawing/2014/main" id="{45806592-7198-675A-D399-B4CC64B1EEDB}"/>
              </a:ext>
            </a:extLst>
          </p:cNvPr>
          <p:cNvSpPr>
            <a:spLocks noGrp="1"/>
          </p:cNvSpPr>
          <p:nvPr>
            <p:ph type="body" sz="quarter" idx="13"/>
          </p:nvPr>
        </p:nvSpPr>
        <p:spPr/>
        <p:txBody>
          <a:bodyPr/>
          <a:lstStyle/>
          <a:p>
            <a:pPr marL="457200" indent="-457200">
              <a:buClr>
                <a:srgbClr val="1D3764"/>
              </a:buClr>
              <a:buFont typeface="Arial" panose="020B0604020202020204" pitchFamily="34" charset="0"/>
              <a:buChar char="•"/>
            </a:pPr>
            <a:r>
              <a:rPr lang="en-US" dirty="0"/>
              <a:t>Provide constraints and requirements.</a:t>
            </a:r>
          </a:p>
          <a:p>
            <a:pPr marL="457200" indent="-457200">
              <a:buClr>
                <a:srgbClr val="1D3764"/>
              </a:buClr>
              <a:buFont typeface="Arial" panose="020B0604020202020204" pitchFamily="34" charset="0"/>
              <a:buChar char="•"/>
            </a:pPr>
            <a:r>
              <a:rPr lang="en-US" dirty="0"/>
              <a:t>Format input code properly.</a:t>
            </a:r>
          </a:p>
          <a:p>
            <a:pPr marL="457200" indent="-457200">
              <a:buClr>
                <a:srgbClr val="1D3764"/>
              </a:buClr>
              <a:buFont typeface="Arial" panose="020B0604020202020204" pitchFamily="34" charset="0"/>
              <a:buChar char="•"/>
            </a:pPr>
            <a:r>
              <a:rPr lang="en-US" dirty="0"/>
              <a:t>Ask the AI to run the code.</a:t>
            </a:r>
          </a:p>
          <a:p>
            <a:pPr marL="457200" indent="-457200">
              <a:buClr>
                <a:srgbClr val="1D3764"/>
              </a:buClr>
              <a:buFont typeface="Arial" panose="020B0604020202020204" pitchFamily="34" charset="0"/>
              <a:buChar char="•"/>
            </a:pPr>
            <a:r>
              <a:rPr lang="en-US" dirty="0"/>
              <a:t>Prompt the AI in stages.</a:t>
            </a:r>
          </a:p>
          <a:p>
            <a:pPr marL="457200" indent="-457200">
              <a:buClr>
                <a:srgbClr val="1D3764"/>
              </a:buClr>
              <a:buFont typeface="Arial" panose="020B0604020202020204" pitchFamily="34" charset="0"/>
              <a:buChar char="•"/>
            </a:pPr>
            <a:r>
              <a:rPr lang="en-US" dirty="0"/>
              <a:t>Ask the AI to add comments.</a:t>
            </a:r>
          </a:p>
        </p:txBody>
      </p:sp>
    </p:spTree>
    <p:extLst>
      <p:ext uri="{BB962C8B-B14F-4D97-AF65-F5344CB8AC3E}">
        <p14:creationId xmlns:p14="http://schemas.microsoft.com/office/powerpoint/2010/main" val="1371168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C7D7DF-CD1E-0E44-E6A2-09724EBC18C2}"/>
              </a:ext>
            </a:extLst>
          </p:cNvPr>
          <p:cNvSpPr>
            <a:spLocks noGrp="1"/>
          </p:cNvSpPr>
          <p:nvPr>
            <p:ph type="sldNum" sz="quarter" idx="12"/>
          </p:nvPr>
        </p:nvSpPr>
        <p:spPr/>
        <p:txBody>
          <a:bodyPr/>
          <a:lstStyle/>
          <a:p>
            <a:fld id="{A8160BDD-7155-D744-B749-9730458604AD}" type="slidenum">
              <a:rPr lang="en-US" smtClean="0"/>
              <a:pPr/>
              <a:t>13</a:t>
            </a:fld>
            <a:endParaRPr lang="en-US" dirty="0"/>
          </a:p>
        </p:txBody>
      </p:sp>
      <p:sp>
        <p:nvSpPr>
          <p:cNvPr id="6" name="Content Placeholder 5">
            <a:extLst>
              <a:ext uri="{FF2B5EF4-FFF2-40B4-BE49-F238E27FC236}">
                <a16:creationId xmlns:a16="http://schemas.microsoft.com/office/drawing/2014/main" id="{752065A4-88B8-BAE3-9BF4-AFD9F7AB270B}"/>
              </a:ext>
            </a:extLst>
          </p:cNvPr>
          <p:cNvSpPr>
            <a:spLocks noGrp="1"/>
          </p:cNvSpPr>
          <p:nvPr>
            <p:ph idx="1"/>
          </p:nvPr>
        </p:nvSpPr>
        <p:spPr/>
        <p:txBody>
          <a:bodyPr/>
          <a:lstStyle/>
          <a:p>
            <a:r>
              <a:rPr lang="en-US" dirty="0"/>
              <a:t>Goals:</a:t>
            </a:r>
          </a:p>
          <a:p>
            <a:pPr lvl="1"/>
            <a:r>
              <a:rPr lang="en-US" dirty="0"/>
              <a:t>Generate output using specific language.</a:t>
            </a:r>
          </a:p>
          <a:p>
            <a:pPr lvl="1"/>
            <a:r>
              <a:rPr lang="en-US" dirty="0"/>
              <a:t>Generate output using one of several languages.</a:t>
            </a:r>
          </a:p>
          <a:p>
            <a:pPr lvl="1"/>
            <a:r>
              <a:rPr lang="en-US" dirty="0"/>
              <a:t>Generate output that integrates with code base/methodology.</a:t>
            </a:r>
          </a:p>
          <a:p>
            <a:endParaRPr lang="en-US" dirty="0"/>
          </a:p>
          <a:p>
            <a:r>
              <a:rPr lang="en-US" dirty="0"/>
              <a:t>Example data used in fine tuning:</a:t>
            </a:r>
          </a:p>
        </p:txBody>
      </p:sp>
      <p:sp>
        <p:nvSpPr>
          <p:cNvPr id="5" name="Title 4">
            <a:extLst>
              <a:ext uri="{FF2B5EF4-FFF2-40B4-BE49-F238E27FC236}">
                <a16:creationId xmlns:a16="http://schemas.microsoft.com/office/drawing/2014/main" id="{396DAB6A-AEC0-E0A8-A8BF-570BCC9A1CE8}"/>
              </a:ext>
            </a:extLst>
          </p:cNvPr>
          <p:cNvSpPr>
            <a:spLocks noGrp="1"/>
          </p:cNvSpPr>
          <p:nvPr>
            <p:ph type="title"/>
          </p:nvPr>
        </p:nvSpPr>
        <p:spPr/>
        <p:txBody>
          <a:bodyPr/>
          <a:lstStyle/>
          <a:p>
            <a:r>
              <a:rPr lang="en-US" dirty="0"/>
              <a:t>Fine Tuning Code Models</a:t>
            </a:r>
          </a:p>
        </p:txBody>
      </p:sp>
      <p:grpSp>
        <p:nvGrpSpPr>
          <p:cNvPr id="7" name="Group 6">
            <a:extLst>
              <a:ext uri="{FF2B5EF4-FFF2-40B4-BE49-F238E27FC236}">
                <a16:creationId xmlns:a16="http://schemas.microsoft.com/office/drawing/2014/main" id="{5E5A85BC-83FA-3399-B02B-41247B10C561}"/>
              </a:ext>
            </a:extLst>
          </p:cNvPr>
          <p:cNvGrpSpPr/>
          <p:nvPr/>
        </p:nvGrpSpPr>
        <p:grpSpPr>
          <a:xfrm>
            <a:off x="699952" y="3438333"/>
            <a:ext cx="8244841" cy="1926148"/>
            <a:chOff x="708659" y="2478562"/>
            <a:chExt cx="8244841" cy="1926148"/>
          </a:xfrm>
        </p:grpSpPr>
        <p:grpSp>
          <p:nvGrpSpPr>
            <p:cNvPr id="8" name="Group 7">
              <a:extLst>
                <a:ext uri="{FF2B5EF4-FFF2-40B4-BE49-F238E27FC236}">
                  <a16:creationId xmlns:a16="http://schemas.microsoft.com/office/drawing/2014/main" id="{CD2C6668-2A63-AAF6-66AA-014214605657}"/>
                </a:ext>
              </a:extLst>
            </p:cNvPr>
            <p:cNvGrpSpPr/>
            <p:nvPr/>
          </p:nvGrpSpPr>
          <p:grpSpPr>
            <a:xfrm>
              <a:off x="708659" y="2478562"/>
              <a:ext cx="8244841" cy="1926148"/>
              <a:chOff x="708659" y="4792868"/>
              <a:chExt cx="8244841" cy="1926148"/>
            </a:xfrm>
          </p:grpSpPr>
          <p:sp>
            <p:nvSpPr>
              <p:cNvPr id="10" name="Rectangle: Rounded Corners 9">
                <a:extLst>
                  <a:ext uri="{FF2B5EF4-FFF2-40B4-BE49-F238E27FC236}">
                    <a16:creationId xmlns:a16="http://schemas.microsoft.com/office/drawing/2014/main" id="{3591D7BA-2DA5-0DC1-A7B8-6216333CF7F6}"/>
                  </a:ext>
                </a:extLst>
              </p:cNvPr>
              <p:cNvSpPr/>
              <p:nvPr/>
            </p:nvSpPr>
            <p:spPr>
              <a:xfrm>
                <a:off x="905690" y="4792868"/>
                <a:ext cx="8047809" cy="1926148"/>
              </a:xfrm>
              <a:prstGeom prst="roundRect">
                <a:avLst>
                  <a:gd name="adj" fmla="val 4234"/>
                </a:avLst>
              </a:prstGeom>
              <a:solidFill>
                <a:schemeClr val="bg1">
                  <a:lumMod val="95000"/>
                </a:schemeClr>
              </a:solidFill>
              <a:ln w="28575" cap="flat" cmpd="sng" algn="ctr">
                <a:solidFill>
                  <a:srgbClr val="F05323"/>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11" name="TextBox 10">
                <a:extLst>
                  <a:ext uri="{FF2B5EF4-FFF2-40B4-BE49-F238E27FC236}">
                    <a16:creationId xmlns:a16="http://schemas.microsoft.com/office/drawing/2014/main" id="{7C8B2141-E690-40E8-474E-5F56A3E935EA}"/>
                  </a:ext>
                </a:extLst>
              </p:cNvPr>
              <p:cNvSpPr txBox="1"/>
              <p:nvPr/>
            </p:nvSpPr>
            <p:spPr>
              <a:xfrm>
                <a:off x="708659" y="4898939"/>
                <a:ext cx="1394459" cy="1077218"/>
              </a:xfrm>
              <a:prstGeom prst="rect">
                <a:avLst/>
              </a:prstGeom>
              <a:noFill/>
            </p:spPr>
            <p:txBody>
              <a:bodyPr wrap="square" rtlCol="0">
                <a:spAutoFit/>
              </a:bodyPr>
              <a:lstStyle/>
              <a:p>
                <a:pPr algn="r"/>
                <a:r>
                  <a:rPr lang="en-US" sz="1600" b="1" u="sng" dirty="0"/>
                  <a:t>Prompt</a:t>
                </a:r>
              </a:p>
              <a:p>
                <a:pPr algn="r"/>
                <a:endParaRPr lang="en-US" sz="1600" b="1" u="sng" dirty="0"/>
              </a:p>
              <a:p>
                <a:pPr algn="r"/>
                <a:endParaRPr lang="en-US" sz="1600" b="1" u="sng" dirty="0"/>
              </a:p>
              <a:p>
                <a:pPr algn="r"/>
                <a:r>
                  <a:rPr lang="en-US" sz="1600" b="1" u="sng" dirty="0"/>
                  <a:t>Response</a:t>
                </a:r>
              </a:p>
            </p:txBody>
          </p:sp>
          <p:sp>
            <p:nvSpPr>
              <p:cNvPr id="12" name="TextBox 11">
                <a:extLst>
                  <a:ext uri="{FF2B5EF4-FFF2-40B4-BE49-F238E27FC236}">
                    <a16:creationId xmlns:a16="http://schemas.microsoft.com/office/drawing/2014/main" id="{6C9DE6B0-02A1-5608-0C7A-53800EF5C21B}"/>
                  </a:ext>
                </a:extLst>
              </p:cNvPr>
              <p:cNvSpPr txBox="1"/>
              <p:nvPr/>
            </p:nvSpPr>
            <p:spPr>
              <a:xfrm>
                <a:off x="2103120" y="4928638"/>
                <a:ext cx="6850380" cy="738664"/>
              </a:xfrm>
              <a:prstGeom prst="rect">
                <a:avLst/>
              </a:prstGeom>
              <a:noFill/>
            </p:spPr>
            <p:txBody>
              <a:bodyPr wrap="square" rtlCol="0">
                <a:spAutoFit/>
              </a:bodyPr>
              <a:lstStyle/>
              <a:p>
                <a:r>
                  <a:rPr lang="en-US" sz="1400" i="1" dirty="0">
                    <a:latin typeface="Courier New" panose="02070309020205020404" pitchFamily="49" charset="0"/>
                    <a:cs typeface="Courier New" panose="02070309020205020404" pitchFamily="49" charset="0"/>
                  </a:rPr>
                  <a:t>Generate a function that returns the sum of two numbers. Assume the numbers are already defined.</a:t>
                </a:r>
              </a:p>
              <a:p>
                <a:endParaRPr lang="en-US" sz="1400" dirty="0"/>
              </a:p>
            </p:txBody>
          </p:sp>
        </p:grpSp>
        <p:sp>
          <p:nvSpPr>
            <p:cNvPr id="9" name="TextBox 8">
              <a:extLst>
                <a:ext uri="{FF2B5EF4-FFF2-40B4-BE49-F238E27FC236}">
                  <a16:creationId xmlns:a16="http://schemas.microsoft.com/office/drawing/2014/main" id="{38112C8E-EA76-4D69-D51D-279DC7E155EE}"/>
                </a:ext>
              </a:extLst>
            </p:cNvPr>
            <p:cNvSpPr txBox="1"/>
            <p:nvPr/>
          </p:nvSpPr>
          <p:spPr>
            <a:xfrm>
              <a:off x="2103120" y="3344185"/>
              <a:ext cx="6850380" cy="954107"/>
            </a:xfrm>
            <a:prstGeom prst="rect">
              <a:avLst/>
            </a:prstGeom>
            <a:noFill/>
          </p:spPr>
          <p:txBody>
            <a:bodyPr wrap="square" rtlCol="0">
              <a:spAutoFit/>
            </a:bodyPr>
            <a:lstStyle/>
            <a:p>
              <a:r>
                <a:rPr lang="en-US" sz="1400" b="1" dirty="0">
                  <a:solidFill>
                    <a:srgbClr val="1D76BB"/>
                  </a:solidFill>
                  <a:latin typeface="Courier New" panose="02070309020205020404" pitchFamily="49" charset="0"/>
                  <a:cs typeface="Courier New" panose="02070309020205020404" pitchFamily="49" charset="0"/>
                </a:rPr>
                <a:t>sum_nums</a:t>
              </a:r>
              <a:r>
                <a:rPr lang="en-US" sz="1400" b="1" dirty="0">
                  <a:latin typeface="Courier New" panose="02070309020205020404" pitchFamily="49" charset="0"/>
                  <a:cs typeface="Courier New" panose="02070309020205020404" pitchFamily="49" charset="0"/>
                </a:rPr>
                <a:t>(num1, num2) {</a:t>
              </a:r>
            </a:p>
            <a:p>
              <a:r>
                <a:rPr lang="en-US" sz="1400" b="1" dirty="0">
                  <a:latin typeface="Courier New" panose="02070309020205020404" pitchFamily="49" charset="0"/>
                  <a:cs typeface="Courier New" panose="02070309020205020404" pitchFamily="49" charset="0"/>
                </a:rPr>
                <a:t>    sum = num1 + num2</a:t>
              </a:r>
            </a:p>
            <a:p>
              <a:r>
                <a:rPr lang="en-US" sz="1400" b="1" dirty="0">
                  <a:latin typeface="Courier New" panose="02070309020205020404" pitchFamily="49" charset="0"/>
                  <a:cs typeface="Courier New" panose="02070309020205020404" pitchFamily="49" charset="0"/>
                </a:rPr>
                <a:t>    </a:t>
              </a:r>
              <a:r>
                <a:rPr lang="en-US" sz="1400" b="1" dirty="0">
                  <a:solidFill>
                    <a:srgbClr val="F05323"/>
                  </a:solidFill>
                  <a:latin typeface="Courier New" panose="02070309020205020404" pitchFamily="49" charset="0"/>
                  <a:cs typeface="Courier New" panose="02070309020205020404" pitchFamily="49" charset="0"/>
                </a:rPr>
                <a:t>return</a:t>
              </a:r>
              <a:r>
                <a:rPr lang="en-US" sz="1400" b="1" dirty="0">
                  <a:latin typeface="Courier New" panose="02070309020205020404" pitchFamily="49" charset="0"/>
                  <a:cs typeface="Courier New" panose="02070309020205020404" pitchFamily="49" charset="0"/>
                </a:rPr>
                <a:t> sum</a:t>
              </a:r>
            </a:p>
            <a:p>
              <a:r>
                <a:rPr lang="en-US" sz="1400" b="1" dirty="0">
                  <a:latin typeface="Courier New" panose="02070309020205020404" pitchFamily="49" charset="0"/>
                  <a:cs typeface="Courier New" panose="02070309020205020404" pitchFamily="49" charset="0"/>
                </a:rPr>
                <a:t>}</a:t>
              </a:r>
              <a:endParaRPr lang="en-US" sz="1400" dirty="0">
                <a:latin typeface="Courier New" panose="02070309020205020404" pitchFamily="49" charset="0"/>
                <a:cs typeface="Courier New" panose="02070309020205020404" pitchFamily="49" charset="0"/>
              </a:endParaRPr>
            </a:p>
          </p:txBody>
        </p:sp>
      </p:grpSp>
    </p:spTree>
    <p:extLst>
      <p:ext uri="{BB962C8B-B14F-4D97-AF65-F5344CB8AC3E}">
        <p14:creationId xmlns:p14="http://schemas.microsoft.com/office/powerpoint/2010/main" val="1096479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2C5623-E9C9-78E1-109A-5B8B783E13E6}"/>
              </a:ext>
            </a:extLst>
          </p:cNvPr>
          <p:cNvSpPr>
            <a:spLocks noGrp="1"/>
          </p:cNvSpPr>
          <p:nvPr>
            <p:ph type="sldNum" sz="quarter" idx="12"/>
          </p:nvPr>
        </p:nvSpPr>
        <p:spPr/>
        <p:txBody>
          <a:bodyPr/>
          <a:lstStyle/>
          <a:p>
            <a:fld id="{A8160BDD-7155-D744-B749-9730458604AD}" type="slidenum">
              <a:rPr lang="en-US" smtClean="0"/>
              <a:pPr/>
              <a:t>14</a:t>
            </a:fld>
            <a:endParaRPr lang="en-US" dirty="0"/>
          </a:p>
        </p:txBody>
      </p:sp>
      <p:sp>
        <p:nvSpPr>
          <p:cNvPr id="4" name="Title 3">
            <a:extLst>
              <a:ext uri="{FF2B5EF4-FFF2-40B4-BE49-F238E27FC236}">
                <a16:creationId xmlns:a16="http://schemas.microsoft.com/office/drawing/2014/main" id="{ECFE5B53-A349-D042-68E1-7A0D7489EE61}"/>
              </a:ext>
            </a:extLst>
          </p:cNvPr>
          <p:cNvSpPr>
            <a:spLocks noGrp="1"/>
          </p:cNvSpPr>
          <p:nvPr>
            <p:ph type="title"/>
          </p:nvPr>
        </p:nvSpPr>
        <p:spPr/>
        <p:txBody>
          <a:bodyPr/>
          <a:lstStyle/>
          <a:p>
            <a:r>
              <a:rPr lang="en-US" dirty="0"/>
              <a:t>Code-Generation Tools</a:t>
            </a:r>
          </a:p>
        </p:txBody>
      </p:sp>
      <p:graphicFrame>
        <p:nvGraphicFramePr>
          <p:cNvPr id="7" name="Group 23">
            <a:extLst>
              <a:ext uri="{FF2B5EF4-FFF2-40B4-BE49-F238E27FC236}">
                <a16:creationId xmlns:a16="http://schemas.microsoft.com/office/drawing/2014/main" id="{E8399052-C2B9-C24E-2EB6-9775D897CD17}"/>
              </a:ext>
            </a:extLst>
          </p:cNvPr>
          <p:cNvGraphicFramePr>
            <a:graphicFrameLocks noGrp="1"/>
          </p:cNvGraphicFramePr>
          <p:nvPr>
            <p:extLst>
              <p:ext uri="{D42A27DB-BD31-4B8C-83A1-F6EECF244321}">
                <p14:modId xmlns:p14="http://schemas.microsoft.com/office/powerpoint/2010/main" val="3909406500"/>
              </p:ext>
            </p:extLst>
          </p:nvPr>
        </p:nvGraphicFramePr>
        <p:xfrm>
          <a:off x="1841380" y="2479931"/>
          <a:ext cx="8509241" cy="2362200"/>
        </p:xfrm>
        <a:graphic>
          <a:graphicData uri="http://schemas.openxmlformats.org/drawingml/2006/table">
            <a:tbl>
              <a:tblPr/>
              <a:tblGrid>
                <a:gridCol w="2603741">
                  <a:extLst>
                    <a:ext uri="{9D8B030D-6E8A-4147-A177-3AD203B41FA5}">
                      <a16:colId xmlns:a16="http://schemas.microsoft.com/office/drawing/2014/main" val="20000"/>
                    </a:ext>
                  </a:extLst>
                </a:gridCol>
                <a:gridCol w="5905500">
                  <a:extLst>
                    <a:ext uri="{9D8B030D-6E8A-4147-A177-3AD203B41FA5}">
                      <a16:colId xmlns:a16="http://schemas.microsoft.com/office/drawing/2014/main" val="3915219938"/>
                    </a:ext>
                  </a:extLst>
                </a:gridCol>
              </a:tblGrid>
              <a:tr h="4572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dirty="0">
                          <a:ln>
                            <a:noFill/>
                          </a:ln>
                          <a:solidFill>
                            <a:schemeClr val="bg1"/>
                          </a:solidFill>
                          <a:effectLst/>
                          <a:latin typeface="Calibri"/>
                          <a:cs typeface="Calibri"/>
                        </a:rPr>
                        <a:t>Tool</a:t>
                      </a:r>
                    </a:p>
                  </a:txBody>
                  <a:tcPr anchor="ctr" horzOverflow="overflow">
                    <a:lnL w="12700" cap="flat" cmpd="sng" algn="ctr">
                      <a:solidFill>
                        <a:schemeClr val="accent1"/>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009DDC"/>
                    </a:solidFill>
                  </a:tcPr>
                </a:tc>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Calibri"/>
                        </a:rPr>
                        <a:t>Description</a:t>
                      </a:r>
                    </a:p>
                  </a:txBody>
                  <a:tcPr anchor="ctr" horzOverflow="overflow">
                    <a:lnL w="28575" cap="flat" cmpd="sng" algn="ctr">
                      <a:solidFill>
                        <a:srgbClr val="FFFFFF"/>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009DDC"/>
                    </a:solidFill>
                  </a:tcPr>
                </a:tc>
                <a:extLst>
                  <a:ext uri="{0D108BD9-81ED-4DB2-BD59-A6C34878D82A}">
                    <a16:rowId xmlns:a16="http://schemas.microsoft.com/office/drawing/2014/main" val="10000"/>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cap="none" normalizeH="0" baseline="0" dirty="0">
                          <a:ln>
                            <a:noFill/>
                          </a:ln>
                          <a:solidFill>
                            <a:schemeClr val="tx1"/>
                          </a:solidFill>
                          <a:effectLst/>
                          <a:latin typeface="Calibri"/>
                          <a:cs typeface="Calibri"/>
                        </a:rPr>
                        <a:t>GitHub Copilot</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cap="none" normalizeH="0" baseline="0" dirty="0">
                          <a:ln>
                            <a:noFill/>
                          </a:ln>
                          <a:solidFill>
                            <a:schemeClr val="tx1"/>
                          </a:solidFill>
                          <a:effectLst/>
                          <a:latin typeface="Calibri"/>
                          <a:cs typeface="Calibri"/>
                        </a:rPr>
                        <a:t>Integrated/agentic AI that supports various IDEs. Paid subscription.</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Gemini Code Assist</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Calibri"/>
                          <a:ea typeface="+mn-ea"/>
                          <a:cs typeface="Calibri"/>
                        </a:rPr>
                        <a:t>Integrated/agentic AI that supports Google Cloud and IDEs. Paid subscription.</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Amazon Q Developer</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Calibri"/>
                          <a:ea typeface="+mn-ea"/>
                          <a:cs typeface="Calibri"/>
                        </a:rPr>
                        <a:t>Integrated/agentic AI that supports AWS and IDEs. Paid subscription.</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Tabnine</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Calibri"/>
                          <a:ea typeface="+mn-ea"/>
                          <a:cs typeface="Calibri"/>
                        </a:rPr>
                        <a:t>Integrated/agentic AI that supports various IDEs. Paid subscription.</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3151222"/>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Codex</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Calibri"/>
                          <a:ea typeface="+mn-ea"/>
                          <a:cs typeface="Calibri"/>
                        </a:rPr>
                        <a:t>Code assistant/agentic AI accessible through ChatGPT. Paid subscription.</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32458723"/>
                  </a:ext>
                </a:extLst>
              </a:tr>
            </a:tbl>
          </a:graphicData>
        </a:graphic>
      </p:graphicFrame>
    </p:spTree>
    <p:extLst>
      <p:ext uri="{BB962C8B-B14F-4D97-AF65-F5344CB8AC3E}">
        <p14:creationId xmlns:p14="http://schemas.microsoft.com/office/powerpoint/2010/main" val="1968424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41D697-C9CC-799E-0926-B48D8FAC20CE}"/>
              </a:ext>
            </a:extLst>
          </p:cNvPr>
          <p:cNvSpPr>
            <a:spLocks noGrp="1"/>
          </p:cNvSpPr>
          <p:nvPr>
            <p:ph type="sldNum" sz="quarter" idx="12"/>
          </p:nvPr>
        </p:nvSpPr>
        <p:spPr/>
        <p:txBody>
          <a:bodyPr/>
          <a:lstStyle/>
          <a:p>
            <a:fld id="{A8160BDD-7155-D744-B749-9730458604AD}" type="slidenum">
              <a:rPr lang="en-US" smtClean="0"/>
              <a:pPr/>
              <a:t>15</a:t>
            </a:fld>
            <a:endParaRPr lang="en-US" dirty="0"/>
          </a:p>
        </p:txBody>
      </p:sp>
      <p:sp>
        <p:nvSpPr>
          <p:cNvPr id="3" name="Content Placeholder 2">
            <a:extLst>
              <a:ext uri="{FF2B5EF4-FFF2-40B4-BE49-F238E27FC236}">
                <a16:creationId xmlns:a16="http://schemas.microsoft.com/office/drawing/2014/main" id="{5D0DFDB2-26F6-CB3D-41CC-6AEDB0AF9853}"/>
              </a:ext>
            </a:extLst>
          </p:cNvPr>
          <p:cNvSpPr>
            <a:spLocks noGrp="1"/>
          </p:cNvSpPr>
          <p:nvPr>
            <p:ph idx="1"/>
          </p:nvPr>
        </p:nvSpPr>
        <p:spPr/>
        <p:txBody>
          <a:bodyPr/>
          <a:lstStyle/>
          <a:p>
            <a:r>
              <a:rPr lang="en-US" dirty="0"/>
              <a:t>Code is text, so LLMs can generate code.</a:t>
            </a:r>
          </a:p>
          <a:p>
            <a:r>
              <a:rPr lang="en-US" dirty="0"/>
              <a:t>Most tools are fine tuned on code examples.</a:t>
            </a:r>
          </a:p>
          <a:p>
            <a:r>
              <a:rPr lang="en-US" dirty="0"/>
              <a:t>Some foundational models are useful for generating code.</a:t>
            </a:r>
          </a:p>
          <a:p>
            <a:r>
              <a:rPr lang="en-US" dirty="0"/>
              <a:t>ChatGPT and Gemini can generate useful code examples.</a:t>
            </a:r>
          </a:p>
          <a:p>
            <a:r>
              <a:rPr lang="en-US" dirty="0"/>
              <a:t>Good prompting is crucial.</a:t>
            </a:r>
          </a:p>
        </p:txBody>
      </p:sp>
      <p:sp>
        <p:nvSpPr>
          <p:cNvPr id="4" name="Title 3">
            <a:extLst>
              <a:ext uri="{FF2B5EF4-FFF2-40B4-BE49-F238E27FC236}">
                <a16:creationId xmlns:a16="http://schemas.microsoft.com/office/drawing/2014/main" id="{32104CB3-5E6B-2404-F101-FC6B7BB16805}"/>
              </a:ext>
            </a:extLst>
          </p:cNvPr>
          <p:cNvSpPr>
            <a:spLocks noGrp="1"/>
          </p:cNvSpPr>
          <p:nvPr>
            <p:ph type="title"/>
          </p:nvPr>
        </p:nvSpPr>
        <p:spPr/>
        <p:txBody>
          <a:bodyPr/>
          <a:lstStyle/>
          <a:p>
            <a:r>
              <a:rPr lang="en-US" dirty="0"/>
              <a:t>General LLMs Used for Code Generation</a:t>
            </a:r>
          </a:p>
        </p:txBody>
      </p:sp>
      <p:pic>
        <p:nvPicPr>
          <p:cNvPr id="6" name="Picture 5" descr="A picture containing text, screenshot, art&#10;&#10;Description automatically generated">
            <a:extLst>
              <a:ext uri="{FF2B5EF4-FFF2-40B4-BE49-F238E27FC236}">
                <a16:creationId xmlns:a16="http://schemas.microsoft.com/office/drawing/2014/main" id="{6727AA35-EF8B-CB9D-787C-B4BD53B1A757}"/>
              </a:ext>
            </a:extLst>
          </p:cNvPr>
          <p:cNvPicPr>
            <a:picLocks noChangeAspect="1"/>
          </p:cNvPicPr>
          <p:nvPr/>
        </p:nvPicPr>
        <p:blipFill>
          <a:blip r:embed="rId2"/>
          <a:stretch>
            <a:fillRect/>
          </a:stretch>
        </p:blipFill>
        <p:spPr>
          <a:xfrm>
            <a:off x="7053943" y="2018737"/>
            <a:ext cx="4953136" cy="3302091"/>
          </a:xfrm>
          <a:prstGeom prst="rect">
            <a:avLst/>
          </a:prstGeom>
        </p:spPr>
      </p:pic>
    </p:spTree>
    <p:extLst>
      <p:ext uri="{BB962C8B-B14F-4D97-AF65-F5344CB8AC3E}">
        <p14:creationId xmlns:p14="http://schemas.microsoft.com/office/powerpoint/2010/main" val="3062032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EF6760-1BFD-C4C3-E42B-3043B85FFAE6}"/>
              </a:ext>
            </a:extLst>
          </p:cNvPr>
          <p:cNvSpPr>
            <a:spLocks noGrp="1"/>
          </p:cNvSpPr>
          <p:nvPr>
            <p:ph type="sldNum" sz="quarter" idx="12"/>
          </p:nvPr>
        </p:nvSpPr>
        <p:spPr/>
        <p:txBody>
          <a:bodyPr/>
          <a:lstStyle/>
          <a:p>
            <a:fld id="{A8160BDD-7155-D744-B749-9730458604AD}" type="slidenum">
              <a:rPr lang="en-US" smtClean="0"/>
              <a:pPr/>
              <a:t>16</a:t>
            </a:fld>
            <a:endParaRPr lang="en-US" dirty="0"/>
          </a:p>
        </p:txBody>
      </p:sp>
      <p:sp>
        <p:nvSpPr>
          <p:cNvPr id="5" name="Text Placeholder 4">
            <a:extLst>
              <a:ext uri="{FF2B5EF4-FFF2-40B4-BE49-F238E27FC236}">
                <a16:creationId xmlns:a16="http://schemas.microsoft.com/office/drawing/2014/main" id="{7C19C35E-DF39-0358-4D02-6B9D9DB26014}"/>
              </a:ext>
            </a:extLst>
          </p:cNvPr>
          <p:cNvSpPr>
            <a:spLocks noGrp="1"/>
          </p:cNvSpPr>
          <p:nvPr>
            <p:ph type="body" sz="quarter" idx="13"/>
          </p:nvPr>
        </p:nvSpPr>
        <p:spPr/>
        <p:txBody>
          <a:bodyPr/>
          <a:lstStyle/>
          <a:p>
            <a:r>
              <a:rPr lang="en-US" dirty="0"/>
              <a:t>Activity: Prompting an AI to Generate Code</a:t>
            </a:r>
          </a:p>
        </p:txBody>
      </p:sp>
    </p:spTree>
    <p:extLst>
      <p:ext uri="{BB962C8B-B14F-4D97-AF65-F5344CB8AC3E}">
        <p14:creationId xmlns:p14="http://schemas.microsoft.com/office/powerpoint/2010/main" val="3991299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A9574-4728-752D-B1EC-9E9957D4066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A4BED5-ADAD-5769-7D33-03E761D17C68}"/>
              </a:ext>
            </a:extLst>
          </p:cNvPr>
          <p:cNvSpPr>
            <a:spLocks noGrp="1"/>
          </p:cNvSpPr>
          <p:nvPr>
            <p:ph type="sldNum" sz="quarter" idx="12"/>
          </p:nvPr>
        </p:nvSpPr>
        <p:spPr/>
        <p:txBody>
          <a:bodyPr/>
          <a:lstStyle/>
          <a:p>
            <a:fld id="{A8160BDD-7155-D744-B749-9730458604AD}" type="slidenum">
              <a:rPr lang="en-US" smtClean="0"/>
              <a:t>17</a:t>
            </a:fld>
            <a:endParaRPr lang="en-US" dirty="0"/>
          </a:p>
        </p:txBody>
      </p:sp>
      <p:sp>
        <p:nvSpPr>
          <p:cNvPr id="3" name="Text Placeholder 2">
            <a:extLst>
              <a:ext uri="{FF2B5EF4-FFF2-40B4-BE49-F238E27FC236}">
                <a16:creationId xmlns:a16="http://schemas.microsoft.com/office/drawing/2014/main" id="{235D7AA9-D104-5ED8-38B3-6DBB2A9D96D0}"/>
              </a:ext>
            </a:extLst>
          </p:cNvPr>
          <p:cNvSpPr>
            <a:spLocks noGrp="1"/>
          </p:cNvSpPr>
          <p:nvPr>
            <p:ph type="body" sz="quarter" idx="14"/>
          </p:nvPr>
        </p:nvSpPr>
        <p:spPr/>
        <p:txBody>
          <a:bodyPr/>
          <a:lstStyle/>
          <a:p>
            <a:r>
              <a:rPr lang="en-US" dirty="0"/>
              <a:t>Solve Business Problems Using Code Generation</a:t>
            </a:r>
          </a:p>
        </p:txBody>
      </p:sp>
      <p:pic>
        <p:nvPicPr>
          <p:cNvPr id="8" name="Picture Placeholder 7">
            <a:extLst>
              <a:ext uri="{FF2B5EF4-FFF2-40B4-BE49-F238E27FC236}">
                <a16:creationId xmlns:a16="http://schemas.microsoft.com/office/drawing/2014/main" id="{F64BC721-1B91-D215-708B-AA45607C6C6E}"/>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72567" b="-72567"/>
          <a:stretch/>
        </p:blipFill>
        <p:spPr/>
      </p:pic>
    </p:spTree>
    <p:extLst>
      <p:ext uri="{BB962C8B-B14F-4D97-AF65-F5344CB8AC3E}">
        <p14:creationId xmlns:p14="http://schemas.microsoft.com/office/powerpoint/2010/main" val="3372249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E1A6B3-57F9-8677-6D8A-D4ED69784BBC}"/>
              </a:ext>
            </a:extLst>
          </p:cNvPr>
          <p:cNvSpPr>
            <a:spLocks noGrp="1"/>
          </p:cNvSpPr>
          <p:nvPr>
            <p:ph type="sldNum" sz="quarter" idx="12"/>
          </p:nvPr>
        </p:nvSpPr>
        <p:spPr/>
        <p:txBody>
          <a:bodyPr/>
          <a:lstStyle/>
          <a:p>
            <a:fld id="{A8160BDD-7155-D744-B749-9730458604AD}" type="slidenum">
              <a:rPr lang="en-US" smtClean="0"/>
              <a:pPr/>
              <a:t>18</a:t>
            </a:fld>
            <a:endParaRPr lang="en-US" dirty="0"/>
          </a:p>
        </p:txBody>
      </p:sp>
      <p:sp>
        <p:nvSpPr>
          <p:cNvPr id="3" name="Content Placeholder 2">
            <a:extLst>
              <a:ext uri="{FF2B5EF4-FFF2-40B4-BE49-F238E27FC236}">
                <a16:creationId xmlns:a16="http://schemas.microsoft.com/office/drawing/2014/main" id="{8701AC81-D8D5-45AB-79F5-BE2F0592D637}"/>
              </a:ext>
            </a:extLst>
          </p:cNvPr>
          <p:cNvSpPr>
            <a:spLocks noGrp="1"/>
          </p:cNvSpPr>
          <p:nvPr>
            <p:ph idx="1"/>
          </p:nvPr>
        </p:nvSpPr>
        <p:spPr/>
        <p:txBody>
          <a:bodyPr/>
          <a:lstStyle/>
          <a:p>
            <a:r>
              <a:rPr lang="en-US" dirty="0"/>
              <a:t>Automated proof of concept</a:t>
            </a:r>
          </a:p>
          <a:p>
            <a:r>
              <a:rPr lang="en-US" dirty="0"/>
              <a:t>Automated prototyping</a:t>
            </a:r>
          </a:p>
          <a:p>
            <a:r>
              <a:rPr lang="en-US" dirty="0"/>
              <a:t>Enhanced collaboration</a:t>
            </a:r>
          </a:p>
          <a:p>
            <a:r>
              <a:rPr lang="en-US" dirty="0"/>
              <a:t>Accelerated API development</a:t>
            </a:r>
          </a:p>
        </p:txBody>
      </p:sp>
      <p:sp>
        <p:nvSpPr>
          <p:cNvPr id="4" name="Title 3">
            <a:extLst>
              <a:ext uri="{FF2B5EF4-FFF2-40B4-BE49-F238E27FC236}">
                <a16:creationId xmlns:a16="http://schemas.microsoft.com/office/drawing/2014/main" id="{5B2CE5EE-91C2-09CC-5653-E1593F11EF5B}"/>
              </a:ext>
            </a:extLst>
          </p:cNvPr>
          <p:cNvSpPr>
            <a:spLocks noGrp="1"/>
          </p:cNvSpPr>
          <p:nvPr>
            <p:ph type="title"/>
          </p:nvPr>
        </p:nvSpPr>
        <p:spPr/>
        <p:txBody>
          <a:bodyPr/>
          <a:lstStyle/>
          <a:p>
            <a:r>
              <a:rPr lang="en-US" dirty="0"/>
              <a:t>Rapid and Agile Development</a:t>
            </a:r>
          </a:p>
        </p:txBody>
      </p:sp>
      <p:pic>
        <p:nvPicPr>
          <p:cNvPr id="6" name="Picture 5" descr="A person sitting at a desk looking at a computer screen&#10;&#10;Description automatically generated with low confidence">
            <a:extLst>
              <a:ext uri="{FF2B5EF4-FFF2-40B4-BE49-F238E27FC236}">
                <a16:creationId xmlns:a16="http://schemas.microsoft.com/office/drawing/2014/main" id="{E1112E4F-FB6E-4C80-286C-B5481E803369}"/>
              </a:ext>
            </a:extLst>
          </p:cNvPr>
          <p:cNvPicPr>
            <a:picLocks noChangeAspect="1"/>
          </p:cNvPicPr>
          <p:nvPr/>
        </p:nvPicPr>
        <p:blipFill>
          <a:blip r:embed="rId2"/>
          <a:stretch>
            <a:fillRect/>
          </a:stretch>
        </p:blipFill>
        <p:spPr>
          <a:xfrm>
            <a:off x="6821424" y="1920240"/>
            <a:ext cx="4847889" cy="3236976"/>
          </a:xfrm>
          <a:prstGeom prst="rect">
            <a:avLst/>
          </a:prstGeom>
          <a:effectLst>
            <a:softEdge rad="31750"/>
          </a:effectLst>
        </p:spPr>
      </p:pic>
    </p:spTree>
    <p:extLst>
      <p:ext uri="{BB962C8B-B14F-4D97-AF65-F5344CB8AC3E}">
        <p14:creationId xmlns:p14="http://schemas.microsoft.com/office/powerpoint/2010/main" val="3341250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C2DE4A-6EF8-7C35-DFC1-E6AB6FB24362}"/>
              </a:ext>
            </a:extLst>
          </p:cNvPr>
          <p:cNvSpPr>
            <a:spLocks noGrp="1"/>
          </p:cNvSpPr>
          <p:nvPr>
            <p:ph type="sldNum" sz="quarter" idx="12"/>
          </p:nvPr>
        </p:nvSpPr>
        <p:spPr/>
        <p:txBody>
          <a:bodyPr/>
          <a:lstStyle/>
          <a:p>
            <a:fld id="{A8160BDD-7155-D744-B749-9730458604AD}" type="slidenum">
              <a:rPr lang="en-US" smtClean="0"/>
              <a:t>19</a:t>
            </a:fld>
            <a:endParaRPr lang="en-US" dirty="0"/>
          </a:p>
        </p:txBody>
      </p:sp>
      <p:sp>
        <p:nvSpPr>
          <p:cNvPr id="6" name="Content Placeholder 5">
            <a:extLst>
              <a:ext uri="{FF2B5EF4-FFF2-40B4-BE49-F238E27FC236}">
                <a16:creationId xmlns:a16="http://schemas.microsoft.com/office/drawing/2014/main" id="{09AB3333-11DF-46AD-5BD6-C224FD51F116}"/>
              </a:ext>
            </a:extLst>
          </p:cNvPr>
          <p:cNvSpPr>
            <a:spLocks noGrp="1"/>
          </p:cNvSpPr>
          <p:nvPr>
            <p:ph idx="1"/>
          </p:nvPr>
        </p:nvSpPr>
        <p:spPr/>
        <p:txBody>
          <a:bodyPr/>
          <a:lstStyle/>
          <a:p>
            <a:r>
              <a:rPr lang="en-US" dirty="0"/>
              <a:t>Automated project setup</a:t>
            </a:r>
          </a:p>
          <a:p>
            <a:r>
              <a:rPr lang="en-US" dirty="0"/>
              <a:t>Automated documentation</a:t>
            </a:r>
          </a:p>
          <a:p>
            <a:r>
              <a:rPr lang="en-US" dirty="0"/>
              <a:t>Resource optimization</a:t>
            </a:r>
          </a:p>
          <a:p>
            <a:r>
              <a:rPr lang="en-US" dirty="0"/>
              <a:t>Real-time reporting</a:t>
            </a:r>
          </a:p>
        </p:txBody>
      </p:sp>
      <p:sp>
        <p:nvSpPr>
          <p:cNvPr id="5" name="Title 4">
            <a:extLst>
              <a:ext uri="{FF2B5EF4-FFF2-40B4-BE49-F238E27FC236}">
                <a16:creationId xmlns:a16="http://schemas.microsoft.com/office/drawing/2014/main" id="{68F1D5D4-E8A1-D89E-D3BA-AC83A2BDC139}"/>
              </a:ext>
            </a:extLst>
          </p:cNvPr>
          <p:cNvSpPr>
            <a:spLocks noGrp="1"/>
          </p:cNvSpPr>
          <p:nvPr>
            <p:ph type="title"/>
          </p:nvPr>
        </p:nvSpPr>
        <p:spPr/>
        <p:txBody>
          <a:bodyPr/>
          <a:lstStyle/>
          <a:p>
            <a:r>
              <a:rPr lang="en-US" dirty="0"/>
              <a:t>Project Management</a:t>
            </a:r>
          </a:p>
        </p:txBody>
      </p:sp>
      <p:pic>
        <p:nvPicPr>
          <p:cNvPr id="8" name="Picture 7" descr="A person sitting at a desk with a computer&#10;&#10;Description automatically generated with medium confidence">
            <a:extLst>
              <a:ext uri="{FF2B5EF4-FFF2-40B4-BE49-F238E27FC236}">
                <a16:creationId xmlns:a16="http://schemas.microsoft.com/office/drawing/2014/main" id="{39E81181-A1D2-F46A-4E9B-58AEF579DE47}"/>
              </a:ext>
            </a:extLst>
          </p:cNvPr>
          <p:cNvPicPr>
            <a:picLocks noChangeAspect="1"/>
          </p:cNvPicPr>
          <p:nvPr/>
        </p:nvPicPr>
        <p:blipFill>
          <a:blip r:embed="rId2"/>
          <a:stretch>
            <a:fillRect/>
          </a:stretch>
        </p:blipFill>
        <p:spPr>
          <a:xfrm>
            <a:off x="6684264" y="1764792"/>
            <a:ext cx="5059680" cy="3794760"/>
          </a:xfrm>
          <a:prstGeom prst="rect">
            <a:avLst/>
          </a:prstGeom>
          <a:effectLst>
            <a:softEdge rad="31750"/>
          </a:effectLst>
        </p:spPr>
      </p:pic>
    </p:spTree>
    <p:extLst>
      <p:ext uri="{BB962C8B-B14F-4D97-AF65-F5344CB8AC3E}">
        <p14:creationId xmlns:p14="http://schemas.microsoft.com/office/powerpoint/2010/main" val="2706140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270D61-FB03-855F-EBCF-383BD624A60F}"/>
              </a:ext>
            </a:extLst>
          </p:cNvPr>
          <p:cNvSpPr>
            <a:spLocks noGrp="1"/>
          </p:cNvSpPr>
          <p:nvPr>
            <p:ph type="sldNum" sz="quarter" idx="12"/>
          </p:nvPr>
        </p:nvSpPr>
        <p:spPr/>
        <p:txBody>
          <a:bodyPr/>
          <a:lstStyle/>
          <a:p>
            <a:fld id="{A8160BDD-7155-D744-B749-9730458604AD}" type="slidenum">
              <a:rPr lang="en-US" smtClean="0"/>
              <a:pPr/>
              <a:t>20</a:t>
            </a:fld>
            <a:endParaRPr lang="en-US" dirty="0"/>
          </a:p>
        </p:txBody>
      </p:sp>
      <p:sp>
        <p:nvSpPr>
          <p:cNvPr id="3" name="Content Placeholder 2">
            <a:extLst>
              <a:ext uri="{FF2B5EF4-FFF2-40B4-BE49-F238E27FC236}">
                <a16:creationId xmlns:a16="http://schemas.microsoft.com/office/drawing/2014/main" id="{F8B5B2A8-EF04-D29E-3714-B7698C1ACB3A}"/>
              </a:ext>
            </a:extLst>
          </p:cNvPr>
          <p:cNvSpPr>
            <a:spLocks noGrp="1"/>
          </p:cNvSpPr>
          <p:nvPr>
            <p:ph idx="1"/>
          </p:nvPr>
        </p:nvSpPr>
        <p:spPr/>
        <p:txBody>
          <a:bodyPr/>
          <a:lstStyle/>
          <a:p>
            <a:r>
              <a:rPr lang="en-US" dirty="0"/>
              <a:t>Automated test development</a:t>
            </a:r>
          </a:p>
          <a:p>
            <a:r>
              <a:rPr lang="en-US" dirty="0"/>
              <a:t>Automated test-data generation</a:t>
            </a:r>
          </a:p>
          <a:p>
            <a:r>
              <a:rPr lang="en-US" dirty="0"/>
              <a:t>Compliance checks</a:t>
            </a:r>
          </a:p>
          <a:p>
            <a:r>
              <a:rPr lang="en-US" dirty="0"/>
              <a:t>Intelligent log analysis</a:t>
            </a:r>
          </a:p>
        </p:txBody>
      </p:sp>
      <p:sp>
        <p:nvSpPr>
          <p:cNvPr id="4" name="Title 3">
            <a:extLst>
              <a:ext uri="{FF2B5EF4-FFF2-40B4-BE49-F238E27FC236}">
                <a16:creationId xmlns:a16="http://schemas.microsoft.com/office/drawing/2014/main" id="{A55CD00F-1EF7-6F9D-04BE-D1E429084E7F}"/>
              </a:ext>
            </a:extLst>
          </p:cNvPr>
          <p:cNvSpPr>
            <a:spLocks noGrp="1"/>
          </p:cNvSpPr>
          <p:nvPr>
            <p:ph type="title"/>
          </p:nvPr>
        </p:nvSpPr>
        <p:spPr/>
        <p:txBody>
          <a:bodyPr/>
          <a:lstStyle/>
          <a:p>
            <a:r>
              <a:rPr lang="en-US" dirty="0"/>
              <a:t>Quality Assurance</a:t>
            </a:r>
          </a:p>
        </p:txBody>
      </p:sp>
      <p:pic>
        <p:nvPicPr>
          <p:cNvPr id="6" name="Picture 5">
            <a:extLst>
              <a:ext uri="{FF2B5EF4-FFF2-40B4-BE49-F238E27FC236}">
                <a16:creationId xmlns:a16="http://schemas.microsoft.com/office/drawing/2014/main" id="{A8B8038F-2AF8-A3FC-4E33-34AD476CF891}"/>
              </a:ext>
            </a:extLst>
          </p:cNvPr>
          <p:cNvPicPr>
            <a:picLocks noChangeAspect="1"/>
          </p:cNvPicPr>
          <p:nvPr/>
        </p:nvPicPr>
        <p:blipFill>
          <a:blip r:embed="rId2"/>
          <a:srcRect/>
          <a:stretch/>
        </p:blipFill>
        <p:spPr>
          <a:xfrm>
            <a:off x="6937030" y="2053910"/>
            <a:ext cx="4624251" cy="2969636"/>
          </a:xfrm>
          <a:prstGeom prst="rect">
            <a:avLst/>
          </a:prstGeom>
          <a:effectLst>
            <a:softEdge rad="31750"/>
          </a:effectLst>
        </p:spPr>
      </p:pic>
    </p:spTree>
    <p:extLst>
      <p:ext uri="{BB962C8B-B14F-4D97-AF65-F5344CB8AC3E}">
        <p14:creationId xmlns:p14="http://schemas.microsoft.com/office/powerpoint/2010/main" val="3412207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760DAA-3CE1-C8B3-D7D1-943AE9554994}"/>
              </a:ext>
            </a:extLst>
          </p:cNvPr>
          <p:cNvSpPr>
            <a:spLocks noGrp="1"/>
          </p:cNvSpPr>
          <p:nvPr>
            <p:ph type="sldNum" sz="quarter" idx="12"/>
          </p:nvPr>
        </p:nvSpPr>
        <p:spPr/>
        <p:txBody>
          <a:bodyPr/>
          <a:lstStyle/>
          <a:p>
            <a:fld id="{A8160BDD-7155-D744-B749-9730458604AD}" type="slidenum">
              <a:rPr lang="en-US" smtClean="0"/>
              <a:pPr/>
              <a:t>21</a:t>
            </a:fld>
            <a:endParaRPr lang="en-US" dirty="0"/>
          </a:p>
        </p:txBody>
      </p:sp>
      <p:sp>
        <p:nvSpPr>
          <p:cNvPr id="3" name="Content Placeholder 2">
            <a:extLst>
              <a:ext uri="{FF2B5EF4-FFF2-40B4-BE49-F238E27FC236}">
                <a16:creationId xmlns:a16="http://schemas.microsoft.com/office/drawing/2014/main" id="{83AE75C1-9467-CCD1-5EF5-F1AE5C7CFB1A}"/>
              </a:ext>
            </a:extLst>
          </p:cNvPr>
          <p:cNvSpPr>
            <a:spLocks noGrp="1"/>
          </p:cNvSpPr>
          <p:nvPr>
            <p:ph idx="1"/>
          </p:nvPr>
        </p:nvSpPr>
        <p:spPr/>
        <p:txBody>
          <a:bodyPr/>
          <a:lstStyle/>
          <a:p>
            <a:r>
              <a:rPr lang="en-US" dirty="0"/>
              <a:t>Intelligent caching</a:t>
            </a:r>
          </a:p>
          <a:p>
            <a:r>
              <a:rPr lang="en-US" dirty="0"/>
              <a:t>Database-query optimization</a:t>
            </a:r>
          </a:p>
          <a:p>
            <a:r>
              <a:rPr lang="en-US" dirty="0"/>
              <a:t>Automated parallelization</a:t>
            </a:r>
          </a:p>
          <a:p>
            <a:r>
              <a:rPr lang="en-US" dirty="0"/>
              <a:t>Compiler optimization</a:t>
            </a:r>
          </a:p>
        </p:txBody>
      </p:sp>
      <p:sp>
        <p:nvSpPr>
          <p:cNvPr id="4" name="Title 3">
            <a:extLst>
              <a:ext uri="{FF2B5EF4-FFF2-40B4-BE49-F238E27FC236}">
                <a16:creationId xmlns:a16="http://schemas.microsoft.com/office/drawing/2014/main" id="{C25DA32C-00BD-CAAE-2705-FC4AE90E73EB}"/>
              </a:ext>
            </a:extLst>
          </p:cNvPr>
          <p:cNvSpPr>
            <a:spLocks noGrp="1"/>
          </p:cNvSpPr>
          <p:nvPr>
            <p:ph type="title"/>
          </p:nvPr>
        </p:nvSpPr>
        <p:spPr/>
        <p:txBody>
          <a:bodyPr/>
          <a:lstStyle/>
          <a:p>
            <a:r>
              <a:rPr lang="en-US" dirty="0"/>
              <a:t>Performance Optimization</a:t>
            </a:r>
          </a:p>
        </p:txBody>
      </p:sp>
      <p:pic>
        <p:nvPicPr>
          <p:cNvPr id="6" name="Picture 5" descr="A picture containing screenshot, light, car&#10;&#10;Description automatically generated">
            <a:extLst>
              <a:ext uri="{FF2B5EF4-FFF2-40B4-BE49-F238E27FC236}">
                <a16:creationId xmlns:a16="http://schemas.microsoft.com/office/drawing/2014/main" id="{3937C9E8-F5E0-0BB6-5DDA-788B521A829D}"/>
              </a:ext>
            </a:extLst>
          </p:cNvPr>
          <p:cNvPicPr>
            <a:picLocks noChangeAspect="1"/>
          </p:cNvPicPr>
          <p:nvPr/>
        </p:nvPicPr>
        <p:blipFill>
          <a:blip r:embed="rId2"/>
          <a:stretch>
            <a:fillRect/>
          </a:stretch>
        </p:blipFill>
        <p:spPr>
          <a:xfrm>
            <a:off x="6821424" y="1920240"/>
            <a:ext cx="4855464" cy="3236976"/>
          </a:xfrm>
          <a:prstGeom prst="rect">
            <a:avLst/>
          </a:prstGeom>
          <a:effectLst>
            <a:softEdge rad="31750"/>
          </a:effectLst>
        </p:spPr>
      </p:pic>
    </p:spTree>
    <p:extLst>
      <p:ext uri="{BB962C8B-B14F-4D97-AF65-F5344CB8AC3E}">
        <p14:creationId xmlns:p14="http://schemas.microsoft.com/office/powerpoint/2010/main" val="1963477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C3EF67-E6DE-929B-BD4B-F684487129B9}"/>
              </a:ext>
            </a:extLst>
          </p:cNvPr>
          <p:cNvSpPr>
            <a:spLocks noGrp="1"/>
          </p:cNvSpPr>
          <p:nvPr>
            <p:ph type="sldNum" sz="quarter" idx="12"/>
          </p:nvPr>
        </p:nvSpPr>
        <p:spPr/>
        <p:txBody>
          <a:bodyPr/>
          <a:lstStyle/>
          <a:p>
            <a:fld id="{A8160BDD-7155-D744-B749-9730458604AD}" type="slidenum">
              <a:rPr lang="en-US" smtClean="0"/>
              <a:pPr/>
              <a:t>22</a:t>
            </a:fld>
            <a:endParaRPr lang="en-US" dirty="0"/>
          </a:p>
        </p:txBody>
      </p:sp>
      <p:sp>
        <p:nvSpPr>
          <p:cNvPr id="3" name="Content Placeholder 2">
            <a:extLst>
              <a:ext uri="{FF2B5EF4-FFF2-40B4-BE49-F238E27FC236}">
                <a16:creationId xmlns:a16="http://schemas.microsoft.com/office/drawing/2014/main" id="{CF1FFBDD-DB84-489F-47E6-AA261FA51936}"/>
              </a:ext>
            </a:extLst>
          </p:cNvPr>
          <p:cNvSpPr>
            <a:spLocks noGrp="1"/>
          </p:cNvSpPr>
          <p:nvPr>
            <p:ph idx="1"/>
          </p:nvPr>
        </p:nvSpPr>
        <p:spPr/>
        <p:txBody>
          <a:bodyPr/>
          <a:lstStyle/>
          <a:p>
            <a:r>
              <a:rPr lang="en-US" dirty="0"/>
              <a:t>Data mapping and transformation</a:t>
            </a:r>
          </a:p>
          <a:p>
            <a:r>
              <a:rPr lang="en-US" dirty="0"/>
              <a:t>Protocol conversion</a:t>
            </a:r>
          </a:p>
          <a:p>
            <a:r>
              <a:rPr lang="en-US" dirty="0"/>
              <a:t>Legacy integration</a:t>
            </a:r>
          </a:p>
          <a:p>
            <a:r>
              <a:rPr lang="en-US" dirty="0"/>
              <a:t>Automated integration testing</a:t>
            </a:r>
          </a:p>
        </p:txBody>
      </p:sp>
      <p:sp>
        <p:nvSpPr>
          <p:cNvPr id="4" name="Title 3">
            <a:extLst>
              <a:ext uri="{FF2B5EF4-FFF2-40B4-BE49-F238E27FC236}">
                <a16:creationId xmlns:a16="http://schemas.microsoft.com/office/drawing/2014/main" id="{96B9E7BA-BB5E-B26B-9706-D7F9C06B92A9}"/>
              </a:ext>
            </a:extLst>
          </p:cNvPr>
          <p:cNvSpPr>
            <a:spLocks noGrp="1"/>
          </p:cNvSpPr>
          <p:nvPr>
            <p:ph type="title"/>
          </p:nvPr>
        </p:nvSpPr>
        <p:spPr/>
        <p:txBody>
          <a:bodyPr/>
          <a:lstStyle/>
          <a:p>
            <a:r>
              <a:rPr lang="en-US" dirty="0"/>
              <a:t>Systems Integration</a:t>
            </a:r>
          </a:p>
        </p:txBody>
      </p:sp>
      <p:pic>
        <p:nvPicPr>
          <p:cNvPr id="6" name="Picture 5" descr="A group of computer monitors in front of a city skyline&#10;&#10;Description automatically generated with low confidence">
            <a:extLst>
              <a:ext uri="{FF2B5EF4-FFF2-40B4-BE49-F238E27FC236}">
                <a16:creationId xmlns:a16="http://schemas.microsoft.com/office/drawing/2014/main" id="{968B5F51-98D3-9FCE-C330-FC50F6A3F7A9}"/>
              </a:ext>
            </a:extLst>
          </p:cNvPr>
          <p:cNvPicPr>
            <a:picLocks noChangeAspect="1"/>
          </p:cNvPicPr>
          <p:nvPr/>
        </p:nvPicPr>
        <p:blipFill>
          <a:blip r:embed="rId2"/>
          <a:stretch>
            <a:fillRect/>
          </a:stretch>
        </p:blipFill>
        <p:spPr>
          <a:xfrm>
            <a:off x="6947116" y="1917735"/>
            <a:ext cx="4797844" cy="3385978"/>
          </a:xfrm>
          <a:prstGeom prst="rect">
            <a:avLst/>
          </a:prstGeom>
          <a:effectLst>
            <a:softEdge rad="31750"/>
          </a:effectLst>
        </p:spPr>
      </p:pic>
    </p:spTree>
    <p:extLst>
      <p:ext uri="{BB962C8B-B14F-4D97-AF65-F5344CB8AC3E}">
        <p14:creationId xmlns:p14="http://schemas.microsoft.com/office/powerpoint/2010/main" val="11600383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3F7968-BB3C-FB67-3FF4-DBA6C0927EE6}"/>
              </a:ext>
            </a:extLst>
          </p:cNvPr>
          <p:cNvSpPr>
            <a:spLocks noGrp="1"/>
          </p:cNvSpPr>
          <p:nvPr>
            <p:ph type="sldNum" sz="quarter" idx="12"/>
          </p:nvPr>
        </p:nvSpPr>
        <p:spPr/>
        <p:txBody>
          <a:bodyPr/>
          <a:lstStyle/>
          <a:p>
            <a:fld id="{A8160BDD-7155-D744-B749-9730458604AD}" type="slidenum">
              <a:rPr lang="en-US" smtClean="0"/>
              <a:pPr/>
              <a:t>23</a:t>
            </a:fld>
            <a:endParaRPr lang="en-US" dirty="0"/>
          </a:p>
        </p:txBody>
      </p:sp>
      <p:sp>
        <p:nvSpPr>
          <p:cNvPr id="3" name="Content Placeholder 2">
            <a:extLst>
              <a:ext uri="{FF2B5EF4-FFF2-40B4-BE49-F238E27FC236}">
                <a16:creationId xmlns:a16="http://schemas.microsoft.com/office/drawing/2014/main" id="{73C52CCE-393A-A870-29FD-6102D0474C1F}"/>
              </a:ext>
            </a:extLst>
          </p:cNvPr>
          <p:cNvSpPr>
            <a:spLocks noGrp="1"/>
          </p:cNvSpPr>
          <p:nvPr>
            <p:ph idx="1"/>
          </p:nvPr>
        </p:nvSpPr>
        <p:spPr/>
        <p:txBody>
          <a:bodyPr/>
          <a:lstStyle/>
          <a:p>
            <a:r>
              <a:rPr lang="en-US" dirty="0"/>
              <a:t>Integration with low-code platforms</a:t>
            </a:r>
          </a:p>
          <a:p>
            <a:r>
              <a:rPr lang="en-US" dirty="0"/>
              <a:t>Integration with on-premises systems</a:t>
            </a:r>
          </a:p>
          <a:p>
            <a:r>
              <a:rPr lang="en-US" dirty="0"/>
              <a:t>Automated provisioning</a:t>
            </a:r>
          </a:p>
          <a:p>
            <a:r>
              <a:rPr lang="en-US" dirty="0"/>
              <a:t>Improved orchestration</a:t>
            </a:r>
          </a:p>
        </p:txBody>
      </p:sp>
      <p:sp>
        <p:nvSpPr>
          <p:cNvPr id="4" name="Title 3">
            <a:extLst>
              <a:ext uri="{FF2B5EF4-FFF2-40B4-BE49-F238E27FC236}">
                <a16:creationId xmlns:a16="http://schemas.microsoft.com/office/drawing/2014/main" id="{F7F85455-9B87-8625-7A28-4DED7FEB2AC1}"/>
              </a:ext>
            </a:extLst>
          </p:cNvPr>
          <p:cNvSpPr>
            <a:spLocks noGrp="1"/>
          </p:cNvSpPr>
          <p:nvPr>
            <p:ph type="title"/>
          </p:nvPr>
        </p:nvSpPr>
        <p:spPr/>
        <p:txBody>
          <a:bodyPr/>
          <a:lstStyle/>
          <a:p>
            <a:r>
              <a:rPr lang="en-US" dirty="0"/>
              <a:t>Cloud Integration</a:t>
            </a:r>
          </a:p>
        </p:txBody>
      </p:sp>
      <p:pic>
        <p:nvPicPr>
          <p:cNvPr id="6" name="Picture 5" descr="A picture containing art&#10;&#10;Description automatically generated">
            <a:extLst>
              <a:ext uri="{FF2B5EF4-FFF2-40B4-BE49-F238E27FC236}">
                <a16:creationId xmlns:a16="http://schemas.microsoft.com/office/drawing/2014/main" id="{11A70244-1DED-035A-7EF7-127B3B84B779}"/>
              </a:ext>
            </a:extLst>
          </p:cNvPr>
          <p:cNvPicPr>
            <a:picLocks noChangeAspect="1"/>
          </p:cNvPicPr>
          <p:nvPr/>
        </p:nvPicPr>
        <p:blipFill>
          <a:blip r:embed="rId2"/>
          <a:stretch>
            <a:fillRect/>
          </a:stretch>
        </p:blipFill>
        <p:spPr>
          <a:xfrm>
            <a:off x="6569242" y="2195856"/>
            <a:ext cx="5348997" cy="3008811"/>
          </a:xfrm>
          <a:prstGeom prst="rect">
            <a:avLst/>
          </a:prstGeom>
          <a:effectLst>
            <a:softEdge rad="31750"/>
          </a:effectLst>
        </p:spPr>
      </p:pic>
    </p:spTree>
    <p:extLst>
      <p:ext uri="{BB962C8B-B14F-4D97-AF65-F5344CB8AC3E}">
        <p14:creationId xmlns:p14="http://schemas.microsoft.com/office/powerpoint/2010/main" val="36509658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094B02-086C-6C72-D397-41ECECDAA205}"/>
              </a:ext>
            </a:extLst>
          </p:cNvPr>
          <p:cNvSpPr>
            <a:spLocks noGrp="1"/>
          </p:cNvSpPr>
          <p:nvPr>
            <p:ph type="sldNum" sz="quarter" idx="12"/>
          </p:nvPr>
        </p:nvSpPr>
        <p:spPr/>
        <p:txBody>
          <a:bodyPr/>
          <a:lstStyle/>
          <a:p>
            <a:fld id="{A8160BDD-7155-D744-B749-9730458604AD}" type="slidenum">
              <a:rPr lang="en-US" smtClean="0"/>
              <a:pPr/>
              <a:t>24</a:t>
            </a:fld>
            <a:endParaRPr lang="en-US" dirty="0"/>
          </a:p>
        </p:txBody>
      </p:sp>
      <p:sp>
        <p:nvSpPr>
          <p:cNvPr id="3" name="Content Placeholder 2">
            <a:extLst>
              <a:ext uri="{FF2B5EF4-FFF2-40B4-BE49-F238E27FC236}">
                <a16:creationId xmlns:a16="http://schemas.microsoft.com/office/drawing/2014/main" id="{93266234-771B-D835-7A44-31AD8F3359E5}"/>
              </a:ext>
            </a:extLst>
          </p:cNvPr>
          <p:cNvSpPr>
            <a:spLocks noGrp="1"/>
          </p:cNvSpPr>
          <p:nvPr>
            <p:ph idx="1"/>
          </p:nvPr>
        </p:nvSpPr>
        <p:spPr/>
        <p:txBody>
          <a:bodyPr/>
          <a:lstStyle/>
          <a:p>
            <a:r>
              <a:rPr lang="en-US" dirty="0"/>
              <a:t>Language conversion</a:t>
            </a:r>
          </a:p>
          <a:p>
            <a:r>
              <a:rPr lang="en-US" dirty="0"/>
              <a:t>Framework and library migration</a:t>
            </a:r>
          </a:p>
          <a:p>
            <a:r>
              <a:rPr lang="en-US" dirty="0"/>
              <a:t>Database migration</a:t>
            </a:r>
          </a:p>
          <a:p>
            <a:r>
              <a:rPr lang="en-US" dirty="0"/>
              <a:t>Dependency and package management</a:t>
            </a:r>
          </a:p>
        </p:txBody>
      </p:sp>
      <p:sp>
        <p:nvSpPr>
          <p:cNvPr id="4" name="Title 3">
            <a:extLst>
              <a:ext uri="{FF2B5EF4-FFF2-40B4-BE49-F238E27FC236}">
                <a16:creationId xmlns:a16="http://schemas.microsoft.com/office/drawing/2014/main" id="{B242D7DA-6E9B-9185-C996-E4F25247BDFF}"/>
              </a:ext>
            </a:extLst>
          </p:cNvPr>
          <p:cNvSpPr>
            <a:spLocks noGrp="1"/>
          </p:cNvSpPr>
          <p:nvPr>
            <p:ph type="title"/>
          </p:nvPr>
        </p:nvSpPr>
        <p:spPr/>
        <p:txBody>
          <a:bodyPr/>
          <a:lstStyle/>
          <a:p>
            <a:r>
              <a:rPr lang="en-US" dirty="0"/>
              <a:t>Code Migration</a:t>
            </a:r>
          </a:p>
        </p:txBody>
      </p:sp>
      <p:pic>
        <p:nvPicPr>
          <p:cNvPr id="6" name="Picture 5" descr="A picture containing text, screenshot, electronics, computer&#10;&#10;Description automatically generated">
            <a:extLst>
              <a:ext uri="{FF2B5EF4-FFF2-40B4-BE49-F238E27FC236}">
                <a16:creationId xmlns:a16="http://schemas.microsoft.com/office/drawing/2014/main" id="{F35B9DAE-FC4C-DDCF-7E4B-0612C9CC4712}"/>
              </a:ext>
            </a:extLst>
          </p:cNvPr>
          <p:cNvPicPr>
            <a:picLocks noChangeAspect="1"/>
          </p:cNvPicPr>
          <p:nvPr/>
        </p:nvPicPr>
        <p:blipFill>
          <a:blip r:embed="rId2"/>
          <a:stretch>
            <a:fillRect/>
          </a:stretch>
        </p:blipFill>
        <p:spPr>
          <a:xfrm>
            <a:off x="6821424" y="1920240"/>
            <a:ext cx="4855464" cy="3236976"/>
          </a:xfrm>
          <a:prstGeom prst="rect">
            <a:avLst/>
          </a:prstGeom>
          <a:effectLst>
            <a:softEdge rad="31750"/>
          </a:effectLst>
        </p:spPr>
      </p:pic>
    </p:spTree>
    <p:extLst>
      <p:ext uri="{BB962C8B-B14F-4D97-AF65-F5344CB8AC3E}">
        <p14:creationId xmlns:p14="http://schemas.microsoft.com/office/powerpoint/2010/main" val="4235995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8465B2-7C19-A373-7193-2D979BE460B8}"/>
              </a:ext>
            </a:extLst>
          </p:cNvPr>
          <p:cNvSpPr>
            <a:spLocks noGrp="1"/>
          </p:cNvSpPr>
          <p:nvPr>
            <p:ph type="sldNum" sz="quarter" idx="12"/>
          </p:nvPr>
        </p:nvSpPr>
        <p:spPr/>
        <p:txBody>
          <a:bodyPr/>
          <a:lstStyle/>
          <a:p>
            <a:fld id="{A8160BDD-7155-D744-B749-9730458604AD}" type="slidenum">
              <a:rPr lang="en-US" smtClean="0"/>
              <a:pPr/>
              <a:t>25</a:t>
            </a:fld>
            <a:endParaRPr lang="en-US" dirty="0"/>
          </a:p>
        </p:txBody>
      </p:sp>
      <p:sp>
        <p:nvSpPr>
          <p:cNvPr id="3" name="Content Placeholder 2">
            <a:extLst>
              <a:ext uri="{FF2B5EF4-FFF2-40B4-BE49-F238E27FC236}">
                <a16:creationId xmlns:a16="http://schemas.microsoft.com/office/drawing/2014/main" id="{0C8FC4D5-D627-2DB9-2A7F-9DC7EC940999}"/>
              </a:ext>
            </a:extLst>
          </p:cNvPr>
          <p:cNvSpPr>
            <a:spLocks noGrp="1"/>
          </p:cNvSpPr>
          <p:nvPr>
            <p:ph idx="1"/>
          </p:nvPr>
        </p:nvSpPr>
        <p:spPr/>
        <p:txBody>
          <a:bodyPr/>
          <a:lstStyle/>
          <a:p>
            <a:r>
              <a:rPr lang="en-US" dirty="0"/>
              <a:t>Security-testing automation</a:t>
            </a:r>
          </a:p>
          <a:p>
            <a:r>
              <a:rPr lang="en-US" dirty="0"/>
              <a:t>Zero-day vulnerability identification</a:t>
            </a:r>
          </a:p>
          <a:p>
            <a:r>
              <a:rPr lang="en-US" dirty="0"/>
              <a:t>Secure authentication and authorization</a:t>
            </a:r>
          </a:p>
          <a:p>
            <a:r>
              <a:rPr lang="en-US" dirty="0"/>
              <a:t>Secure error handling</a:t>
            </a:r>
          </a:p>
        </p:txBody>
      </p:sp>
      <p:sp>
        <p:nvSpPr>
          <p:cNvPr id="4" name="Title 3">
            <a:extLst>
              <a:ext uri="{FF2B5EF4-FFF2-40B4-BE49-F238E27FC236}">
                <a16:creationId xmlns:a16="http://schemas.microsoft.com/office/drawing/2014/main" id="{DD988C23-421E-2EFC-4EED-5F5B90E952DA}"/>
              </a:ext>
            </a:extLst>
          </p:cNvPr>
          <p:cNvSpPr>
            <a:spLocks noGrp="1"/>
          </p:cNvSpPr>
          <p:nvPr>
            <p:ph type="title"/>
          </p:nvPr>
        </p:nvSpPr>
        <p:spPr/>
        <p:txBody>
          <a:bodyPr/>
          <a:lstStyle/>
          <a:p>
            <a:r>
              <a:rPr lang="en-US" dirty="0"/>
              <a:t>Software Security</a:t>
            </a:r>
          </a:p>
        </p:txBody>
      </p:sp>
      <p:pic>
        <p:nvPicPr>
          <p:cNvPr id="6" name="Picture 5" descr="A close-up of a padlock&#10;&#10;Description automatically generated">
            <a:extLst>
              <a:ext uri="{FF2B5EF4-FFF2-40B4-BE49-F238E27FC236}">
                <a16:creationId xmlns:a16="http://schemas.microsoft.com/office/drawing/2014/main" id="{3176112B-ED1F-0267-1346-27EA58629E35}"/>
              </a:ext>
            </a:extLst>
          </p:cNvPr>
          <p:cNvPicPr>
            <a:picLocks noChangeAspect="1"/>
          </p:cNvPicPr>
          <p:nvPr/>
        </p:nvPicPr>
        <p:blipFill>
          <a:blip r:embed="rId2"/>
          <a:stretch>
            <a:fillRect/>
          </a:stretch>
        </p:blipFill>
        <p:spPr>
          <a:xfrm>
            <a:off x="6373368" y="1929384"/>
            <a:ext cx="5284270" cy="3346704"/>
          </a:xfrm>
          <a:prstGeom prst="rect">
            <a:avLst/>
          </a:prstGeom>
          <a:effectLst>
            <a:softEdge rad="31750"/>
          </a:effectLst>
        </p:spPr>
      </p:pic>
    </p:spTree>
    <p:extLst>
      <p:ext uri="{BB962C8B-B14F-4D97-AF65-F5344CB8AC3E}">
        <p14:creationId xmlns:p14="http://schemas.microsoft.com/office/powerpoint/2010/main" val="32096843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70A206-0CC2-7017-6225-555F24738D1F}"/>
              </a:ext>
            </a:extLst>
          </p:cNvPr>
          <p:cNvSpPr>
            <a:spLocks noGrp="1"/>
          </p:cNvSpPr>
          <p:nvPr>
            <p:ph type="sldNum" sz="quarter" idx="12"/>
          </p:nvPr>
        </p:nvSpPr>
        <p:spPr/>
        <p:txBody>
          <a:bodyPr/>
          <a:lstStyle/>
          <a:p>
            <a:fld id="{A8160BDD-7155-D744-B749-9730458604AD}" type="slidenum">
              <a:rPr lang="en-US" smtClean="0"/>
              <a:pPr/>
              <a:t>26</a:t>
            </a:fld>
            <a:endParaRPr lang="en-US" dirty="0"/>
          </a:p>
        </p:txBody>
      </p:sp>
      <p:sp>
        <p:nvSpPr>
          <p:cNvPr id="3" name="Content Placeholder 2">
            <a:extLst>
              <a:ext uri="{FF2B5EF4-FFF2-40B4-BE49-F238E27FC236}">
                <a16:creationId xmlns:a16="http://schemas.microsoft.com/office/drawing/2014/main" id="{BC7DDF38-B853-EBA1-A661-8EEB8AA02E9E}"/>
              </a:ext>
            </a:extLst>
          </p:cNvPr>
          <p:cNvSpPr>
            <a:spLocks noGrp="1"/>
          </p:cNvSpPr>
          <p:nvPr>
            <p:ph idx="1"/>
          </p:nvPr>
        </p:nvSpPr>
        <p:spPr/>
        <p:txBody>
          <a:bodyPr/>
          <a:lstStyle/>
          <a:p>
            <a:r>
              <a:rPr lang="en-US" dirty="0"/>
              <a:t>New-programmer training</a:t>
            </a:r>
          </a:p>
          <a:p>
            <a:r>
              <a:rPr lang="en-US" dirty="0"/>
              <a:t>Language learning transfer</a:t>
            </a:r>
          </a:p>
          <a:p>
            <a:r>
              <a:rPr lang="en-US" dirty="0"/>
              <a:t>Real-time coding feedback</a:t>
            </a:r>
          </a:p>
          <a:p>
            <a:r>
              <a:rPr lang="en-US" dirty="0"/>
              <a:t>Interactive coding tutorials</a:t>
            </a:r>
          </a:p>
        </p:txBody>
      </p:sp>
      <p:sp>
        <p:nvSpPr>
          <p:cNvPr id="4" name="Title 3">
            <a:extLst>
              <a:ext uri="{FF2B5EF4-FFF2-40B4-BE49-F238E27FC236}">
                <a16:creationId xmlns:a16="http://schemas.microsoft.com/office/drawing/2014/main" id="{4C74BE39-DA42-CBEA-A9C1-00D0051DF6C1}"/>
              </a:ext>
            </a:extLst>
          </p:cNvPr>
          <p:cNvSpPr>
            <a:spLocks noGrp="1"/>
          </p:cNvSpPr>
          <p:nvPr>
            <p:ph type="title"/>
          </p:nvPr>
        </p:nvSpPr>
        <p:spPr/>
        <p:txBody>
          <a:bodyPr/>
          <a:lstStyle/>
          <a:p>
            <a:r>
              <a:rPr lang="en-US" dirty="0"/>
              <a:t>Programming-Language Training</a:t>
            </a:r>
          </a:p>
        </p:txBody>
      </p:sp>
      <p:pic>
        <p:nvPicPr>
          <p:cNvPr id="6" name="Picture 5" descr="A group of people in a lecture hall&#10;&#10;Description automatically generated with medium confidence">
            <a:extLst>
              <a:ext uri="{FF2B5EF4-FFF2-40B4-BE49-F238E27FC236}">
                <a16:creationId xmlns:a16="http://schemas.microsoft.com/office/drawing/2014/main" id="{7148F9DD-DA72-1CF9-54A9-9D17DF842528}"/>
              </a:ext>
            </a:extLst>
          </p:cNvPr>
          <p:cNvPicPr>
            <a:picLocks noChangeAspect="1"/>
          </p:cNvPicPr>
          <p:nvPr/>
        </p:nvPicPr>
        <p:blipFill>
          <a:blip r:embed="rId2"/>
          <a:stretch>
            <a:fillRect/>
          </a:stretch>
        </p:blipFill>
        <p:spPr>
          <a:xfrm>
            <a:off x="6684264" y="1764792"/>
            <a:ext cx="5059680" cy="3794760"/>
          </a:xfrm>
          <a:prstGeom prst="rect">
            <a:avLst/>
          </a:prstGeom>
          <a:effectLst>
            <a:softEdge rad="31750"/>
          </a:effectLst>
        </p:spPr>
      </p:pic>
    </p:spTree>
    <p:extLst>
      <p:ext uri="{BB962C8B-B14F-4D97-AF65-F5344CB8AC3E}">
        <p14:creationId xmlns:p14="http://schemas.microsoft.com/office/powerpoint/2010/main" val="14094505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DABDD8-6152-0F5A-B8B7-C4EB3FF1E7AC}"/>
              </a:ext>
            </a:extLst>
          </p:cNvPr>
          <p:cNvSpPr>
            <a:spLocks noGrp="1"/>
          </p:cNvSpPr>
          <p:nvPr>
            <p:ph type="sldNum" sz="quarter" idx="12"/>
          </p:nvPr>
        </p:nvSpPr>
        <p:spPr/>
        <p:txBody>
          <a:bodyPr/>
          <a:lstStyle/>
          <a:p>
            <a:fld id="{A8160BDD-7155-D744-B749-9730458604AD}" type="slidenum">
              <a:rPr lang="en-US" smtClean="0"/>
              <a:pPr/>
              <a:t>27</a:t>
            </a:fld>
            <a:endParaRPr lang="en-US" dirty="0"/>
          </a:p>
        </p:txBody>
      </p:sp>
      <p:sp>
        <p:nvSpPr>
          <p:cNvPr id="6" name="Content Placeholder 5">
            <a:extLst>
              <a:ext uri="{FF2B5EF4-FFF2-40B4-BE49-F238E27FC236}">
                <a16:creationId xmlns:a16="http://schemas.microsoft.com/office/drawing/2014/main" id="{B6C69029-B4A1-2AAE-F940-78785DF82634}"/>
              </a:ext>
            </a:extLst>
          </p:cNvPr>
          <p:cNvSpPr>
            <a:spLocks noGrp="1"/>
          </p:cNvSpPr>
          <p:nvPr>
            <p:ph idx="1"/>
          </p:nvPr>
        </p:nvSpPr>
        <p:spPr/>
        <p:txBody>
          <a:bodyPr/>
          <a:lstStyle/>
          <a:p>
            <a:pPr>
              <a:buFont typeface="+mj-lt"/>
              <a:buAutoNum type="arabicPeriod"/>
            </a:pPr>
            <a:r>
              <a:rPr lang="en-US" dirty="0"/>
              <a:t>Read the question scenario in the text. How might a code-generation system help improve the QA process?</a:t>
            </a:r>
          </a:p>
          <a:p>
            <a:pPr>
              <a:buFont typeface="+mj-lt"/>
              <a:buAutoNum type="arabicPeriod"/>
            </a:pPr>
            <a:r>
              <a:rPr lang="en-US" dirty="0"/>
              <a:t>Read the question scenario in the text. How might a code-generation system help improve the code-migration process?</a:t>
            </a:r>
          </a:p>
          <a:p>
            <a:pPr>
              <a:buFont typeface="+mj-lt"/>
              <a:buAutoNum type="arabicPeriod"/>
            </a:pPr>
            <a:r>
              <a:rPr lang="en-US" dirty="0"/>
              <a:t>Read the question scenario in the text. How might a code-generation system help support the agile development process?</a:t>
            </a:r>
          </a:p>
        </p:txBody>
      </p:sp>
      <p:sp>
        <p:nvSpPr>
          <p:cNvPr id="5" name="Title 4">
            <a:extLst>
              <a:ext uri="{FF2B5EF4-FFF2-40B4-BE49-F238E27FC236}">
                <a16:creationId xmlns:a16="http://schemas.microsoft.com/office/drawing/2014/main" id="{F35365B3-16F1-2FD9-E6B5-F757D6ED136E}"/>
              </a:ext>
            </a:extLst>
          </p:cNvPr>
          <p:cNvSpPr>
            <a:spLocks noGrp="1"/>
          </p:cNvSpPr>
          <p:nvPr>
            <p:ph type="title"/>
          </p:nvPr>
        </p:nvSpPr>
        <p:spPr>
          <a:xfrm>
            <a:off x="1072222" y="290945"/>
            <a:ext cx="8234203" cy="792482"/>
          </a:xfrm>
        </p:spPr>
        <p:txBody>
          <a:bodyPr/>
          <a:lstStyle/>
          <a:p>
            <a:r>
              <a:rPr lang="en-US" dirty="0"/>
              <a:t>Activity: Solving Business Problems Using Code Generation</a:t>
            </a:r>
          </a:p>
        </p:txBody>
      </p:sp>
    </p:spTree>
    <p:extLst>
      <p:ext uri="{BB962C8B-B14F-4D97-AF65-F5344CB8AC3E}">
        <p14:creationId xmlns:p14="http://schemas.microsoft.com/office/powerpoint/2010/main" val="1178606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66C9B1-39AE-C744-9CCB-B1B902A6F342}"/>
              </a:ext>
            </a:extLst>
          </p:cNvPr>
          <p:cNvSpPr>
            <a:spLocks noGrp="1"/>
          </p:cNvSpPr>
          <p:nvPr>
            <p:ph type="sldNum" sz="quarter" idx="12"/>
          </p:nvPr>
        </p:nvSpPr>
        <p:spPr/>
        <p:txBody>
          <a:bodyPr/>
          <a:lstStyle/>
          <a:p>
            <a:fld id="{A8160BDD-7155-D744-B749-9730458604AD}" type="slidenum">
              <a:rPr lang="en-US" smtClean="0"/>
              <a:pPr/>
              <a:t>28</a:t>
            </a:fld>
            <a:endParaRPr lang="en-US" dirty="0"/>
          </a:p>
        </p:txBody>
      </p:sp>
      <p:sp>
        <p:nvSpPr>
          <p:cNvPr id="3" name="Text Placeholder 2">
            <a:extLst>
              <a:ext uri="{FF2B5EF4-FFF2-40B4-BE49-F238E27FC236}">
                <a16:creationId xmlns:a16="http://schemas.microsoft.com/office/drawing/2014/main" id="{17BE0E2B-4E33-CB49-95F1-AC0E74888D2F}"/>
              </a:ext>
            </a:extLst>
          </p:cNvPr>
          <p:cNvSpPr>
            <a:spLocks noGrp="1"/>
          </p:cNvSpPr>
          <p:nvPr>
            <p:ph type="body" sz="quarter" idx="13"/>
          </p:nvPr>
        </p:nvSpPr>
        <p:spPr/>
        <p:txBody>
          <a:bodyPr/>
          <a:lstStyle/>
          <a:p>
            <a:r>
              <a:rPr lang="en-US" dirty="0"/>
              <a:t>How might you or a developer use code generation in your own organization?</a:t>
            </a:r>
          </a:p>
          <a:p>
            <a:r>
              <a:rPr lang="en-US" dirty="0"/>
              <a:t>What code-generation tools do you or your organization use or plan to use in the future?</a:t>
            </a:r>
          </a:p>
        </p:txBody>
      </p:sp>
    </p:spTree>
    <p:extLst>
      <p:ext uri="{BB962C8B-B14F-4D97-AF65-F5344CB8AC3E}">
        <p14:creationId xmlns:p14="http://schemas.microsoft.com/office/powerpoint/2010/main" val="4093992310"/>
      </p:ext>
    </p:extLst>
  </p:cSld>
  <p:clrMapOvr>
    <a:masterClrMapping/>
  </p:clrMapOvr>
</p:sld>
</file>

<file path=ppt/theme/theme1.xml><?xml version="1.0" encoding="utf-8"?>
<a:theme xmlns:a="http://schemas.openxmlformats.org/drawingml/2006/main" name="CNX">
  <a:themeElements>
    <a:clrScheme name="CNX 1">
      <a:dk1>
        <a:srgbClr val="000000"/>
      </a:dk1>
      <a:lt1>
        <a:srgbClr val="FFFFFF"/>
      </a:lt1>
      <a:dk2>
        <a:srgbClr val="000000"/>
      </a:dk2>
      <a:lt2>
        <a:srgbClr val="FFFFFF"/>
      </a:lt2>
      <a:accent1>
        <a:srgbClr val="009DDC"/>
      </a:accent1>
      <a:accent2>
        <a:srgbClr val="1D76BB"/>
      </a:accent2>
      <a:accent3>
        <a:srgbClr val="F05323"/>
      </a:accent3>
      <a:accent4>
        <a:srgbClr val="1D3764"/>
      </a:accent4>
      <a:accent5>
        <a:srgbClr val="C1C5C9"/>
      </a:accent5>
      <a:accent6>
        <a:srgbClr val="009DDC"/>
      </a:accent6>
      <a:hlink>
        <a:srgbClr val="009DDC"/>
      </a:hlink>
      <a:folHlink>
        <a:srgbClr val="009DD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NX_OV_Template_BIZ_1.4.potx" id="{FC8E00D4-5C18-4A7B-A267-D7664A2A2578}" vid="{0731E515-B91B-47E2-8213-240CAD6364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A3E69E70E30E468993238898FCF574" ma:contentTypeVersion="4" ma:contentTypeDescription="Create a new document." ma:contentTypeScope="" ma:versionID="dc0a16b6a225e328636b89082a0fd4a9">
  <xsd:schema xmlns:xsd="http://www.w3.org/2001/XMLSchema" xmlns:xs="http://www.w3.org/2001/XMLSchema" xmlns:p="http://schemas.microsoft.com/office/2006/metadata/properties" xmlns:ns2="64dd2cb5-7863-47d4-b3f2-5b70c1925be2" targetNamespace="http://schemas.microsoft.com/office/2006/metadata/properties" ma:root="true" ma:fieldsID="b5d20a745309770a795a0694b6cd691c" ns2:_="">
    <xsd:import namespace="64dd2cb5-7863-47d4-b3f2-5b70c1925be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dd2cb5-7863-47d4-b3f2-5b70c1925b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5412840-34B3-43D0-9071-24C4F0CCE5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4dd2cb5-7863-47d4-b3f2-5b70c1925b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77BBCB1-D0C3-46F8-A7FC-B2722C0802BF}">
  <ds:schemaRefs>
    <ds:schemaRef ds:uri="http://schemas.microsoft.com/sharepoint/v3/contenttype/forms"/>
  </ds:schemaRefs>
</ds:datastoreItem>
</file>

<file path=customXml/itemProps3.xml><?xml version="1.0" encoding="utf-8"?>
<ds:datastoreItem xmlns:ds="http://schemas.openxmlformats.org/officeDocument/2006/customXml" ds:itemID="{9EE0D89E-233E-41F5-B369-92342F4EEEF8}">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CNX_OV_Template_BIZ_1.4</Template>
  <TotalTime>306</TotalTime>
  <Words>1184</Words>
  <Application>Microsoft Office PowerPoint</Application>
  <PresentationFormat>Widescreen</PresentationFormat>
  <Paragraphs>276</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Courier New</vt:lpstr>
      <vt:lpstr>Wingdings</vt:lpstr>
      <vt:lpstr>CNX</vt:lpstr>
      <vt:lpstr>Generating Code Using AI</vt:lpstr>
      <vt:lpstr>Generating Code Using AI</vt:lpstr>
      <vt:lpstr>PowerPoint Presentation</vt:lpstr>
      <vt:lpstr>Code Completion</vt:lpstr>
      <vt:lpstr>Code Generation from Instructions</vt:lpstr>
      <vt:lpstr>Code Refactoring</vt:lpstr>
      <vt:lpstr>Code Testing</vt:lpstr>
      <vt:lpstr>Code Debugging (Slide 1 of 2)</vt:lpstr>
      <vt:lpstr>Code Debugging (Slide 2 of 2)</vt:lpstr>
      <vt:lpstr>Code Commenting and Documentation</vt:lpstr>
      <vt:lpstr>Integrated AI for Code</vt:lpstr>
      <vt:lpstr>Prompt Engineering with Code Generation</vt:lpstr>
      <vt:lpstr>Fine Tuning Code Models</vt:lpstr>
      <vt:lpstr>Code-Generation Tools</vt:lpstr>
      <vt:lpstr>General LLMs Used for Code Generation</vt:lpstr>
      <vt:lpstr>PowerPoint Presentation</vt:lpstr>
      <vt:lpstr>PowerPoint Presentation</vt:lpstr>
      <vt:lpstr>Rapid and Agile Development</vt:lpstr>
      <vt:lpstr>Project Management</vt:lpstr>
      <vt:lpstr>Quality Assurance</vt:lpstr>
      <vt:lpstr>Performance Optimization</vt:lpstr>
      <vt:lpstr>Systems Integration</vt:lpstr>
      <vt:lpstr>Cloud Integration</vt:lpstr>
      <vt:lpstr>Code Migration</vt:lpstr>
      <vt:lpstr>Software Security</vt:lpstr>
      <vt:lpstr>Programming-Language Training</vt:lpstr>
      <vt:lpstr>Activity: Solving Business Problems Using Code Generation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Jason Nufryk</dc:creator>
  <cp:lastModifiedBy>Jason Nufryk</cp:lastModifiedBy>
  <cp:revision>16</cp:revision>
  <dcterms:created xsi:type="dcterms:W3CDTF">2025-07-16T12:36:45Z</dcterms:created>
  <dcterms:modified xsi:type="dcterms:W3CDTF">2025-09-17T15:53:20Z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0x0101000FA3E69E70E30E468993238898FCF574</vt:lpwstr>
  </property>
</Properties>
</file>
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7" r:id="rId4"/>
  </p:sldMasterIdLst>
  <p:notesMasterIdLst>
    <p:notesMasterId r:id="rId43"/>
  </p:notesMasterIdLst>
  <p:handoutMasterIdLst>
    <p:handoutMasterId r:id="rId44"/>
  </p:handoutMasterIdLst>
  <p:sldIdLst>
    <p:sldId id="274" r:id="rId5"/>
    <p:sldId id="272" r:id="rId6"/>
    <p:sldId id="275" r:id="rId7"/>
    <p:sldId id="277" r:id="rId8"/>
    <p:sldId id="323" r:id="rId9"/>
    <p:sldId id="324" r:id="rId10"/>
    <p:sldId id="335" r:id="rId11"/>
    <p:sldId id="282" r:id="rId12"/>
    <p:sldId id="283" r:id="rId13"/>
    <p:sldId id="284" r:id="rId14"/>
    <p:sldId id="295" r:id="rId15"/>
    <p:sldId id="296" r:id="rId16"/>
    <p:sldId id="299" r:id="rId17"/>
    <p:sldId id="328" r:id="rId18"/>
    <p:sldId id="287" r:id="rId19"/>
    <p:sldId id="285" r:id="rId20"/>
    <p:sldId id="289" r:id="rId21"/>
    <p:sldId id="290" r:id="rId22"/>
    <p:sldId id="321" r:id="rId23"/>
    <p:sldId id="276" r:id="rId24"/>
    <p:sldId id="329" r:id="rId25"/>
    <p:sldId id="308" r:id="rId26"/>
    <p:sldId id="309" r:id="rId27"/>
    <p:sldId id="311" r:id="rId28"/>
    <p:sldId id="302" r:id="rId29"/>
    <p:sldId id="330" r:id="rId30"/>
    <p:sldId id="306" r:id="rId31"/>
    <p:sldId id="331" r:id="rId32"/>
    <p:sldId id="310" r:id="rId33"/>
    <p:sldId id="314" r:id="rId34"/>
    <p:sldId id="315" r:id="rId35"/>
    <p:sldId id="332" r:id="rId36"/>
    <p:sldId id="333" r:id="rId37"/>
    <p:sldId id="327" r:id="rId38"/>
    <p:sldId id="334" r:id="rId39"/>
    <p:sldId id="320" r:id="rId40"/>
    <p:sldId id="322" r:id="rId41"/>
    <p:sldId id="271"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ter Vorenkamp"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3764"/>
    <a:srgbClr val="009DDC"/>
    <a:srgbClr val="E71854"/>
    <a:srgbClr val="FAD02C"/>
    <a:srgbClr val="FAAF41"/>
    <a:srgbClr val="198CA8"/>
    <a:srgbClr val="2466AC"/>
    <a:srgbClr val="D1D2D3"/>
    <a:srgbClr val="F05A2B"/>
    <a:srgbClr val="1D386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9" autoAdjust="0"/>
    <p:restoredTop sz="96327" autoAdjust="0"/>
  </p:normalViewPr>
  <p:slideViewPr>
    <p:cSldViewPr snapToGrid="0">
      <p:cViewPr varScale="1">
        <p:scale>
          <a:sx n="79" d="100"/>
          <a:sy n="79" d="100"/>
        </p:scale>
        <p:origin x="936" y="9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2"/>
        <a:sy n="1" d="2"/>
      </p:scale>
      <p:origin x="0" y="0"/>
    </p:cViewPr>
  </p:sorterViewPr>
  <p:notesViewPr>
    <p:cSldViewPr snapToGrid="0">
      <p:cViewPr varScale="1">
        <p:scale>
          <a:sx n="81" d="100"/>
          <a:sy n="81" d="100"/>
        </p:scale>
        <p:origin x="2058"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0F75AEF-6AF8-074D-A4DB-F71FD6F9C37D}" type="datetimeFigureOut">
              <a:rPr lang="en-US" smtClean="0"/>
              <a:t>8/19/2025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D5D9A6D-5233-6641-90BA-8328590F05DD}" type="slidenum">
              <a:rPr lang="en-US" smtClean="0"/>
              <a:t>‹#›</a:t>
            </a:fld>
            <a:endParaRPr lang="en-US" dirty="0"/>
          </a:p>
        </p:txBody>
      </p:sp>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6AAE85D-3A3F-7B46-A18E-DF160D9D2CC7}" type="datetimeFigureOut">
              <a:rPr lang="en-US" smtClean="0"/>
              <a:t>8/19/2025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DDA35F-9E58-5D40-92C1-D8C7631003B0}" type="slidenum">
              <a:rPr lang="en-US" smtClean="0"/>
              <a:t>‹#›</a:t>
            </a:fld>
            <a:endParaRPr lang="en-US" dirty="0"/>
          </a:p>
        </p:txBody>
      </p:sp>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1" name="Content Placeholder 2"/>
          <p:cNvSpPr>
            <a:spLocks noGrp="1"/>
          </p:cNvSpPr>
          <p:nvPr>
            <p:ph idx="1" hasCustomPrompt="1"/>
          </p:nvPr>
        </p:nvSpPr>
        <p:spPr>
          <a:xfrm>
            <a:off x="455900" y="1302040"/>
            <a:ext cx="11280200" cy="4131352"/>
          </a:xfrm>
          <a:prstGeom prst="rect">
            <a:avLst/>
          </a:prstGeom>
        </p:spPr>
        <p:txBody>
          <a:bodyPr numCol="2" spcCol="137160"/>
          <a:lstStyle>
            <a:lvl1pPr marL="342900" marR="0" indent="-342900" algn="l" defTabSz="457200" rtl="0" eaLnBrk="1" fontAlgn="auto" latinLnBrk="0" hangingPunct="1">
              <a:lnSpc>
                <a:spcPct val="100000"/>
              </a:lnSpc>
              <a:spcBef>
                <a:spcPct val="20000"/>
              </a:spcBef>
              <a:spcAft>
                <a:spcPts val="0"/>
              </a:spcAft>
              <a:buClr>
                <a:srgbClr val="009DDC"/>
              </a:buClr>
              <a:buSzTx/>
              <a:buFont typeface="+mj-lt"/>
              <a:buAutoNum type="arabicPeriod"/>
              <a:tabLst/>
              <a:defRPr sz="1800" baseline="0">
                <a:sym typeface="Wingdings" panose="05000000000000000000" pitchFamily="2" charset="2"/>
              </a:defRPr>
            </a:lvl1pPr>
            <a:lvl2pPr marL="742950" marR="0" indent="-285750" algn="l" defTabSz="457200" rtl="0" eaLnBrk="1" fontAlgn="auto" latinLnBrk="0" hangingPunct="1">
              <a:lnSpc>
                <a:spcPct val="100000"/>
              </a:lnSpc>
              <a:spcBef>
                <a:spcPct val="20000"/>
              </a:spcBef>
              <a:spcAft>
                <a:spcPts val="0"/>
              </a:spcAft>
              <a:buClr>
                <a:srgbClr val="009DDC"/>
              </a:buClr>
              <a:buSzTx/>
              <a:buFont typeface="+mj-lt"/>
              <a:buAutoNum type="arabicPeriod"/>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mj-lt"/>
              <a:buAutoNum type="arabicPeriod"/>
              <a:tabLst/>
              <a:defRPr sz="1400"/>
            </a:lvl3pPr>
          </a:lstStyle>
          <a:p>
            <a:pPr marL="173038" lvl="0" indent="-173038"/>
            <a:r>
              <a:rPr lang="en-US" dirty="0"/>
              <a:t>Click to add text. If you have &lt;12 lessons, select </a:t>
            </a:r>
            <a:r>
              <a:rPr lang="en-US" dirty="0" err="1"/>
              <a:t>HomeAdd</a:t>
            </a:r>
            <a:r>
              <a:rPr lang="en-US" dirty="0"/>
              <a:t> or Remove </a:t>
            </a:r>
            <a:r>
              <a:rPr lang="en-US" dirty="0" err="1"/>
              <a:t>ColumnsOne</a:t>
            </a:r>
            <a:r>
              <a:rPr lang="en-US" dirty="0"/>
              <a:t> Column to prevent wrapping issues with long titles.</a:t>
            </a:r>
          </a:p>
          <a:p>
            <a:pPr marL="342900" marR="0" lvl="1" indent="-342900" algn="l" defTabSz="457200" rtl="0" eaLnBrk="1" fontAlgn="auto" latinLnBrk="0" hangingPunct="1">
              <a:lnSpc>
                <a:spcPct val="100000"/>
              </a:lnSpc>
              <a:spcBef>
                <a:spcPct val="20000"/>
              </a:spcBef>
              <a:spcAft>
                <a:spcPts val="0"/>
              </a:spcAft>
              <a:buClr>
                <a:srgbClr val="009DDC"/>
              </a:buClr>
              <a:buSzTx/>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78899" cy="944881"/>
          </a:xfrm>
          <a:prstGeom prst="rect">
            <a:avLst/>
          </a:prstGeom>
        </p:spPr>
        <p:txBody>
          <a:bodyPr vert="horz" lIns="91440" tIns="45720" rIns="91440" bIns="45720" rtlCol="0" anchor="ctr">
            <a:noAutofit/>
          </a:bodyPr>
          <a:lstStyle>
            <a:lvl1pPr>
              <a:defRPr/>
            </a:lvl1pPr>
          </a:lstStyle>
          <a:p>
            <a:r>
              <a:rPr lang="en-US" dirty="0"/>
              <a:t>Click to add “Course Outline: [Course Title]”</a:t>
            </a:r>
          </a:p>
        </p:txBody>
      </p:sp>
      <p:pic>
        <p:nvPicPr>
          <p:cNvPr id="10" name="Picture 9" descr="A close up of a sign&#10;&#10;Description automatically generated">
            <a:extLst>
              <a:ext uri="{FF2B5EF4-FFF2-40B4-BE49-F238E27FC236}">
                <a16:creationId xmlns:a16="http://schemas.microsoft.com/office/drawing/2014/main" id="{11CA89CD-FB39-834A-B366-6013C2849C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212770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1" name="Content Placeholder 2"/>
          <p:cNvSpPr>
            <a:spLocks noGrp="1"/>
          </p:cNvSpPr>
          <p:nvPr>
            <p:ph idx="1"/>
          </p:nvPr>
        </p:nvSpPr>
        <p:spPr>
          <a:xfrm>
            <a:off x="455900" y="1302040"/>
            <a:ext cx="11280200" cy="4131352"/>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400"/>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78899" cy="944881"/>
          </a:xfrm>
          <a:prstGeom prst="rect">
            <a:avLst/>
          </a:prstGeom>
        </p:spPr>
        <p:txBody>
          <a:bodyPr vert="horz" lIns="91440" tIns="45720" rIns="91440" bIns="45720" rtlCol="0" anchor="ctr">
            <a:noAutofit/>
          </a:bodyPr>
          <a:lstStyle>
            <a:lvl1pPr>
              <a:defRPr/>
            </a:lvl1pPr>
          </a:lstStyle>
          <a:p>
            <a:r>
              <a:rPr lang="en-US" dirty="0"/>
              <a:t>Click to add Lesson title</a:t>
            </a:r>
          </a:p>
        </p:txBody>
      </p:sp>
      <p:pic>
        <p:nvPicPr>
          <p:cNvPr id="10" name="Picture 9" descr="A close up of a sign&#10;&#10;Description automatically generated">
            <a:extLst>
              <a:ext uri="{FF2B5EF4-FFF2-40B4-BE49-F238E27FC236}">
                <a16:creationId xmlns:a16="http://schemas.microsoft.com/office/drawing/2014/main" id="{11CA89CD-FB39-834A-B366-6013C2849C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879119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3" name="Picture 2" descr="Shape, rectangle&#10;&#10;Description automatically generated">
            <a:extLst>
              <a:ext uri="{FF2B5EF4-FFF2-40B4-BE49-F238E27FC236}">
                <a16:creationId xmlns:a16="http://schemas.microsoft.com/office/drawing/2014/main" id="{D770E60D-FD97-4043-81F1-289AA5E51D5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2" name="Text Placeholder 11">
            <a:extLst>
              <a:ext uri="{FF2B5EF4-FFF2-40B4-BE49-F238E27FC236}">
                <a16:creationId xmlns:a16="http://schemas.microsoft.com/office/drawing/2014/main" id="{96D59A8F-E744-4482-BF05-F930781695A1}"/>
              </a:ext>
            </a:extLst>
          </p:cNvPr>
          <p:cNvSpPr>
            <a:spLocks noGrp="1"/>
          </p:cNvSpPr>
          <p:nvPr>
            <p:ph type="body" sz="quarter" idx="14" hasCustomPrompt="1"/>
          </p:nvPr>
        </p:nvSpPr>
        <p:spPr>
          <a:xfrm>
            <a:off x="914400" y="3235643"/>
            <a:ext cx="10363200" cy="1362075"/>
          </a:xfrm>
        </p:spPr>
        <p:txBody>
          <a:bodyPr anchor="ctr"/>
          <a:lstStyle>
            <a:lvl1pPr marL="0" indent="0" algn="ctr">
              <a:buNone/>
              <a:defRPr sz="4400" b="1" cap="all" baseline="0">
                <a:solidFill>
                  <a:schemeClr val="bg1"/>
                </a:solidFill>
                <a:latin typeface="Calibri" panose="020F0502020204030204" pitchFamily="34" charset="0"/>
              </a:defRPr>
            </a:lvl1pPr>
          </a:lstStyle>
          <a:p>
            <a:pPr lvl="0"/>
            <a:r>
              <a:rPr lang="en-US" dirty="0"/>
              <a:t>click to add topic title</a:t>
            </a:r>
          </a:p>
        </p:txBody>
      </p:sp>
      <p:pic>
        <p:nvPicPr>
          <p:cNvPr id="8" name="Picture 7" descr="A group of black and white text&#10;&#10;Description automatically generated with medium confidence">
            <a:extLst>
              <a:ext uri="{FF2B5EF4-FFF2-40B4-BE49-F238E27FC236}">
                <a16:creationId xmlns:a16="http://schemas.microsoft.com/office/drawing/2014/main" id="{18AA9BFF-9ED8-2D40-92F4-996C75C1C16F}"/>
              </a:ext>
            </a:extLst>
          </p:cNvPr>
          <p:cNvPicPr>
            <a:picLocks noChangeAspect="1"/>
          </p:cNvPicPr>
          <p:nvPr userDrawn="1"/>
        </p:nvPicPr>
        <p:blipFill>
          <a:blip r:embed="rId3"/>
          <a:stretch>
            <a:fillRect/>
          </a:stretch>
        </p:blipFill>
        <p:spPr>
          <a:xfrm>
            <a:off x="9705975" y="6424777"/>
            <a:ext cx="2076450" cy="286880"/>
          </a:xfrm>
          <a:prstGeom prst="rect">
            <a:avLst/>
          </a:prstGeom>
        </p:spPr>
      </p:pic>
      <p:sp>
        <p:nvSpPr>
          <p:cNvPr id="9" name="Footer Placeholder 2">
            <a:extLst>
              <a:ext uri="{FF2B5EF4-FFF2-40B4-BE49-F238E27FC236}">
                <a16:creationId xmlns:a16="http://schemas.microsoft.com/office/drawing/2014/main" id="{BB1E05F0-CFAF-A446-AE72-71681949D9CF}"/>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2025 CertNexus, Inc. (a division of Logical Operations). All rights reserved.</a:t>
            </a:r>
          </a:p>
        </p:txBody>
      </p:sp>
      <p:sp>
        <p:nvSpPr>
          <p:cNvPr id="7" name="Picture Placeholder 9">
            <a:extLst>
              <a:ext uri="{FF2B5EF4-FFF2-40B4-BE49-F238E27FC236}">
                <a16:creationId xmlns:a16="http://schemas.microsoft.com/office/drawing/2014/main" id="{EF71B82E-1518-9342-B652-C27727A41635}"/>
              </a:ext>
            </a:extLst>
          </p:cNvPr>
          <p:cNvSpPr>
            <a:spLocks noGrp="1"/>
          </p:cNvSpPr>
          <p:nvPr>
            <p:ph type="pic" sz="quarter" idx="13"/>
          </p:nvPr>
        </p:nvSpPr>
        <p:spPr>
          <a:xfrm>
            <a:off x="2661921" y="853440"/>
            <a:ext cx="6879270" cy="2334261"/>
          </a:xfrm>
        </p:spPr>
        <p:txBody>
          <a:bodyPr anchor="ctr"/>
          <a:lstStyle>
            <a:lvl1pPr algn="ctr">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838086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7" name="Content Placeholder 2"/>
          <p:cNvSpPr>
            <a:spLocks noGrp="1"/>
          </p:cNvSpPr>
          <p:nvPr>
            <p:ph idx="1"/>
          </p:nvPr>
        </p:nvSpPr>
        <p:spPr>
          <a:xfrm>
            <a:off x="455900" y="1302040"/>
            <a:ext cx="11280200" cy="4920960"/>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89059" cy="944881"/>
          </a:xfrm>
          <a:prstGeom prst="rect">
            <a:avLst/>
          </a:prstGeom>
        </p:spPr>
        <p:txBody>
          <a:bodyPr vert="horz" lIns="91440" tIns="45720" rIns="91440" bIns="45720" rtlCol="0" anchor="ctr">
            <a:noAutofit/>
          </a:bodyPr>
          <a:lstStyle/>
          <a:p>
            <a:r>
              <a:rPr lang="en-US" dirty="0"/>
              <a:t>Click to add title</a:t>
            </a:r>
          </a:p>
        </p:txBody>
      </p:sp>
      <p:pic>
        <p:nvPicPr>
          <p:cNvPr id="9" name="Picture 8" descr="A close up of a sign&#10;&#10;Description automatically generated">
            <a:extLst>
              <a:ext uri="{FF2B5EF4-FFF2-40B4-BE49-F238E27FC236}">
                <a16:creationId xmlns:a16="http://schemas.microsoft.com/office/drawing/2014/main" id="{0A037335-1258-EF45-B44C-2F4D9BFDCFF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159048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Fill">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DF39B6-089A-D744-B207-90D8B780B7A2}"/>
              </a:ext>
            </a:extLst>
          </p:cNvPr>
          <p:cNvPicPr>
            <a:picLocks noChangeAspect="1"/>
          </p:cNvPicPr>
          <p:nvPr userDrawn="1"/>
        </p:nvPicPr>
        <p:blipFill>
          <a:blip r:embed="rId2"/>
          <a:src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7" name="Content Placeholder 2"/>
          <p:cNvSpPr>
            <a:spLocks noGrp="1"/>
          </p:cNvSpPr>
          <p:nvPr>
            <p:ph idx="1"/>
          </p:nvPr>
        </p:nvSpPr>
        <p:spPr>
          <a:xfrm>
            <a:off x="455900" y="1302040"/>
            <a:ext cx="5165411" cy="4920960"/>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89059" cy="944881"/>
          </a:xfrm>
          <a:prstGeom prst="rect">
            <a:avLst/>
          </a:prstGeom>
        </p:spPr>
        <p:txBody>
          <a:bodyPr vert="horz" lIns="91440" tIns="45720" rIns="91440" bIns="45720" rtlCol="0" anchor="ctr">
            <a:noAutofit/>
          </a:bodyPr>
          <a:lstStyle/>
          <a:p>
            <a:r>
              <a:rPr lang="en-US" dirty="0"/>
              <a:t>Click to add title</a:t>
            </a:r>
          </a:p>
        </p:txBody>
      </p:sp>
      <p:pic>
        <p:nvPicPr>
          <p:cNvPr id="11" name="Picture 10" descr="A group of black and white text&#10;&#10;Description automatically generated with medium confidence">
            <a:extLst>
              <a:ext uri="{FF2B5EF4-FFF2-40B4-BE49-F238E27FC236}">
                <a16:creationId xmlns:a16="http://schemas.microsoft.com/office/drawing/2014/main" id="{76BA429E-88B1-B942-9C74-1AB5F33A3CDC}"/>
              </a:ext>
            </a:extLst>
          </p:cNvPr>
          <p:cNvPicPr>
            <a:picLocks noChangeAspect="1"/>
          </p:cNvPicPr>
          <p:nvPr userDrawn="1"/>
        </p:nvPicPr>
        <p:blipFill>
          <a:blip r:embed="rId3"/>
          <a:stretch>
            <a:fillRect/>
          </a:stretch>
        </p:blipFill>
        <p:spPr>
          <a:xfrm>
            <a:off x="9803674" y="6438275"/>
            <a:ext cx="1881052" cy="259884"/>
          </a:xfrm>
          <a:prstGeom prst="rect">
            <a:avLst/>
          </a:prstGeom>
        </p:spPr>
      </p:pic>
    </p:spTree>
    <p:extLst>
      <p:ext uri="{BB962C8B-B14F-4D97-AF65-F5344CB8AC3E}">
        <p14:creationId xmlns:p14="http://schemas.microsoft.com/office/powerpoint/2010/main" val="590128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Blank">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5" name="Slide Number Placeholder 4"/>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45368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E0645ACB-515B-844F-A6FE-5A9C2CC9120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Picture 6" descr="A group of black and white text&#10;&#10;Description automatically generated with medium confidence">
            <a:extLst>
              <a:ext uri="{FF2B5EF4-FFF2-40B4-BE49-F238E27FC236}">
                <a16:creationId xmlns:a16="http://schemas.microsoft.com/office/drawing/2014/main" id="{127A344B-E698-2E47-A734-E1CE1341471D}"/>
              </a:ext>
            </a:extLst>
          </p:cNvPr>
          <p:cNvPicPr>
            <a:picLocks noChangeAspect="1"/>
          </p:cNvPicPr>
          <p:nvPr userDrawn="1"/>
        </p:nvPicPr>
        <p:blipFill>
          <a:blip r:embed="rId3"/>
          <a:stretch>
            <a:fillRect/>
          </a:stretch>
        </p:blipFill>
        <p:spPr>
          <a:xfrm>
            <a:off x="9705975" y="6424777"/>
            <a:ext cx="2076450" cy="286880"/>
          </a:xfrm>
          <a:prstGeom prst="rect">
            <a:avLst/>
          </a:prstGeom>
        </p:spPr>
      </p:pic>
      <p:sp>
        <p:nvSpPr>
          <p:cNvPr id="2" name="Title 1"/>
          <p:cNvSpPr>
            <a:spLocks noGrp="1"/>
          </p:cNvSpPr>
          <p:nvPr>
            <p:ph type="title" hasCustomPrompt="1"/>
          </p:nvPr>
        </p:nvSpPr>
        <p:spPr>
          <a:xfrm>
            <a:off x="840155" y="2785873"/>
            <a:ext cx="10511691" cy="1286256"/>
          </a:xfrm>
        </p:spPr>
        <p:txBody>
          <a:bodyPr/>
          <a:lstStyle>
            <a:lvl1pPr algn="ctr">
              <a:defRPr sz="4400" b="1"/>
            </a:lvl1pPr>
          </a:lstStyle>
          <a:p>
            <a:r>
              <a:rPr lang="en-US" dirty="0"/>
              <a:t>CLICK TO ADD TITLE</a:t>
            </a:r>
          </a:p>
        </p:txBody>
      </p:sp>
      <p:sp>
        <p:nvSpPr>
          <p:cNvPr id="5" name="Slide Number Placeholder 4"/>
          <p:cNvSpPr>
            <a:spLocks noGrp="1"/>
          </p:cNvSpPr>
          <p:nvPr>
            <p:ph type="sldNum" sz="quarter" idx="12"/>
          </p:nvPr>
        </p:nvSpPr>
        <p:spPr/>
        <p:txBody>
          <a:bodyPr/>
          <a:lstStyle/>
          <a:p>
            <a:fld id="{A8160BDD-7155-D744-B749-9730458604AD}" type="slidenum">
              <a:rPr lang="en-US" smtClean="0"/>
              <a:t>‹#›</a:t>
            </a:fld>
            <a:endParaRPr lang="en-US" dirty="0"/>
          </a:p>
        </p:txBody>
      </p:sp>
      <p:sp>
        <p:nvSpPr>
          <p:cNvPr id="6" name="Footer Placeholder 2">
            <a:extLst>
              <a:ext uri="{FF2B5EF4-FFF2-40B4-BE49-F238E27FC236}">
                <a16:creationId xmlns:a16="http://schemas.microsoft.com/office/drawing/2014/main" id="{8A2CE11F-9E63-044F-B02D-D030806CCD69}"/>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257214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rner Fill">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11" name="Title Placeholder 1"/>
          <p:cNvSpPr>
            <a:spLocks noGrp="1"/>
          </p:cNvSpPr>
          <p:nvPr>
            <p:ph type="title" hasCustomPrompt="1"/>
          </p:nvPr>
        </p:nvSpPr>
        <p:spPr>
          <a:xfrm>
            <a:off x="455901" y="0"/>
            <a:ext cx="11319539" cy="955041"/>
          </a:xfrm>
          <a:prstGeom prst="rect">
            <a:avLst/>
          </a:prstGeom>
        </p:spPr>
        <p:txBody>
          <a:bodyPr vert="horz" lIns="91440" tIns="45720" rIns="91440" bIns="45720" rtlCol="0" anchor="ctr">
            <a:noAutofit/>
          </a:bodyPr>
          <a:lstStyle/>
          <a:p>
            <a:r>
              <a:rPr lang="en-US" dirty="0"/>
              <a:t>Click to add title</a:t>
            </a:r>
          </a:p>
        </p:txBody>
      </p:sp>
      <p:sp>
        <p:nvSpPr>
          <p:cNvPr id="10" name="Content Placeholder 2"/>
          <p:cNvSpPr>
            <a:spLocks noGrp="1"/>
          </p:cNvSpPr>
          <p:nvPr>
            <p:ph idx="1"/>
          </p:nvPr>
        </p:nvSpPr>
        <p:spPr>
          <a:xfrm>
            <a:off x="455900" y="1302043"/>
            <a:ext cx="11280200" cy="4481345"/>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pic>
        <p:nvPicPr>
          <p:cNvPr id="8" name="Picture 7" descr="A close up of a sign&#10;&#10;Description automatically generated">
            <a:extLst>
              <a:ext uri="{FF2B5EF4-FFF2-40B4-BE49-F238E27FC236}">
                <a16:creationId xmlns:a16="http://schemas.microsoft.com/office/drawing/2014/main" id="{EA977C3C-812B-204B-BEB0-8F3E056FBA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203403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Glossary Term Definition Blank">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4" name="Picture 3">
            <a:extLst>
              <a:ext uri="{FF2B5EF4-FFF2-40B4-BE49-F238E27FC236}">
                <a16:creationId xmlns:a16="http://schemas.microsoft.com/office/drawing/2014/main" id="{B63EEA2D-3653-2F41-934A-ED2CDFD9881E}"/>
              </a:ext>
            </a:extLst>
          </p:cNvPr>
          <p:cNvPicPr>
            <a:picLocks noChangeAspect="1"/>
          </p:cNvPicPr>
          <p:nvPr userDrawn="1"/>
        </p:nvPicPr>
        <p:blipFill>
          <a:blip r:embed="rId2"/>
          <a:srcRect/>
          <a:stretch/>
        </p:blipFill>
        <p:spPr>
          <a:xfrm>
            <a:off x="0" y="0"/>
            <a:ext cx="12192000" cy="6858000"/>
          </a:xfrm>
          <a:prstGeom prst="rect">
            <a:avLst/>
          </a:prstGeom>
        </p:spPr>
      </p:pic>
      <p:sp>
        <p:nvSpPr>
          <p:cNvPr id="7" name="Content Placeholder 2"/>
          <p:cNvSpPr>
            <a:spLocks noGrp="1"/>
          </p:cNvSpPr>
          <p:nvPr>
            <p:ph idx="1"/>
          </p:nvPr>
        </p:nvSpPr>
        <p:spPr>
          <a:xfrm>
            <a:off x="1897811" y="2062480"/>
            <a:ext cx="7522234" cy="4265168"/>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chemeClr val="accent4"/>
              </a:buClr>
              <a:buSzTx/>
              <a:buFont typeface="Arial"/>
              <a:buChar char="•"/>
              <a:tabLst/>
              <a:defRPr sz="1800" baseline="0">
                <a:solidFill>
                  <a:schemeClr val="bg1"/>
                </a:solidFill>
              </a:defRPr>
            </a:lvl1pPr>
            <a:lvl2pPr marL="742950" marR="0" indent="-285750" algn="l" defTabSz="457200" rtl="0" eaLnBrk="1" fontAlgn="auto" latinLnBrk="0" hangingPunct="1">
              <a:lnSpc>
                <a:spcPct val="100000"/>
              </a:lnSpc>
              <a:spcBef>
                <a:spcPct val="20000"/>
              </a:spcBef>
              <a:spcAft>
                <a:spcPts val="0"/>
              </a:spcAft>
              <a:buClr>
                <a:schemeClr val="accent4"/>
              </a:buClr>
              <a:buSzTx/>
              <a:buFont typeface="Arial"/>
              <a:buChar char="•"/>
              <a:tabLst/>
              <a:defRPr sz="1600" baseline="0">
                <a:solidFill>
                  <a:schemeClr val="bg1"/>
                </a:solidFill>
              </a:defRPr>
            </a:lvl2pPr>
            <a:lvl3pPr marL="1143000" marR="0" indent="-228600" algn="l" defTabSz="457200" rtl="0" eaLnBrk="1" fontAlgn="auto" latinLnBrk="0" hangingPunct="1">
              <a:lnSpc>
                <a:spcPct val="100000"/>
              </a:lnSpc>
              <a:spcBef>
                <a:spcPct val="20000"/>
              </a:spcBef>
              <a:spcAft>
                <a:spcPts val="0"/>
              </a:spcAft>
              <a:buClr>
                <a:schemeClr val="accent4"/>
              </a:buClr>
              <a:buSzTx/>
              <a:buFont typeface="Arial"/>
              <a:buChar char="•"/>
              <a:tabLst/>
              <a:defRPr>
                <a:solidFill>
                  <a:schemeClr val="bg1"/>
                </a:solidFill>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1901628" y="290945"/>
            <a:ext cx="7501317" cy="792482"/>
          </a:xfrm>
          <a:prstGeom prst="rect">
            <a:avLst/>
          </a:prstGeom>
        </p:spPr>
        <p:txBody>
          <a:bodyPr vert="horz" lIns="91440" tIns="45720" rIns="91440" bIns="45720" rtlCol="0" anchor="ctr">
            <a:noAutofit/>
          </a:bodyPr>
          <a:lstStyle>
            <a:lvl1pPr>
              <a:defRPr b="1">
                <a:solidFill>
                  <a:schemeClr val="accent4"/>
                </a:solidFill>
              </a:defRPr>
            </a:lvl1pPr>
          </a:lstStyle>
          <a:p>
            <a:r>
              <a:rPr lang="en-US" dirty="0"/>
              <a:t>CLICK TO ADD TITLE</a:t>
            </a:r>
          </a:p>
        </p:txBody>
      </p:sp>
      <p:sp>
        <p:nvSpPr>
          <p:cNvPr id="13" name="Text Placeholder 12">
            <a:extLst>
              <a:ext uri="{FF2B5EF4-FFF2-40B4-BE49-F238E27FC236}">
                <a16:creationId xmlns:a16="http://schemas.microsoft.com/office/drawing/2014/main" id="{8FB19520-E82C-4B3B-A166-692B3551D135}"/>
              </a:ext>
            </a:extLst>
          </p:cNvPr>
          <p:cNvSpPr>
            <a:spLocks noGrp="1"/>
          </p:cNvSpPr>
          <p:nvPr>
            <p:ph type="body" sz="quarter" idx="13" hasCustomPrompt="1"/>
          </p:nvPr>
        </p:nvSpPr>
        <p:spPr>
          <a:xfrm>
            <a:off x="1901628" y="1233054"/>
            <a:ext cx="7501317" cy="748145"/>
          </a:xfrm>
        </p:spPr>
        <p:txBody>
          <a:bodyPr anchor="ctr"/>
          <a:lstStyle>
            <a:lvl1pPr marL="0" indent="0" algn="l" defTabSz="457200" rtl="0" eaLnBrk="1" latinLnBrk="0" hangingPunct="1">
              <a:spcBef>
                <a:spcPts val="800"/>
              </a:spcBef>
              <a:buClr>
                <a:schemeClr val="accent1"/>
              </a:buClr>
              <a:buFont typeface="Arial"/>
              <a:buNone/>
              <a:defRPr lang="en-US" sz="1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
        <p:nvSpPr>
          <p:cNvPr id="2" name="Footer Placeholder 2">
            <a:extLst>
              <a:ext uri="{FF2B5EF4-FFF2-40B4-BE49-F238E27FC236}">
                <a16:creationId xmlns:a16="http://schemas.microsoft.com/office/drawing/2014/main" id="{8DBC76ED-A26D-C915-C6F2-CA8D08AE0CE3}"/>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1473669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Glossary Term Definition Blank (No Perso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275A0B-1F78-74D0-927E-F2822A141AF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7" name="Content Placeholder 2"/>
          <p:cNvSpPr>
            <a:spLocks noGrp="1"/>
          </p:cNvSpPr>
          <p:nvPr>
            <p:ph idx="1"/>
          </p:nvPr>
        </p:nvSpPr>
        <p:spPr>
          <a:xfrm>
            <a:off x="1897811" y="2062480"/>
            <a:ext cx="7522234" cy="4265168"/>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chemeClr val="accent4"/>
              </a:buClr>
              <a:buSzTx/>
              <a:buFont typeface="Arial"/>
              <a:buChar char="•"/>
              <a:tabLst/>
              <a:defRPr sz="1800" baseline="0">
                <a:solidFill>
                  <a:schemeClr val="bg1"/>
                </a:solidFill>
              </a:defRPr>
            </a:lvl1pPr>
            <a:lvl2pPr marL="742950" marR="0" indent="-285750" algn="l" defTabSz="457200" rtl="0" eaLnBrk="1" fontAlgn="auto" latinLnBrk="0" hangingPunct="1">
              <a:lnSpc>
                <a:spcPct val="100000"/>
              </a:lnSpc>
              <a:spcBef>
                <a:spcPct val="20000"/>
              </a:spcBef>
              <a:spcAft>
                <a:spcPts val="0"/>
              </a:spcAft>
              <a:buClr>
                <a:schemeClr val="accent4"/>
              </a:buClr>
              <a:buSzTx/>
              <a:buFont typeface="Arial"/>
              <a:buChar char="•"/>
              <a:tabLst/>
              <a:defRPr sz="1600" baseline="0">
                <a:solidFill>
                  <a:schemeClr val="bg1"/>
                </a:solidFill>
              </a:defRPr>
            </a:lvl2pPr>
            <a:lvl3pPr marL="1143000" marR="0" indent="-228600" algn="l" defTabSz="457200" rtl="0" eaLnBrk="1" fontAlgn="auto" latinLnBrk="0" hangingPunct="1">
              <a:lnSpc>
                <a:spcPct val="100000"/>
              </a:lnSpc>
              <a:spcBef>
                <a:spcPct val="20000"/>
              </a:spcBef>
              <a:spcAft>
                <a:spcPts val="0"/>
              </a:spcAft>
              <a:buClr>
                <a:schemeClr val="accent4"/>
              </a:buClr>
              <a:buSzTx/>
              <a:buFont typeface="Arial"/>
              <a:buChar char="•"/>
              <a:tabLst/>
              <a:defRPr>
                <a:solidFill>
                  <a:schemeClr val="bg1"/>
                </a:solidFill>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1901628" y="290945"/>
            <a:ext cx="7501317" cy="792482"/>
          </a:xfrm>
          <a:prstGeom prst="rect">
            <a:avLst/>
          </a:prstGeom>
        </p:spPr>
        <p:txBody>
          <a:bodyPr vert="horz" lIns="91440" tIns="45720" rIns="91440" bIns="45720" rtlCol="0" anchor="ctr">
            <a:noAutofit/>
          </a:bodyPr>
          <a:lstStyle>
            <a:lvl1pPr>
              <a:defRPr b="1">
                <a:solidFill>
                  <a:schemeClr val="accent4"/>
                </a:solidFill>
              </a:defRPr>
            </a:lvl1pPr>
          </a:lstStyle>
          <a:p>
            <a:r>
              <a:rPr lang="en-US" dirty="0"/>
              <a:t>CLICK TO ADD TITLE</a:t>
            </a:r>
          </a:p>
        </p:txBody>
      </p:sp>
      <p:sp>
        <p:nvSpPr>
          <p:cNvPr id="13" name="Text Placeholder 12">
            <a:extLst>
              <a:ext uri="{FF2B5EF4-FFF2-40B4-BE49-F238E27FC236}">
                <a16:creationId xmlns:a16="http://schemas.microsoft.com/office/drawing/2014/main" id="{8FB19520-E82C-4B3B-A166-692B3551D135}"/>
              </a:ext>
            </a:extLst>
          </p:cNvPr>
          <p:cNvSpPr>
            <a:spLocks noGrp="1"/>
          </p:cNvSpPr>
          <p:nvPr>
            <p:ph type="body" sz="quarter" idx="13" hasCustomPrompt="1"/>
          </p:nvPr>
        </p:nvSpPr>
        <p:spPr>
          <a:xfrm>
            <a:off x="1901628" y="1233054"/>
            <a:ext cx="7501317" cy="748145"/>
          </a:xfrm>
        </p:spPr>
        <p:txBody>
          <a:bodyPr anchor="ctr"/>
          <a:lstStyle>
            <a:lvl1pPr marL="0" indent="0" algn="l" defTabSz="457200" rtl="0" eaLnBrk="1" latinLnBrk="0" hangingPunct="1">
              <a:spcBef>
                <a:spcPts val="800"/>
              </a:spcBef>
              <a:buClr>
                <a:schemeClr val="accent1"/>
              </a:buClr>
              <a:buFont typeface="Arial"/>
              <a:buNone/>
              <a:defRPr lang="en-US" sz="1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
        <p:nvSpPr>
          <p:cNvPr id="2" name="Footer Placeholder 2">
            <a:extLst>
              <a:ext uri="{FF2B5EF4-FFF2-40B4-BE49-F238E27FC236}">
                <a16:creationId xmlns:a16="http://schemas.microsoft.com/office/drawing/2014/main" id="{8DBC76ED-A26D-C915-C6F2-CA8D08AE0CE3}"/>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3898149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lossary Terms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16" name="Picture 15">
            <a:extLst>
              <a:ext uri="{FF2B5EF4-FFF2-40B4-BE49-F238E27FC236}">
                <a16:creationId xmlns:a16="http://schemas.microsoft.com/office/drawing/2014/main" id="{DBE99981-5C84-844C-A6A7-26590EE3D71F}"/>
              </a:ext>
            </a:extLst>
          </p:cNvPr>
          <p:cNvPicPr>
            <a:picLocks noChangeAspect="1"/>
          </p:cNvPicPr>
          <p:nvPr userDrawn="1"/>
        </p:nvPicPr>
        <p:blipFill>
          <a:blip r:embed="rId2"/>
          <a:srcRect/>
          <a:stretch/>
        </p:blipFill>
        <p:spPr>
          <a:xfrm>
            <a:off x="0" y="0"/>
            <a:ext cx="12192000" cy="6858000"/>
          </a:xfrm>
          <a:prstGeom prst="rect">
            <a:avLst/>
          </a:prstGeom>
        </p:spPr>
      </p:pic>
      <p:sp>
        <p:nvSpPr>
          <p:cNvPr id="10" name="Title 1">
            <a:extLst>
              <a:ext uri="{FF2B5EF4-FFF2-40B4-BE49-F238E27FC236}">
                <a16:creationId xmlns:a16="http://schemas.microsoft.com/office/drawing/2014/main" id="{DA0FABA5-3959-4ECC-BCAF-965B5087E8AD}"/>
              </a:ext>
            </a:extLst>
          </p:cNvPr>
          <p:cNvSpPr>
            <a:spLocks noGrp="1"/>
          </p:cNvSpPr>
          <p:nvPr>
            <p:ph type="title" hasCustomPrompt="1"/>
          </p:nvPr>
        </p:nvSpPr>
        <p:spPr>
          <a:xfrm>
            <a:off x="931653" y="0"/>
            <a:ext cx="7349705" cy="1397000"/>
          </a:xfrm>
        </p:spPr>
        <p:txBody>
          <a:bodyPr/>
          <a:lstStyle>
            <a:lvl1pPr>
              <a:defRPr sz="2800" b="1">
                <a:solidFill>
                  <a:schemeClr val="accent4"/>
                </a:solidFill>
              </a:defRPr>
            </a:lvl1pPr>
          </a:lstStyle>
          <a:p>
            <a:r>
              <a:rPr lang="en-US" dirty="0"/>
              <a:t>CLICK TO ADD TITLE</a:t>
            </a:r>
          </a:p>
        </p:txBody>
      </p:sp>
      <p:sp>
        <p:nvSpPr>
          <p:cNvPr id="15" name="Text Placeholder 12">
            <a:extLst>
              <a:ext uri="{FF2B5EF4-FFF2-40B4-BE49-F238E27FC236}">
                <a16:creationId xmlns:a16="http://schemas.microsoft.com/office/drawing/2014/main" id="{A169CA63-D23E-4494-8445-3335F13F19B9}"/>
              </a:ext>
            </a:extLst>
          </p:cNvPr>
          <p:cNvSpPr>
            <a:spLocks noGrp="1"/>
          </p:cNvSpPr>
          <p:nvPr>
            <p:ph type="body" sz="quarter" idx="13" hasCustomPrompt="1"/>
          </p:nvPr>
        </p:nvSpPr>
        <p:spPr>
          <a:xfrm>
            <a:off x="948905" y="2156604"/>
            <a:ext cx="7349705" cy="2649076"/>
          </a:xfrm>
        </p:spPr>
        <p:txBody>
          <a:bodyPr anchor="ctr"/>
          <a:lstStyle>
            <a:lvl1pPr marL="0" indent="0" algn="l" defTabSz="457200" rtl="0" eaLnBrk="1" latinLnBrk="0" hangingPunct="1">
              <a:spcBef>
                <a:spcPts val="800"/>
              </a:spcBef>
              <a:buClr>
                <a:schemeClr val="accent1"/>
              </a:buClr>
              <a:buFont typeface="Arial"/>
              <a:buNone/>
              <a:defRPr lang="en-US" sz="2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
        <p:nvSpPr>
          <p:cNvPr id="2" name="Footer Placeholder 2">
            <a:extLst>
              <a:ext uri="{FF2B5EF4-FFF2-40B4-BE49-F238E27FC236}">
                <a16:creationId xmlns:a16="http://schemas.microsoft.com/office/drawing/2014/main" id="{8E2D1A8F-30B0-61E3-A62C-B4E601433CDC}"/>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3586892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Glossary Terms Only (No Perso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9156FEA-E1F8-A943-34A7-D4AE081AD0F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10" name="Title 1">
            <a:extLst>
              <a:ext uri="{FF2B5EF4-FFF2-40B4-BE49-F238E27FC236}">
                <a16:creationId xmlns:a16="http://schemas.microsoft.com/office/drawing/2014/main" id="{DA0FABA5-3959-4ECC-BCAF-965B5087E8AD}"/>
              </a:ext>
            </a:extLst>
          </p:cNvPr>
          <p:cNvSpPr>
            <a:spLocks noGrp="1"/>
          </p:cNvSpPr>
          <p:nvPr>
            <p:ph type="title" hasCustomPrompt="1"/>
          </p:nvPr>
        </p:nvSpPr>
        <p:spPr>
          <a:xfrm>
            <a:off x="931653" y="0"/>
            <a:ext cx="7349705" cy="1397000"/>
          </a:xfrm>
        </p:spPr>
        <p:txBody>
          <a:bodyPr/>
          <a:lstStyle>
            <a:lvl1pPr>
              <a:defRPr sz="2800" b="1">
                <a:solidFill>
                  <a:schemeClr val="accent4"/>
                </a:solidFill>
              </a:defRPr>
            </a:lvl1pPr>
          </a:lstStyle>
          <a:p>
            <a:r>
              <a:rPr lang="en-US" dirty="0"/>
              <a:t>CLICK TO ADD TITLE</a:t>
            </a:r>
          </a:p>
        </p:txBody>
      </p:sp>
      <p:sp>
        <p:nvSpPr>
          <p:cNvPr id="15" name="Text Placeholder 12">
            <a:extLst>
              <a:ext uri="{FF2B5EF4-FFF2-40B4-BE49-F238E27FC236}">
                <a16:creationId xmlns:a16="http://schemas.microsoft.com/office/drawing/2014/main" id="{A169CA63-D23E-4494-8445-3335F13F19B9}"/>
              </a:ext>
            </a:extLst>
          </p:cNvPr>
          <p:cNvSpPr>
            <a:spLocks noGrp="1"/>
          </p:cNvSpPr>
          <p:nvPr>
            <p:ph type="body" sz="quarter" idx="13" hasCustomPrompt="1"/>
          </p:nvPr>
        </p:nvSpPr>
        <p:spPr>
          <a:xfrm>
            <a:off x="948905" y="2156604"/>
            <a:ext cx="7349705" cy="2649076"/>
          </a:xfrm>
        </p:spPr>
        <p:txBody>
          <a:bodyPr anchor="ctr"/>
          <a:lstStyle>
            <a:lvl1pPr marL="0" indent="0" algn="l" defTabSz="457200" rtl="0" eaLnBrk="1" latinLnBrk="0" hangingPunct="1">
              <a:spcBef>
                <a:spcPts val="800"/>
              </a:spcBef>
              <a:buClr>
                <a:schemeClr val="accent1"/>
              </a:buClr>
              <a:buFont typeface="Arial"/>
              <a:buNone/>
              <a:defRPr lang="en-US" sz="2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
        <p:nvSpPr>
          <p:cNvPr id="3" name="Footer Placeholder 2">
            <a:extLst>
              <a:ext uri="{FF2B5EF4-FFF2-40B4-BE49-F238E27FC236}">
                <a16:creationId xmlns:a16="http://schemas.microsoft.com/office/drawing/2014/main" id="{828A4D3F-6ACC-720B-4A4C-508707D31E2F}"/>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1688587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ands-On Activit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3" name="Picture 2">
            <a:extLst>
              <a:ext uri="{FF2B5EF4-FFF2-40B4-BE49-F238E27FC236}">
                <a16:creationId xmlns:a16="http://schemas.microsoft.com/office/drawing/2014/main" id="{BDC9B9BA-D0BE-5C45-93C2-C0597F00D0D5}"/>
              </a:ext>
            </a:extLst>
          </p:cNvPr>
          <p:cNvPicPr>
            <a:picLocks noChangeAspect="1"/>
          </p:cNvPicPr>
          <p:nvPr userDrawn="1"/>
        </p:nvPicPr>
        <p:blipFill>
          <a:blip r:embed="rId2"/>
          <a:srcRect/>
          <a:stretch/>
        </p:blipFill>
        <p:spPr>
          <a:xfrm>
            <a:off x="0" y="0"/>
            <a:ext cx="12192000" cy="6858000"/>
          </a:xfrm>
          <a:prstGeom prst="rect">
            <a:avLst/>
          </a:prstGeom>
        </p:spPr>
      </p:pic>
      <p:sp>
        <p:nvSpPr>
          <p:cNvPr id="10" name="Content Placeholder 2">
            <a:extLst>
              <a:ext uri="{FF2B5EF4-FFF2-40B4-BE49-F238E27FC236}">
                <a16:creationId xmlns:a16="http://schemas.microsoft.com/office/drawing/2014/main" id="{702FDC18-07C2-8E4C-A0AD-E0A207C9B24C}"/>
              </a:ext>
            </a:extLst>
          </p:cNvPr>
          <p:cNvSpPr>
            <a:spLocks noGrp="1"/>
          </p:cNvSpPr>
          <p:nvPr>
            <p:ph idx="1"/>
          </p:nvPr>
        </p:nvSpPr>
        <p:spPr>
          <a:xfrm>
            <a:off x="1111449" y="1302040"/>
            <a:ext cx="6957694" cy="4073524"/>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11" name="Title Placeholder 1">
            <a:extLst>
              <a:ext uri="{FF2B5EF4-FFF2-40B4-BE49-F238E27FC236}">
                <a16:creationId xmlns:a16="http://schemas.microsoft.com/office/drawing/2014/main" id="{7818D182-A7CC-CC43-B849-8EF89FE6B817}"/>
              </a:ext>
            </a:extLst>
          </p:cNvPr>
          <p:cNvSpPr>
            <a:spLocks noGrp="1"/>
          </p:cNvSpPr>
          <p:nvPr>
            <p:ph type="title" hasCustomPrompt="1"/>
          </p:nvPr>
        </p:nvSpPr>
        <p:spPr>
          <a:xfrm>
            <a:off x="1100306" y="290945"/>
            <a:ext cx="6986571" cy="792482"/>
          </a:xfrm>
          <a:prstGeom prst="rect">
            <a:avLst/>
          </a:prstGeom>
        </p:spPr>
        <p:txBody>
          <a:bodyPr vert="horz" lIns="91440" tIns="45720" rIns="91440" bIns="45720" rtlCol="0" anchor="ctr">
            <a:noAutofit/>
          </a:bodyPr>
          <a:lstStyle>
            <a:lvl1pPr>
              <a:defRPr b="1">
                <a:solidFill>
                  <a:schemeClr val="accent2"/>
                </a:solidFill>
              </a:defRPr>
            </a:lvl1pPr>
          </a:lstStyle>
          <a:p>
            <a:r>
              <a:rPr lang="en-US" dirty="0"/>
              <a:t>CLICK TO ADD ACTIVITY TITLE</a:t>
            </a:r>
          </a:p>
        </p:txBody>
      </p:sp>
      <p:sp>
        <p:nvSpPr>
          <p:cNvPr id="2" name="Footer Placeholder 2">
            <a:extLst>
              <a:ext uri="{FF2B5EF4-FFF2-40B4-BE49-F238E27FC236}">
                <a16:creationId xmlns:a16="http://schemas.microsoft.com/office/drawing/2014/main" id="{C844C451-2A23-712B-69C9-72B95AABEF46}"/>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65000"/>
                  </a:schemeClr>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685139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ands-On Activity 2">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5" name="Picture 4">
            <a:extLst>
              <a:ext uri="{FF2B5EF4-FFF2-40B4-BE49-F238E27FC236}">
                <a16:creationId xmlns:a16="http://schemas.microsoft.com/office/drawing/2014/main" id="{1B6E9A21-B09E-3042-A581-B6A6316B2517}"/>
              </a:ext>
            </a:extLst>
          </p:cNvPr>
          <p:cNvPicPr>
            <a:picLocks noChangeAspect="1"/>
          </p:cNvPicPr>
          <p:nvPr userDrawn="1"/>
        </p:nvPicPr>
        <p:blipFill>
          <a:blip r:embed="rId2"/>
          <a:srcRect/>
          <a:stretch/>
        </p:blipFill>
        <p:spPr>
          <a:xfrm>
            <a:off x="0" y="0"/>
            <a:ext cx="12192000" cy="6858000"/>
          </a:xfrm>
          <a:prstGeom prst="rect">
            <a:avLst/>
          </a:prstGeom>
        </p:spPr>
      </p:pic>
      <p:sp>
        <p:nvSpPr>
          <p:cNvPr id="15" name="Text Placeholder 2">
            <a:extLst>
              <a:ext uri="{FF2B5EF4-FFF2-40B4-BE49-F238E27FC236}">
                <a16:creationId xmlns:a16="http://schemas.microsoft.com/office/drawing/2014/main" id="{78C1E330-78E3-8C4C-BFD6-B2109EC92F89}"/>
              </a:ext>
            </a:extLst>
          </p:cNvPr>
          <p:cNvSpPr>
            <a:spLocks noGrp="1"/>
          </p:cNvSpPr>
          <p:nvPr>
            <p:ph type="body" sz="quarter" idx="13" hasCustomPrompt="1"/>
          </p:nvPr>
        </p:nvSpPr>
        <p:spPr>
          <a:xfrm>
            <a:off x="872831" y="1510146"/>
            <a:ext cx="6927274" cy="2105890"/>
          </a:xfrm>
        </p:spPr>
        <p:txBody>
          <a:bodyPr anchor="ctr"/>
          <a:lstStyle>
            <a:lvl1pPr marL="0" indent="0" algn="ctr">
              <a:buNone/>
              <a:defRPr sz="4000" b="1">
                <a:solidFill>
                  <a:schemeClr val="accent2"/>
                </a:solidFill>
              </a:defRPr>
            </a:lvl1pPr>
          </a:lstStyle>
          <a:p>
            <a:pPr lvl="0"/>
            <a:r>
              <a:rPr lang="en-US" dirty="0"/>
              <a:t>ACTIVITY: TITLE</a:t>
            </a:r>
          </a:p>
        </p:txBody>
      </p:sp>
      <p:sp>
        <p:nvSpPr>
          <p:cNvPr id="2" name="Footer Placeholder 2">
            <a:extLst>
              <a:ext uri="{FF2B5EF4-FFF2-40B4-BE49-F238E27FC236}">
                <a16:creationId xmlns:a16="http://schemas.microsoft.com/office/drawing/2014/main" id="{8854BA7C-0CF2-7491-2AF6-A9807C75BDD3}"/>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65000"/>
                  </a:schemeClr>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3064503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inds-On Activit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5" name="Picture 4">
            <a:extLst>
              <a:ext uri="{FF2B5EF4-FFF2-40B4-BE49-F238E27FC236}">
                <a16:creationId xmlns:a16="http://schemas.microsoft.com/office/drawing/2014/main" id="{C45F8399-FFF5-714D-8FE2-89A7788522AC}"/>
              </a:ext>
            </a:extLst>
          </p:cNvPr>
          <p:cNvPicPr>
            <a:picLocks noChangeAspect="1"/>
          </p:cNvPicPr>
          <p:nvPr userDrawn="1"/>
        </p:nvPicPr>
        <p:blipFill>
          <a:blip r:embed="rId2"/>
          <a:srcRect/>
          <a:stretch/>
        </p:blipFill>
        <p:spPr>
          <a:xfrm>
            <a:off x="0" y="0"/>
            <a:ext cx="12192000" cy="6858000"/>
          </a:xfrm>
          <a:prstGeom prst="rect">
            <a:avLst/>
          </a:prstGeom>
        </p:spPr>
      </p:pic>
      <p:sp>
        <p:nvSpPr>
          <p:cNvPr id="7" name="Content Placeholder 2"/>
          <p:cNvSpPr>
            <a:spLocks noGrp="1"/>
          </p:cNvSpPr>
          <p:nvPr>
            <p:ph idx="1"/>
          </p:nvPr>
        </p:nvSpPr>
        <p:spPr>
          <a:xfrm>
            <a:off x="1083366" y="1302040"/>
            <a:ext cx="7245626" cy="4073524"/>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10" name="Title Placeholder 1">
            <a:extLst>
              <a:ext uri="{FF2B5EF4-FFF2-40B4-BE49-F238E27FC236}">
                <a16:creationId xmlns:a16="http://schemas.microsoft.com/office/drawing/2014/main" id="{67F3FAEE-EBB5-8F41-9D49-C3A289C7D762}"/>
              </a:ext>
            </a:extLst>
          </p:cNvPr>
          <p:cNvSpPr>
            <a:spLocks noGrp="1"/>
          </p:cNvSpPr>
          <p:nvPr>
            <p:ph type="title" hasCustomPrompt="1"/>
          </p:nvPr>
        </p:nvSpPr>
        <p:spPr>
          <a:xfrm>
            <a:off x="1072223" y="290945"/>
            <a:ext cx="7275698" cy="792482"/>
          </a:xfrm>
          <a:prstGeom prst="rect">
            <a:avLst/>
          </a:prstGeom>
        </p:spPr>
        <p:txBody>
          <a:bodyPr vert="horz" lIns="91440" tIns="45720" rIns="91440" bIns="45720" rtlCol="0" anchor="ctr">
            <a:noAutofit/>
          </a:bodyPr>
          <a:lstStyle>
            <a:lvl1pPr>
              <a:defRPr b="1">
                <a:solidFill>
                  <a:schemeClr val="accent6"/>
                </a:solidFill>
              </a:defRPr>
            </a:lvl1pPr>
          </a:lstStyle>
          <a:p>
            <a:r>
              <a:rPr lang="en-US" dirty="0"/>
              <a:t>CLICK TO ADD ACTIVITY TITLE</a:t>
            </a:r>
          </a:p>
        </p:txBody>
      </p:sp>
      <p:sp>
        <p:nvSpPr>
          <p:cNvPr id="2" name="Footer Placeholder 2">
            <a:extLst>
              <a:ext uri="{FF2B5EF4-FFF2-40B4-BE49-F238E27FC236}">
                <a16:creationId xmlns:a16="http://schemas.microsoft.com/office/drawing/2014/main" id="{836B59A8-0284-7432-CE8D-4D17DDCF2918}"/>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34646746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inds-On Activity 2">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4" name="Picture 3">
            <a:extLst>
              <a:ext uri="{FF2B5EF4-FFF2-40B4-BE49-F238E27FC236}">
                <a16:creationId xmlns:a16="http://schemas.microsoft.com/office/drawing/2014/main" id="{A5CA4131-5CC5-0446-9EA8-4C9F6E974B97}"/>
              </a:ext>
            </a:extLst>
          </p:cNvPr>
          <p:cNvPicPr>
            <a:picLocks noChangeAspect="1"/>
          </p:cNvPicPr>
          <p:nvPr userDrawn="1"/>
        </p:nvPicPr>
        <p:blipFill>
          <a:blip r:embed="rId2"/>
          <a:src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4F915AE6-89DC-4B00-95C2-C09677B47DC6}"/>
              </a:ext>
            </a:extLst>
          </p:cNvPr>
          <p:cNvSpPr>
            <a:spLocks noGrp="1"/>
          </p:cNvSpPr>
          <p:nvPr>
            <p:ph type="body" sz="quarter" idx="13" hasCustomPrompt="1"/>
          </p:nvPr>
        </p:nvSpPr>
        <p:spPr>
          <a:xfrm>
            <a:off x="1025236" y="1510146"/>
            <a:ext cx="6927274" cy="2105890"/>
          </a:xfrm>
        </p:spPr>
        <p:txBody>
          <a:bodyPr anchor="ctr"/>
          <a:lstStyle>
            <a:lvl1pPr marL="0" indent="0" algn="ctr">
              <a:buNone/>
              <a:defRPr sz="4000" b="1">
                <a:solidFill>
                  <a:schemeClr val="accent1"/>
                </a:solidFill>
              </a:defRPr>
            </a:lvl1pPr>
          </a:lstStyle>
          <a:p>
            <a:pPr lvl="0"/>
            <a:r>
              <a:rPr lang="en-US" dirty="0"/>
              <a:t>ACTIVITY: TITLE</a:t>
            </a:r>
          </a:p>
        </p:txBody>
      </p:sp>
      <p:sp>
        <p:nvSpPr>
          <p:cNvPr id="2" name="Footer Placeholder 2">
            <a:extLst>
              <a:ext uri="{FF2B5EF4-FFF2-40B4-BE49-F238E27FC236}">
                <a16:creationId xmlns:a16="http://schemas.microsoft.com/office/drawing/2014/main" id="{E7B0B4EB-6E3F-B864-1C37-2341FA1B9631}"/>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31490413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Reflective Question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8" name="Picture 7">
            <a:extLst>
              <a:ext uri="{FF2B5EF4-FFF2-40B4-BE49-F238E27FC236}">
                <a16:creationId xmlns:a16="http://schemas.microsoft.com/office/drawing/2014/main" id="{2F2495DB-8197-C747-9D12-B9B16AD79028}"/>
              </a:ext>
            </a:extLst>
          </p:cNvPr>
          <p:cNvPicPr>
            <a:picLocks noChangeAspect="1"/>
          </p:cNvPicPr>
          <p:nvPr userDrawn="1"/>
        </p:nvPicPr>
        <p:blipFill>
          <a:blip r:embed="rId2"/>
          <a:src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C139B97F-4B6B-4623-8514-D7FD629FE24B}"/>
              </a:ext>
            </a:extLst>
          </p:cNvPr>
          <p:cNvSpPr>
            <a:spLocks noGrp="1"/>
          </p:cNvSpPr>
          <p:nvPr>
            <p:ph type="body" sz="quarter" idx="13" hasCustomPrompt="1"/>
          </p:nvPr>
        </p:nvSpPr>
        <p:spPr>
          <a:xfrm>
            <a:off x="1025236" y="1302042"/>
            <a:ext cx="8065601" cy="3461344"/>
          </a:xfrm>
        </p:spPr>
        <p:txBody>
          <a:bodyPr/>
          <a:lstStyle>
            <a:lvl1pPr>
              <a:spcAft>
                <a:spcPts val="2400"/>
              </a:spcAft>
              <a:buFont typeface="+mj-lt"/>
              <a:buAutoNum type="arabicPeriod"/>
              <a:defRPr sz="2000"/>
            </a:lvl1pPr>
            <a:lvl2pPr marL="800100" indent="-342900">
              <a:buFont typeface="+mj-lt"/>
              <a:buAutoNum type="arabicPeriod"/>
              <a:defRPr/>
            </a:lvl2pPr>
            <a:lvl3pPr marL="1257300" indent="-342900">
              <a:buFont typeface="+mj-lt"/>
              <a:buAutoNum type="arabicPeriod"/>
              <a:defRPr/>
            </a:lvl3pPr>
            <a:lvl4pPr marL="1828800" indent="-457200">
              <a:buFont typeface="+mj-lt"/>
              <a:buAutoNum type="arabicPeriod"/>
              <a:defRPr/>
            </a:lvl4pPr>
            <a:lvl5pPr marL="2286000" indent="-457200">
              <a:buFont typeface="+mj-lt"/>
              <a:buAutoNum type="arabicPeriod"/>
              <a:defRPr/>
            </a:lvl5pPr>
          </a:lstStyle>
          <a:p>
            <a:pPr lvl="0"/>
            <a:r>
              <a:rPr lang="en-US" dirty="0"/>
              <a:t>Insert Question #1</a:t>
            </a:r>
          </a:p>
          <a:p>
            <a:pPr lvl="0"/>
            <a:r>
              <a:rPr lang="en-US" dirty="0"/>
              <a:t>Insert Question #2</a:t>
            </a:r>
          </a:p>
          <a:p>
            <a:pPr lvl="0"/>
            <a:endParaRPr lang="en-US" dirty="0"/>
          </a:p>
        </p:txBody>
      </p:sp>
      <p:sp>
        <p:nvSpPr>
          <p:cNvPr id="9" name="TextBox 8">
            <a:extLst>
              <a:ext uri="{FF2B5EF4-FFF2-40B4-BE49-F238E27FC236}">
                <a16:creationId xmlns:a16="http://schemas.microsoft.com/office/drawing/2014/main" id="{4381B051-CC06-447C-AEEE-4E1DE7CB3684}"/>
              </a:ext>
            </a:extLst>
          </p:cNvPr>
          <p:cNvSpPr txBox="1"/>
          <p:nvPr userDrawn="1"/>
        </p:nvSpPr>
        <p:spPr>
          <a:xfrm>
            <a:off x="997528" y="462617"/>
            <a:ext cx="8672946" cy="461665"/>
          </a:xfrm>
          <a:prstGeom prst="rect">
            <a:avLst/>
          </a:prstGeom>
          <a:noFill/>
        </p:spPr>
        <p:txBody>
          <a:bodyPr wrap="square" rtlCol="0">
            <a:spAutoFit/>
          </a:bodyPr>
          <a:lstStyle/>
          <a:p>
            <a:r>
              <a:rPr lang="en-US" sz="2400" b="1" dirty="0">
                <a:solidFill>
                  <a:schemeClr val="accent1"/>
                </a:solidFill>
                <a:latin typeface="Calibri" panose="020F0502020204030204" pitchFamily="34" charset="0"/>
              </a:rPr>
              <a:t>REFLECTIVE QUESTIONS</a:t>
            </a:r>
          </a:p>
        </p:txBody>
      </p:sp>
      <p:sp>
        <p:nvSpPr>
          <p:cNvPr id="2" name="Footer Placeholder 2">
            <a:extLst>
              <a:ext uri="{FF2B5EF4-FFF2-40B4-BE49-F238E27FC236}">
                <a16:creationId xmlns:a16="http://schemas.microsoft.com/office/drawing/2014/main" id="{97E4E289-495F-C56C-3DB1-9244A1D22084}"/>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13643222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1976017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dirty="0"/>
          </a:p>
        </p:txBody>
      </p:sp>
      <p:pic>
        <p:nvPicPr>
          <p:cNvPr id="5" name="Picture 4" descr="A close up of a sign&#10;&#10;Description automatically generated">
            <a:extLst>
              <a:ext uri="{FF2B5EF4-FFF2-40B4-BE49-F238E27FC236}">
                <a16:creationId xmlns:a16="http://schemas.microsoft.com/office/drawing/2014/main" id="{265D8D75-6CEC-F848-822E-BF7A0AFAF0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8342667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_NoHeader">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a:p>
        </p:txBody>
      </p:sp>
      <p:sp>
        <p:nvSpPr>
          <p:cNvPr id="2" name="Rectangle 1">
            <a:extLst>
              <a:ext uri="{FF2B5EF4-FFF2-40B4-BE49-F238E27FC236}">
                <a16:creationId xmlns:a16="http://schemas.microsoft.com/office/drawing/2014/main" id="{C8193AA2-F1FD-415B-809F-52E7D4576B38}"/>
              </a:ext>
            </a:extLst>
          </p:cNvPr>
          <p:cNvSpPr/>
          <p:nvPr userDrawn="1"/>
        </p:nvSpPr>
        <p:spPr>
          <a:xfrm>
            <a:off x="0" y="1"/>
            <a:ext cx="12192000" cy="979749"/>
          </a:xfrm>
          <a:prstGeom prst="rect">
            <a:avLst/>
          </a:prstGeom>
          <a:solidFill>
            <a:schemeClr val="bg2"/>
          </a:solidFill>
          <a:ln w="28575" cap="flat" cmpd="sng" algn="ctr">
            <a:solidFill>
              <a:schemeClr val="bg1"/>
            </a:solidFill>
            <a:prstDash val="solid"/>
          </a:ln>
          <a:effectLst/>
        </p:spPr>
        <p:txBody>
          <a:bodyPr rtlCol="0" anchor="ctr"/>
          <a:lstStyle/>
          <a:p>
            <a:pPr algn="ctr" defTabSz="914400"/>
            <a:endParaRPr lang="en-US" sz="1100" b="1" kern="0" dirty="0" err="1">
              <a:solidFill>
                <a:srgbClr val="FF0000"/>
              </a:solidFill>
              <a:latin typeface="Arial"/>
            </a:endParaRPr>
          </a:p>
        </p:txBody>
      </p:sp>
    </p:spTree>
    <p:extLst>
      <p:ext uri="{BB962C8B-B14F-4D97-AF65-F5344CB8AC3E}">
        <p14:creationId xmlns:p14="http://schemas.microsoft.com/office/powerpoint/2010/main" val="13189535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Content Placeholder 2"/>
          <p:cNvSpPr>
            <a:spLocks noGrp="1"/>
          </p:cNvSpPr>
          <p:nvPr>
            <p:ph sz="half" idx="1"/>
          </p:nvPr>
        </p:nvSpPr>
        <p:spPr>
          <a:xfrm>
            <a:off x="609600" y="1600203"/>
            <a:ext cx="5384800" cy="4525963"/>
          </a:xfrm>
        </p:spPr>
        <p:txBody>
          <a:bodyPr/>
          <a:lstStyle>
            <a:lvl1pPr>
              <a:defRPr sz="1800"/>
            </a:lvl1pPr>
            <a:lvl2pPr>
              <a:defRPr sz="1600"/>
            </a:lvl2pPr>
            <a:lvl3pPr>
              <a:defRPr sz="14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3"/>
            <a:ext cx="5384800" cy="4525963"/>
          </a:xfrm>
        </p:spPr>
        <p:txBody>
          <a:bodyPr>
            <a:noAutofit/>
          </a:bodyPr>
          <a:lstStyle>
            <a:lvl1pPr>
              <a:defRPr sz="1800"/>
            </a:lvl1pPr>
            <a:lvl2pPr>
              <a:defRPr sz="1600"/>
            </a:lvl2pPr>
            <a:lvl3pPr>
              <a:defRPr sz="14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05BA03AB-6813-664D-B697-5FFAF521D1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42570745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Text Placeholder 2"/>
          <p:cNvSpPr>
            <a:spLocks noGrp="1"/>
          </p:cNvSpPr>
          <p:nvPr>
            <p:ph type="body" idx="1"/>
          </p:nvPr>
        </p:nvSpPr>
        <p:spPr>
          <a:xfrm>
            <a:off x="609600" y="1535113"/>
            <a:ext cx="5386917" cy="639762"/>
          </a:xfrm>
        </p:spPr>
        <p:txBody>
          <a:bodyPr anchor="b">
            <a:noAutofit/>
          </a:bodyPr>
          <a:lstStyle>
            <a:lvl1pPr marL="0" indent="0" algn="l">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Autofit/>
          </a:bodyPr>
          <a:lstStyle>
            <a:lvl1pPr>
              <a:defRPr sz="1800"/>
            </a:lvl1pPr>
            <a:lvl2pPr>
              <a:defRPr sz="1600"/>
            </a:lvl2pPr>
            <a:lvl3pPr>
              <a:defRPr sz="14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6193369" y="1535113"/>
            <a:ext cx="5389033"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noAutofit/>
          </a:bodyPr>
          <a:lstStyle>
            <a:lvl1pPr>
              <a:defRPr sz="1800"/>
            </a:lvl1pPr>
            <a:lvl2pPr>
              <a:defRPr sz="1600"/>
            </a:lvl2pPr>
            <a:lvl3pPr>
              <a:defRPr sz="14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A8160BDD-7155-D744-B749-9730458604AD}" type="slidenum">
              <a:rPr lang="en-US" smtClean="0"/>
              <a:t>‹#›</a:t>
            </a:fld>
            <a:endParaRPr lang="en-US" dirty="0"/>
          </a:p>
        </p:txBody>
      </p:sp>
      <p:pic>
        <p:nvPicPr>
          <p:cNvPr id="10" name="Picture 9" descr="A close up of a sign&#10;&#10;Description automatically generated">
            <a:extLst>
              <a:ext uri="{FF2B5EF4-FFF2-40B4-BE49-F238E27FC236}">
                <a16:creationId xmlns:a16="http://schemas.microsoft.com/office/drawing/2014/main" id="{05292730-C4A0-C547-BA9D-56A0205CD9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6957343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3297" y="0"/>
            <a:ext cx="10397067" cy="955040"/>
          </a:xfrm>
        </p:spPr>
        <p:txBody>
          <a:bodyPr anchor="ctr" anchorCtr="0">
            <a:noAutofit/>
          </a:bodyPr>
          <a:lstStyle>
            <a:lvl1pPr algn="l">
              <a:defRPr sz="2400" b="0"/>
            </a:lvl1pPr>
          </a:lstStyle>
          <a:p>
            <a:r>
              <a:rPr lang="en-US" dirty="0"/>
              <a:t>Click to add title</a:t>
            </a:r>
          </a:p>
        </p:txBody>
      </p:sp>
      <p:sp>
        <p:nvSpPr>
          <p:cNvPr id="3" name="Content Placeholder 2"/>
          <p:cNvSpPr>
            <a:spLocks noGrp="1"/>
          </p:cNvSpPr>
          <p:nvPr>
            <p:ph idx="1"/>
          </p:nvPr>
        </p:nvSpPr>
        <p:spPr>
          <a:xfrm>
            <a:off x="4766733" y="1435103"/>
            <a:ext cx="6815667" cy="4691063"/>
          </a:xfrm>
        </p:spPr>
        <p:txBody>
          <a:bodyPr>
            <a:noAutofit/>
          </a:bodyPr>
          <a:lstStyle>
            <a:lvl1pPr>
              <a:defRPr sz="1800"/>
            </a:lvl1pPr>
            <a:lvl2pPr>
              <a:defRPr sz="1600"/>
            </a:lvl2pPr>
            <a:lvl3pPr>
              <a:defRPr sz="1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49EAFBBC-2C9E-1241-84D4-E9756B6DE5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265627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956904"/>
            <a:ext cx="73152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389717" y="1113694"/>
            <a:ext cx="7315200" cy="3770187"/>
          </a:xfrm>
        </p:spPr>
        <p:txBody>
          <a:bodyPr>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523642"/>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4F6FF233-EB40-BE4E-8AC9-9CA2504D2A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0500540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pic>
        <p:nvPicPr>
          <p:cNvPr id="7" name="Picture 6" descr="A close up of a sign&#10;&#10;Description automatically generated">
            <a:extLst>
              <a:ext uri="{FF2B5EF4-FFF2-40B4-BE49-F238E27FC236}">
                <a16:creationId xmlns:a16="http://schemas.microsoft.com/office/drawing/2014/main" id="{728CC025-3396-904D-927D-1DFCABD646B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9418597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839200" y="1211385"/>
            <a:ext cx="2743200" cy="4914778"/>
          </a:xfrm>
        </p:spPr>
        <p:txBody>
          <a:bodyPr vert="eaVert"/>
          <a:lstStyle>
            <a:lvl1pPr>
              <a:defRPr>
                <a:solidFill>
                  <a:srgbClr val="000000"/>
                </a:solidFill>
              </a:defRPr>
            </a:lvl1pPr>
          </a:lstStyle>
          <a:p>
            <a:r>
              <a:rPr lang="en-US" dirty="0"/>
              <a:t>Click to add title</a:t>
            </a:r>
          </a:p>
        </p:txBody>
      </p:sp>
      <p:sp>
        <p:nvSpPr>
          <p:cNvPr id="3" name="Vertical Text Placeholder 2"/>
          <p:cNvSpPr>
            <a:spLocks noGrp="1"/>
          </p:cNvSpPr>
          <p:nvPr>
            <p:ph type="body" orient="vert" idx="1"/>
          </p:nvPr>
        </p:nvSpPr>
        <p:spPr>
          <a:xfrm>
            <a:off x="609600" y="1211385"/>
            <a:ext cx="8026400" cy="4914778"/>
          </a:xfrm>
        </p:spPr>
        <p:txBody>
          <a:bodyPr vert="eaVert"/>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pic>
        <p:nvPicPr>
          <p:cNvPr id="7" name="Picture 6" descr="A close up of a sign&#10;&#10;Description automatically generated">
            <a:extLst>
              <a:ext uri="{FF2B5EF4-FFF2-40B4-BE49-F238E27FC236}">
                <a16:creationId xmlns:a16="http://schemas.microsoft.com/office/drawing/2014/main" id="{2D64BF27-2D44-684C-892F-6C15A97C687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082504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253B76-2A7A-7948-8D60-7A6A79959BAB}"/>
              </a:ext>
            </a:extLst>
          </p:cNvPr>
          <p:cNvPicPr>
            <a:picLocks noChangeAspect="1"/>
          </p:cNvPicPr>
          <p:nvPr userDrawn="1"/>
        </p:nvPicPr>
        <p:blipFill>
          <a:blip r:embed="rId28"/>
          <a:stretch>
            <a:fillRect/>
          </a:stretch>
        </p:blipFill>
        <p:spPr>
          <a:xfrm>
            <a:off x="0" y="0"/>
            <a:ext cx="12192000" cy="977900"/>
          </a:xfrm>
          <a:prstGeom prst="rect">
            <a:avLst/>
          </a:prstGeom>
        </p:spPr>
      </p:pic>
      <p:sp>
        <p:nvSpPr>
          <p:cNvPr id="2" name="Title Placeholder 1"/>
          <p:cNvSpPr>
            <a:spLocks noGrp="1"/>
          </p:cNvSpPr>
          <p:nvPr>
            <p:ph type="title"/>
          </p:nvPr>
        </p:nvSpPr>
        <p:spPr>
          <a:xfrm>
            <a:off x="455901" y="0"/>
            <a:ext cx="11284154" cy="965551"/>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5900" y="1307130"/>
            <a:ext cx="11280203" cy="493540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4"/>
          </p:nvPr>
        </p:nvSpPr>
        <p:spPr>
          <a:xfrm>
            <a:off x="9243741" y="6455642"/>
            <a:ext cx="2844800" cy="365125"/>
          </a:xfrm>
          <a:prstGeom prst="rect">
            <a:avLst/>
          </a:prstGeom>
        </p:spPr>
        <p:txBody>
          <a:bodyPr vert="horz" lIns="91440" tIns="45720" rIns="91440" bIns="45720" rtlCol="0" anchor="ctr"/>
          <a:lstStyle>
            <a:lvl1pPr algn="r">
              <a:defRPr sz="800">
                <a:solidFill>
                  <a:srgbClr val="C4C4C4"/>
                </a:solidFill>
                <a:latin typeface="Arial"/>
                <a:cs typeface="Arial"/>
              </a:defRPr>
            </a:lvl1pPr>
          </a:lstStyle>
          <a:p>
            <a:fld id="{A8160BDD-7155-D744-B749-9730458604AD}" type="slidenum">
              <a:rPr lang="en-US" smtClean="0"/>
              <a:pPr/>
              <a:t>‹#›</a:t>
            </a:fld>
            <a:endParaRPr lang="en-US" dirty="0"/>
          </a:p>
        </p:txBody>
      </p:sp>
      <p:sp>
        <p:nvSpPr>
          <p:cNvPr id="8" name="Footer Placeholder 2"/>
          <p:cNvSpPr txBox="1">
            <a:spLocks/>
          </p:cNvSpPr>
          <p:nvPr/>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2025 CertNexus, Inc. (a division of Logical Operations). All rights reserved.</a:t>
            </a:r>
          </a:p>
        </p:txBody>
      </p:sp>
    </p:spTree>
    <p:extLst>
      <p:ext uri="{BB962C8B-B14F-4D97-AF65-F5344CB8AC3E}">
        <p14:creationId xmlns:p14="http://schemas.microsoft.com/office/powerpoint/2010/main" val="4170488459"/>
      </p:ext>
    </p:extLst>
  </p:cSld>
  <p:clrMap bg1="lt1" tx1="dk1" bg2="lt2" tx2="dk2" accent1="accent1" accent2="accent2" accent3="accent3" accent4="accent4" accent5="accent5" accent6="accent6" hlink="hlink" folHlink="folHlink"/>
  <p:sldLayoutIdLst>
    <p:sldLayoutId id="2147483928" r:id="rId1"/>
    <p:sldLayoutId id="2147483971" r:id="rId2"/>
    <p:sldLayoutId id="2147483948" r:id="rId3"/>
    <p:sldLayoutId id="2147483952" r:id="rId4"/>
    <p:sldLayoutId id="2147483970" r:id="rId5"/>
    <p:sldLayoutId id="2147483938" r:id="rId6"/>
    <p:sldLayoutId id="2147483953" r:id="rId7"/>
    <p:sldLayoutId id="2147483931" r:id="rId8"/>
    <p:sldLayoutId id="2147483932" r:id="rId9"/>
    <p:sldLayoutId id="2147483973" r:id="rId10"/>
    <p:sldLayoutId id="2147483951" r:id="rId11"/>
    <p:sldLayoutId id="2147483972" r:id="rId12"/>
    <p:sldLayoutId id="2147483936" r:id="rId13"/>
    <p:sldLayoutId id="2147483937" r:id="rId14"/>
    <p:sldLayoutId id="2147483934" r:id="rId15"/>
    <p:sldLayoutId id="2147483935" r:id="rId16"/>
    <p:sldLayoutId id="2147483939" r:id="rId17"/>
    <p:sldLayoutId id="2147483940" r:id="rId18"/>
    <p:sldLayoutId id="2147483955" r:id="rId19"/>
    <p:sldLayoutId id="2147483950" r:id="rId20"/>
    <p:sldLayoutId id="2147483942" r:id="rId21"/>
    <p:sldLayoutId id="2147483943" r:id="rId22"/>
    <p:sldLayoutId id="2147483944" r:id="rId23"/>
    <p:sldLayoutId id="2147483945" r:id="rId24"/>
    <p:sldLayoutId id="2147483946" r:id="rId25"/>
    <p:sldLayoutId id="2147483947" r:id="rId26"/>
  </p:sldLayoutIdLst>
  <p:hf hdr="0" ftr="0" dt="0"/>
  <p:txStyles>
    <p:titleStyle>
      <a:lvl1pPr algn="l" defTabSz="457200" rtl="0" eaLnBrk="1" latinLnBrk="0" hangingPunct="1">
        <a:spcBef>
          <a:spcPct val="0"/>
        </a:spcBef>
        <a:buNone/>
        <a:defRPr sz="2400" kern="1200">
          <a:solidFill>
            <a:schemeClr val="bg1"/>
          </a:solidFill>
          <a:latin typeface="Calibri" panose="020F0502020204030204" pitchFamily="34" charset="0"/>
          <a:ea typeface="+mj-ea"/>
          <a:cs typeface="Calibri" panose="020F0502020204030204" pitchFamily="34" charset="0"/>
        </a:defRPr>
      </a:lvl1pPr>
    </p:titleStyle>
    <p:body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10.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svg"/><Relationship Id="rId3" Type="http://schemas.openxmlformats.org/officeDocument/2006/relationships/image" Target="../media/image25.svg"/><Relationship Id="rId7" Type="http://schemas.openxmlformats.org/officeDocument/2006/relationships/image" Target="../media/image29.svg"/><Relationship Id="rId12" Type="http://schemas.openxmlformats.org/officeDocument/2006/relationships/image" Target="../media/image34.png"/><Relationship Id="rId2"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28.png"/><Relationship Id="rId11" Type="http://schemas.openxmlformats.org/officeDocument/2006/relationships/image" Target="../media/image33.svg"/><Relationship Id="rId5" Type="http://schemas.openxmlformats.org/officeDocument/2006/relationships/image" Target="../media/image27.sv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svg"/><Relationship Id="rId18" Type="http://schemas.openxmlformats.org/officeDocument/2006/relationships/image" Target="../media/image52.svg"/><Relationship Id="rId3" Type="http://schemas.openxmlformats.org/officeDocument/2006/relationships/image" Target="../media/image37.svg"/><Relationship Id="rId7" Type="http://schemas.openxmlformats.org/officeDocument/2006/relationships/image" Target="../media/image41.svg"/><Relationship Id="rId12" Type="http://schemas.openxmlformats.org/officeDocument/2006/relationships/image" Target="../media/image46.png"/><Relationship Id="rId17" Type="http://schemas.openxmlformats.org/officeDocument/2006/relationships/image" Target="../media/image51.png"/><Relationship Id="rId2" Type="http://schemas.openxmlformats.org/officeDocument/2006/relationships/image" Target="../media/image36.png"/><Relationship Id="rId16" Type="http://schemas.openxmlformats.org/officeDocument/2006/relationships/image" Target="../media/image50.jpg"/><Relationship Id="rId1" Type="http://schemas.openxmlformats.org/officeDocument/2006/relationships/slideLayout" Target="../slideLayouts/slideLayout12.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39.svg"/><Relationship Id="rId15" Type="http://schemas.openxmlformats.org/officeDocument/2006/relationships/image" Target="../media/image49.sv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svg"/><Relationship Id="rId14" Type="http://schemas.openxmlformats.org/officeDocument/2006/relationships/image" Target="../media/image4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svg"/><Relationship Id="rId7" Type="http://schemas.openxmlformats.org/officeDocument/2006/relationships/image" Target="../media/image59.svg"/><Relationship Id="rId2" Type="http://schemas.openxmlformats.org/officeDocument/2006/relationships/image" Target="../media/image54.png"/><Relationship Id="rId1" Type="http://schemas.openxmlformats.org/officeDocument/2006/relationships/slideLayout" Target="../slideLayouts/slideLayout5.xml"/><Relationship Id="rId6" Type="http://schemas.openxmlformats.org/officeDocument/2006/relationships/image" Target="../media/image58.png"/><Relationship Id="rId5" Type="http://schemas.openxmlformats.org/officeDocument/2006/relationships/image" Target="../media/image57.svg"/><Relationship Id="rId4" Type="http://schemas.openxmlformats.org/officeDocument/2006/relationships/image" Target="../media/image56.png"/><Relationship Id="rId9" Type="http://schemas.openxmlformats.org/officeDocument/2006/relationships/image" Target="../media/image61.svg"/></Relationships>
</file>

<file path=ppt/slides/_rels/slide16.xml.rels><?xml version="1.0" encoding="UTF-8" standalone="yes"?>
<Relationships xmlns="http://schemas.openxmlformats.org/package/2006/relationships"><Relationship Id="rId8" Type="http://schemas.openxmlformats.org/officeDocument/2006/relationships/image" Target="../media/image52.svg"/><Relationship Id="rId13" Type="http://schemas.openxmlformats.org/officeDocument/2006/relationships/image" Target="../media/image40.png"/><Relationship Id="rId3" Type="http://schemas.openxmlformats.org/officeDocument/2006/relationships/image" Target="../media/image62.png"/><Relationship Id="rId7" Type="http://schemas.openxmlformats.org/officeDocument/2006/relationships/image" Target="../media/image51.png"/><Relationship Id="rId12" Type="http://schemas.openxmlformats.org/officeDocument/2006/relationships/image" Target="../media/image39.svg"/><Relationship Id="rId2" Type="http://schemas.openxmlformats.org/officeDocument/2006/relationships/image" Target="../media/image50.jpg"/><Relationship Id="rId16" Type="http://schemas.openxmlformats.org/officeDocument/2006/relationships/image" Target="../media/image43.svg"/><Relationship Id="rId1" Type="http://schemas.openxmlformats.org/officeDocument/2006/relationships/slideLayout" Target="../slideLayouts/slideLayout6.xml"/><Relationship Id="rId6" Type="http://schemas.openxmlformats.org/officeDocument/2006/relationships/image" Target="../media/image33.sv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svg"/><Relationship Id="rId4" Type="http://schemas.openxmlformats.org/officeDocument/2006/relationships/image" Target="../media/image63.svg"/><Relationship Id="rId9" Type="http://schemas.openxmlformats.org/officeDocument/2006/relationships/image" Target="../media/image36.png"/><Relationship Id="rId14" Type="http://schemas.openxmlformats.org/officeDocument/2006/relationships/image" Target="../media/image41.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65.svg"/><Relationship Id="rId7" Type="http://schemas.openxmlformats.org/officeDocument/2006/relationships/image" Target="../media/image69.svg"/><Relationship Id="rId2" Type="http://schemas.openxmlformats.org/officeDocument/2006/relationships/image" Target="../media/image64.png"/><Relationship Id="rId1" Type="http://schemas.openxmlformats.org/officeDocument/2006/relationships/slideLayout" Target="../slideLayouts/slideLayout6.xml"/><Relationship Id="rId6" Type="http://schemas.openxmlformats.org/officeDocument/2006/relationships/image" Target="../media/image68.png"/><Relationship Id="rId5" Type="http://schemas.openxmlformats.org/officeDocument/2006/relationships/image" Target="../media/image67.svg"/><Relationship Id="rId4" Type="http://schemas.openxmlformats.org/officeDocument/2006/relationships/image" Target="../media/image6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image" Target="../media/image70.jpg"/><Relationship Id="rId1" Type="http://schemas.openxmlformats.org/officeDocument/2006/relationships/slideLayout" Target="../slideLayouts/slideLayout10.xml"/><Relationship Id="rId5" Type="http://schemas.openxmlformats.org/officeDocument/2006/relationships/image" Target="../media/image73.jpg"/><Relationship Id="rId4" Type="http://schemas.openxmlformats.org/officeDocument/2006/relationships/image" Target="../media/image72.jpg"/></Relationships>
</file>

<file path=ppt/slides/_rels/slide22.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svg"/><Relationship Id="rId3" Type="http://schemas.openxmlformats.org/officeDocument/2006/relationships/image" Target="../media/image75.svg"/><Relationship Id="rId7" Type="http://schemas.openxmlformats.org/officeDocument/2006/relationships/image" Target="../media/image79.svg"/><Relationship Id="rId12" Type="http://schemas.openxmlformats.org/officeDocument/2006/relationships/image" Target="../media/image84.svg"/><Relationship Id="rId17" Type="http://schemas.openxmlformats.org/officeDocument/2006/relationships/image" Target="../media/image89.png"/><Relationship Id="rId2" Type="http://schemas.openxmlformats.org/officeDocument/2006/relationships/image" Target="../media/image74.png"/><Relationship Id="rId16" Type="http://schemas.openxmlformats.org/officeDocument/2006/relationships/image" Target="../media/image88.svg"/><Relationship Id="rId1" Type="http://schemas.openxmlformats.org/officeDocument/2006/relationships/slideLayout" Target="../slideLayouts/slideLayout6.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svg"/><Relationship Id="rId15" Type="http://schemas.openxmlformats.org/officeDocument/2006/relationships/image" Target="../media/image87.png"/><Relationship Id="rId10" Type="http://schemas.openxmlformats.org/officeDocument/2006/relationships/image" Target="../media/image82.sv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svg"/></Relationships>
</file>

<file path=ppt/slides/_rels/slide23.xml.rels><?xml version="1.0" encoding="UTF-8" standalone="yes"?>
<Relationships xmlns="http://schemas.openxmlformats.org/package/2006/relationships"><Relationship Id="rId8" Type="http://schemas.openxmlformats.org/officeDocument/2006/relationships/image" Target="../media/image91.jpg"/><Relationship Id="rId3" Type="http://schemas.openxmlformats.org/officeDocument/2006/relationships/hyperlink" Target="https://pytorch.org/" TargetMode="External"/><Relationship Id="rId7" Type="http://schemas.openxmlformats.org/officeDocument/2006/relationships/hyperlink" Target="https://towardsai.net/" TargetMode="External"/><Relationship Id="rId2" Type="http://schemas.openxmlformats.org/officeDocument/2006/relationships/hyperlink" Target="https://www.python.org/" TargetMode="External"/><Relationship Id="rId1" Type="http://schemas.openxmlformats.org/officeDocument/2006/relationships/slideLayout" Target="../slideLayouts/slideLayout4.xml"/><Relationship Id="rId6" Type="http://schemas.openxmlformats.org/officeDocument/2006/relationships/hyperlink" Target="https://www.nytimes.com/column/hard-fork" TargetMode="External"/><Relationship Id="rId5" Type="http://schemas.openxmlformats.org/officeDocument/2006/relationships/hyperlink" Target="https://huggingface.co/" TargetMode="External"/><Relationship Id="rId4" Type="http://schemas.openxmlformats.org/officeDocument/2006/relationships/hyperlink" Target="https://www.tensorflow.org/" TargetMode="External"/></Relationships>
</file>

<file path=ppt/slides/_rels/slide24.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svg"/><Relationship Id="rId3" Type="http://schemas.openxmlformats.org/officeDocument/2006/relationships/image" Target="../media/image93.svg"/><Relationship Id="rId7" Type="http://schemas.openxmlformats.org/officeDocument/2006/relationships/image" Target="../media/image97.svg"/><Relationship Id="rId12" Type="http://schemas.openxmlformats.org/officeDocument/2006/relationships/image" Target="../media/image102.png"/><Relationship Id="rId2" Type="http://schemas.openxmlformats.org/officeDocument/2006/relationships/image" Target="../media/image92.png"/><Relationship Id="rId1" Type="http://schemas.openxmlformats.org/officeDocument/2006/relationships/slideLayout" Target="../slideLayouts/slideLayout6.xml"/><Relationship Id="rId6" Type="http://schemas.openxmlformats.org/officeDocument/2006/relationships/image" Target="../media/image96.png"/><Relationship Id="rId11" Type="http://schemas.openxmlformats.org/officeDocument/2006/relationships/image" Target="../media/image101.svg"/><Relationship Id="rId5" Type="http://schemas.openxmlformats.org/officeDocument/2006/relationships/image" Target="../media/image95.sv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svg"/></Relationships>
</file>

<file path=ppt/slides/_rels/slide25.xml.rels><?xml version="1.0" encoding="UTF-8" standalone="yes"?>
<Relationships xmlns="http://schemas.openxmlformats.org/package/2006/relationships"><Relationship Id="rId3" Type="http://schemas.openxmlformats.org/officeDocument/2006/relationships/image" Target="../media/image104.jpg"/><Relationship Id="rId2" Type="http://schemas.openxmlformats.org/officeDocument/2006/relationships/image" Target="../media/image70.jpg"/><Relationship Id="rId1" Type="http://schemas.openxmlformats.org/officeDocument/2006/relationships/slideLayout" Target="../slideLayouts/slideLayout6.xml"/><Relationship Id="rId5" Type="http://schemas.openxmlformats.org/officeDocument/2006/relationships/image" Target="../media/image73.jpg"/><Relationship Id="rId4" Type="http://schemas.openxmlformats.org/officeDocument/2006/relationships/image" Target="../media/image105.png"/></Relationships>
</file>

<file path=ppt/slides/_rels/slide26.xml.rels><?xml version="1.0" encoding="UTF-8" standalone="yes"?>
<Relationships xmlns="http://schemas.openxmlformats.org/package/2006/relationships"><Relationship Id="rId2" Type="http://schemas.openxmlformats.org/officeDocument/2006/relationships/image" Target="../media/image106.jp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07.jp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108.jp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image" Target="../media/image109.jpg"/><Relationship Id="rId1" Type="http://schemas.openxmlformats.org/officeDocument/2006/relationships/slideLayout" Target="../slideLayouts/slideLayout6.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31.xml.rels><?xml version="1.0" encoding="UTF-8" standalone="yes"?>
<Relationships xmlns="http://schemas.openxmlformats.org/package/2006/relationships"><Relationship Id="rId3" Type="http://schemas.openxmlformats.org/officeDocument/2006/relationships/image" Target="../media/image117.svg"/><Relationship Id="rId7" Type="http://schemas.openxmlformats.org/officeDocument/2006/relationships/image" Target="../media/image121.svg"/><Relationship Id="rId2" Type="http://schemas.openxmlformats.org/officeDocument/2006/relationships/image" Target="../media/image116.png"/><Relationship Id="rId1" Type="http://schemas.openxmlformats.org/officeDocument/2006/relationships/slideLayout" Target="../slideLayouts/slideLayout4.xml"/><Relationship Id="rId6" Type="http://schemas.openxmlformats.org/officeDocument/2006/relationships/image" Target="../media/image120.png"/><Relationship Id="rId5" Type="http://schemas.openxmlformats.org/officeDocument/2006/relationships/image" Target="../media/image119.svg"/><Relationship Id="rId4" Type="http://schemas.openxmlformats.org/officeDocument/2006/relationships/image" Target="../media/image118.png"/></Relationships>
</file>

<file path=ppt/slides/_rels/slide32.xml.rels><?xml version="1.0" encoding="UTF-8" standalone="yes"?>
<Relationships xmlns="http://schemas.openxmlformats.org/package/2006/relationships"><Relationship Id="rId2" Type="http://schemas.openxmlformats.org/officeDocument/2006/relationships/image" Target="../media/image122.jp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123.jp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35.svg"/><Relationship Id="rId3" Type="http://schemas.openxmlformats.org/officeDocument/2006/relationships/image" Target="../media/image125.svg"/><Relationship Id="rId7" Type="http://schemas.openxmlformats.org/officeDocument/2006/relationships/image" Target="../media/image129.svg"/><Relationship Id="rId12" Type="http://schemas.openxmlformats.org/officeDocument/2006/relationships/image" Target="../media/image134.png"/><Relationship Id="rId17" Type="http://schemas.openxmlformats.org/officeDocument/2006/relationships/image" Target="../media/image139.svg"/><Relationship Id="rId2" Type="http://schemas.openxmlformats.org/officeDocument/2006/relationships/image" Target="../media/image124.png"/><Relationship Id="rId16" Type="http://schemas.openxmlformats.org/officeDocument/2006/relationships/image" Target="../media/image138.png"/><Relationship Id="rId1" Type="http://schemas.openxmlformats.org/officeDocument/2006/relationships/slideLayout" Target="../slideLayouts/slideLayout6.xml"/><Relationship Id="rId6" Type="http://schemas.openxmlformats.org/officeDocument/2006/relationships/image" Target="../media/image128.png"/><Relationship Id="rId11" Type="http://schemas.openxmlformats.org/officeDocument/2006/relationships/image" Target="../media/image133.svg"/><Relationship Id="rId5" Type="http://schemas.openxmlformats.org/officeDocument/2006/relationships/image" Target="../media/image127.svg"/><Relationship Id="rId15" Type="http://schemas.openxmlformats.org/officeDocument/2006/relationships/image" Target="../media/image137.svg"/><Relationship Id="rId10" Type="http://schemas.openxmlformats.org/officeDocument/2006/relationships/image" Target="../media/image132.png"/><Relationship Id="rId4" Type="http://schemas.openxmlformats.org/officeDocument/2006/relationships/image" Target="../media/image126.png"/><Relationship Id="rId9" Type="http://schemas.openxmlformats.org/officeDocument/2006/relationships/image" Target="../media/image131.svg"/><Relationship Id="rId14" Type="http://schemas.openxmlformats.org/officeDocument/2006/relationships/image" Target="../media/image136.png"/></Relationships>
</file>

<file path=ppt/slides/_rels/slide35.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41.svg"/><Relationship Id="rId7" Type="http://schemas.openxmlformats.org/officeDocument/2006/relationships/image" Target="../media/image145.svg"/><Relationship Id="rId2" Type="http://schemas.openxmlformats.org/officeDocument/2006/relationships/image" Target="../media/image140.png"/><Relationship Id="rId1" Type="http://schemas.openxmlformats.org/officeDocument/2006/relationships/slideLayout" Target="../slideLayouts/slideLayout10.xml"/><Relationship Id="rId6" Type="http://schemas.openxmlformats.org/officeDocument/2006/relationships/image" Target="../media/image144.png"/><Relationship Id="rId11" Type="http://schemas.openxmlformats.org/officeDocument/2006/relationships/image" Target="../media/image149.svg"/><Relationship Id="rId5" Type="http://schemas.openxmlformats.org/officeDocument/2006/relationships/image" Target="../media/image143.svg"/><Relationship Id="rId10" Type="http://schemas.openxmlformats.org/officeDocument/2006/relationships/image" Target="../media/image148.png"/><Relationship Id="rId4" Type="http://schemas.openxmlformats.org/officeDocument/2006/relationships/image" Target="../media/image142.png"/><Relationship Id="rId9" Type="http://schemas.openxmlformats.org/officeDocument/2006/relationships/image" Target="../media/image147.svg"/></Relationships>
</file>

<file path=ppt/slides/_rels/slide36.xml.rels><?xml version="1.0" encoding="UTF-8" standalone="yes"?>
<Relationships xmlns="http://schemas.openxmlformats.org/package/2006/relationships"><Relationship Id="rId2" Type="http://schemas.openxmlformats.org/officeDocument/2006/relationships/image" Target="../media/image150.jp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930264-38DA-BC9C-68BC-0CF65B4291F4}"/>
              </a:ext>
            </a:extLst>
          </p:cNvPr>
          <p:cNvSpPr>
            <a:spLocks noGrp="1"/>
          </p:cNvSpPr>
          <p:nvPr>
            <p:ph type="title"/>
          </p:nvPr>
        </p:nvSpPr>
        <p:spPr/>
        <p:txBody>
          <a:bodyPr/>
          <a:lstStyle/>
          <a:p>
            <a:r>
              <a:rPr lang="en-US" dirty="0"/>
              <a:t>AI Fundamentals</a:t>
            </a:r>
          </a:p>
        </p:txBody>
      </p:sp>
      <p:sp>
        <p:nvSpPr>
          <p:cNvPr id="2" name="Slide Number Placeholder 1">
            <a:extLst>
              <a:ext uri="{FF2B5EF4-FFF2-40B4-BE49-F238E27FC236}">
                <a16:creationId xmlns:a16="http://schemas.microsoft.com/office/drawing/2014/main" id="{8DE0B37D-3949-E27E-3673-0005E7446345}"/>
              </a:ext>
            </a:extLst>
          </p:cNvPr>
          <p:cNvSpPr>
            <a:spLocks noGrp="1"/>
          </p:cNvSpPr>
          <p:nvPr>
            <p:ph type="sldNum" sz="quarter" idx="12"/>
          </p:nvPr>
        </p:nvSpPr>
        <p:spPr/>
        <p:txBody>
          <a:bodyPr/>
          <a:lstStyle/>
          <a:p>
            <a:fld id="{A8160BDD-7155-D744-B749-9730458604AD}" type="slidenum">
              <a:rPr lang="en-US" smtClean="0"/>
              <a:t>1</a:t>
            </a:fld>
            <a:endParaRPr lang="en-US" dirty="0"/>
          </a:p>
        </p:txBody>
      </p:sp>
      <p:pic>
        <p:nvPicPr>
          <p:cNvPr id="3" name="Picture Placeholder 7">
            <a:extLst>
              <a:ext uri="{FF2B5EF4-FFF2-40B4-BE49-F238E27FC236}">
                <a16:creationId xmlns:a16="http://schemas.microsoft.com/office/drawing/2014/main" id="{70D2C956-A91F-C643-216C-09D656278C1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72567" b="-72567"/>
          <a:stretch/>
        </p:blipFill>
        <p:spPr>
          <a:xfrm>
            <a:off x="2661921" y="853440"/>
            <a:ext cx="6879270" cy="2334261"/>
          </a:xfrm>
          <a:prstGeom prst="rect">
            <a:avLst/>
          </a:prstGeom>
        </p:spPr>
      </p:pic>
    </p:spTree>
    <p:extLst>
      <p:ext uri="{BB962C8B-B14F-4D97-AF65-F5344CB8AC3E}">
        <p14:creationId xmlns:p14="http://schemas.microsoft.com/office/powerpoint/2010/main" val="412196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50B8F3-0016-E59A-C0E4-EC70E0458AD5}"/>
              </a:ext>
            </a:extLst>
          </p:cNvPr>
          <p:cNvSpPr>
            <a:spLocks noGrp="1"/>
          </p:cNvSpPr>
          <p:nvPr>
            <p:ph type="sldNum" sz="quarter" idx="12"/>
          </p:nvPr>
        </p:nvSpPr>
        <p:spPr/>
        <p:txBody>
          <a:bodyPr/>
          <a:lstStyle/>
          <a:p>
            <a:fld id="{A8160BDD-7155-D744-B749-9730458604AD}" type="slidenum">
              <a:rPr lang="en-US" smtClean="0"/>
              <a:t>2</a:t>
            </a:fld>
            <a:endParaRPr lang="en-US" dirty="0"/>
          </a:p>
        </p:txBody>
      </p:sp>
      <p:sp>
        <p:nvSpPr>
          <p:cNvPr id="3" name="Content Placeholder 2">
            <a:extLst>
              <a:ext uri="{FF2B5EF4-FFF2-40B4-BE49-F238E27FC236}">
                <a16:creationId xmlns:a16="http://schemas.microsoft.com/office/drawing/2014/main" id="{092F10FD-C378-B6A8-A103-7FE29B1537B1}"/>
              </a:ext>
            </a:extLst>
          </p:cNvPr>
          <p:cNvSpPr>
            <a:spLocks noGrp="1"/>
          </p:cNvSpPr>
          <p:nvPr>
            <p:ph idx="1"/>
          </p:nvPr>
        </p:nvSpPr>
        <p:spPr/>
        <p:txBody>
          <a:bodyPr/>
          <a:lstStyle/>
          <a:p>
            <a:r>
              <a:rPr lang="it-IT" dirty="0"/>
              <a:t>AI Concepts</a:t>
            </a:r>
          </a:p>
          <a:p>
            <a:r>
              <a:rPr lang="it-IT" dirty="0"/>
              <a:t>Generative AI Concepts</a:t>
            </a:r>
          </a:p>
        </p:txBody>
      </p:sp>
      <p:sp>
        <p:nvSpPr>
          <p:cNvPr id="4" name="Title 3">
            <a:extLst>
              <a:ext uri="{FF2B5EF4-FFF2-40B4-BE49-F238E27FC236}">
                <a16:creationId xmlns:a16="http://schemas.microsoft.com/office/drawing/2014/main" id="{C7CED616-3DD2-D1ED-621C-21462FCDA44F}"/>
              </a:ext>
            </a:extLst>
          </p:cNvPr>
          <p:cNvSpPr>
            <a:spLocks noGrp="1"/>
          </p:cNvSpPr>
          <p:nvPr>
            <p:ph type="title"/>
          </p:nvPr>
        </p:nvSpPr>
        <p:spPr/>
        <p:txBody>
          <a:bodyPr/>
          <a:lstStyle/>
          <a:p>
            <a:r>
              <a:rPr lang="en-US" dirty="0"/>
              <a:t>AI Fundamentals</a:t>
            </a:r>
          </a:p>
        </p:txBody>
      </p:sp>
    </p:spTree>
    <p:extLst>
      <p:ext uri="{BB962C8B-B14F-4D97-AF65-F5344CB8AC3E}">
        <p14:creationId xmlns:p14="http://schemas.microsoft.com/office/powerpoint/2010/main" val="2728141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1C4CFB-1ACB-A14F-B6A4-435DA7645523}"/>
              </a:ext>
            </a:extLst>
          </p:cNvPr>
          <p:cNvSpPr>
            <a:spLocks noGrp="1"/>
          </p:cNvSpPr>
          <p:nvPr>
            <p:ph type="sldNum" sz="quarter" idx="12"/>
          </p:nvPr>
        </p:nvSpPr>
        <p:spPr/>
        <p:txBody>
          <a:bodyPr/>
          <a:lstStyle/>
          <a:p>
            <a:fld id="{A8160BDD-7155-D744-B749-9730458604AD}" type="slidenum">
              <a:rPr lang="en-US" smtClean="0"/>
              <a:t>3</a:t>
            </a:fld>
            <a:endParaRPr lang="en-US" dirty="0"/>
          </a:p>
        </p:txBody>
      </p:sp>
      <p:sp>
        <p:nvSpPr>
          <p:cNvPr id="3" name="Text Placeholder 2">
            <a:extLst>
              <a:ext uri="{FF2B5EF4-FFF2-40B4-BE49-F238E27FC236}">
                <a16:creationId xmlns:a16="http://schemas.microsoft.com/office/drawing/2014/main" id="{711926C4-B76F-6740-B2D3-3C573DAFAACD}"/>
              </a:ext>
            </a:extLst>
          </p:cNvPr>
          <p:cNvSpPr>
            <a:spLocks noGrp="1"/>
          </p:cNvSpPr>
          <p:nvPr>
            <p:ph type="body" sz="quarter" idx="14"/>
          </p:nvPr>
        </p:nvSpPr>
        <p:spPr/>
        <p:txBody>
          <a:bodyPr/>
          <a:lstStyle/>
          <a:p>
            <a:r>
              <a:rPr lang="en-US" dirty="0"/>
              <a:t>AI Concepts</a:t>
            </a:r>
          </a:p>
        </p:txBody>
      </p:sp>
      <p:pic>
        <p:nvPicPr>
          <p:cNvPr id="8" name="Picture Placeholder 7">
            <a:extLst>
              <a:ext uri="{FF2B5EF4-FFF2-40B4-BE49-F238E27FC236}">
                <a16:creationId xmlns:a16="http://schemas.microsoft.com/office/drawing/2014/main" id="{92653528-72C9-FF13-9DEF-8130F8485E43}"/>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72567" b="-72567"/>
          <a:stretch/>
        </p:blipFill>
        <p:spPr/>
      </p:pic>
    </p:spTree>
    <p:extLst>
      <p:ext uri="{BB962C8B-B14F-4D97-AF65-F5344CB8AC3E}">
        <p14:creationId xmlns:p14="http://schemas.microsoft.com/office/powerpoint/2010/main" val="1063645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3DF998-BC19-0070-516C-7C61DF5BE054}"/>
              </a:ext>
            </a:extLst>
          </p:cNvPr>
          <p:cNvSpPr>
            <a:spLocks noGrp="1"/>
          </p:cNvSpPr>
          <p:nvPr>
            <p:ph type="sldNum" sz="quarter" idx="12"/>
          </p:nvPr>
        </p:nvSpPr>
        <p:spPr/>
        <p:txBody>
          <a:bodyPr/>
          <a:lstStyle/>
          <a:p>
            <a:fld id="{A8160BDD-7155-D744-B749-9730458604AD}" type="slidenum">
              <a:rPr lang="en-US" smtClean="0"/>
              <a:t>4</a:t>
            </a:fld>
            <a:endParaRPr lang="en-US" dirty="0"/>
          </a:p>
        </p:txBody>
      </p:sp>
      <p:sp>
        <p:nvSpPr>
          <p:cNvPr id="6" name="Content Placeholder 5">
            <a:extLst>
              <a:ext uri="{FF2B5EF4-FFF2-40B4-BE49-F238E27FC236}">
                <a16:creationId xmlns:a16="http://schemas.microsoft.com/office/drawing/2014/main" id="{4240D36A-5CC1-B564-741F-DF629F8CE5FD}"/>
              </a:ext>
            </a:extLst>
          </p:cNvPr>
          <p:cNvSpPr>
            <a:spLocks noGrp="1"/>
          </p:cNvSpPr>
          <p:nvPr>
            <p:ph idx="1"/>
          </p:nvPr>
        </p:nvSpPr>
        <p:spPr/>
        <p:txBody>
          <a:bodyPr/>
          <a:lstStyle/>
          <a:p>
            <a:r>
              <a:rPr lang="en-US" dirty="0"/>
              <a:t>Common factors:</a:t>
            </a:r>
          </a:p>
          <a:p>
            <a:pPr lvl="1"/>
            <a:r>
              <a:rPr lang="en-US" dirty="0"/>
              <a:t>Perceiving one's environment.</a:t>
            </a:r>
          </a:p>
          <a:p>
            <a:pPr lvl="1"/>
            <a:r>
              <a:rPr lang="en-US" dirty="0"/>
              <a:t>Taking actions to achieve goals.</a:t>
            </a:r>
          </a:p>
          <a:p>
            <a:pPr lvl="1"/>
            <a:r>
              <a:rPr lang="en-US" dirty="0"/>
              <a:t>Obtaining knowledge and applying it for problem solving.</a:t>
            </a:r>
          </a:p>
          <a:p>
            <a:r>
              <a:rPr lang="en-US" dirty="0"/>
              <a:t>AI will revolutionize business.</a:t>
            </a:r>
          </a:p>
          <a:p>
            <a:r>
              <a:rPr lang="en-US" dirty="0"/>
              <a:t>Anyone can understand its impact.</a:t>
            </a:r>
          </a:p>
        </p:txBody>
      </p:sp>
      <p:sp>
        <p:nvSpPr>
          <p:cNvPr id="5" name="Title 4">
            <a:extLst>
              <a:ext uri="{FF2B5EF4-FFF2-40B4-BE49-F238E27FC236}">
                <a16:creationId xmlns:a16="http://schemas.microsoft.com/office/drawing/2014/main" id="{F7FE98A8-572E-6BBF-860D-D6CB55A6B361}"/>
              </a:ext>
            </a:extLst>
          </p:cNvPr>
          <p:cNvSpPr>
            <a:spLocks noGrp="1"/>
          </p:cNvSpPr>
          <p:nvPr>
            <p:ph type="title"/>
          </p:nvPr>
        </p:nvSpPr>
        <p:spPr/>
        <p:txBody>
          <a:bodyPr/>
          <a:lstStyle/>
          <a:p>
            <a:r>
              <a:rPr lang="en-US" dirty="0"/>
              <a:t>What Is Artificial Intelligence (AI)?</a:t>
            </a:r>
          </a:p>
        </p:txBody>
      </p:sp>
      <p:sp>
        <p:nvSpPr>
          <p:cNvPr id="7" name="Text Placeholder 6">
            <a:extLst>
              <a:ext uri="{FF2B5EF4-FFF2-40B4-BE49-F238E27FC236}">
                <a16:creationId xmlns:a16="http://schemas.microsoft.com/office/drawing/2014/main" id="{A9905CE1-F20F-ABA6-12F8-CBAEB7278CD4}"/>
              </a:ext>
            </a:extLst>
          </p:cNvPr>
          <p:cNvSpPr>
            <a:spLocks noGrp="1"/>
          </p:cNvSpPr>
          <p:nvPr>
            <p:ph type="body" sz="quarter" idx="13"/>
          </p:nvPr>
        </p:nvSpPr>
        <p:spPr/>
        <p:txBody>
          <a:bodyPr/>
          <a:lstStyle/>
          <a:p>
            <a:r>
              <a:rPr lang="en-US" b="1" dirty="0"/>
              <a:t>Artificial intelligence (AI)</a:t>
            </a:r>
            <a:r>
              <a:rPr lang="en-US" dirty="0"/>
              <a:t>: The ability of machines to exhibit humanlike intelligence.</a:t>
            </a:r>
          </a:p>
        </p:txBody>
      </p:sp>
    </p:spTree>
    <p:extLst>
      <p:ext uri="{BB962C8B-B14F-4D97-AF65-F5344CB8AC3E}">
        <p14:creationId xmlns:p14="http://schemas.microsoft.com/office/powerpoint/2010/main" val="1053886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84901A-8051-3254-5732-4670101CFA6D}"/>
              </a:ext>
            </a:extLst>
          </p:cNvPr>
          <p:cNvSpPr>
            <a:spLocks noGrp="1"/>
          </p:cNvSpPr>
          <p:nvPr>
            <p:ph type="sldNum" sz="quarter" idx="12"/>
          </p:nvPr>
        </p:nvSpPr>
        <p:spPr/>
        <p:txBody>
          <a:bodyPr/>
          <a:lstStyle/>
          <a:p>
            <a:fld id="{A8160BDD-7155-D744-B749-9730458604AD}" type="slidenum">
              <a:rPr lang="en-US" smtClean="0"/>
              <a:t>5</a:t>
            </a:fld>
            <a:endParaRPr lang="en-US" dirty="0"/>
          </a:p>
        </p:txBody>
      </p:sp>
      <p:sp>
        <p:nvSpPr>
          <p:cNvPr id="5" name="Text Placeholder 4">
            <a:extLst>
              <a:ext uri="{FF2B5EF4-FFF2-40B4-BE49-F238E27FC236}">
                <a16:creationId xmlns:a16="http://schemas.microsoft.com/office/drawing/2014/main" id="{06FE7B14-D11F-ACB2-719C-3506FC4CCC4F}"/>
              </a:ext>
            </a:extLst>
          </p:cNvPr>
          <p:cNvSpPr>
            <a:spLocks noGrp="1"/>
          </p:cNvSpPr>
          <p:nvPr>
            <p:ph type="body" sz="quarter" idx="13"/>
          </p:nvPr>
        </p:nvSpPr>
        <p:spPr>
          <a:xfrm>
            <a:off x="872831" y="1510146"/>
            <a:ext cx="7118230" cy="2105890"/>
          </a:xfrm>
        </p:spPr>
        <p:txBody>
          <a:bodyPr/>
          <a:lstStyle/>
          <a:p>
            <a:r>
              <a:rPr lang="en-US" dirty="0"/>
              <a:t>Activity: Exploring Generative AI</a:t>
            </a:r>
          </a:p>
        </p:txBody>
      </p:sp>
    </p:spTree>
    <p:extLst>
      <p:ext uri="{BB962C8B-B14F-4D97-AF65-F5344CB8AC3E}">
        <p14:creationId xmlns:p14="http://schemas.microsoft.com/office/powerpoint/2010/main" val="1494117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62F7C32-7044-B81F-342E-919F47B81160}"/>
              </a:ext>
            </a:extLst>
          </p:cNvPr>
          <p:cNvSpPr>
            <a:spLocks noGrp="1"/>
          </p:cNvSpPr>
          <p:nvPr>
            <p:ph type="title"/>
          </p:nvPr>
        </p:nvSpPr>
        <p:spPr/>
        <p:txBody>
          <a:bodyPr/>
          <a:lstStyle/>
          <a:p>
            <a:r>
              <a:rPr lang="en-US" dirty="0"/>
              <a:t>Recent Timeline of AI</a:t>
            </a:r>
          </a:p>
        </p:txBody>
      </p:sp>
      <p:sp>
        <p:nvSpPr>
          <p:cNvPr id="2" name="Slide Number Placeholder 1">
            <a:extLst>
              <a:ext uri="{FF2B5EF4-FFF2-40B4-BE49-F238E27FC236}">
                <a16:creationId xmlns:a16="http://schemas.microsoft.com/office/drawing/2014/main" id="{E51544CC-2565-37B6-3D31-DF55F43C3B96}"/>
              </a:ext>
            </a:extLst>
          </p:cNvPr>
          <p:cNvSpPr>
            <a:spLocks noGrp="1"/>
          </p:cNvSpPr>
          <p:nvPr>
            <p:ph type="sldNum" sz="quarter" idx="12"/>
          </p:nvPr>
        </p:nvSpPr>
        <p:spPr/>
        <p:txBody>
          <a:bodyPr/>
          <a:lstStyle/>
          <a:p>
            <a:fld id="{A8160BDD-7155-D744-B749-9730458604AD}" type="slidenum">
              <a:rPr lang="en-US" smtClean="0"/>
              <a:pPr/>
              <a:t>6</a:t>
            </a:fld>
            <a:endParaRPr lang="en-US" dirty="0"/>
          </a:p>
        </p:txBody>
      </p:sp>
      <p:grpSp>
        <p:nvGrpSpPr>
          <p:cNvPr id="101" name="Group 100">
            <a:extLst>
              <a:ext uri="{FF2B5EF4-FFF2-40B4-BE49-F238E27FC236}">
                <a16:creationId xmlns:a16="http://schemas.microsoft.com/office/drawing/2014/main" id="{1F3D5995-7BA3-9A52-1E80-F407B072DD1E}"/>
              </a:ext>
            </a:extLst>
          </p:cNvPr>
          <p:cNvGrpSpPr/>
          <p:nvPr/>
        </p:nvGrpSpPr>
        <p:grpSpPr>
          <a:xfrm>
            <a:off x="-278953" y="1250738"/>
            <a:ext cx="12457806" cy="4647151"/>
            <a:chOff x="-278953" y="1250738"/>
            <a:chExt cx="12457806" cy="4647151"/>
          </a:xfrm>
        </p:grpSpPr>
        <p:cxnSp>
          <p:nvCxnSpPr>
            <p:cNvPr id="7" name="Straight Arrow Connector 6">
              <a:extLst>
                <a:ext uri="{FF2B5EF4-FFF2-40B4-BE49-F238E27FC236}">
                  <a16:creationId xmlns:a16="http://schemas.microsoft.com/office/drawing/2014/main" id="{E45C4EEA-E2AB-64F0-0950-904E2D59297B}"/>
                </a:ext>
              </a:extLst>
            </p:cNvPr>
            <p:cNvCxnSpPr>
              <a:cxnSpLocks/>
            </p:cNvCxnSpPr>
            <p:nvPr/>
          </p:nvCxnSpPr>
          <p:spPr>
            <a:xfrm>
              <a:off x="13147" y="3720935"/>
              <a:ext cx="12165706" cy="0"/>
            </a:xfrm>
            <a:prstGeom prst="straightConnector1">
              <a:avLst/>
            </a:prstGeom>
            <a:ln w="41275">
              <a:solidFill>
                <a:srgbClr val="898989"/>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AA023FB3-302B-C3CC-BB76-688CA46939D4}"/>
                </a:ext>
              </a:extLst>
            </p:cNvPr>
            <p:cNvSpPr>
              <a:spLocks noChangeAspect="1"/>
            </p:cNvSpPr>
            <p:nvPr/>
          </p:nvSpPr>
          <p:spPr>
            <a:xfrm>
              <a:off x="10651070" y="3611026"/>
              <a:ext cx="200848" cy="201876"/>
            </a:xfrm>
            <a:prstGeom prst="ellipse">
              <a:avLst/>
            </a:prstGeom>
            <a:solidFill>
              <a:srgbClr val="009DDC"/>
            </a:solidFill>
            <a:ln w="28575" cap="flat" cmpd="sng" algn="ctr">
              <a:solidFill>
                <a:schemeClr val="accent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1100" b="1" kern="0" dirty="0">
                <a:solidFill>
                  <a:srgbClr val="FF0000"/>
                </a:solidFill>
                <a:latin typeface="Arial"/>
              </a:endParaRPr>
            </a:p>
          </p:txBody>
        </p:sp>
        <p:sp>
          <p:nvSpPr>
            <p:cNvPr id="11" name="Text Box 307">
              <a:extLst>
                <a:ext uri="{FF2B5EF4-FFF2-40B4-BE49-F238E27FC236}">
                  <a16:creationId xmlns:a16="http://schemas.microsoft.com/office/drawing/2014/main" id="{7186F823-E391-7DEB-067B-007D71C0BC4C}"/>
                </a:ext>
              </a:extLst>
            </p:cNvPr>
            <p:cNvSpPr txBox="1">
              <a:spLocks noChangeArrowheads="1"/>
            </p:cNvSpPr>
            <p:nvPr/>
          </p:nvSpPr>
          <p:spPr bwMode="auto">
            <a:xfrm>
              <a:off x="10354015" y="3817218"/>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'23</a:t>
              </a:r>
            </a:p>
          </p:txBody>
        </p:sp>
        <p:sp>
          <p:nvSpPr>
            <p:cNvPr id="13" name="Text Box 307">
              <a:extLst>
                <a:ext uri="{FF2B5EF4-FFF2-40B4-BE49-F238E27FC236}">
                  <a16:creationId xmlns:a16="http://schemas.microsoft.com/office/drawing/2014/main" id="{4D024839-08D0-F224-CF9B-B25D7B0EA40F}"/>
                </a:ext>
              </a:extLst>
            </p:cNvPr>
            <p:cNvSpPr txBox="1">
              <a:spLocks noChangeArrowheads="1"/>
            </p:cNvSpPr>
            <p:nvPr/>
          </p:nvSpPr>
          <p:spPr bwMode="auto">
            <a:xfrm>
              <a:off x="-278953" y="3821873"/>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'06</a:t>
              </a:r>
            </a:p>
          </p:txBody>
        </p:sp>
        <p:sp>
          <p:nvSpPr>
            <p:cNvPr id="44" name="Oval 43">
              <a:extLst>
                <a:ext uri="{FF2B5EF4-FFF2-40B4-BE49-F238E27FC236}">
                  <a16:creationId xmlns:a16="http://schemas.microsoft.com/office/drawing/2014/main" id="{EB8A02D1-32B8-1410-D3CF-36170110FB95}"/>
                </a:ext>
              </a:extLst>
            </p:cNvPr>
            <p:cNvSpPr>
              <a:spLocks noChangeAspect="1"/>
            </p:cNvSpPr>
            <p:nvPr/>
          </p:nvSpPr>
          <p:spPr>
            <a:xfrm>
              <a:off x="3146957" y="3604940"/>
              <a:ext cx="200848" cy="201876"/>
            </a:xfrm>
            <a:prstGeom prst="ellipse">
              <a:avLst/>
            </a:prstGeom>
            <a:solidFill>
              <a:srgbClr val="1D76BB"/>
            </a:solidFill>
            <a:ln w="28575" cap="flat" cmpd="sng" algn="ctr">
              <a:solidFill>
                <a:srgbClr val="1D76BB"/>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1100" b="1" kern="0" dirty="0">
                <a:solidFill>
                  <a:srgbClr val="FF0000"/>
                </a:solidFill>
                <a:latin typeface="Arial"/>
              </a:endParaRPr>
            </a:p>
          </p:txBody>
        </p:sp>
        <p:sp>
          <p:nvSpPr>
            <p:cNvPr id="46" name="Oval 45">
              <a:extLst>
                <a:ext uri="{FF2B5EF4-FFF2-40B4-BE49-F238E27FC236}">
                  <a16:creationId xmlns:a16="http://schemas.microsoft.com/office/drawing/2014/main" id="{3D8100B5-D4C9-6214-1EC2-F15A6742F1B1}"/>
                </a:ext>
              </a:extLst>
            </p:cNvPr>
            <p:cNvSpPr>
              <a:spLocks noChangeAspect="1"/>
            </p:cNvSpPr>
            <p:nvPr/>
          </p:nvSpPr>
          <p:spPr>
            <a:xfrm>
              <a:off x="6322481" y="3607142"/>
              <a:ext cx="200848" cy="201876"/>
            </a:xfrm>
            <a:prstGeom prst="ellipse">
              <a:avLst/>
            </a:prstGeom>
            <a:solidFill>
              <a:srgbClr val="1D76BB"/>
            </a:solidFill>
            <a:ln w="28575" cap="flat" cmpd="sng" algn="ctr">
              <a:solidFill>
                <a:srgbClr val="1D76BB"/>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1100" b="1" kern="0" dirty="0">
                <a:solidFill>
                  <a:srgbClr val="FF0000"/>
                </a:solidFill>
                <a:latin typeface="Arial"/>
              </a:endParaRPr>
            </a:p>
          </p:txBody>
        </p:sp>
        <p:cxnSp>
          <p:nvCxnSpPr>
            <p:cNvPr id="94" name="Straight Connector 93">
              <a:extLst>
                <a:ext uri="{FF2B5EF4-FFF2-40B4-BE49-F238E27FC236}">
                  <a16:creationId xmlns:a16="http://schemas.microsoft.com/office/drawing/2014/main" id="{3733EA5D-F411-5AB9-C6CF-75982E0F7531}"/>
                </a:ext>
              </a:extLst>
            </p:cNvPr>
            <p:cNvCxnSpPr>
              <a:cxnSpLocks/>
            </p:cNvCxnSpPr>
            <p:nvPr/>
          </p:nvCxnSpPr>
          <p:spPr>
            <a:xfrm flipH="1" flipV="1">
              <a:off x="462660" y="2047598"/>
              <a:ext cx="0" cy="157678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2D50C1D6-A419-0104-67F6-A9598362C861}"/>
                </a:ext>
              </a:extLst>
            </p:cNvPr>
            <p:cNvCxnSpPr>
              <a:cxnSpLocks/>
            </p:cNvCxnSpPr>
            <p:nvPr/>
          </p:nvCxnSpPr>
          <p:spPr>
            <a:xfrm flipV="1">
              <a:off x="3247821" y="3823044"/>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0" name="Rounded Rectangle 143">
              <a:extLst>
                <a:ext uri="{FF2B5EF4-FFF2-40B4-BE49-F238E27FC236}">
                  <a16:creationId xmlns:a16="http://schemas.microsoft.com/office/drawing/2014/main" id="{6566BA26-BF0F-5019-DD83-112F7E4B7D5E}"/>
                </a:ext>
              </a:extLst>
            </p:cNvPr>
            <p:cNvSpPr/>
            <p:nvPr/>
          </p:nvSpPr>
          <p:spPr>
            <a:xfrm>
              <a:off x="2904135" y="4729475"/>
              <a:ext cx="986628" cy="274638"/>
            </a:xfrm>
            <a:prstGeom prst="roundRect">
              <a:avLst/>
            </a:prstGeom>
            <a:solidFill>
              <a:srgbClr val="1D76BB"/>
            </a:solidFill>
            <a:ln w="25400" cap="flat" cmpd="sng" algn="ctr">
              <a:solidFill>
                <a:srgbClr val="1D76BB"/>
              </a:solid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Watson</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71" name="Rounded Rectangle 143">
              <a:extLst>
                <a:ext uri="{FF2B5EF4-FFF2-40B4-BE49-F238E27FC236}">
                  <a16:creationId xmlns:a16="http://schemas.microsoft.com/office/drawing/2014/main" id="{440FFBD3-76D1-B416-9FB7-DA6D3C7D7158}"/>
                </a:ext>
              </a:extLst>
            </p:cNvPr>
            <p:cNvSpPr/>
            <p:nvPr/>
          </p:nvSpPr>
          <p:spPr>
            <a:xfrm>
              <a:off x="2904135" y="5057398"/>
              <a:ext cx="986628" cy="274638"/>
            </a:xfrm>
            <a:prstGeom prst="roundRect">
              <a:avLst/>
            </a:prstGeom>
            <a:solidFill>
              <a:srgbClr val="1D76BB"/>
            </a:solidFill>
            <a:ln w="25400" cap="flat" cmpd="sng" algn="ctr">
              <a:solidFill>
                <a:srgbClr val="1D76BB"/>
              </a:solid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Siri</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cxnSp>
          <p:nvCxnSpPr>
            <p:cNvPr id="76" name="Straight Connector 75">
              <a:extLst>
                <a:ext uri="{FF2B5EF4-FFF2-40B4-BE49-F238E27FC236}">
                  <a16:creationId xmlns:a16="http://schemas.microsoft.com/office/drawing/2014/main" id="{6E28BAC8-1F12-41B8-87EC-F1B25FDE1E30}"/>
                </a:ext>
              </a:extLst>
            </p:cNvPr>
            <p:cNvCxnSpPr>
              <a:cxnSpLocks/>
            </p:cNvCxnSpPr>
            <p:nvPr/>
          </p:nvCxnSpPr>
          <p:spPr>
            <a:xfrm flipV="1">
              <a:off x="10107289" y="3822684"/>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7" name="Rounded Rectangle 143">
              <a:extLst>
                <a:ext uri="{FF2B5EF4-FFF2-40B4-BE49-F238E27FC236}">
                  <a16:creationId xmlns:a16="http://schemas.microsoft.com/office/drawing/2014/main" id="{8677AAD1-8221-C20A-A381-50A2E4F1C2E3}"/>
                </a:ext>
              </a:extLst>
            </p:cNvPr>
            <p:cNvSpPr/>
            <p:nvPr/>
          </p:nvSpPr>
          <p:spPr>
            <a:xfrm>
              <a:off x="9563578" y="4729115"/>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ChatGPT</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78" name="Rounded Rectangle 143">
              <a:extLst>
                <a:ext uri="{FF2B5EF4-FFF2-40B4-BE49-F238E27FC236}">
                  <a16:creationId xmlns:a16="http://schemas.microsoft.com/office/drawing/2014/main" id="{79CF41D9-B167-03F2-1BDA-AD12C2924D7A}"/>
                </a:ext>
              </a:extLst>
            </p:cNvPr>
            <p:cNvSpPr/>
            <p:nvPr/>
          </p:nvSpPr>
          <p:spPr>
            <a:xfrm>
              <a:off x="9563578" y="5026958"/>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DALL·E 2</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79" name="Text Box 307">
              <a:extLst>
                <a:ext uri="{FF2B5EF4-FFF2-40B4-BE49-F238E27FC236}">
                  <a16:creationId xmlns:a16="http://schemas.microsoft.com/office/drawing/2014/main" id="{F2941AAE-2DD0-D645-6CC6-1983DF639487}"/>
                </a:ext>
              </a:extLst>
            </p:cNvPr>
            <p:cNvSpPr txBox="1">
              <a:spLocks noChangeArrowheads="1"/>
            </p:cNvSpPr>
            <p:nvPr/>
          </p:nvSpPr>
          <p:spPr bwMode="auto">
            <a:xfrm>
              <a:off x="8499243" y="3338667"/>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'20</a:t>
              </a:r>
            </a:p>
          </p:txBody>
        </p:sp>
        <p:sp>
          <p:nvSpPr>
            <p:cNvPr id="80" name="Text Box 307">
              <a:extLst>
                <a:ext uri="{FF2B5EF4-FFF2-40B4-BE49-F238E27FC236}">
                  <a16:creationId xmlns:a16="http://schemas.microsoft.com/office/drawing/2014/main" id="{8F2091F0-D905-D84E-1196-421ADD64F16C}"/>
                </a:ext>
              </a:extLst>
            </p:cNvPr>
            <p:cNvSpPr txBox="1">
              <a:spLocks noChangeArrowheads="1"/>
            </p:cNvSpPr>
            <p:nvPr/>
          </p:nvSpPr>
          <p:spPr bwMode="auto">
            <a:xfrm>
              <a:off x="9712362" y="3324136"/>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'22</a:t>
              </a:r>
            </a:p>
          </p:txBody>
        </p:sp>
        <p:sp>
          <p:nvSpPr>
            <p:cNvPr id="83" name="Text Box 307">
              <a:extLst>
                <a:ext uri="{FF2B5EF4-FFF2-40B4-BE49-F238E27FC236}">
                  <a16:creationId xmlns:a16="http://schemas.microsoft.com/office/drawing/2014/main" id="{24CA0E77-1B8D-C3E2-B10B-893333DCFD7A}"/>
                </a:ext>
              </a:extLst>
            </p:cNvPr>
            <p:cNvSpPr txBox="1">
              <a:spLocks noChangeArrowheads="1"/>
            </p:cNvSpPr>
            <p:nvPr/>
          </p:nvSpPr>
          <p:spPr bwMode="auto">
            <a:xfrm>
              <a:off x="7274485" y="3821873"/>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300" b="1" kern="0" dirty="0">
                  <a:solidFill>
                    <a:srgbClr val="000000"/>
                  </a:solidFill>
                  <a:latin typeface="Calibri"/>
                  <a:cs typeface="Calibri"/>
                </a:rPr>
                <a:t>'</a:t>
              </a:r>
              <a:r>
                <a:rPr kumimoji="0" lang="en-US" sz="1300" b="1" i="0" u="none" strike="noStrike" kern="0" cap="none" spc="0" normalizeH="0" baseline="0" noProof="0" dirty="0">
                  <a:ln>
                    <a:noFill/>
                  </a:ln>
                  <a:solidFill>
                    <a:srgbClr val="000000"/>
                  </a:solidFill>
                  <a:effectLst/>
                  <a:uLnTx/>
                  <a:uFillTx/>
                  <a:latin typeface="Calibri"/>
                  <a:cs typeface="Calibri"/>
                </a:rPr>
                <a:t>18</a:t>
              </a:r>
            </a:p>
          </p:txBody>
        </p:sp>
        <p:sp>
          <p:nvSpPr>
            <p:cNvPr id="86" name="Text Box 307">
              <a:extLst>
                <a:ext uri="{FF2B5EF4-FFF2-40B4-BE49-F238E27FC236}">
                  <a16:creationId xmlns:a16="http://schemas.microsoft.com/office/drawing/2014/main" id="{5AAD9C36-1D5B-C812-5204-3B06474707DE}"/>
                </a:ext>
              </a:extLst>
            </p:cNvPr>
            <p:cNvSpPr txBox="1">
              <a:spLocks noChangeArrowheads="1"/>
            </p:cNvSpPr>
            <p:nvPr/>
          </p:nvSpPr>
          <p:spPr bwMode="auto">
            <a:xfrm>
              <a:off x="5383296" y="3821873"/>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'15</a:t>
              </a:r>
            </a:p>
          </p:txBody>
        </p:sp>
        <p:sp>
          <p:nvSpPr>
            <p:cNvPr id="89" name="Text Box 307">
              <a:extLst>
                <a:ext uri="{FF2B5EF4-FFF2-40B4-BE49-F238E27FC236}">
                  <a16:creationId xmlns:a16="http://schemas.microsoft.com/office/drawing/2014/main" id="{A9DC62D9-AAF5-0E8A-DCE6-D4E27A60986C}"/>
                </a:ext>
              </a:extLst>
            </p:cNvPr>
            <p:cNvSpPr txBox="1">
              <a:spLocks noChangeArrowheads="1"/>
            </p:cNvSpPr>
            <p:nvPr/>
          </p:nvSpPr>
          <p:spPr bwMode="auto">
            <a:xfrm>
              <a:off x="2846137" y="3332575"/>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'11</a:t>
              </a:r>
            </a:p>
          </p:txBody>
        </p:sp>
        <p:sp>
          <p:nvSpPr>
            <p:cNvPr id="90" name="Text Box 307">
              <a:extLst>
                <a:ext uri="{FF2B5EF4-FFF2-40B4-BE49-F238E27FC236}">
                  <a16:creationId xmlns:a16="http://schemas.microsoft.com/office/drawing/2014/main" id="{D2570D3E-0899-2D70-6981-C224D871EE78}"/>
                </a:ext>
              </a:extLst>
            </p:cNvPr>
            <p:cNvSpPr txBox="1">
              <a:spLocks noChangeArrowheads="1"/>
            </p:cNvSpPr>
            <p:nvPr/>
          </p:nvSpPr>
          <p:spPr bwMode="auto">
            <a:xfrm>
              <a:off x="999851" y="3821873"/>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'08</a:t>
              </a:r>
            </a:p>
          </p:txBody>
        </p:sp>
        <p:sp>
          <p:nvSpPr>
            <p:cNvPr id="92" name="Rectangle: Rounded Corners 91">
              <a:extLst>
                <a:ext uri="{FF2B5EF4-FFF2-40B4-BE49-F238E27FC236}">
                  <a16:creationId xmlns:a16="http://schemas.microsoft.com/office/drawing/2014/main" id="{255EB58C-6CAD-DF3E-F61A-E9949A5C7DBA}"/>
                </a:ext>
              </a:extLst>
            </p:cNvPr>
            <p:cNvSpPr/>
            <p:nvPr/>
          </p:nvSpPr>
          <p:spPr>
            <a:xfrm>
              <a:off x="105436" y="3626893"/>
              <a:ext cx="1335563" cy="179923"/>
            </a:xfrm>
            <a:prstGeom prst="roundRect">
              <a:avLst/>
            </a:prstGeom>
            <a:solidFill>
              <a:srgbClr val="1D3763"/>
            </a:solidFill>
            <a:ln w="28575" cap="flat" cmpd="sng" algn="ctr">
              <a:solidFill>
                <a:srgbClr val="1D3763"/>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93" name="Rounded Rectangle 143">
              <a:extLst>
                <a:ext uri="{FF2B5EF4-FFF2-40B4-BE49-F238E27FC236}">
                  <a16:creationId xmlns:a16="http://schemas.microsoft.com/office/drawing/2014/main" id="{12C67173-878D-A350-EBFA-C04C510BDD5E}"/>
                </a:ext>
              </a:extLst>
            </p:cNvPr>
            <p:cNvSpPr/>
            <p:nvPr/>
          </p:nvSpPr>
          <p:spPr>
            <a:xfrm>
              <a:off x="204581" y="1261611"/>
              <a:ext cx="1822450" cy="881783"/>
            </a:xfrm>
            <a:prstGeom prst="roundRect">
              <a:avLst/>
            </a:prstGeom>
            <a:solidFill>
              <a:srgbClr val="1D3763"/>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Enabling technologies: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1" i="0" u="none" strike="noStrike" kern="0" cap="none" spc="0" normalizeH="0" baseline="0" noProof="0" dirty="0">
                  <a:ln>
                    <a:noFill/>
                  </a:ln>
                  <a:solidFill>
                    <a:srgbClr val="FFFFFF"/>
                  </a:solidFill>
                  <a:effectLst/>
                  <a:uLnTx/>
                  <a:uFillTx/>
                  <a:latin typeface="Calibri"/>
                  <a:ea typeface="+mn-ea"/>
                  <a:cs typeface="Calibri"/>
                </a:rPr>
                <a:t>Cloud</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1" kern="0" dirty="0">
                  <a:solidFill>
                    <a:srgbClr val="FFFFFF"/>
                  </a:solidFill>
                  <a:latin typeface="Calibri"/>
                  <a:cs typeface="Calibri"/>
                </a:rPr>
                <a:t>Big data</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1" i="0" u="none" strike="noStrike" kern="0" cap="none" spc="0" normalizeH="0" baseline="0" noProof="0" dirty="0">
                  <a:ln>
                    <a:noFill/>
                  </a:ln>
                  <a:solidFill>
                    <a:srgbClr val="FFFFFF"/>
                  </a:solidFill>
                  <a:effectLst/>
                  <a:uLnTx/>
                  <a:uFillTx/>
                  <a:latin typeface="Calibri"/>
                  <a:ea typeface="+mn-ea"/>
                  <a:cs typeface="Calibri"/>
                </a:rPr>
                <a:t>GPUs</a:t>
              </a:r>
            </a:p>
          </p:txBody>
        </p:sp>
        <p:sp>
          <p:nvSpPr>
            <p:cNvPr id="3" name="Rounded Rectangle 143">
              <a:extLst>
                <a:ext uri="{FF2B5EF4-FFF2-40B4-BE49-F238E27FC236}">
                  <a16:creationId xmlns:a16="http://schemas.microsoft.com/office/drawing/2014/main" id="{21DF5AB9-D2F0-993D-06B5-4BDF6585A320}"/>
                </a:ext>
              </a:extLst>
            </p:cNvPr>
            <p:cNvSpPr/>
            <p:nvPr/>
          </p:nvSpPr>
          <p:spPr>
            <a:xfrm>
              <a:off x="9573275" y="5324801"/>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50" b="1" kern="0" dirty="0">
                  <a:solidFill>
                    <a:srgbClr val="FFFFFF"/>
                  </a:solidFill>
                  <a:latin typeface="Calibri"/>
                  <a:cs typeface="Calibri"/>
                </a:rPr>
                <a:t>Midjourney</a:t>
              </a:r>
              <a:endParaRPr kumimoji="0" lang="en-US" sz="1250" b="1" i="0" u="none" strike="noStrike" kern="0" cap="none" spc="0" normalizeH="0" baseline="0" noProof="0" dirty="0">
                <a:ln>
                  <a:noFill/>
                </a:ln>
                <a:solidFill>
                  <a:srgbClr val="FFFFFF"/>
                </a:solidFill>
                <a:effectLst/>
                <a:uLnTx/>
                <a:uFillTx/>
                <a:latin typeface="Calibri"/>
                <a:ea typeface="+mn-ea"/>
                <a:cs typeface="Calibri"/>
              </a:endParaRPr>
            </a:p>
          </p:txBody>
        </p:sp>
        <p:sp>
          <p:nvSpPr>
            <p:cNvPr id="4" name="Rounded Rectangle 143">
              <a:extLst>
                <a:ext uri="{FF2B5EF4-FFF2-40B4-BE49-F238E27FC236}">
                  <a16:creationId xmlns:a16="http://schemas.microsoft.com/office/drawing/2014/main" id="{04260AEC-5307-5EF1-893A-EA2792F26469}"/>
                </a:ext>
              </a:extLst>
            </p:cNvPr>
            <p:cNvSpPr/>
            <p:nvPr/>
          </p:nvSpPr>
          <p:spPr>
            <a:xfrm>
              <a:off x="2909879" y="5378945"/>
              <a:ext cx="986628" cy="274638"/>
            </a:xfrm>
            <a:prstGeom prst="roundRect">
              <a:avLst/>
            </a:prstGeom>
            <a:solidFill>
              <a:srgbClr val="1D76BB"/>
            </a:solidFill>
            <a:ln w="25400" cap="flat" cmpd="sng" algn="ctr">
              <a:solidFill>
                <a:srgbClr val="1D76BB"/>
              </a:solid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b="1" kern="0" dirty="0">
                  <a:solidFill>
                    <a:srgbClr val="FFFFFF"/>
                  </a:solidFill>
                  <a:latin typeface="Calibri"/>
                  <a:cs typeface="Calibri"/>
                </a:rPr>
                <a:t>Google Brain</a:t>
              </a:r>
              <a:endParaRPr kumimoji="0" lang="en-US" sz="1100" b="1" i="0" u="none" strike="noStrike" kern="0" cap="none" spc="0" normalizeH="0" baseline="0" noProof="0" dirty="0">
                <a:ln>
                  <a:noFill/>
                </a:ln>
                <a:solidFill>
                  <a:srgbClr val="FFFFFF"/>
                </a:solidFill>
                <a:effectLst/>
                <a:uLnTx/>
                <a:uFillTx/>
                <a:latin typeface="Calibri"/>
                <a:ea typeface="+mn-ea"/>
                <a:cs typeface="Calibri"/>
              </a:endParaRPr>
            </a:p>
          </p:txBody>
        </p:sp>
        <p:sp>
          <p:nvSpPr>
            <p:cNvPr id="5" name="Oval 4">
              <a:extLst>
                <a:ext uri="{FF2B5EF4-FFF2-40B4-BE49-F238E27FC236}">
                  <a16:creationId xmlns:a16="http://schemas.microsoft.com/office/drawing/2014/main" id="{F837AC0F-AD26-8CD9-9649-C8EC934E6DA3}"/>
                </a:ext>
              </a:extLst>
            </p:cNvPr>
            <p:cNvSpPr>
              <a:spLocks noChangeAspect="1"/>
            </p:cNvSpPr>
            <p:nvPr/>
          </p:nvSpPr>
          <p:spPr>
            <a:xfrm>
              <a:off x="5676974" y="3604940"/>
              <a:ext cx="200848" cy="201876"/>
            </a:xfrm>
            <a:prstGeom prst="ellipse">
              <a:avLst/>
            </a:prstGeom>
            <a:solidFill>
              <a:srgbClr val="1D76BB"/>
            </a:solidFill>
            <a:ln w="28575" cap="flat" cmpd="sng" algn="ctr">
              <a:solidFill>
                <a:srgbClr val="1D76BB"/>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1100" b="1" kern="0" dirty="0">
                <a:solidFill>
                  <a:srgbClr val="FF0000"/>
                </a:solidFill>
                <a:latin typeface="Arial"/>
              </a:endParaRPr>
            </a:p>
          </p:txBody>
        </p:sp>
        <p:sp>
          <p:nvSpPr>
            <p:cNvPr id="14" name="Oval 13">
              <a:extLst>
                <a:ext uri="{FF2B5EF4-FFF2-40B4-BE49-F238E27FC236}">
                  <a16:creationId xmlns:a16="http://schemas.microsoft.com/office/drawing/2014/main" id="{0EEA02CA-0ED9-5D04-C549-D2C3DBE97262}"/>
                </a:ext>
              </a:extLst>
            </p:cNvPr>
            <p:cNvSpPr>
              <a:spLocks noChangeAspect="1"/>
            </p:cNvSpPr>
            <p:nvPr/>
          </p:nvSpPr>
          <p:spPr>
            <a:xfrm>
              <a:off x="7566248" y="3607142"/>
              <a:ext cx="200848" cy="201876"/>
            </a:xfrm>
            <a:prstGeom prst="ellipse">
              <a:avLst/>
            </a:prstGeom>
            <a:solidFill>
              <a:srgbClr val="009DDC"/>
            </a:solidFill>
            <a:ln w="28575" cap="flat" cmpd="sng" algn="ctr">
              <a:solidFill>
                <a:schemeClr val="accent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1100" b="1" kern="0" dirty="0">
                <a:solidFill>
                  <a:srgbClr val="FF0000"/>
                </a:solidFill>
                <a:latin typeface="Arial"/>
              </a:endParaRPr>
            </a:p>
          </p:txBody>
        </p:sp>
        <p:sp>
          <p:nvSpPr>
            <p:cNvPr id="19" name="Oval 18">
              <a:extLst>
                <a:ext uri="{FF2B5EF4-FFF2-40B4-BE49-F238E27FC236}">
                  <a16:creationId xmlns:a16="http://schemas.microsoft.com/office/drawing/2014/main" id="{942EE759-C6C3-37AC-733A-990A79943F5C}"/>
                </a:ext>
              </a:extLst>
            </p:cNvPr>
            <p:cNvSpPr>
              <a:spLocks noChangeAspect="1"/>
            </p:cNvSpPr>
            <p:nvPr/>
          </p:nvSpPr>
          <p:spPr>
            <a:xfrm>
              <a:off x="8797436" y="3612763"/>
              <a:ext cx="200848" cy="201876"/>
            </a:xfrm>
            <a:prstGeom prst="ellipse">
              <a:avLst/>
            </a:prstGeom>
            <a:solidFill>
              <a:srgbClr val="009DDC"/>
            </a:solidFill>
            <a:ln w="28575" cap="flat" cmpd="sng" algn="ctr">
              <a:solidFill>
                <a:schemeClr val="accent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1100" b="1" kern="0" dirty="0">
                <a:solidFill>
                  <a:srgbClr val="FF0000"/>
                </a:solidFill>
                <a:latin typeface="Arial"/>
              </a:endParaRPr>
            </a:p>
          </p:txBody>
        </p:sp>
        <p:sp>
          <p:nvSpPr>
            <p:cNvPr id="20" name="Oval 19">
              <a:extLst>
                <a:ext uri="{FF2B5EF4-FFF2-40B4-BE49-F238E27FC236}">
                  <a16:creationId xmlns:a16="http://schemas.microsoft.com/office/drawing/2014/main" id="{74C7A428-A1CD-44F9-576E-E0C160900DA8}"/>
                </a:ext>
              </a:extLst>
            </p:cNvPr>
            <p:cNvSpPr>
              <a:spLocks noChangeAspect="1"/>
            </p:cNvSpPr>
            <p:nvPr/>
          </p:nvSpPr>
          <p:spPr>
            <a:xfrm>
              <a:off x="9400695" y="3612763"/>
              <a:ext cx="200848" cy="201876"/>
            </a:xfrm>
            <a:prstGeom prst="ellipse">
              <a:avLst/>
            </a:prstGeom>
            <a:solidFill>
              <a:srgbClr val="009DDC"/>
            </a:solidFill>
            <a:ln w="28575" cap="flat" cmpd="sng" algn="ctr">
              <a:solidFill>
                <a:schemeClr val="accent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1100" b="1" kern="0" dirty="0">
                <a:solidFill>
                  <a:srgbClr val="FF0000"/>
                </a:solidFill>
                <a:latin typeface="Arial"/>
              </a:endParaRPr>
            </a:p>
          </p:txBody>
        </p:sp>
        <p:sp>
          <p:nvSpPr>
            <p:cNvPr id="23" name="Oval 22">
              <a:extLst>
                <a:ext uri="{FF2B5EF4-FFF2-40B4-BE49-F238E27FC236}">
                  <a16:creationId xmlns:a16="http://schemas.microsoft.com/office/drawing/2014/main" id="{047A834D-B74F-3B0F-133C-0874DCBB29B3}"/>
                </a:ext>
              </a:extLst>
            </p:cNvPr>
            <p:cNvSpPr>
              <a:spLocks noChangeAspect="1"/>
            </p:cNvSpPr>
            <p:nvPr/>
          </p:nvSpPr>
          <p:spPr>
            <a:xfrm>
              <a:off x="10009678" y="3607142"/>
              <a:ext cx="200848" cy="201876"/>
            </a:xfrm>
            <a:prstGeom prst="ellipse">
              <a:avLst/>
            </a:prstGeom>
            <a:solidFill>
              <a:srgbClr val="009DDC"/>
            </a:solidFill>
            <a:ln w="28575" cap="flat" cmpd="sng" algn="ctr">
              <a:solidFill>
                <a:schemeClr val="accent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1100" b="1" kern="0" dirty="0">
                <a:solidFill>
                  <a:srgbClr val="FF0000"/>
                </a:solidFill>
                <a:latin typeface="Arial"/>
              </a:endParaRPr>
            </a:p>
          </p:txBody>
        </p:sp>
        <p:cxnSp>
          <p:nvCxnSpPr>
            <p:cNvPr id="26" name="Straight Connector 25">
              <a:extLst>
                <a:ext uri="{FF2B5EF4-FFF2-40B4-BE49-F238E27FC236}">
                  <a16:creationId xmlns:a16="http://schemas.microsoft.com/office/drawing/2014/main" id="{4970D728-900B-1C2E-7298-F8BD98FCC9DA}"/>
                </a:ext>
              </a:extLst>
            </p:cNvPr>
            <p:cNvCxnSpPr>
              <a:cxnSpLocks/>
            </p:cNvCxnSpPr>
            <p:nvPr/>
          </p:nvCxnSpPr>
          <p:spPr>
            <a:xfrm flipV="1">
              <a:off x="5784540" y="2697624"/>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5" name="Rounded Rectangle 143">
              <a:extLst>
                <a:ext uri="{FF2B5EF4-FFF2-40B4-BE49-F238E27FC236}">
                  <a16:creationId xmlns:a16="http://schemas.microsoft.com/office/drawing/2014/main" id="{11AA49F9-4C90-62F3-AE04-173A94CD6E2F}"/>
                </a:ext>
              </a:extLst>
            </p:cNvPr>
            <p:cNvSpPr/>
            <p:nvPr/>
          </p:nvSpPr>
          <p:spPr>
            <a:xfrm>
              <a:off x="5291226" y="2459082"/>
              <a:ext cx="986628" cy="274638"/>
            </a:xfrm>
            <a:prstGeom prst="roundRect">
              <a:avLst/>
            </a:prstGeom>
            <a:solidFill>
              <a:srgbClr val="1D76BB"/>
            </a:solidFill>
            <a:ln w="25400" cap="flat" cmpd="sng" algn="ctr">
              <a:solidFill>
                <a:srgbClr val="1D76BB"/>
              </a:solid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OpenAI</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27" name="Text Box 307">
              <a:extLst>
                <a:ext uri="{FF2B5EF4-FFF2-40B4-BE49-F238E27FC236}">
                  <a16:creationId xmlns:a16="http://schemas.microsoft.com/office/drawing/2014/main" id="{80919458-CA3B-4A42-9096-BE7FA8CF95F5}"/>
                </a:ext>
              </a:extLst>
            </p:cNvPr>
            <p:cNvSpPr txBox="1">
              <a:spLocks noChangeArrowheads="1"/>
            </p:cNvSpPr>
            <p:nvPr/>
          </p:nvSpPr>
          <p:spPr bwMode="auto">
            <a:xfrm>
              <a:off x="6021661" y="3327610"/>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'16</a:t>
              </a:r>
            </a:p>
          </p:txBody>
        </p:sp>
        <p:cxnSp>
          <p:nvCxnSpPr>
            <p:cNvPr id="29" name="Straight Connector 28">
              <a:extLst>
                <a:ext uri="{FF2B5EF4-FFF2-40B4-BE49-F238E27FC236}">
                  <a16:creationId xmlns:a16="http://schemas.microsoft.com/office/drawing/2014/main" id="{24329968-0F9A-A263-8B73-28576B3D7581}"/>
                </a:ext>
              </a:extLst>
            </p:cNvPr>
            <p:cNvCxnSpPr>
              <a:cxnSpLocks/>
            </p:cNvCxnSpPr>
            <p:nvPr/>
          </p:nvCxnSpPr>
          <p:spPr>
            <a:xfrm flipV="1">
              <a:off x="6431614" y="3823348"/>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85735F5-B6A3-DE04-0DBC-38F865E43065}"/>
                </a:ext>
              </a:extLst>
            </p:cNvPr>
            <p:cNvCxnSpPr>
              <a:cxnSpLocks/>
            </p:cNvCxnSpPr>
            <p:nvPr/>
          </p:nvCxnSpPr>
          <p:spPr>
            <a:xfrm flipV="1">
              <a:off x="7672446" y="2696480"/>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2" name="Rounded Rectangle 143">
              <a:extLst>
                <a:ext uri="{FF2B5EF4-FFF2-40B4-BE49-F238E27FC236}">
                  <a16:creationId xmlns:a16="http://schemas.microsoft.com/office/drawing/2014/main" id="{51522704-FFE3-F049-F659-5557A392C17E}"/>
                </a:ext>
              </a:extLst>
            </p:cNvPr>
            <p:cNvSpPr/>
            <p:nvPr/>
          </p:nvSpPr>
          <p:spPr>
            <a:xfrm>
              <a:off x="7179132" y="2449229"/>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GPT-1</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33" name="Rounded Rectangle 143">
              <a:extLst>
                <a:ext uri="{FF2B5EF4-FFF2-40B4-BE49-F238E27FC236}">
                  <a16:creationId xmlns:a16="http://schemas.microsoft.com/office/drawing/2014/main" id="{087D4EDF-B906-2AF2-32A3-7D0DBAF028E1}"/>
                </a:ext>
              </a:extLst>
            </p:cNvPr>
            <p:cNvSpPr/>
            <p:nvPr/>
          </p:nvSpPr>
          <p:spPr>
            <a:xfrm>
              <a:off x="8385001" y="4731729"/>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dirty="0">
                  <a:ln>
                    <a:noFill/>
                  </a:ln>
                  <a:solidFill>
                    <a:srgbClr val="FFFFFF"/>
                  </a:solidFill>
                  <a:effectLst/>
                  <a:uLnTx/>
                  <a:uFillTx/>
                  <a:latin typeface="Calibri"/>
                  <a:ea typeface="+mn-ea"/>
                  <a:cs typeface="Calibri"/>
                </a:rPr>
                <a:t>GPT-3</a:t>
              </a:r>
            </a:p>
          </p:txBody>
        </p:sp>
        <p:cxnSp>
          <p:nvCxnSpPr>
            <p:cNvPr id="34" name="Straight Connector 33">
              <a:extLst>
                <a:ext uri="{FF2B5EF4-FFF2-40B4-BE49-F238E27FC236}">
                  <a16:creationId xmlns:a16="http://schemas.microsoft.com/office/drawing/2014/main" id="{F157AF2A-DD06-27B6-B7DE-F08DF93F4FC3}"/>
                </a:ext>
              </a:extLst>
            </p:cNvPr>
            <p:cNvCxnSpPr>
              <a:cxnSpLocks/>
            </p:cNvCxnSpPr>
            <p:nvPr/>
          </p:nvCxnSpPr>
          <p:spPr>
            <a:xfrm flipV="1">
              <a:off x="8887024" y="3828486"/>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5" name="Text Box 307">
              <a:extLst>
                <a:ext uri="{FF2B5EF4-FFF2-40B4-BE49-F238E27FC236}">
                  <a16:creationId xmlns:a16="http://schemas.microsoft.com/office/drawing/2014/main" id="{F040CAA2-BE80-3CCF-C37E-60E8F9AF19B9}"/>
                </a:ext>
              </a:extLst>
            </p:cNvPr>
            <p:cNvSpPr txBox="1">
              <a:spLocks noChangeArrowheads="1"/>
            </p:cNvSpPr>
            <p:nvPr/>
          </p:nvSpPr>
          <p:spPr bwMode="auto">
            <a:xfrm>
              <a:off x="9105587" y="3817218"/>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'21</a:t>
              </a:r>
            </a:p>
          </p:txBody>
        </p:sp>
        <p:cxnSp>
          <p:nvCxnSpPr>
            <p:cNvPr id="36" name="Straight Connector 35">
              <a:extLst>
                <a:ext uri="{FF2B5EF4-FFF2-40B4-BE49-F238E27FC236}">
                  <a16:creationId xmlns:a16="http://schemas.microsoft.com/office/drawing/2014/main" id="{E5C2A2A9-B5CE-ED6B-B28B-8828E6CB7D34}"/>
                </a:ext>
              </a:extLst>
            </p:cNvPr>
            <p:cNvCxnSpPr>
              <a:cxnSpLocks/>
            </p:cNvCxnSpPr>
            <p:nvPr/>
          </p:nvCxnSpPr>
          <p:spPr>
            <a:xfrm flipV="1">
              <a:off x="9501119" y="2704596"/>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8" name="Rounded Rectangle 143">
              <a:extLst>
                <a:ext uri="{FF2B5EF4-FFF2-40B4-BE49-F238E27FC236}">
                  <a16:creationId xmlns:a16="http://schemas.microsoft.com/office/drawing/2014/main" id="{62458088-50D4-900E-94FC-A1FA5D64A0D3}"/>
                </a:ext>
              </a:extLst>
            </p:cNvPr>
            <p:cNvSpPr/>
            <p:nvPr/>
          </p:nvSpPr>
          <p:spPr>
            <a:xfrm>
              <a:off x="8686132" y="2427375"/>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FFFFFF"/>
                  </a:solidFill>
                  <a:latin typeface="Calibri"/>
                  <a:cs typeface="Calibri"/>
                </a:rPr>
                <a:t>GH Copilot</a:t>
              </a:r>
              <a:endParaRPr kumimoji="0" lang="en-US" sz="1200" b="1" i="0" u="none" strike="noStrike" kern="0" cap="none" spc="0" normalizeH="0" baseline="0" noProof="0" dirty="0">
                <a:ln>
                  <a:noFill/>
                </a:ln>
                <a:solidFill>
                  <a:srgbClr val="FFFFFF"/>
                </a:solidFill>
                <a:effectLst/>
                <a:uLnTx/>
                <a:uFillTx/>
                <a:latin typeface="Calibri"/>
                <a:ea typeface="+mn-ea"/>
                <a:cs typeface="Calibri"/>
              </a:endParaRPr>
            </a:p>
          </p:txBody>
        </p:sp>
        <p:sp>
          <p:nvSpPr>
            <p:cNvPr id="41" name="Rounded Rectangle 143">
              <a:extLst>
                <a:ext uri="{FF2B5EF4-FFF2-40B4-BE49-F238E27FC236}">
                  <a16:creationId xmlns:a16="http://schemas.microsoft.com/office/drawing/2014/main" id="{6BE1A00C-CCC2-E5CE-C635-0AD92A703D0A}"/>
                </a:ext>
              </a:extLst>
            </p:cNvPr>
            <p:cNvSpPr/>
            <p:nvPr/>
          </p:nvSpPr>
          <p:spPr>
            <a:xfrm>
              <a:off x="8686132" y="2132115"/>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DALL·E</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74" name="Rounded Rectangle 143">
              <a:extLst>
                <a:ext uri="{FF2B5EF4-FFF2-40B4-BE49-F238E27FC236}">
                  <a16:creationId xmlns:a16="http://schemas.microsoft.com/office/drawing/2014/main" id="{15AB64F5-C6E4-7503-399C-A5E793A356CE}"/>
                </a:ext>
              </a:extLst>
            </p:cNvPr>
            <p:cNvSpPr/>
            <p:nvPr/>
          </p:nvSpPr>
          <p:spPr>
            <a:xfrm>
              <a:off x="9576246" y="5623251"/>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b="1" kern="0" dirty="0">
                  <a:solidFill>
                    <a:srgbClr val="FFFFFF"/>
                  </a:solidFill>
                  <a:latin typeface="Calibri"/>
                  <a:cs typeface="Calibri"/>
                </a:rPr>
                <a:t>Stable Diffusion</a:t>
              </a:r>
              <a:endParaRPr kumimoji="0" lang="en-US" sz="900" b="1" i="0" u="none" strike="noStrike" kern="0" cap="none" spc="0" normalizeH="0" baseline="0" noProof="0" dirty="0">
                <a:ln>
                  <a:noFill/>
                </a:ln>
                <a:solidFill>
                  <a:srgbClr val="FFFFFF"/>
                </a:solidFill>
                <a:effectLst/>
                <a:uLnTx/>
                <a:uFillTx/>
                <a:latin typeface="Calibri"/>
                <a:ea typeface="+mn-ea"/>
                <a:cs typeface="Calibri"/>
              </a:endParaRPr>
            </a:p>
          </p:txBody>
        </p:sp>
        <p:cxnSp>
          <p:nvCxnSpPr>
            <p:cNvPr id="75" name="Straight Connector 74">
              <a:extLst>
                <a:ext uri="{FF2B5EF4-FFF2-40B4-BE49-F238E27FC236}">
                  <a16:creationId xmlns:a16="http://schemas.microsoft.com/office/drawing/2014/main" id="{FD399FA1-9781-A306-9834-8B4F4D2BBF23}"/>
                </a:ext>
              </a:extLst>
            </p:cNvPr>
            <p:cNvCxnSpPr>
              <a:cxnSpLocks/>
            </p:cNvCxnSpPr>
            <p:nvPr/>
          </p:nvCxnSpPr>
          <p:spPr>
            <a:xfrm flipV="1">
              <a:off x="10751494" y="2977816"/>
              <a:ext cx="0" cy="625094"/>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5" name="Rounded Rectangle 143">
              <a:extLst>
                <a:ext uri="{FF2B5EF4-FFF2-40B4-BE49-F238E27FC236}">
                  <a16:creationId xmlns:a16="http://schemas.microsoft.com/office/drawing/2014/main" id="{104C0566-7845-62CA-579A-AC71B87AF074}"/>
                </a:ext>
              </a:extLst>
            </p:cNvPr>
            <p:cNvSpPr/>
            <p:nvPr/>
          </p:nvSpPr>
          <p:spPr>
            <a:xfrm>
              <a:off x="10079563" y="2746725"/>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FFFFFF"/>
                  </a:solidFill>
                  <a:latin typeface="Calibri"/>
                  <a:cs typeface="Calibri"/>
                </a:rPr>
                <a:t>New Bing</a:t>
              </a:r>
              <a:endParaRPr kumimoji="0" lang="en-US" sz="1200" b="1" i="0" u="none" strike="noStrike" kern="0" cap="none" spc="0" normalizeH="0" baseline="0" noProof="0" dirty="0">
                <a:ln>
                  <a:noFill/>
                </a:ln>
                <a:solidFill>
                  <a:srgbClr val="FFFFFF"/>
                </a:solidFill>
                <a:effectLst/>
                <a:uLnTx/>
                <a:uFillTx/>
                <a:latin typeface="Calibri"/>
                <a:ea typeface="+mn-ea"/>
                <a:cs typeface="Calibri"/>
              </a:endParaRPr>
            </a:p>
          </p:txBody>
        </p:sp>
        <p:sp>
          <p:nvSpPr>
            <p:cNvPr id="96" name="Rounded Rectangle 143">
              <a:extLst>
                <a:ext uri="{FF2B5EF4-FFF2-40B4-BE49-F238E27FC236}">
                  <a16:creationId xmlns:a16="http://schemas.microsoft.com/office/drawing/2014/main" id="{2D88AF89-1527-F273-B4B4-1395DE2389A6}"/>
                </a:ext>
              </a:extLst>
            </p:cNvPr>
            <p:cNvSpPr/>
            <p:nvPr/>
          </p:nvSpPr>
          <p:spPr>
            <a:xfrm>
              <a:off x="10079563" y="2451465"/>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b="1" kern="0" dirty="0">
                  <a:solidFill>
                    <a:srgbClr val="FFFFFF"/>
                  </a:solidFill>
                  <a:latin typeface="Calibri"/>
                  <a:cs typeface="Calibri"/>
                </a:rPr>
                <a:t>M365 Copilot</a:t>
              </a:r>
              <a:endParaRPr kumimoji="0" lang="en-US" sz="1050" b="1" i="0" u="none" strike="noStrike" kern="0" cap="none" spc="0" normalizeH="0" baseline="0" noProof="0" dirty="0">
                <a:ln>
                  <a:noFill/>
                </a:ln>
                <a:solidFill>
                  <a:srgbClr val="FFFFFF"/>
                </a:solidFill>
                <a:effectLst/>
                <a:uLnTx/>
                <a:uFillTx/>
                <a:latin typeface="Calibri"/>
                <a:ea typeface="+mn-ea"/>
                <a:cs typeface="Calibri"/>
              </a:endParaRPr>
            </a:p>
          </p:txBody>
        </p:sp>
        <p:sp>
          <p:nvSpPr>
            <p:cNvPr id="97" name="Rounded Rectangle 143">
              <a:extLst>
                <a:ext uri="{FF2B5EF4-FFF2-40B4-BE49-F238E27FC236}">
                  <a16:creationId xmlns:a16="http://schemas.microsoft.com/office/drawing/2014/main" id="{9F3A7AFB-0E01-C7BD-F050-9C21BA451079}"/>
                </a:ext>
              </a:extLst>
            </p:cNvPr>
            <p:cNvSpPr/>
            <p:nvPr/>
          </p:nvSpPr>
          <p:spPr>
            <a:xfrm>
              <a:off x="10080605" y="2151007"/>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LLaMA</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98" name="Rounded Rectangle 143">
              <a:extLst>
                <a:ext uri="{FF2B5EF4-FFF2-40B4-BE49-F238E27FC236}">
                  <a16:creationId xmlns:a16="http://schemas.microsoft.com/office/drawing/2014/main" id="{3A316AD1-CCB3-2BEF-7D83-A9A2F751C22A}"/>
                </a:ext>
              </a:extLst>
            </p:cNvPr>
            <p:cNvSpPr/>
            <p:nvPr/>
          </p:nvSpPr>
          <p:spPr>
            <a:xfrm>
              <a:off x="10080605" y="1851668"/>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Duet AI</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99" name="Rounded Rectangle 143">
              <a:extLst>
                <a:ext uri="{FF2B5EF4-FFF2-40B4-BE49-F238E27FC236}">
                  <a16:creationId xmlns:a16="http://schemas.microsoft.com/office/drawing/2014/main" id="{92257203-DC5C-3FF7-3E77-85D1BAA8BBC1}"/>
                </a:ext>
              </a:extLst>
            </p:cNvPr>
            <p:cNvSpPr/>
            <p:nvPr/>
          </p:nvSpPr>
          <p:spPr>
            <a:xfrm>
              <a:off x="10079563" y="1551210"/>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Bard</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100" name="Rounded Rectangle 143">
              <a:extLst>
                <a:ext uri="{FF2B5EF4-FFF2-40B4-BE49-F238E27FC236}">
                  <a16:creationId xmlns:a16="http://schemas.microsoft.com/office/drawing/2014/main" id="{93B8CD89-3BA9-3894-DFCA-87147A6FA62B}"/>
                </a:ext>
              </a:extLst>
            </p:cNvPr>
            <p:cNvSpPr/>
            <p:nvPr/>
          </p:nvSpPr>
          <p:spPr>
            <a:xfrm>
              <a:off x="10079563" y="1250738"/>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GPT-4</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28" name="Rounded Rectangle 143">
              <a:extLst>
                <a:ext uri="{FF2B5EF4-FFF2-40B4-BE49-F238E27FC236}">
                  <a16:creationId xmlns:a16="http://schemas.microsoft.com/office/drawing/2014/main" id="{A6D34698-F356-10F2-6182-9D915244EF03}"/>
                </a:ext>
              </a:extLst>
            </p:cNvPr>
            <p:cNvSpPr/>
            <p:nvPr/>
          </p:nvSpPr>
          <p:spPr>
            <a:xfrm>
              <a:off x="5929591" y="4726591"/>
              <a:ext cx="986628" cy="274638"/>
            </a:xfrm>
            <a:prstGeom prst="roundRect">
              <a:avLst/>
            </a:prstGeom>
            <a:solidFill>
              <a:srgbClr val="1D76BB"/>
            </a:solidFill>
            <a:ln w="25400" cap="flat" cmpd="sng" algn="ctr">
              <a:solidFill>
                <a:srgbClr val="1D76BB"/>
              </a:solid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DeepMind</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grpSp>
      <p:cxnSp>
        <p:nvCxnSpPr>
          <p:cNvPr id="22" name="Straight Connector 21">
            <a:extLst>
              <a:ext uri="{FF2B5EF4-FFF2-40B4-BE49-F238E27FC236}">
                <a16:creationId xmlns:a16="http://schemas.microsoft.com/office/drawing/2014/main" id="{361CDAC0-C828-43A9-4DEB-27F054254B71}"/>
              </a:ext>
            </a:extLst>
          </p:cNvPr>
          <p:cNvCxnSpPr>
            <a:cxnSpLocks/>
          </p:cNvCxnSpPr>
          <p:nvPr/>
        </p:nvCxnSpPr>
        <p:spPr>
          <a:xfrm flipV="1">
            <a:off x="11390802" y="3808334"/>
            <a:ext cx="0" cy="90643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143">
            <a:extLst>
              <a:ext uri="{FF2B5EF4-FFF2-40B4-BE49-F238E27FC236}">
                <a16:creationId xmlns:a16="http://schemas.microsoft.com/office/drawing/2014/main" id="{AFA2B4E1-754A-B168-9F99-FF13CA0DD029}"/>
              </a:ext>
            </a:extLst>
          </p:cNvPr>
          <p:cNvSpPr/>
          <p:nvPr/>
        </p:nvSpPr>
        <p:spPr>
          <a:xfrm>
            <a:off x="10732791" y="4714765"/>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GPT-4</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30" name="Rounded Rectangle 143">
            <a:extLst>
              <a:ext uri="{FF2B5EF4-FFF2-40B4-BE49-F238E27FC236}">
                <a16:creationId xmlns:a16="http://schemas.microsoft.com/office/drawing/2014/main" id="{7DBB442C-DB76-55DD-4F16-1CEBBDDFB073}"/>
              </a:ext>
            </a:extLst>
          </p:cNvPr>
          <p:cNvSpPr/>
          <p:nvPr/>
        </p:nvSpPr>
        <p:spPr>
          <a:xfrm>
            <a:off x="10732791" y="5012608"/>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o1</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37" name="Text Box 307">
            <a:extLst>
              <a:ext uri="{FF2B5EF4-FFF2-40B4-BE49-F238E27FC236}">
                <a16:creationId xmlns:a16="http://schemas.microsoft.com/office/drawing/2014/main" id="{1540B121-D0C8-6F76-66EC-63738603E519}"/>
              </a:ext>
            </a:extLst>
          </p:cNvPr>
          <p:cNvSpPr txBox="1">
            <a:spLocks noChangeArrowheads="1"/>
          </p:cNvSpPr>
          <p:nvPr/>
        </p:nvSpPr>
        <p:spPr bwMode="auto">
          <a:xfrm>
            <a:off x="10995875" y="3309786"/>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'24</a:t>
            </a:r>
          </a:p>
        </p:txBody>
      </p:sp>
      <p:sp>
        <p:nvSpPr>
          <p:cNvPr id="39" name="Rounded Rectangle 143">
            <a:extLst>
              <a:ext uri="{FF2B5EF4-FFF2-40B4-BE49-F238E27FC236}">
                <a16:creationId xmlns:a16="http://schemas.microsoft.com/office/drawing/2014/main" id="{C83B48F5-A301-377B-92F1-FC7082E2C092}"/>
              </a:ext>
            </a:extLst>
          </p:cNvPr>
          <p:cNvSpPr/>
          <p:nvPr/>
        </p:nvSpPr>
        <p:spPr>
          <a:xfrm>
            <a:off x="10742488" y="5310451"/>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50" b="1" kern="0" dirty="0">
                <a:solidFill>
                  <a:srgbClr val="FFFFFF"/>
                </a:solidFill>
                <a:latin typeface="Calibri"/>
                <a:cs typeface="Calibri"/>
              </a:rPr>
              <a:t>Sora</a:t>
            </a:r>
            <a:endParaRPr kumimoji="0" lang="en-US" sz="1250" b="1" i="0" u="none" strike="noStrike" kern="0" cap="none" spc="0" normalizeH="0" baseline="0" noProof="0" dirty="0">
              <a:ln>
                <a:noFill/>
              </a:ln>
              <a:solidFill>
                <a:srgbClr val="FFFFFF"/>
              </a:solidFill>
              <a:effectLst/>
              <a:uLnTx/>
              <a:uFillTx/>
              <a:latin typeface="Calibri"/>
              <a:ea typeface="+mn-ea"/>
              <a:cs typeface="Calibri"/>
            </a:endParaRPr>
          </a:p>
        </p:txBody>
      </p:sp>
      <p:sp>
        <p:nvSpPr>
          <p:cNvPr id="40" name="Oval 39">
            <a:extLst>
              <a:ext uri="{FF2B5EF4-FFF2-40B4-BE49-F238E27FC236}">
                <a16:creationId xmlns:a16="http://schemas.microsoft.com/office/drawing/2014/main" id="{A082E2D0-88A9-B0A1-BD6D-90AEC13781E6}"/>
              </a:ext>
            </a:extLst>
          </p:cNvPr>
          <p:cNvSpPr>
            <a:spLocks noChangeAspect="1"/>
          </p:cNvSpPr>
          <p:nvPr/>
        </p:nvSpPr>
        <p:spPr>
          <a:xfrm>
            <a:off x="11293191" y="3592792"/>
            <a:ext cx="200848" cy="201876"/>
          </a:xfrm>
          <a:prstGeom prst="ellipse">
            <a:avLst/>
          </a:prstGeom>
          <a:solidFill>
            <a:srgbClr val="009DDC"/>
          </a:solidFill>
          <a:ln w="28575" cap="flat" cmpd="sng" algn="ctr">
            <a:solidFill>
              <a:schemeClr val="accent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1100" b="1" kern="0" dirty="0">
              <a:solidFill>
                <a:srgbClr val="FF0000"/>
              </a:solidFill>
              <a:latin typeface="Arial"/>
            </a:endParaRPr>
          </a:p>
        </p:txBody>
      </p:sp>
      <p:sp>
        <p:nvSpPr>
          <p:cNvPr id="42" name="Rounded Rectangle 143">
            <a:extLst>
              <a:ext uri="{FF2B5EF4-FFF2-40B4-BE49-F238E27FC236}">
                <a16:creationId xmlns:a16="http://schemas.microsoft.com/office/drawing/2014/main" id="{55E33F92-D271-7DD8-F6FD-8A50EF0215CE}"/>
              </a:ext>
            </a:extLst>
          </p:cNvPr>
          <p:cNvSpPr/>
          <p:nvPr/>
        </p:nvSpPr>
        <p:spPr>
          <a:xfrm>
            <a:off x="10745459" y="5608901"/>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FFFFFF"/>
                </a:solidFill>
                <a:latin typeface="Calibri"/>
                <a:cs typeface="Calibri"/>
              </a:rPr>
              <a:t>Gemini 1.5</a:t>
            </a:r>
            <a:endParaRPr kumimoji="0" lang="en-US" sz="1200" b="1" i="0" u="none" strike="noStrike" kern="0" cap="none" spc="0" normalizeH="0" baseline="0" noProof="0" dirty="0">
              <a:ln>
                <a:noFill/>
              </a:ln>
              <a:solidFill>
                <a:srgbClr val="FFFFFF"/>
              </a:solidFill>
              <a:effectLst/>
              <a:uLnTx/>
              <a:uFillTx/>
              <a:latin typeface="Calibri"/>
              <a:ea typeface="+mn-ea"/>
              <a:cs typeface="Calibri"/>
            </a:endParaRPr>
          </a:p>
        </p:txBody>
      </p:sp>
      <p:sp>
        <p:nvSpPr>
          <p:cNvPr id="43" name="Rounded Rectangle 143">
            <a:extLst>
              <a:ext uri="{FF2B5EF4-FFF2-40B4-BE49-F238E27FC236}">
                <a16:creationId xmlns:a16="http://schemas.microsoft.com/office/drawing/2014/main" id="{D84BA3D9-8D6D-CCC7-F57B-1F4FEE4128A6}"/>
              </a:ext>
            </a:extLst>
          </p:cNvPr>
          <p:cNvSpPr/>
          <p:nvPr/>
        </p:nvSpPr>
        <p:spPr>
          <a:xfrm>
            <a:off x="10751494" y="5908394"/>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FFFFFF"/>
                </a:solidFill>
                <a:latin typeface="Calibri"/>
                <a:cs typeface="Calibri"/>
              </a:rPr>
              <a:t>Llama 3</a:t>
            </a:r>
            <a:endParaRPr kumimoji="0" lang="en-US" sz="1200" b="1" i="0" u="none" strike="noStrike" kern="0" cap="none" spc="0" normalizeH="0" baseline="0" noProof="0" dirty="0">
              <a:ln>
                <a:noFill/>
              </a:ln>
              <a:solidFill>
                <a:srgbClr val="FFFFFF"/>
              </a:solidFill>
              <a:effectLst/>
              <a:uLnTx/>
              <a:uFillTx/>
              <a:latin typeface="Calibri"/>
              <a:ea typeface="+mn-ea"/>
              <a:cs typeface="Calibri"/>
            </a:endParaRPr>
          </a:p>
        </p:txBody>
      </p:sp>
      <p:sp>
        <p:nvSpPr>
          <p:cNvPr id="45" name="Rounded Rectangle 143">
            <a:extLst>
              <a:ext uri="{FF2B5EF4-FFF2-40B4-BE49-F238E27FC236}">
                <a16:creationId xmlns:a16="http://schemas.microsoft.com/office/drawing/2014/main" id="{CCBE5F65-F0B7-AD8F-A6C4-47492C5F7BA2}"/>
              </a:ext>
            </a:extLst>
          </p:cNvPr>
          <p:cNvSpPr/>
          <p:nvPr/>
        </p:nvSpPr>
        <p:spPr>
          <a:xfrm>
            <a:off x="10751494" y="6201537"/>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FFFFFF"/>
                </a:solidFill>
                <a:latin typeface="Calibri"/>
                <a:cs typeface="Calibri"/>
              </a:rPr>
              <a:t>RAG</a:t>
            </a:r>
            <a:endParaRPr kumimoji="0" lang="en-US" sz="1200" b="1" i="0" u="none" strike="noStrike" kern="0" cap="none" spc="0" normalizeH="0" baseline="0" noProof="0" dirty="0">
              <a:ln>
                <a:noFill/>
              </a:ln>
              <a:solidFill>
                <a:srgbClr val="FFFFFF"/>
              </a:solidFill>
              <a:effectLst/>
              <a:uLnTx/>
              <a:uFillTx/>
              <a:latin typeface="Calibri"/>
              <a:ea typeface="+mn-ea"/>
              <a:cs typeface="Calibri"/>
            </a:endParaRPr>
          </a:p>
        </p:txBody>
      </p:sp>
      <p:sp>
        <p:nvSpPr>
          <p:cNvPr id="47" name="Rounded Rectangle 143">
            <a:extLst>
              <a:ext uri="{FF2B5EF4-FFF2-40B4-BE49-F238E27FC236}">
                <a16:creationId xmlns:a16="http://schemas.microsoft.com/office/drawing/2014/main" id="{45833575-C0DD-5DB6-FD7E-F9847C8CE8BE}"/>
              </a:ext>
            </a:extLst>
          </p:cNvPr>
          <p:cNvSpPr/>
          <p:nvPr/>
        </p:nvSpPr>
        <p:spPr>
          <a:xfrm>
            <a:off x="10751494" y="6494458"/>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FFFFFF"/>
                </a:solidFill>
                <a:latin typeface="Calibri"/>
                <a:cs typeface="Calibri"/>
              </a:rPr>
              <a:t>EU AI Act</a:t>
            </a:r>
            <a:endParaRPr kumimoji="0" lang="en-US" sz="1200" b="1" i="0" u="none" strike="noStrike" kern="0" cap="none" spc="0" normalizeH="0" baseline="0" noProof="0" dirty="0">
              <a:ln>
                <a:noFill/>
              </a:ln>
              <a:solidFill>
                <a:srgbClr val="FFFFFF"/>
              </a:solidFill>
              <a:effectLst/>
              <a:uLnTx/>
              <a:uFillTx/>
              <a:latin typeface="Calibri"/>
              <a:ea typeface="+mn-ea"/>
              <a:cs typeface="Calibri"/>
            </a:endParaRPr>
          </a:p>
        </p:txBody>
      </p:sp>
      <p:sp>
        <p:nvSpPr>
          <p:cNvPr id="48" name="Oval 47">
            <a:extLst>
              <a:ext uri="{FF2B5EF4-FFF2-40B4-BE49-F238E27FC236}">
                <a16:creationId xmlns:a16="http://schemas.microsoft.com/office/drawing/2014/main" id="{23222144-99F2-D339-1F3D-75F3D9215D93}"/>
              </a:ext>
            </a:extLst>
          </p:cNvPr>
          <p:cNvSpPr>
            <a:spLocks noChangeAspect="1"/>
          </p:cNvSpPr>
          <p:nvPr/>
        </p:nvSpPr>
        <p:spPr>
          <a:xfrm>
            <a:off x="11805728" y="3611026"/>
            <a:ext cx="200848" cy="201876"/>
          </a:xfrm>
          <a:prstGeom prst="ellipse">
            <a:avLst/>
          </a:prstGeom>
          <a:solidFill>
            <a:srgbClr val="009DDC"/>
          </a:solidFill>
          <a:ln w="28575" cap="flat" cmpd="sng" algn="ctr">
            <a:solidFill>
              <a:schemeClr val="accent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400"/>
            <a:endParaRPr lang="en-US" sz="1100" b="1" kern="0" dirty="0">
              <a:solidFill>
                <a:srgbClr val="FF0000"/>
              </a:solidFill>
              <a:latin typeface="Arial"/>
            </a:endParaRPr>
          </a:p>
        </p:txBody>
      </p:sp>
      <p:cxnSp>
        <p:nvCxnSpPr>
          <p:cNvPr id="49" name="Straight Connector 48">
            <a:extLst>
              <a:ext uri="{FF2B5EF4-FFF2-40B4-BE49-F238E27FC236}">
                <a16:creationId xmlns:a16="http://schemas.microsoft.com/office/drawing/2014/main" id="{83D953FB-D7CA-76C6-8733-42267247FE5B}"/>
              </a:ext>
            </a:extLst>
          </p:cNvPr>
          <p:cNvCxnSpPr>
            <a:cxnSpLocks/>
          </p:cNvCxnSpPr>
          <p:nvPr/>
        </p:nvCxnSpPr>
        <p:spPr>
          <a:xfrm flipV="1">
            <a:off x="11906152" y="2977816"/>
            <a:ext cx="0" cy="625094"/>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0" name="Rounded Rectangle 143">
            <a:extLst>
              <a:ext uri="{FF2B5EF4-FFF2-40B4-BE49-F238E27FC236}">
                <a16:creationId xmlns:a16="http://schemas.microsoft.com/office/drawing/2014/main" id="{CCCD3DA0-C80F-622B-26FF-D4FFD9E82E0A}"/>
              </a:ext>
            </a:extLst>
          </p:cNvPr>
          <p:cNvSpPr/>
          <p:nvPr/>
        </p:nvSpPr>
        <p:spPr>
          <a:xfrm>
            <a:off x="11132621" y="2746725"/>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FFFFFF"/>
                </a:solidFill>
                <a:latin typeface="Calibri"/>
                <a:cs typeface="Calibri"/>
              </a:rPr>
              <a:t>GPAI Code</a:t>
            </a:r>
            <a:endParaRPr kumimoji="0" lang="en-US" sz="1200" b="1" i="0" u="none" strike="noStrike" kern="0" cap="none" spc="0" normalizeH="0" baseline="0" noProof="0" dirty="0">
              <a:ln>
                <a:noFill/>
              </a:ln>
              <a:solidFill>
                <a:srgbClr val="FFFFFF"/>
              </a:solidFill>
              <a:effectLst/>
              <a:uLnTx/>
              <a:uFillTx/>
              <a:latin typeface="Calibri"/>
              <a:ea typeface="+mn-ea"/>
              <a:cs typeface="Calibri"/>
            </a:endParaRPr>
          </a:p>
        </p:txBody>
      </p:sp>
      <p:sp>
        <p:nvSpPr>
          <p:cNvPr id="51" name="Rounded Rectangle 143">
            <a:extLst>
              <a:ext uri="{FF2B5EF4-FFF2-40B4-BE49-F238E27FC236}">
                <a16:creationId xmlns:a16="http://schemas.microsoft.com/office/drawing/2014/main" id="{1B9F1A25-39CA-129F-1D3B-F42DFF880B49}"/>
              </a:ext>
            </a:extLst>
          </p:cNvPr>
          <p:cNvSpPr/>
          <p:nvPr/>
        </p:nvSpPr>
        <p:spPr>
          <a:xfrm>
            <a:off x="11132621" y="2451465"/>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800" b="1" kern="0" dirty="0">
                <a:solidFill>
                  <a:srgbClr val="FFFFFF"/>
                </a:solidFill>
                <a:latin typeface="Calibri"/>
                <a:cs typeface="Calibri"/>
              </a:rPr>
              <a:t>AI Action Summit</a:t>
            </a:r>
            <a:endParaRPr kumimoji="0" lang="en-US" sz="800" b="1" i="0" u="none" strike="noStrike" kern="0" cap="none" spc="0" normalizeH="0" baseline="0" noProof="0" dirty="0">
              <a:ln>
                <a:noFill/>
              </a:ln>
              <a:solidFill>
                <a:srgbClr val="FFFFFF"/>
              </a:solidFill>
              <a:effectLst/>
              <a:uLnTx/>
              <a:uFillTx/>
              <a:latin typeface="Calibri"/>
              <a:ea typeface="+mn-ea"/>
              <a:cs typeface="Calibri"/>
            </a:endParaRPr>
          </a:p>
        </p:txBody>
      </p:sp>
      <p:sp>
        <p:nvSpPr>
          <p:cNvPr id="52" name="Rounded Rectangle 143">
            <a:extLst>
              <a:ext uri="{FF2B5EF4-FFF2-40B4-BE49-F238E27FC236}">
                <a16:creationId xmlns:a16="http://schemas.microsoft.com/office/drawing/2014/main" id="{B2C58F73-EF21-7CD8-5DB5-7FF58F93BADE}"/>
              </a:ext>
            </a:extLst>
          </p:cNvPr>
          <p:cNvSpPr/>
          <p:nvPr/>
        </p:nvSpPr>
        <p:spPr>
          <a:xfrm>
            <a:off x="11133663" y="2151007"/>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800" b="1" kern="0" dirty="0">
                <a:solidFill>
                  <a:srgbClr val="FFFFFF"/>
                </a:solidFill>
                <a:latin typeface="Calibri"/>
                <a:cs typeface="Calibri"/>
              </a:rPr>
              <a:t>Training efficiency</a:t>
            </a:r>
            <a:endParaRPr kumimoji="0" lang="en-US" sz="800" b="1" i="0" u="none" strike="noStrike" kern="0" cap="none" spc="0" normalizeH="0" baseline="0" noProof="0" dirty="0">
              <a:ln>
                <a:noFill/>
              </a:ln>
              <a:solidFill>
                <a:srgbClr val="FFFFFF"/>
              </a:solidFill>
              <a:effectLst/>
              <a:uLnTx/>
              <a:uFillTx/>
              <a:latin typeface="Calibri"/>
              <a:ea typeface="+mn-ea"/>
              <a:cs typeface="Calibri"/>
            </a:endParaRPr>
          </a:p>
        </p:txBody>
      </p:sp>
      <p:sp>
        <p:nvSpPr>
          <p:cNvPr id="53" name="Rounded Rectangle 143">
            <a:extLst>
              <a:ext uri="{FF2B5EF4-FFF2-40B4-BE49-F238E27FC236}">
                <a16:creationId xmlns:a16="http://schemas.microsoft.com/office/drawing/2014/main" id="{999E5637-8E57-0F47-B7A9-652DCEABE055}"/>
              </a:ext>
            </a:extLst>
          </p:cNvPr>
          <p:cNvSpPr/>
          <p:nvPr/>
        </p:nvSpPr>
        <p:spPr>
          <a:xfrm>
            <a:off x="11133663" y="1851668"/>
            <a:ext cx="986628" cy="274638"/>
          </a:xfrm>
          <a:prstGeom prst="roundRect">
            <a:avLst/>
          </a:prstGeom>
          <a:solidFill>
            <a:srgbClr val="009DDC"/>
          </a:soli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300" b="1" kern="0" dirty="0">
                <a:solidFill>
                  <a:srgbClr val="FFFFFF"/>
                </a:solidFill>
                <a:latin typeface="Calibri"/>
                <a:cs typeface="Calibri"/>
              </a:rPr>
              <a:t>Agentic AI</a:t>
            </a:r>
            <a:endParaRPr kumimoji="0" lang="en-US" sz="1300" b="1" i="0" u="none" strike="noStrike" kern="0" cap="none" spc="0" normalizeH="0" baseline="0" noProof="0" dirty="0">
              <a:ln>
                <a:noFill/>
              </a:ln>
              <a:solidFill>
                <a:srgbClr val="FFFFFF"/>
              </a:solidFill>
              <a:effectLst/>
              <a:uLnTx/>
              <a:uFillTx/>
              <a:latin typeface="Calibri"/>
              <a:ea typeface="+mn-ea"/>
              <a:cs typeface="Calibri"/>
            </a:endParaRPr>
          </a:p>
        </p:txBody>
      </p:sp>
      <p:sp>
        <p:nvSpPr>
          <p:cNvPr id="56" name="Text Box 307">
            <a:extLst>
              <a:ext uri="{FF2B5EF4-FFF2-40B4-BE49-F238E27FC236}">
                <a16:creationId xmlns:a16="http://schemas.microsoft.com/office/drawing/2014/main" id="{984319EC-67AD-C494-BF41-28D87A8B8B9A}"/>
              </a:ext>
            </a:extLst>
          </p:cNvPr>
          <p:cNvSpPr txBox="1">
            <a:spLocks noChangeArrowheads="1"/>
          </p:cNvSpPr>
          <p:nvPr/>
        </p:nvSpPr>
        <p:spPr bwMode="auto">
          <a:xfrm>
            <a:off x="11520951" y="3817775"/>
            <a:ext cx="80248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'25</a:t>
            </a:r>
          </a:p>
        </p:txBody>
      </p:sp>
    </p:spTree>
    <p:extLst>
      <p:ext uri="{BB962C8B-B14F-4D97-AF65-F5344CB8AC3E}">
        <p14:creationId xmlns:p14="http://schemas.microsoft.com/office/powerpoint/2010/main" val="2774295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10CAB8-2D29-9F5A-83F5-42DBE32D56DB}"/>
              </a:ext>
            </a:extLst>
          </p:cNvPr>
          <p:cNvSpPr>
            <a:spLocks noGrp="1"/>
          </p:cNvSpPr>
          <p:nvPr>
            <p:ph type="sldNum" sz="quarter" idx="12"/>
          </p:nvPr>
        </p:nvSpPr>
        <p:spPr/>
        <p:txBody>
          <a:bodyPr/>
          <a:lstStyle/>
          <a:p>
            <a:fld id="{A8160BDD-7155-D744-B749-9730458604AD}" type="slidenum">
              <a:rPr lang="en-US" smtClean="0"/>
              <a:pPr/>
              <a:t>7</a:t>
            </a:fld>
            <a:endParaRPr lang="en-US" dirty="0"/>
          </a:p>
        </p:txBody>
      </p:sp>
      <p:sp>
        <p:nvSpPr>
          <p:cNvPr id="4" name="Title 3">
            <a:extLst>
              <a:ext uri="{FF2B5EF4-FFF2-40B4-BE49-F238E27FC236}">
                <a16:creationId xmlns:a16="http://schemas.microsoft.com/office/drawing/2014/main" id="{A5223EDF-2E89-3C5A-7445-2D8B032DE04A}"/>
              </a:ext>
            </a:extLst>
          </p:cNvPr>
          <p:cNvSpPr>
            <a:spLocks noGrp="1"/>
          </p:cNvSpPr>
          <p:nvPr>
            <p:ph type="title"/>
          </p:nvPr>
        </p:nvSpPr>
        <p:spPr/>
        <p:txBody>
          <a:bodyPr/>
          <a:lstStyle/>
          <a:p>
            <a:r>
              <a:rPr lang="en-US" dirty="0"/>
              <a:t>AI-Enabling Technologies</a:t>
            </a:r>
          </a:p>
        </p:txBody>
      </p:sp>
      <p:sp>
        <p:nvSpPr>
          <p:cNvPr id="5" name="Text Placeholder 4">
            <a:extLst>
              <a:ext uri="{FF2B5EF4-FFF2-40B4-BE49-F238E27FC236}">
                <a16:creationId xmlns:a16="http://schemas.microsoft.com/office/drawing/2014/main" id="{3FB30E28-AE94-EE36-C5FC-64E7768B0281}"/>
              </a:ext>
            </a:extLst>
          </p:cNvPr>
          <p:cNvSpPr>
            <a:spLocks noGrp="1"/>
          </p:cNvSpPr>
          <p:nvPr>
            <p:ph type="body" sz="quarter" idx="13"/>
          </p:nvPr>
        </p:nvSpPr>
        <p:spPr/>
        <p:txBody>
          <a:bodyPr/>
          <a:lstStyle/>
          <a:p>
            <a:r>
              <a:rPr lang="en-US" b="1" dirty="0"/>
              <a:t>Cloud computing</a:t>
            </a:r>
            <a:r>
              <a:rPr lang="en-US" dirty="0"/>
              <a:t>: An approach to providing computing services and other resources over a network of distributed servers and other infrastructure. Offloads AI hardware and bandwidth costs.</a:t>
            </a:r>
          </a:p>
        </p:txBody>
      </p:sp>
      <p:sp>
        <p:nvSpPr>
          <p:cNvPr id="6" name="Text Placeholder 12">
            <a:extLst>
              <a:ext uri="{FF2B5EF4-FFF2-40B4-BE49-F238E27FC236}">
                <a16:creationId xmlns:a16="http://schemas.microsoft.com/office/drawing/2014/main" id="{D02CFFF5-A06F-3A37-E9C0-ADA4DEE969E8}"/>
              </a:ext>
            </a:extLst>
          </p:cNvPr>
          <p:cNvSpPr txBox="1">
            <a:spLocks/>
          </p:cNvSpPr>
          <p:nvPr/>
        </p:nvSpPr>
        <p:spPr>
          <a:xfrm>
            <a:off x="1901627" y="2000804"/>
            <a:ext cx="7501317" cy="748145"/>
          </a:xfrm>
          <a:prstGeom prst="rect">
            <a:avLst/>
          </a:prstGeom>
        </p:spPr>
        <p:txBody>
          <a:bodyPr anchor="ctr"/>
          <a:lstStyle>
            <a:lvl1pPr marL="0" indent="0" algn="l" defTabSz="457200" rtl="0" eaLnBrk="1" latinLnBrk="0" hangingPunct="1">
              <a:spcBef>
                <a:spcPts val="800"/>
              </a:spcBef>
              <a:buClr>
                <a:schemeClr val="accent1"/>
              </a:buClr>
              <a:buFont typeface="Arial"/>
              <a:buNone/>
              <a:defRPr lang="en-US" sz="1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GPUs</a:t>
            </a:r>
            <a:r>
              <a:rPr lang="en-US" dirty="0"/>
              <a:t>: Computer chips designed to process graphics, images, and other visual media. General-purpose GPUs excel at machine learning calculations.</a:t>
            </a:r>
          </a:p>
        </p:txBody>
      </p:sp>
      <p:sp>
        <p:nvSpPr>
          <p:cNvPr id="7" name="Text Placeholder 12">
            <a:extLst>
              <a:ext uri="{FF2B5EF4-FFF2-40B4-BE49-F238E27FC236}">
                <a16:creationId xmlns:a16="http://schemas.microsoft.com/office/drawing/2014/main" id="{14BEF2F6-E62F-E3C0-2409-6A992915BA50}"/>
              </a:ext>
            </a:extLst>
          </p:cNvPr>
          <p:cNvSpPr txBox="1">
            <a:spLocks/>
          </p:cNvSpPr>
          <p:nvPr/>
        </p:nvSpPr>
        <p:spPr>
          <a:xfrm>
            <a:off x="1901627" y="2772894"/>
            <a:ext cx="7501317" cy="748145"/>
          </a:xfrm>
          <a:prstGeom prst="rect">
            <a:avLst/>
          </a:prstGeom>
        </p:spPr>
        <p:txBody>
          <a:bodyPr anchor="ctr"/>
          <a:lstStyle>
            <a:lvl1pPr marL="0" indent="0" algn="l" defTabSz="457200" rtl="0" eaLnBrk="1" latinLnBrk="0" hangingPunct="1">
              <a:spcBef>
                <a:spcPts val="800"/>
              </a:spcBef>
              <a:buClr>
                <a:schemeClr val="accent1"/>
              </a:buClr>
              <a:buFont typeface="Arial"/>
              <a:buNone/>
              <a:defRPr lang="en-US" sz="1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Big data</a:t>
            </a:r>
            <a:r>
              <a:rPr lang="en-US" dirty="0"/>
              <a:t>: Collections of data that are so large and complex that they require advanced tools to process and analyze them. AI is heavily data driven.</a:t>
            </a:r>
          </a:p>
        </p:txBody>
      </p:sp>
      <p:grpSp>
        <p:nvGrpSpPr>
          <p:cNvPr id="8" name="Group 7">
            <a:extLst>
              <a:ext uri="{FF2B5EF4-FFF2-40B4-BE49-F238E27FC236}">
                <a16:creationId xmlns:a16="http://schemas.microsoft.com/office/drawing/2014/main" id="{33052C5F-E524-4BCB-D00C-6F200ED3EFB8}"/>
              </a:ext>
            </a:extLst>
          </p:cNvPr>
          <p:cNvGrpSpPr/>
          <p:nvPr/>
        </p:nvGrpSpPr>
        <p:grpSpPr>
          <a:xfrm>
            <a:off x="1432128" y="3667720"/>
            <a:ext cx="9327745" cy="2545795"/>
            <a:chOff x="1496565" y="3667720"/>
            <a:chExt cx="9327745" cy="2545795"/>
          </a:xfrm>
        </p:grpSpPr>
        <p:pic>
          <p:nvPicPr>
            <p:cNvPr id="9" name="Graphic 8">
              <a:extLst>
                <a:ext uri="{FF2B5EF4-FFF2-40B4-BE49-F238E27FC236}">
                  <a16:creationId xmlns:a16="http://schemas.microsoft.com/office/drawing/2014/main" id="{AEE0BB66-1F47-9452-E198-4A1F6292D2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96565" y="3982003"/>
              <a:ext cx="3214772" cy="2231512"/>
            </a:xfrm>
            <a:prstGeom prst="rect">
              <a:avLst/>
            </a:prstGeom>
          </p:spPr>
        </p:pic>
        <p:pic>
          <p:nvPicPr>
            <p:cNvPr id="10" name="Picture 9" descr="A close up of a circuit board&#10;&#10;Description automatically generated with medium confidence">
              <a:extLst>
                <a:ext uri="{FF2B5EF4-FFF2-40B4-BE49-F238E27FC236}">
                  <a16:creationId xmlns:a16="http://schemas.microsoft.com/office/drawing/2014/main" id="{67A2CECF-FAE7-1867-C187-CA46D9D3C3E4}"/>
                </a:ext>
              </a:extLst>
            </p:cNvPr>
            <p:cNvPicPr>
              <a:picLocks noChangeAspect="1"/>
            </p:cNvPicPr>
            <p:nvPr/>
          </p:nvPicPr>
          <p:blipFill>
            <a:blip r:embed="rId4"/>
            <a:stretch>
              <a:fillRect/>
            </a:stretch>
          </p:blipFill>
          <p:spPr>
            <a:xfrm>
              <a:off x="5326381" y="4166752"/>
              <a:ext cx="2581002" cy="1458194"/>
            </a:xfrm>
            <a:prstGeom prst="rect">
              <a:avLst/>
            </a:prstGeom>
            <a:effectLst>
              <a:softEdge rad="31750"/>
            </a:effectLst>
          </p:spPr>
        </p:pic>
        <p:pic>
          <p:nvPicPr>
            <p:cNvPr id="11" name="Graphic 10">
              <a:extLst>
                <a:ext uri="{FF2B5EF4-FFF2-40B4-BE49-F238E27FC236}">
                  <a16:creationId xmlns:a16="http://schemas.microsoft.com/office/drawing/2014/main" id="{7625BF1F-2AB7-D979-0815-2A71177C5DC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19150" y="3667720"/>
              <a:ext cx="2205160" cy="2342091"/>
            </a:xfrm>
            <a:prstGeom prst="rect">
              <a:avLst/>
            </a:prstGeom>
          </p:spPr>
        </p:pic>
      </p:grpSp>
    </p:spTree>
    <p:extLst>
      <p:ext uri="{BB962C8B-B14F-4D97-AF65-F5344CB8AC3E}">
        <p14:creationId xmlns:p14="http://schemas.microsoft.com/office/powerpoint/2010/main" val="2582388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24E29AA-4E7E-8B8C-D782-4050A7010A9F}"/>
              </a:ext>
            </a:extLst>
          </p:cNvPr>
          <p:cNvSpPr>
            <a:spLocks noGrp="1"/>
          </p:cNvSpPr>
          <p:nvPr>
            <p:ph type="title"/>
          </p:nvPr>
        </p:nvSpPr>
        <p:spPr/>
        <p:txBody>
          <a:bodyPr/>
          <a:lstStyle/>
          <a:p>
            <a:r>
              <a:rPr lang="en-US" dirty="0"/>
              <a:t>General AI and Narrow AI</a:t>
            </a:r>
          </a:p>
        </p:txBody>
      </p:sp>
      <p:sp>
        <p:nvSpPr>
          <p:cNvPr id="2" name="Slide Number Placeholder 1">
            <a:extLst>
              <a:ext uri="{FF2B5EF4-FFF2-40B4-BE49-F238E27FC236}">
                <a16:creationId xmlns:a16="http://schemas.microsoft.com/office/drawing/2014/main" id="{38EBCE23-A25E-D5D0-2855-9CB79C08A541}"/>
              </a:ext>
            </a:extLst>
          </p:cNvPr>
          <p:cNvSpPr>
            <a:spLocks noGrp="1"/>
          </p:cNvSpPr>
          <p:nvPr>
            <p:ph type="sldNum" sz="quarter" idx="12"/>
          </p:nvPr>
        </p:nvSpPr>
        <p:spPr/>
        <p:txBody>
          <a:bodyPr/>
          <a:lstStyle/>
          <a:p>
            <a:fld id="{A8160BDD-7155-D744-B749-9730458604AD}" type="slidenum">
              <a:rPr lang="en-US" smtClean="0"/>
              <a:t>8</a:t>
            </a:fld>
            <a:endParaRPr lang="en-US" dirty="0"/>
          </a:p>
        </p:txBody>
      </p:sp>
      <p:grpSp>
        <p:nvGrpSpPr>
          <p:cNvPr id="30" name="Group 29">
            <a:extLst>
              <a:ext uri="{FF2B5EF4-FFF2-40B4-BE49-F238E27FC236}">
                <a16:creationId xmlns:a16="http://schemas.microsoft.com/office/drawing/2014/main" id="{21ADBEFD-F34F-0C7E-6272-75EFDE0383BB}"/>
              </a:ext>
            </a:extLst>
          </p:cNvPr>
          <p:cNvGrpSpPr/>
          <p:nvPr/>
        </p:nvGrpSpPr>
        <p:grpSpPr>
          <a:xfrm>
            <a:off x="1527196" y="1300519"/>
            <a:ext cx="9137609" cy="4841783"/>
            <a:chOff x="1533525" y="1300519"/>
            <a:chExt cx="9137609" cy="4841783"/>
          </a:xfrm>
        </p:grpSpPr>
        <p:grpSp>
          <p:nvGrpSpPr>
            <p:cNvPr id="6" name="Group 5">
              <a:extLst>
                <a:ext uri="{FF2B5EF4-FFF2-40B4-BE49-F238E27FC236}">
                  <a16:creationId xmlns:a16="http://schemas.microsoft.com/office/drawing/2014/main" id="{4B806F1E-84A0-9332-6325-BE5B7B4F4FB4}"/>
                </a:ext>
              </a:extLst>
            </p:cNvPr>
            <p:cNvGrpSpPr/>
            <p:nvPr/>
          </p:nvGrpSpPr>
          <p:grpSpPr>
            <a:xfrm>
              <a:off x="1533525" y="1300519"/>
              <a:ext cx="7957867" cy="4841783"/>
              <a:chOff x="91332" y="962692"/>
              <a:chExt cx="7957867" cy="4841783"/>
            </a:xfrm>
          </p:grpSpPr>
          <p:sp>
            <p:nvSpPr>
              <p:cNvPr id="9" name="Text Box 307">
                <a:extLst>
                  <a:ext uri="{FF2B5EF4-FFF2-40B4-BE49-F238E27FC236}">
                    <a16:creationId xmlns:a16="http://schemas.microsoft.com/office/drawing/2014/main" id="{5AAD8E6C-E0B9-4F3B-8A7B-EF6220AD01F3}"/>
                  </a:ext>
                </a:extLst>
              </p:cNvPr>
              <p:cNvSpPr txBox="1">
                <a:spLocks noChangeArrowheads="1"/>
              </p:cNvSpPr>
              <p:nvPr/>
            </p:nvSpPr>
            <p:spPr bwMode="auto">
              <a:xfrm>
                <a:off x="182013" y="4357925"/>
                <a:ext cx="3979628"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kumimoji="0" lang="en-US" sz="1600" b="1" i="0" u="none" strike="noStrike" kern="0" cap="none" spc="0" normalizeH="0" baseline="0" noProof="0" dirty="0">
                    <a:ln>
                      <a:noFill/>
                    </a:ln>
                    <a:solidFill>
                      <a:srgbClr val="000000"/>
                    </a:solidFill>
                    <a:effectLst/>
                    <a:uLnTx/>
                    <a:uFillTx/>
                    <a:latin typeface="Calibri"/>
                    <a:cs typeface="Calibri"/>
                  </a:rPr>
                  <a:t>Same or better cognition than humans</a:t>
                </a:r>
              </a:p>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lang="en-US" sz="1600" b="1" kern="0" dirty="0">
                    <a:solidFill>
                      <a:srgbClr val="000000"/>
                    </a:solidFill>
                    <a:latin typeface="Calibri"/>
                    <a:cs typeface="Calibri"/>
                  </a:rPr>
                  <a:t>Extrapolates reasoning</a:t>
                </a:r>
              </a:p>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kumimoji="0" lang="en-US" sz="1600" b="1" i="0" u="none" strike="noStrike" kern="0" cap="none" spc="0" normalizeH="0" baseline="0" noProof="0" dirty="0">
                    <a:ln>
                      <a:noFill/>
                    </a:ln>
                    <a:solidFill>
                      <a:srgbClr val="000000"/>
                    </a:solidFill>
                    <a:effectLst/>
                    <a:uLnTx/>
                    <a:uFillTx/>
                    <a:latin typeface="Calibri"/>
                    <a:cs typeface="Calibri"/>
                  </a:rPr>
                  <a:t>Solves multiple novel problems</a:t>
                </a:r>
              </a:p>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lang="en-US" sz="1600" b="1" kern="0" dirty="0">
                    <a:solidFill>
                      <a:srgbClr val="000000"/>
                    </a:solidFill>
                    <a:latin typeface="Calibri"/>
                    <a:cs typeface="Calibri"/>
                  </a:rPr>
                  <a:t>Not yet a reality</a:t>
                </a:r>
                <a:endParaRPr kumimoji="0" lang="en-US" sz="1600" b="1" i="0" u="none" strike="noStrike" kern="0" cap="none" spc="0" normalizeH="0" baseline="0" noProof="0" dirty="0">
                  <a:ln>
                    <a:noFill/>
                  </a:ln>
                  <a:solidFill>
                    <a:srgbClr val="000000"/>
                  </a:solidFill>
                  <a:effectLst/>
                  <a:uLnTx/>
                  <a:uFillTx/>
                  <a:latin typeface="Calibri"/>
                  <a:cs typeface="Calibri"/>
                </a:endParaRPr>
              </a:p>
            </p:txBody>
          </p:sp>
          <p:sp>
            <p:nvSpPr>
              <p:cNvPr id="11" name="Text Box 307">
                <a:extLst>
                  <a:ext uri="{FF2B5EF4-FFF2-40B4-BE49-F238E27FC236}">
                    <a16:creationId xmlns:a16="http://schemas.microsoft.com/office/drawing/2014/main" id="{19A0ABAD-A6EC-C002-F285-9073B31860D2}"/>
                  </a:ext>
                </a:extLst>
              </p:cNvPr>
              <p:cNvSpPr txBox="1">
                <a:spLocks noChangeArrowheads="1"/>
              </p:cNvSpPr>
              <p:nvPr/>
            </p:nvSpPr>
            <p:spPr bwMode="auto">
              <a:xfrm>
                <a:off x="1258414" y="962692"/>
                <a:ext cx="17361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Calibri"/>
                    <a:cs typeface="Calibri"/>
                  </a:rPr>
                  <a:t>General AI</a:t>
                </a:r>
              </a:p>
            </p:txBody>
          </p:sp>
          <p:sp>
            <p:nvSpPr>
              <p:cNvPr id="12" name="Text Box 307">
                <a:extLst>
                  <a:ext uri="{FF2B5EF4-FFF2-40B4-BE49-F238E27FC236}">
                    <a16:creationId xmlns:a16="http://schemas.microsoft.com/office/drawing/2014/main" id="{DA35E70A-D580-3316-0C3F-7D1BF8D03E9C}"/>
                  </a:ext>
                </a:extLst>
              </p:cNvPr>
              <p:cNvSpPr txBox="1">
                <a:spLocks noChangeArrowheads="1"/>
              </p:cNvSpPr>
              <p:nvPr/>
            </p:nvSpPr>
            <p:spPr bwMode="auto">
              <a:xfrm>
                <a:off x="6313054" y="962692"/>
                <a:ext cx="17361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Calibri"/>
                    <a:cs typeface="Calibri"/>
                  </a:rPr>
                  <a:t>Narrow AI</a:t>
                </a:r>
              </a:p>
            </p:txBody>
          </p:sp>
          <p:sp>
            <p:nvSpPr>
              <p:cNvPr id="14" name="Rectangle 13">
                <a:extLst>
                  <a:ext uri="{FF2B5EF4-FFF2-40B4-BE49-F238E27FC236}">
                    <a16:creationId xmlns:a16="http://schemas.microsoft.com/office/drawing/2014/main" id="{F3463DEC-E590-2641-3681-D611E654B15D}"/>
                  </a:ext>
                </a:extLst>
              </p:cNvPr>
              <p:cNvSpPr/>
              <p:nvPr/>
            </p:nvSpPr>
            <p:spPr>
              <a:xfrm>
                <a:off x="91332" y="4310743"/>
                <a:ext cx="4070310" cy="1493732"/>
              </a:xfrm>
              <a:prstGeom prst="rect">
                <a:avLst/>
              </a:prstGeom>
              <a:noFill/>
              <a:ln w="28575" cap="flat" cmpd="sng" algn="ctr">
                <a:solidFill>
                  <a:srgbClr val="C4C4C4"/>
                </a:solidFill>
                <a:prstDash val="solid"/>
              </a:ln>
              <a:effectLst/>
            </p:spPr>
            <p:txBody>
              <a:bodyPr rtlCol="0" anchor="ctr"/>
              <a:lstStyle/>
              <a:p>
                <a:pPr algn="ctr" defTabSz="914400"/>
                <a:endParaRPr lang="en-US" sz="1100" b="1" kern="0" dirty="0">
                  <a:solidFill>
                    <a:srgbClr val="FF0000"/>
                  </a:solidFill>
                  <a:latin typeface="Arial"/>
                </a:endParaRPr>
              </a:p>
            </p:txBody>
          </p:sp>
        </p:grpSp>
        <p:sp>
          <p:nvSpPr>
            <p:cNvPr id="24" name="Rectangle 23">
              <a:extLst>
                <a:ext uri="{FF2B5EF4-FFF2-40B4-BE49-F238E27FC236}">
                  <a16:creationId xmlns:a16="http://schemas.microsoft.com/office/drawing/2014/main" id="{832020A1-7E8E-4952-45BE-ACED768D7DD8}"/>
                </a:ext>
              </a:extLst>
            </p:cNvPr>
            <p:cNvSpPr/>
            <p:nvPr/>
          </p:nvSpPr>
          <p:spPr>
            <a:xfrm>
              <a:off x="6588165" y="4648569"/>
              <a:ext cx="4070310" cy="1493731"/>
            </a:xfrm>
            <a:prstGeom prst="rect">
              <a:avLst/>
            </a:prstGeom>
            <a:noFill/>
            <a:ln w="28575" cap="flat" cmpd="sng" algn="ctr">
              <a:solidFill>
                <a:srgbClr val="C4C4C4"/>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25" name="Text Box 307">
              <a:extLst>
                <a:ext uri="{FF2B5EF4-FFF2-40B4-BE49-F238E27FC236}">
                  <a16:creationId xmlns:a16="http://schemas.microsoft.com/office/drawing/2014/main" id="{A4B4D6DE-0AEC-0C6E-1320-1D2A388F7C8B}"/>
                </a:ext>
              </a:extLst>
            </p:cNvPr>
            <p:cNvSpPr txBox="1">
              <a:spLocks noChangeArrowheads="1"/>
            </p:cNvSpPr>
            <p:nvPr/>
          </p:nvSpPr>
          <p:spPr bwMode="auto">
            <a:xfrm>
              <a:off x="6691506" y="4695752"/>
              <a:ext cx="3979628"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kumimoji="0" lang="en-US" sz="1600" b="1" i="0" u="none" strike="noStrike" kern="0" cap="none" spc="0" normalizeH="0" baseline="0" noProof="0" dirty="0">
                  <a:ln>
                    <a:noFill/>
                  </a:ln>
                  <a:solidFill>
                    <a:srgbClr val="000000"/>
                  </a:solidFill>
                  <a:effectLst/>
                  <a:uLnTx/>
                  <a:uFillTx/>
                  <a:latin typeface="Calibri"/>
                  <a:cs typeface="Calibri"/>
                </a:rPr>
                <a:t>Approximates human cognitive traits</a:t>
              </a:r>
            </a:p>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lang="en-US" sz="1600" b="1" kern="0" dirty="0">
                  <a:solidFill>
                    <a:srgbClr val="000000"/>
                  </a:solidFill>
                  <a:latin typeface="Calibri"/>
                  <a:cs typeface="Calibri"/>
                </a:rPr>
                <a:t>No true capacity for reason</a:t>
              </a:r>
            </a:p>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kumimoji="0" lang="en-US" sz="1600" b="1" i="0" u="none" strike="noStrike" kern="0" cap="none" spc="0" normalizeH="0" baseline="0" noProof="0" dirty="0">
                  <a:ln>
                    <a:noFill/>
                  </a:ln>
                  <a:solidFill>
                    <a:srgbClr val="000000"/>
                  </a:solidFill>
                  <a:effectLst/>
                  <a:uLnTx/>
                  <a:uFillTx/>
                  <a:latin typeface="Calibri"/>
                  <a:cs typeface="Calibri"/>
                </a:rPr>
                <a:t>Solves one or a few designated problems</a:t>
              </a:r>
            </a:p>
            <a:p>
              <a:pPr marL="285750" marR="0" lvl="0" indent="-285750" defTabSz="914400" eaLnBrk="1" fontAlgn="auto" latinLnBrk="0" hangingPunct="1">
                <a:lnSpc>
                  <a:spcPct val="100000"/>
                </a:lnSpc>
                <a:spcBef>
                  <a:spcPct val="50000"/>
                </a:spcBef>
                <a:spcAft>
                  <a:spcPts val="0"/>
                </a:spcAft>
                <a:buClr>
                  <a:srgbClr val="009DDC"/>
                </a:buClr>
                <a:buSzTx/>
                <a:buFont typeface="Arial" panose="020B0604020202020204" pitchFamily="34" charset="0"/>
                <a:buChar char="•"/>
                <a:tabLst/>
                <a:defRPr/>
              </a:pPr>
              <a:r>
                <a:rPr lang="en-US" sz="1600" b="1" kern="0" dirty="0">
                  <a:solidFill>
                    <a:srgbClr val="000000"/>
                  </a:solidFill>
                  <a:latin typeface="Calibri"/>
                  <a:cs typeface="Calibri"/>
                </a:rPr>
                <a:t>Currently a reality</a:t>
              </a:r>
              <a:endParaRPr kumimoji="0" lang="en-US" sz="1600" b="1" i="0" u="none" strike="noStrike" kern="0" cap="none" spc="0" normalizeH="0" baseline="0" noProof="0" dirty="0">
                <a:ln>
                  <a:noFill/>
                </a:ln>
                <a:solidFill>
                  <a:srgbClr val="000000"/>
                </a:solidFill>
                <a:effectLst/>
                <a:uLnTx/>
                <a:uFillTx/>
                <a:latin typeface="Calibri"/>
                <a:cs typeface="Calibri"/>
              </a:endParaRPr>
            </a:p>
          </p:txBody>
        </p:sp>
        <p:pic>
          <p:nvPicPr>
            <p:cNvPr id="27" name="Picture 26">
              <a:extLst>
                <a:ext uri="{FF2B5EF4-FFF2-40B4-BE49-F238E27FC236}">
                  <a16:creationId xmlns:a16="http://schemas.microsoft.com/office/drawing/2014/main" id="{1D66B8CC-50B2-E10B-BD24-2287746AA8B0}"/>
                </a:ext>
              </a:extLst>
            </p:cNvPr>
            <p:cNvPicPr>
              <a:picLocks noChangeAspect="1"/>
            </p:cNvPicPr>
            <p:nvPr/>
          </p:nvPicPr>
          <p:blipFill>
            <a:blip r:embed="rId2"/>
            <a:srcRect/>
            <a:stretch/>
          </p:blipFill>
          <p:spPr>
            <a:xfrm>
              <a:off x="1533525" y="1836150"/>
              <a:ext cx="4070308" cy="2713539"/>
            </a:xfrm>
            <a:prstGeom prst="rect">
              <a:avLst/>
            </a:prstGeom>
          </p:spPr>
        </p:pic>
        <p:pic>
          <p:nvPicPr>
            <p:cNvPr id="29" name="Picture 28">
              <a:extLst>
                <a:ext uri="{FF2B5EF4-FFF2-40B4-BE49-F238E27FC236}">
                  <a16:creationId xmlns:a16="http://schemas.microsoft.com/office/drawing/2014/main" id="{210C66A7-1367-D045-2F2D-81A51771B29D}"/>
                </a:ext>
              </a:extLst>
            </p:cNvPr>
            <p:cNvPicPr>
              <a:picLocks noChangeAspect="1"/>
            </p:cNvPicPr>
            <p:nvPr/>
          </p:nvPicPr>
          <p:blipFill>
            <a:blip r:embed="rId3"/>
            <a:srcRect/>
            <a:stretch/>
          </p:blipFill>
          <p:spPr>
            <a:xfrm>
              <a:off x="6592489" y="1833921"/>
              <a:ext cx="4073652" cy="2715768"/>
            </a:xfrm>
            <a:prstGeom prst="rect">
              <a:avLst/>
            </a:prstGeom>
          </p:spPr>
        </p:pic>
      </p:grpSp>
    </p:spTree>
    <p:extLst>
      <p:ext uri="{BB962C8B-B14F-4D97-AF65-F5344CB8AC3E}">
        <p14:creationId xmlns:p14="http://schemas.microsoft.com/office/powerpoint/2010/main" val="4004017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A4891-9636-5FE8-DD03-D506B803BBCE}"/>
              </a:ext>
            </a:extLst>
          </p:cNvPr>
          <p:cNvSpPr>
            <a:spLocks noGrp="1"/>
          </p:cNvSpPr>
          <p:nvPr>
            <p:ph type="title"/>
          </p:nvPr>
        </p:nvSpPr>
        <p:spPr/>
        <p:txBody>
          <a:bodyPr/>
          <a:lstStyle/>
          <a:p>
            <a:r>
              <a:rPr lang="en-US" dirty="0"/>
              <a:t>Machine Learning</a:t>
            </a:r>
          </a:p>
        </p:txBody>
      </p:sp>
      <p:sp>
        <p:nvSpPr>
          <p:cNvPr id="3" name="Slide Number Placeholder 2">
            <a:extLst>
              <a:ext uri="{FF2B5EF4-FFF2-40B4-BE49-F238E27FC236}">
                <a16:creationId xmlns:a16="http://schemas.microsoft.com/office/drawing/2014/main" id="{598D8475-DEC5-1913-6673-6E3B68A6A4AD}"/>
              </a:ext>
            </a:extLst>
          </p:cNvPr>
          <p:cNvSpPr>
            <a:spLocks noGrp="1"/>
          </p:cNvSpPr>
          <p:nvPr>
            <p:ph type="sldNum" sz="quarter" idx="12"/>
          </p:nvPr>
        </p:nvSpPr>
        <p:spPr/>
        <p:txBody>
          <a:bodyPr/>
          <a:lstStyle/>
          <a:p>
            <a:fld id="{A8160BDD-7155-D744-B749-9730458604AD}" type="slidenum">
              <a:rPr lang="en-US" smtClean="0"/>
              <a:t>9</a:t>
            </a:fld>
            <a:endParaRPr lang="en-US" dirty="0"/>
          </a:p>
        </p:txBody>
      </p:sp>
      <p:grpSp>
        <p:nvGrpSpPr>
          <p:cNvPr id="30" name="Group 29">
            <a:extLst>
              <a:ext uri="{FF2B5EF4-FFF2-40B4-BE49-F238E27FC236}">
                <a16:creationId xmlns:a16="http://schemas.microsoft.com/office/drawing/2014/main" id="{050DD68E-F267-DF94-524D-E475C863D2A2}"/>
              </a:ext>
            </a:extLst>
          </p:cNvPr>
          <p:cNvGrpSpPr/>
          <p:nvPr/>
        </p:nvGrpSpPr>
        <p:grpSpPr>
          <a:xfrm>
            <a:off x="623542" y="1871686"/>
            <a:ext cx="10944916" cy="3646976"/>
            <a:chOff x="623542" y="1871686"/>
            <a:chExt cx="10944916" cy="3646976"/>
          </a:xfrm>
        </p:grpSpPr>
        <p:sp>
          <p:nvSpPr>
            <p:cNvPr id="28" name="Arrow: Bent-Up 27">
              <a:extLst>
                <a:ext uri="{FF2B5EF4-FFF2-40B4-BE49-F238E27FC236}">
                  <a16:creationId xmlns:a16="http://schemas.microsoft.com/office/drawing/2014/main" id="{18D29232-6AF0-C999-B640-E8A8E58E421D}"/>
                </a:ext>
              </a:extLst>
            </p:cNvPr>
            <p:cNvSpPr/>
            <p:nvPr/>
          </p:nvSpPr>
          <p:spPr>
            <a:xfrm rot="16200000" flipH="1">
              <a:off x="9193636" y="3607153"/>
              <a:ext cx="1954140" cy="1853930"/>
            </a:xfrm>
            <a:prstGeom prst="bentUpArrow">
              <a:avLst>
                <a:gd name="adj1" fmla="val 25000"/>
                <a:gd name="adj2" fmla="val 22563"/>
                <a:gd name="adj3" fmla="val 19000"/>
              </a:avLst>
            </a:prstGeom>
            <a:solidFill>
              <a:srgbClr val="009DDC"/>
            </a:solidFill>
            <a:ln w="28575" cap="flat" cmpd="sng" algn="ctr">
              <a:noFill/>
              <a:prstDash val="solid"/>
            </a:ln>
            <a:effectLst>
              <a:outerShdw blurRad="50800" dist="38100" dir="2700000" algn="tl" rotWithShape="0">
                <a:prstClr val="black">
                  <a:alpha val="40000"/>
                </a:prstClr>
              </a:outerShdw>
            </a:effectLst>
          </p:spPr>
          <p:txBody>
            <a:bodyPr rtlCol="0" anchor="ctr"/>
            <a:lstStyle/>
            <a:p>
              <a:pPr algn="ctr" defTabSz="914400"/>
              <a:endParaRPr lang="en-US" sz="1100" b="1" kern="0" dirty="0">
                <a:solidFill>
                  <a:srgbClr val="FF0000"/>
                </a:solidFill>
                <a:latin typeface="Arial"/>
              </a:endParaRPr>
            </a:p>
          </p:txBody>
        </p:sp>
        <p:grpSp>
          <p:nvGrpSpPr>
            <p:cNvPr id="6" name="Group 5">
              <a:extLst>
                <a:ext uri="{FF2B5EF4-FFF2-40B4-BE49-F238E27FC236}">
                  <a16:creationId xmlns:a16="http://schemas.microsoft.com/office/drawing/2014/main" id="{923067B8-1A8D-9939-7DBA-381D368DFDBB}"/>
                </a:ext>
              </a:extLst>
            </p:cNvPr>
            <p:cNvGrpSpPr/>
            <p:nvPr/>
          </p:nvGrpSpPr>
          <p:grpSpPr>
            <a:xfrm>
              <a:off x="623542" y="1871686"/>
              <a:ext cx="10944916" cy="3646976"/>
              <a:chOff x="623542" y="1871686"/>
              <a:chExt cx="10944916" cy="3646976"/>
            </a:xfrm>
          </p:grpSpPr>
          <p:sp>
            <p:nvSpPr>
              <p:cNvPr id="4" name="Arrow: Bent-Up 3">
                <a:extLst>
                  <a:ext uri="{FF2B5EF4-FFF2-40B4-BE49-F238E27FC236}">
                    <a16:creationId xmlns:a16="http://schemas.microsoft.com/office/drawing/2014/main" id="{738A84A4-F6BA-62D2-46D8-9DBD9F4C0572}"/>
                  </a:ext>
                </a:extLst>
              </p:cNvPr>
              <p:cNvSpPr/>
              <p:nvPr/>
            </p:nvSpPr>
            <p:spPr>
              <a:xfrm flipH="1">
                <a:off x="5712709" y="3616315"/>
                <a:ext cx="2066829" cy="1693364"/>
              </a:xfrm>
              <a:prstGeom prst="bentUpArrow">
                <a:avLst>
                  <a:gd name="adj1" fmla="val 25000"/>
                  <a:gd name="adj2" fmla="val 22563"/>
                  <a:gd name="adj3" fmla="val 19000"/>
                </a:avLst>
              </a:prstGeom>
              <a:solidFill>
                <a:srgbClr val="009DDC"/>
              </a:solidFill>
              <a:ln w="28575" cap="flat" cmpd="sng" algn="ctr">
                <a:noFill/>
                <a:prstDash val="solid"/>
              </a:ln>
              <a:effectLst>
                <a:outerShdw blurRad="50800" dist="38100" dir="2700000" algn="tl" rotWithShape="0">
                  <a:prstClr val="black">
                    <a:alpha val="40000"/>
                  </a:prstClr>
                </a:outerShdw>
              </a:effectLst>
            </p:spPr>
            <p:txBody>
              <a:bodyPr rtlCol="0" anchor="ctr"/>
              <a:lstStyle/>
              <a:p>
                <a:pPr algn="ctr" defTabSz="914400"/>
                <a:endParaRPr lang="en-US" sz="1100" b="1" kern="0" dirty="0">
                  <a:solidFill>
                    <a:srgbClr val="FF0000"/>
                  </a:solidFill>
                  <a:latin typeface="Arial"/>
                </a:endParaRPr>
              </a:p>
            </p:txBody>
          </p:sp>
          <p:grpSp>
            <p:nvGrpSpPr>
              <p:cNvPr id="37" name="Group 36">
                <a:extLst>
                  <a:ext uri="{FF2B5EF4-FFF2-40B4-BE49-F238E27FC236}">
                    <a16:creationId xmlns:a16="http://schemas.microsoft.com/office/drawing/2014/main" id="{B8A2E5C5-DE98-FC39-F9FE-01DC9F4F8D56}"/>
                  </a:ext>
                </a:extLst>
              </p:cNvPr>
              <p:cNvGrpSpPr/>
              <p:nvPr/>
            </p:nvGrpSpPr>
            <p:grpSpPr>
              <a:xfrm>
                <a:off x="623542" y="1871686"/>
                <a:ext cx="10944916" cy="3646976"/>
                <a:chOff x="175320" y="1871686"/>
                <a:chExt cx="10944916" cy="3646976"/>
              </a:xfrm>
            </p:grpSpPr>
            <p:pic>
              <p:nvPicPr>
                <p:cNvPr id="5" name="Graphic 4" descr="Database">
                  <a:extLst>
                    <a:ext uri="{FF2B5EF4-FFF2-40B4-BE49-F238E27FC236}">
                      <a16:creationId xmlns:a16="http://schemas.microsoft.com/office/drawing/2014/main" id="{298CFB9F-E550-FEC4-1BD5-97B678D2B6D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8239" y="1871688"/>
                  <a:ext cx="1474519" cy="1474519"/>
                </a:xfrm>
                <a:prstGeom prst="rect">
                  <a:avLst/>
                </a:prstGeom>
              </p:spPr>
            </p:pic>
            <p:pic>
              <p:nvPicPr>
                <p:cNvPr id="7" name="Graphic 6" descr="Upward trend">
                  <a:extLst>
                    <a:ext uri="{FF2B5EF4-FFF2-40B4-BE49-F238E27FC236}">
                      <a16:creationId xmlns:a16="http://schemas.microsoft.com/office/drawing/2014/main" id="{450A14C0-5138-73B5-DA7F-0AD458CF1C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78127" y="1948616"/>
                  <a:ext cx="1397590" cy="1397590"/>
                </a:xfrm>
                <a:prstGeom prst="rect">
                  <a:avLst/>
                </a:prstGeom>
              </p:spPr>
            </p:pic>
            <p:sp>
              <p:nvSpPr>
                <p:cNvPr id="8" name="AutoShape 304">
                  <a:extLst>
                    <a:ext uri="{FF2B5EF4-FFF2-40B4-BE49-F238E27FC236}">
                      <a16:creationId xmlns:a16="http://schemas.microsoft.com/office/drawing/2014/main" id="{EE9D421D-67EC-5965-D570-874A8218F4F8}"/>
                    </a:ext>
                  </a:extLst>
                </p:cNvPr>
                <p:cNvSpPr>
                  <a:spLocks noChangeArrowheads="1"/>
                </p:cNvSpPr>
                <p:nvPr/>
              </p:nvSpPr>
              <p:spPr bwMode="auto">
                <a:xfrm>
                  <a:off x="1527926" y="2254308"/>
                  <a:ext cx="1206856" cy="806179"/>
                </a:xfrm>
                <a:prstGeom prst="rightArrow">
                  <a:avLst>
                    <a:gd name="adj1" fmla="val 52602"/>
                    <a:gd name="adj2" fmla="val 39931"/>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9" name="Text Box 307">
                  <a:extLst>
                    <a:ext uri="{FF2B5EF4-FFF2-40B4-BE49-F238E27FC236}">
                      <a16:creationId xmlns:a16="http://schemas.microsoft.com/office/drawing/2014/main" id="{3583F5CF-C19C-FD0C-56D6-3B8255FCA3E6}"/>
                    </a:ext>
                  </a:extLst>
                </p:cNvPr>
                <p:cNvSpPr txBox="1">
                  <a:spLocks noChangeArrowheads="1"/>
                </p:cNvSpPr>
                <p:nvPr/>
              </p:nvSpPr>
              <p:spPr bwMode="auto">
                <a:xfrm>
                  <a:off x="175320" y="3217417"/>
                  <a:ext cx="149066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Data</a:t>
                  </a:r>
                </a:p>
              </p:txBody>
            </p:sp>
            <p:sp>
              <p:nvSpPr>
                <p:cNvPr id="10" name="Text Box 307">
                  <a:extLst>
                    <a:ext uri="{FF2B5EF4-FFF2-40B4-BE49-F238E27FC236}">
                      <a16:creationId xmlns:a16="http://schemas.microsoft.com/office/drawing/2014/main" id="{95F6ACF7-C9B6-CA54-5E7E-0C31A435B93E}"/>
                    </a:ext>
                  </a:extLst>
                </p:cNvPr>
                <p:cNvSpPr txBox="1">
                  <a:spLocks noChangeArrowheads="1"/>
                </p:cNvSpPr>
                <p:nvPr/>
              </p:nvSpPr>
              <p:spPr bwMode="auto">
                <a:xfrm>
                  <a:off x="2502418" y="3217417"/>
                  <a:ext cx="149066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Algorithm</a:t>
                  </a:r>
                </a:p>
              </p:txBody>
            </p:sp>
            <p:pic>
              <p:nvPicPr>
                <p:cNvPr id="11" name="Graphic 10" descr="Magnifying glass">
                  <a:extLst>
                    <a:ext uri="{FF2B5EF4-FFF2-40B4-BE49-F238E27FC236}">
                      <a16:creationId xmlns:a16="http://schemas.microsoft.com/office/drawing/2014/main" id="{23D512A2-4CD1-D0CA-38B1-99B3951BDB6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892781" y="2136156"/>
                  <a:ext cx="1227455" cy="1227455"/>
                </a:xfrm>
                <a:prstGeom prst="rect">
                  <a:avLst/>
                </a:prstGeom>
              </p:spPr>
            </p:pic>
            <p:sp>
              <p:nvSpPr>
                <p:cNvPr id="12" name="Text Box 307">
                  <a:extLst>
                    <a:ext uri="{FF2B5EF4-FFF2-40B4-BE49-F238E27FC236}">
                      <a16:creationId xmlns:a16="http://schemas.microsoft.com/office/drawing/2014/main" id="{344DE006-9CEC-DCDC-184A-65D22F7C4639}"/>
                    </a:ext>
                  </a:extLst>
                </p:cNvPr>
                <p:cNvSpPr txBox="1">
                  <a:spLocks noChangeArrowheads="1"/>
                </p:cNvSpPr>
                <p:nvPr/>
              </p:nvSpPr>
              <p:spPr bwMode="auto">
                <a:xfrm>
                  <a:off x="1312213" y="2438135"/>
                  <a:ext cx="14906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Calibri"/>
                      <a:cs typeface="Calibri"/>
                    </a:rPr>
                    <a:t>Data input to algorithm</a:t>
                  </a:r>
                </a:p>
              </p:txBody>
            </p:sp>
            <p:grpSp>
              <p:nvGrpSpPr>
                <p:cNvPr id="13" name="Group 12">
                  <a:extLst>
                    <a:ext uri="{FF2B5EF4-FFF2-40B4-BE49-F238E27FC236}">
                      <a16:creationId xmlns:a16="http://schemas.microsoft.com/office/drawing/2014/main" id="{29876740-C412-10D2-BE51-B26B28A36AEE}"/>
                    </a:ext>
                  </a:extLst>
                </p:cNvPr>
                <p:cNvGrpSpPr/>
                <p:nvPr/>
              </p:nvGrpSpPr>
              <p:grpSpPr>
                <a:xfrm>
                  <a:off x="6069846" y="2254307"/>
                  <a:ext cx="1326078" cy="806179"/>
                  <a:chOff x="3684513" y="3407061"/>
                  <a:chExt cx="1326078" cy="806179"/>
                </a:xfrm>
              </p:grpSpPr>
              <p:sp>
                <p:nvSpPr>
                  <p:cNvPr id="26" name="AutoShape 304">
                    <a:extLst>
                      <a:ext uri="{FF2B5EF4-FFF2-40B4-BE49-F238E27FC236}">
                        <a16:creationId xmlns:a16="http://schemas.microsoft.com/office/drawing/2014/main" id="{DE29F1CD-9541-9A6D-4EB8-80605AF1E19D}"/>
                      </a:ext>
                    </a:extLst>
                  </p:cNvPr>
                  <p:cNvSpPr>
                    <a:spLocks noChangeArrowheads="1"/>
                  </p:cNvSpPr>
                  <p:nvPr/>
                </p:nvSpPr>
                <p:spPr bwMode="auto">
                  <a:xfrm>
                    <a:off x="3803735" y="3407061"/>
                    <a:ext cx="1206856" cy="806179"/>
                  </a:xfrm>
                  <a:prstGeom prst="rightArrow">
                    <a:avLst>
                      <a:gd name="adj1" fmla="val 52602"/>
                      <a:gd name="adj2" fmla="val 39931"/>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7" name="Text Box 307">
                    <a:extLst>
                      <a:ext uri="{FF2B5EF4-FFF2-40B4-BE49-F238E27FC236}">
                        <a16:creationId xmlns:a16="http://schemas.microsoft.com/office/drawing/2014/main" id="{3738D979-4AF3-F37C-2383-3CE3DB087816}"/>
                      </a:ext>
                    </a:extLst>
                  </p:cNvPr>
                  <p:cNvSpPr txBox="1">
                    <a:spLocks noChangeArrowheads="1"/>
                  </p:cNvSpPr>
                  <p:nvPr/>
                </p:nvSpPr>
                <p:spPr bwMode="auto">
                  <a:xfrm>
                    <a:off x="3684513" y="3579317"/>
                    <a:ext cx="12585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200" b="1" kern="0" dirty="0">
                        <a:solidFill>
                          <a:schemeClr val="bg1"/>
                        </a:solidFill>
                        <a:latin typeface="Calibri"/>
                        <a:cs typeface="Calibri"/>
                      </a:rPr>
                      <a:t>Makes predictions</a:t>
                    </a:r>
                    <a:endParaRPr kumimoji="0" lang="en-US" sz="1200" b="1" i="0" u="none" strike="noStrike" kern="0" cap="none" spc="0" normalizeH="0" baseline="0" noProof="0" dirty="0">
                      <a:ln>
                        <a:noFill/>
                      </a:ln>
                      <a:solidFill>
                        <a:schemeClr val="bg1"/>
                      </a:solidFill>
                      <a:effectLst/>
                      <a:uLnTx/>
                      <a:uFillTx/>
                      <a:latin typeface="Calibri"/>
                      <a:cs typeface="Calibri"/>
                    </a:endParaRPr>
                  </a:p>
                </p:txBody>
              </p:sp>
            </p:grpSp>
            <p:grpSp>
              <p:nvGrpSpPr>
                <p:cNvPr id="14" name="Group 13">
                  <a:extLst>
                    <a:ext uri="{FF2B5EF4-FFF2-40B4-BE49-F238E27FC236}">
                      <a16:creationId xmlns:a16="http://schemas.microsoft.com/office/drawing/2014/main" id="{43147FB1-6BB6-E951-CD91-D2FE223DE71E}"/>
                    </a:ext>
                  </a:extLst>
                </p:cNvPr>
                <p:cNvGrpSpPr/>
                <p:nvPr/>
              </p:nvGrpSpPr>
              <p:grpSpPr>
                <a:xfrm>
                  <a:off x="8702502" y="2265877"/>
                  <a:ext cx="1206856" cy="806179"/>
                  <a:chOff x="4337479" y="4410483"/>
                  <a:chExt cx="1206856" cy="806179"/>
                </a:xfrm>
              </p:grpSpPr>
              <p:sp>
                <p:nvSpPr>
                  <p:cNvPr id="24" name="AutoShape 304">
                    <a:extLst>
                      <a:ext uri="{FF2B5EF4-FFF2-40B4-BE49-F238E27FC236}">
                        <a16:creationId xmlns:a16="http://schemas.microsoft.com/office/drawing/2014/main" id="{C7797333-6356-7811-C764-824CA9C79C62}"/>
                      </a:ext>
                    </a:extLst>
                  </p:cNvPr>
                  <p:cNvSpPr>
                    <a:spLocks noChangeArrowheads="1"/>
                  </p:cNvSpPr>
                  <p:nvPr/>
                </p:nvSpPr>
                <p:spPr bwMode="auto">
                  <a:xfrm>
                    <a:off x="4337479" y="4410483"/>
                    <a:ext cx="1206856" cy="806179"/>
                  </a:xfrm>
                  <a:prstGeom prst="rightArrow">
                    <a:avLst>
                      <a:gd name="adj1" fmla="val 52602"/>
                      <a:gd name="adj2" fmla="val 39931"/>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5" name="Text Box 307">
                    <a:extLst>
                      <a:ext uri="{FF2B5EF4-FFF2-40B4-BE49-F238E27FC236}">
                        <a16:creationId xmlns:a16="http://schemas.microsoft.com/office/drawing/2014/main" id="{66A96E9F-5C2B-8019-0D38-D8798F35B3C6}"/>
                      </a:ext>
                    </a:extLst>
                  </p:cNvPr>
                  <p:cNvSpPr txBox="1">
                    <a:spLocks noChangeArrowheads="1"/>
                  </p:cNvSpPr>
                  <p:nvPr/>
                </p:nvSpPr>
                <p:spPr bwMode="auto">
                  <a:xfrm>
                    <a:off x="4387819" y="4571169"/>
                    <a:ext cx="947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200" b="1" kern="0" dirty="0">
                        <a:solidFill>
                          <a:schemeClr val="bg1"/>
                        </a:solidFill>
                        <a:latin typeface="Calibri"/>
                        <a:cs typeface="Calibri"/>
                      </a:rPr>
                      <a:t>Evaluates predictions</a:t>
                    </a:r>
                    <a:endParaRPr kumimoji="0" lang="en-US" sz="1200" b="1" i="0" u="none" strike="noStrike" kern="0" cap="none" spc="0" normalizeH="0" baseline="0" noProof="0" dirty="0">
                      <a:ln>
                        <a:noFill/>
                      </a:ln>
                      <a:solidFill>
                        <a:schemeClr val="bg1"/>
                      </a:solidFill>
                      <a:effectLst/>
                      <a:uLnTx/>
                      <a:uFillTx/>
                      <a:latin typeface="Calibri"/>
                      <a:cs typeface="Calibri"/>
                    </a:endParaRPr>
                  </a:p>
                </p:txBody>
              </p:sp>
            </p:grpSp>
            <p:pic>
              <p:nvPicPr>
                <p:cNvPr id="16" name="Graphic 15" descr="Lightbulb and gear">
                  <a:extLst>
                    <a:ext uri="{FF2B5EF4-FFF2-40B4-BE49-F238E27FC236}">
                      <a16:creationId xmlns:a16="http://schemas.microsoft.com/office/drawing/2014/main" id="{019C1886-F5DD-C4F0-6813-86BB114BE7E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71035" y="4126398"/>
                  <a:ext cx="1392264" cy="1392264"/>
                </a:xfrm>
                <a:prstGeom prst="rect">
                  <a:avLst/>
                </a:prstGeom>
              </p:spPr>
            </p:pic>
            <p:sp>
              <p:nvSpPr>
                <p:cNvPr id="19" name="Text Box 307">
                  <a:extLst>
                    <a:ext uri="{FF2B5EF4-FFF2-40B4-BE49-F238E27FC236}">
                      <a16:creationId xmlns:a16="http://schemas.microsoft.com/office/drawing/2014/main" id="{C7AA23F2-B483-100F-C350-13EA5252E718}"/>
                    </a:ext>
                  </a:extLst>
                </p:cNvPr>
                <p:cNvSpPr txBox="1">
                  <a:spLocks noChangeArrowheads="1"/>
                </p:cNvSpPr>
                <p:nvPr/>
              </p:nvSpPr>
              <p:spPr bwMode="auto">
                <a:xfrm>
                  <a:off x="5515413" y="4958281"/>
                  <a:ext cx="21315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200" b="1" kern="0" dirty="0">
                      <a:solidFill>
                        <a:schemeClr val="bg1"/>
                      </a:solidFill>
                      <a:latin typeface="Calibri"/>
                      <a:cs typeface="Calibri"/>
                    </a:rPr>
                    <a:t>Improves</a:t>
                  </a:r>
                  <a:endParaRPr kumimoji="0" lang="en-US" sz="1200" b="1" i="0" u="none" strike="noStrike" kern="0" cap="none" spc="0" normalizeH="0" baseline="0" noProof="0" dirty="0">
                    <a:ln>
                      <a:noFill/>
                    </a:ln>
                    <a:solidFill>
                      <a:schemeClr val="bg1"/>
                    </a:solidFill>
                    <a:effectLst/>
                    <a:uLnTx/>
                    <a:uFillTx/>
                    <a:latin typeface="Calibri"/>
                    <a:cs typeface="Calibri"/>
                  </a:endParaRPr>
                </a:p>
              </p:txBody>
            </p:sp>
            <p:pic>
              <p:nvPicPr>
                <p:cNvPr id="29" name="Graphic 28" descr="Robot">
                  <a:extLst>
                    <a:ext uri="{FF2B5EF4-FFF2-40B4-BE49-F238E27FC236}">
                      <a16:creationId xmlns:a16="http://schemas.microsoft.com/office/drawing/2014/main" id="{B8FFC2DF-05E7-D858-4657-BB11C40F430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912762" y="1871686"/>
                  <a:ext cx="1474519" cy="1474519"/>
                </a:xfrm>
                <a:prstGeom prst="rect">
                  <a:avLst/>
                </a:prstGeom>
              </p:spPr>
            </p:pic>
            <p:pic>
              <p:nvPicPr>
                <p:cNvPr id="32" name="Graphic 31" descr="Gears with solid fill">
                  <a:extLst>
                    <a:ext uri="{FF2B5EF4-FFF2-40B4-BE49-F238E27FC236}">
                      <a16:creationId xmlns:a16="http://schemas.microsoft.com/office/drawing/2014/main" id="{FAA228F3-8909-56E3-92F7-0A1D70DF807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568807" y="1871686"/>
                  <a:ext cx="1472184" cy="1472184"/>
                </a:xfrm>
                <a:prstGeom prst="rect">
                  <a:avLst/>
                </a:prstGeom>
              </p:spPr>
            </p:pic>
            <p:grpSp>
              <p:nvGrpSpPr>
                <p:cNvPr id="33" name="Group 32">
                  <a:extLst>
                    <a:ext uri="{FF2B5EF4-FFF2-40B4-BE49-F238E27FC236}">
                      <a16:creationId xmlns:a16="http://schemas.microsoft.com/office/drawing/2014/main" id="{54174233-5419-F780-7E15-979DAFBAED96}"/>
                    </a:ext>
                  </a:extLst>
                </p:cNvPr>
                <p:cNvGrpSpPr/>
                <p:nvPr/>
              </p:nvGrpSpPr>
              <p:grpSpPr>
                <a:xfrm>
                  <a:off x="3904485" y="2265877"/>
                  <a:ext cx="1206856" cy="806179"/>
                  <a:chOff x="3803735" y="3407061"/>
                  <a:chExt cx="1206856" cy="806179"/>
                </a:xfrm>
              </p:grpSpPr>
              <p:sp>
                <p:nvSpPr>
                  <p:cNvPr id="34" name="AutoShape 304">
                    <a:extLst>
                      <a:ext uri="{FF2B5EF4-FFF2-40B4-BE49-F238E27FC236}">
                        <a16:creationId xmlns:a16="http://schemas.microsoft.com/office/drawing/2014/main" id="{9D5CB1F4-5A2B-91F8-30D9-D2EB4F5862F0}"/>
                      </a:ext>
                    </a:extLst>
                  </p:cNvPr>
                  <p:cNvSpPr>
                    <a:spLocks noChangeArrowheads="1"/>
                  </p:cNvSpPr>
                  <p:nvPr/>
                </p:nvSpPr>
                <p:spPr bwMode="auto">
                  <a:xfrm>
                    <a:off x="3803735" y="3407061"/>
                    <a:ext cx="1206856" cy="806179"/>
                  </a:xfrm>
                  <a:prstGeom prst="rightArrow">
                    <a:avLst>
                      <a:gd name="adj1" fmla="val 52602"/>
                      <a:gd name="adj2" fmla="val 39931"/>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Text Box 307">
                    <a:extLst>
                      <a:ext uri="{FF2B5EF4-FFF2-40B4-BE49-F238E27FC236}">
                        <a16:creationId xmlns:a16="http://schemas.microsoft.com/office/drawing/2014/main" id="{9C356902-07ED-D10B-26CB-E5A6EB1C233E}"/>
                      </a:ext>
                    </a:extLst>
                  </p:cNvPr>
                  <p:cNvSpPr txBox="1">
                    <a:spLocks noChangeArrowheads="1"/>
                  </p:cNvSpPr>
                  <p:nvPr/>
                </p:nvSpPr>
                <p:spPr bwMode="auto">
                  <a:xfrm>
                    <a:off x="3807222" y="3579317"/>
                    <a:ext cx="10047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200" b="1" kern="0" dirty="0">
                        <a:solidFill>
                          <a:schemeClr val="bg1"/>
                        </a:solidFill>
                        <a:latin typeface="Calibri"/>
                        <a:cs typeface="Calibri"/>
                      </a:rPr>
                      <a:t>Creates model</a:t>
                    </a:r>
                    <a:endParaRPr kumimoji="0" lang="en-US" sz="1200" b="1" i="0" u="none" strike="noStrike" kern="0" cap="none" spc="0" normalizeH="0" baseline="0" noProof="0" dirty="0">
                      <a:ln>
                        <a:noFill/>
                      </a:ln>
                      <a:solidFill>
                        <a:schemeClr val="bg1"/>
                      </a:solidFill>
                      <a:effectLst/>
                      <a:uLnTx/>
                      <a:uFillTx/>
                      <a:latin typeface="Calibri"/>
                      <a:cs typeface="Calibri"/>
                    </a:endParaRPr>
                  </a:p>
                </p:txBody>
              </p:sp>
            </p:grpSp>
            <p:sp>
              <p:nvSpPr>
                <p:cNvPr id="36" name="Text Box 307">
                  <a:extLst>
                    <a:ext uri="{FF2B5EF4-FFF2-40B4-BE49-F238E27FC236}">
                      <a16:creationId xmlns:a16="http://schemas.microsoft.com/office/drawing/2014/main" id="{8AD0F198-E0CA-6CA7-BE5F-A95CF24073BC}"/>
                    </a:ext>
                  </a:extLst>
                </p:cNvPr>
                <p:cNvSpPr txBox="1">
                  <a:spLocks noChangeArrowheads="1"/>
                </p:cNvSpPr>
                <p:nvPr/>
              </p:nvSpPr>
              <p:spPr bwMode="auto">
                <a:xfrm>
                  <a:off x="4912762" y="3217417"/>
                  <a:ext cx="149066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Model</a:t>
                  </a:r>
                </a:p>
              </p:txBody>
            </p:sp>
            <p:sp>
              <p:nvSpPr>
                <p:cNvPr id="18" name="Text Box 307">
                  <a:extLst>
                    <a:ext uri="{FF2B5EF4-FFF2-40B4-BE49-F238E27FC236}">
                      <a16:creationId xmlns:a16="http://schemas.microsoft.com/office/drawing/2014/main" id="{654761F4-7F87-3DC7-7077-510BCA2737C3}"/>
                    </a:ext>
                  </a:extLst>
                </p:cNvPr>
                <p:cNvSpPr txBox="1">
                  <a:spLocks noChangeArrowheads="1"/>
                </p:cNvSpPr>
                <p:nvPr/>
              </p:nvSpPr>
              <p:spPr bwMode="auto">
                <a:xfrm>
                  <a:off x="8827012" y="4938750"/>
                  <a:ext cx="21315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200" b="1" kern="0" dirty="0">
                      <a:solidFill>
                        <a:schemeClr val="bg1"/>
                      </a:solidFill>
                      <a:latin typeface="Calibri"/>
                      <a:cs typeface="Calibri"/>
                    </a:rPr>
                    <a:t>Learns</a:t>
                  </a:r>
                  <a:endParaRPr kumimoji="0" lang="en-US" sz="1200" b="1" i="0" u="none" strike="noStrike" kern="0" cap="none" spc="0" normalizeH="0" baseline="0" noProof="0" dirty="0">
                    <a:ln>
                      <a:noFill/>
                    </a:ln>
                    <a:solidFill>
                      <a:schemeClr val="bg1"/>
                    </a:solidFill>
                    <a:effectLst/>
                    <a:uLnTx/>
                    <a:uFillTx/>
                    <a:latin typeface="Calibri"/>
                    <a:cs typeface="Calibri"/>
                  </a:endParaRPr>
                </a:p>
              </p:txBody>
            </p:sp>
          </p:grpSp>
        </p:grpSp>
      </p:grpSp>
    </p:spTree>
    <p:extLst>
      <p:ext uri="{BB962C8B-B14F-4D97-AF65-F5344CB8AC3E}">
        <p14:creationId xmlns:p14="http://schemas.microsoft.com/office/powerpoint/2010/main" val="2464077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AFE1650-D995-A492-0EEA-FCCD9C679286}"/>
              </a:ext>
            </a:extLst>
          </p:cNvPr>
          <p:cNvSpPr>
            <a:spLocks noGrp="1"/>
          </p:cNvSpPr>
          <p:nvPr>
            <p:ph type="sldNum" sz="quarter" idx="12"/>
          </p:nvPr>
        </p:nvSpPr>
        <p:spPr/>
        <p:txBody>
          <a:bodyPr/>
          <a:lstStyle/>
          <a:p>
            <a:fld id="{A8160BDD-7155-D744-B749-9730458604AD}" type="slidenum">
              <a:rPr lang="en-US" smtClean="0"/>
              <a:t>10</a:t>
            </a:fld>
            <a:endParaRPr lang="en-US" dirty="0"/>
          </a:p>
        </p:txBody>
      </p:sp>
      <p:sp>
        <p:nvSpPr>
          <p:cNvPr id="27" name="Content Placeholder 26">
            <a:extLst>
              <a:ext uri="{FF2B5EF4-FFF2-40B4-BE49-F238E27FC236}">
                <a16:creationId xmlns:a16="http://schemas.microsoft.com/office/drawing/2014/main" id="{0406820F-9B80-2951-355C-558044AFE1DC}"/>
              </a:ext>
            </a:extLst>
          </p:cNvPr>
          <p:cNvSpPr>
            <a:spLocks noGrp="1"/>
          </p:cNvSpPr>
          <p:nvPr>
            <p:ph idx="1"/>
          </p:nvPr>
        </p:nvSpPr>
        <p:spPr>
          <a:xfrm>
            <a:off x="455900" y="5200650"/>
            <a:ext cx="11280200" cy="1022350"/>
          </a:xfrm>
        </p:spPr>
        <p:txBody>
          <a:bodyPr/>
          <a:lstStyle/>
          <a:p>
            <a:r>
              <a:rPr lang="en-US" dirty="0"/>
              <a:t>Note that "ID" is not a feature because it is not relevant to making predictions in this case.</a:t>
            </a:r>
          </a:p>
          <a:p>
            <a:r>
              <a:rPr lang="en-US" dirty="0"/>
              <a:t>The model is said to </a:t>
            </a:r>
            <a:r>
              <a:rPr lang="en-US" i="1" dirty="0"/>
              <a:t>train</a:t>
            </a:r>
            <a:r>
              <a:rPr lang="en-US" dirty="0"/>
              <a:t> on this data.</a:t>
            </a:r>
          </a:p>
        </p:txBody>
      </p:sp>
      <p:sp>
        <p:nvSpPr>
          <p:cNvPr id="2" name="Title 1">
            <a:extLst>
              <a:ext uri="{FF2B5EF4-FFF2-40B4-BE49-F238E27FC236}">
                <a16:creationId xmlns:a16="http://schemas.microsoft.com/office/drawing/2014/main" id="{BC861ACC-C569-1BA5-2D7F-71A5177CC875}"/>
              </a:ext>
            </a:extLst>
          </p:cNvPr>
          <p:cNvSpPr>
            <a:spLocks noGrp="1"/>
          </p:cNvSpPr>
          <p:nvPr>
            <p:ph type="title"/>
          </p:nvPr>
        </p:nvSpPr>
        <p:spPr/>
        <p:txBody>
          <a:bodyPr/>
          <a:lstStyle/>
          <a:p>
            <a:r>
              <a:rPr lang="en-US" dirty="0"/>
              <a:t>Machine Learning Datasets</a:t>
            </a:r>
          </a:p>
        </p:txBody>
      </p:sp>
      <p:graphicFrame>
        <p:nvGraphicFramePr>
          <p:cNvPr id="16" name="Group 23">
            <a:extLst>
              <a:ext uri="{FF2B5EF4-FFF2-40B4-BE49-F238E27FC236}">
                <a16:creationId xmlns:a16="http://schemas.microsoft.com/office/drawing/2014/main" id="{83364BD8-2619-BBC6-8284-07B5E1C43DD1}"/>
              </a:ext>
            </a:extLst>
          </p:cNvPr>
          <p:cNvGraphicFramePr>
            <a:graphicFrameLocks noGrp="1"/>
          </p:cNvGraphicFramePr>
          <p:nvPr/>
        </p:nvGraphicFramePr>
        <p:xfrm>
          <a:off x="3122271" y="2438400"/>
          <a:ext cx="5947458" cy="1981200"/>
        </p:xfrm>
        <a:graphic>
          <a:graphicData uri="http://schemas.openxmlformats.org/drawingml/2006/table">
            <a:tbl>
              <a:tblPr/>
              <a:tblGrid>
                <a:gridCol w="1369362">
                  <a:extLst>
                    <a:ext uri="{9D8B030D-6E8A-4147-A177-3AD203B41FA5}">
                      <a16:colId xmlns:a16="http://schemas.microsoft.com/office/drawing/2014/main" val="20000"/>
                    </a:ext>
                  </a:extLst>
                </a:gridCol>
                <a:gridCol w="1527048">
                  <a:extLst>
                    <a:ext uri="{9D8B030D-6E8A-4147-A177-3AD203B41FA5}">
                      <a16:colId xmlns:a16="http://schemas.microsoft.com/office/drawing/2014/main" val="20001"/>
                    </a:ext>
                  </a:extLst>
                </a:gridCol>
                <a:gridCol w="1524000">
                  <a:extLst>
                    <a:ext uri="{9D8B030D-6E8A-4147-A177-3AD203B41FA5}">
                      <a16:colId xmlns:a16="http://schemas.microsoft.com/office/drawing/2014/main" val="2844680240"/>
                    </a:ext>
                  </a:extLst>
                </a:gridCol>
                <a:gridCol w="1527048">
                  <a:extLst>
                    <a:ext uri="{9D8B030D-6E8A-4147-A177-3AD203B41FA5}">
                      <a16:colId xmlns:a16="http://schemas.microsoft.com/office/drawing/2014/main" val="395195085"/>
                    </a:ext>
                  </a:extLst>
                </a:gridCol>
              </a:tblGrid>
              <a:tr h="4572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dirty="0">
                          <a:ln>
                            <a:noFill/>
                          </a:ln>
                          <a:solidFill>
                            <a:schemeClr val="bg1"/>
                          </a:solidFill>
                          <a:effectLst/>
                          <a:latin typeface="Calibri"/>
                          <a:cs typeface="Calibri"/>
                        </a:rPr>
                        <a:t>ID</a:t>
                      </a:r>
                    </a:p>
                  </a:txBody>
                  <a:tcPr anchor="ctr" horzOverflow="overflow">
                    <a:lnL w="12700" cap="flat" cmpd="sng" algn="ctr">
                      <a:solidFill>
                        <a:schemeClr val="accent1"/>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009DDC"/>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Calibri"/>
                        </a:rPr>
                        <a:t>Weight (lbs)</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009DDC"/>
                    </a:solid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Calibri"/>
                        </a:rPr>
                        <a:t>Height (in)</a:t>
                      </a:r>
                    </a:p>
                  </a:txBody>
                  <a:tcPr anchor="ctr" horzOverflow="overflow">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009DDC"/>
                    </a:solid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Calibri"/>
                        </a:rPr>
                        <a:t>Blood Pressure</a:t>
                      </a:r>
                    </a:p>
                  </a:txBody>
                  <a:tcPr anchor="ctr" horzOverflow="overflow">
                    <a:lnL w="28575" cap="flat" cmpd="sng" algn="ctr">
                      <a:solidFill>
                        <a:srgbClr val="FFFFFF"/>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009DDC"/>
                    </a:solidFill>
                  </a:tcPr>
                </a:tc>
                <a:extLst>
                  <a:ext uri="{0D108BD9-81ED-4DB2-BD59-A6C34878D82A}">
                    <a16:rowId xmlns:a16="http://schemas.microsoft.com/office/drawing/2014/main" val="10000"/>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cap="none" normalizeH="0" baseline="0" dirty="0">
                          <a:ln>
                            <a:noFill/>
                          </a:ln>
                          <a:solidFill>
                            <a:schemeClr val="tx1"/>
                          </a:solidFill>
                          <a:effectLst/>
                          <a:latin typeface="Calibri"/>
                          <a:cs typeface="Calibri"/>
                        </a:rPr>
                        <a:t>554389</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cap="none" normalizeH="0" baseline="0" dirty="0">
                          <a:ln>
                            <a:noFill/>
                          </a:ln>
                          <a:solidFill>
                            <a:schemeClr val="tx1"/>
                          </a:solidFill>
                          <a:effectLst/>
                          <a:latin typeface="Calibri"/>
                          <a:cs typeface="Calibri"/>
                        </a:rPr>
                        <a:t>156.5</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cap="none" normalizeH="0" baseline="0" dirty="0">
                          <a:ln>
                            <a:noFill/>
                          </a:ln>
                          <a:solidFill>
                            <a:schemeClr val="tx1"/>
                          </a:solidFill>
                          <a:effectLst/>
                          <a:latin typeface="Calibri"/>
                          <a:cs typeface="Calibri"/>
                        </a:rPr>
                        <a:t>65</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cap="none" normalizeH="0" baseline="0" dirty="0">
                          <a:ln>
                            <a:noFill/>
                          </a:ln>
                          <a:solidFill>
                            <a:schemeClr val="tx1"/>
                          </a:solidFill>
                          <a:effectLst/>
                          <a:latin typeface="Calibri"/>
                          <a:cs typeface="Calibri"/>
                        </a:rPr>
                        <a:t>120/80</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Calibri"/>
                          <a:ea typeface="+mn-ea"/>
                          <a:cs typeface="Calibri"/>
                        </a:rPr>
                        <a:t>840933</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Calibri"/>
                          <a:ea typeface="+mn-ea"/>
                          <a:cs typeface="Calibri"/>
                        </a:rPr>
                        <a:t>167.3</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Calibri"/>
                          <a:ea typeface="+mn-ea"/>
                          <a:cs typeface="Calibri"/>
                        </a:rPr>
                        <a:t>64</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Calibri"/>
                          <a:ea typeface="+mn-ea"/>
                          <a:cs typeface="Calibri"/>
                        </a:rPr>
                        <a:t>135/86</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Calibri"/>
                          <a:ea typeface="+mn-ea"/>
                          <a:cs typeface="Calibri"/>
                        </a:rPr>
                        <a:t>913221</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Calibri"/>
                          <a:ea typeface="+mn-ea"/>
                          <a:cs typeface="Calibri"/>
                        </a:rPr>
                        <a:t>212.8</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Calibri"/>
                          <a:ea typeface="+mn-ea"/>
                          <a:cs typeface="Calibri"/>
                        </a:rPr>
                        <a:t>73</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Calibri"/>
                          <a:ea typeface="+mn-ea"/>
                          <a:cs typeface="Calibri"/>
                        </a:rPr>
                        <a:t>123/75</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kern="1200" cap="none" normalizeH="0" baseline="0" dirty="0">
                          <a:ln>
                            <a:noFill/>
                          </a:ln>
                          <a:solidFill>
                            <a:schemeClr val="tx1"/>
                          </a:solidFill>
                          <a:effectLst/>
                          <a:latin typeface="Calibri"/>
                          <a:ea typeface="+mn-ea"/>
                          <a:cs typeface="Calibri"/>
                        </a:rPr>
                        <a:t>453772</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Calibri"/>
                          <a:ea typeface="+mn-ea"/>
                          <a:cs typeface="Calibri"/>
                        </a:rPr>
                        <a:t>256.1</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Calibri"/>
                          <a:ea typeface="+mn-ea"/>
                          <a:cs typeface="Calibri"/>
                        </a:rPr>
                        <a:t>68</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Calibri"/>
                          <a:ea typeface="+mn-ea"/>
                          <a:cs typeface="Calibri"/>
                        </a:rPr>
                        <a:t>140/90</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98636234"/>
                  </a:ext>
                </a:extLst>
              </a:tr>
            </a:tbl>
          </a:graphicData>
        </a:graphic>
      </p:graphicFrame>
      <p:grpSp>
        <p:nvGrpSpPr>
          <p:cNvPr id="26" name="Group 25">
            <a:extLst>
              <a:ext uri="{FF2B5EF4-FFF2-40B4-BE49-F238E27FC236}">
                <a16:creationId xmlns:a16="http://schemas.microsoft.com/office/drawing/2014/main" id="{F9BC3C21-966D-73E6-D8F6-AEE742B930C1}"/>
              </a:ext>
            </a:extLst>
          </p:cNvPr>
          <p:cNvGrpSpPr/>
          <p:nvPr/>
        </p:nvGrpSpPr>
        <p:grpSpPr>
          <a:xfrm>
            <a:off x="1645679" y="1794844"/>
            <a:ext cx="6183960" cy="2421555"/>
            <a:chOff x="1198004" y="1794844"/>
            <a:chExt cx="6183960" cy="2421555"/>
          </a:xfrm>
        </p:grpSpPr>
        <p:sp>
          <p:nvSpPr>
            <p:cNvPr id="17" name="Line 167">
              <a:extLst>
                <a:ext uri="{FF2B5EF4-FFF2-40B4-BE49-F238E27FC236}">
                  <a16:creationId xmlns:a16="http://schemas.microsoft.com/office/drawing/2014/main" id="{E20FB8E3-D069-A50D-E8DD-6F89FB47BACF}"/>
                </a:ext>
              </a:extLst>
            </p:cNvPr>
            <p:cNvSpPr>
              <a:spLocks noChangeShapeType="1"/>
            </p:cNvSpPr>
            <p:nvPr/>
          </p:nvSpPr>
          <p:spPr bwMode="auto">
            <a:xfrm rot="5400000">
              <a:off x="2205037" y="3176592"/>
              <a:ext cx="495301" cy="415924"/>
            </a:xfrm>
            <a:prstGeom prst="line">
              <a:avLst/>
            </a:prstGeom>
            <a:noFill/>
            <a:ln w="19050">
              <a:solidFill>
                <a:srgbClr val="000000"/>
              </a:solidFill>
              <a:round/>
              <a:headEnd type="triangle" w="med" len="med"/>
              <a:tailEnd/>
            </a:ln>
            <a:extLst>
              <a:ext uri="{909E8E84-426E-40dd-AFC4-6F175D3DCCD1}">
                <a14:hiddenFill xmlns="" xmlns:a14="http://schemas.microsoft.com/office/drawing/2010/main">
                  <a:noFill/>
                </a14:hiddenFill>
              </a:ext>
            </a:extLst>
          </p:spPr>
          <p:txBody>
            <a:bodyPr/>
            <a:lstStyle/>
            <a:p>
              <a:pPr defTabSz="914400">
                <a:defRPr/>
              </a:pPr>
              <a:endParaRPr lang="en-US" kern="0" dirty="0">
                <a:solidFill>
                  <a:sysClr val="windowText" lastClr="000000"/>
                </a:solidFill>
              </a:endParaRPr>
            </a:p>
          </p:txBody>
        </p:sp>
        <p:sp>
          <p:nvSpPr>
            <p:cNvPr id="18" name="Rounded Rectangle 149">
              <a:extLst>
                <a:ext uri="{FF2B5EF4-FFF2-40B4-BE49-F238E27FC236}">
                  <a16:creationId xmlns:a16="http://schemas.microsoft.com/office/drawing/2014/main" id="{612A411D-D302-CE6D-5913-71072F9FF100}"/>
                </a:ext>
              </a:extLst>
            </p:cNvPr>
            <p:cNvSpPr/>
            <p:nvPr/>
          </p:nvSpPr>
          <p:spPr>
            <a:xfrm>
              <a:off x="1198004" y="3501231"/>
              <a:ext cx="1046722" cy="274637"/>
            </a:xfrm>
            <a:prstGeom prst="roundRect">
              <a:avLst/>
            </a:prstGeom>
            <a:gradFill flip="none" rotWithShape="0">
              <a:gsLst>
                <a:gs pos="0">
                  <a:srgbClr val="FFFFFF">
                    <a:lumMod val="92000"/>
                  </a:srgbClr>
                </a:gs>
                <a:gs pos="100000">
                  <a:srgbClr val="FFFFFF"/>
                </a:gs>
              </a:gsLst>
              <a:lin ang="2700000" scaled="1"/>
              <a:tileRect/>
            </a:gra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algn="ctr" defTabSz="914400">
                <a:defRPr/>
              </a:pPr>
              <a:r>
                <a:rPr lang="en-US" sz="1300" b="1" kern="0" dirty="0">
                  <a:solidFill>
                    <a:srgbClr val="000000"/>
                  </a:solidFill>
                  <a:latin typeface="Calibri"/>
                  <a:cs typeface="Calibri"/>
                </a:rPr>
                <a:t>Examples</a:t>
              </a:r>
            </a:p>
          </p:txBody>
        </p:sp>
        <p:sp>
          <p:nvSpPr>
            <p:cNvPr id="19" name="Rounded Rectangle 149">
              <a:extLst>
                <a:ext uri="{FF2B5EF4-FFF2-40B4-BE49-F238E27FC236}">
                  <a16:creationId xmlns:a16="http://schemas.microsoft.com/office/drawing/2014/main" id="{8C2E079B-D0C3-347B-AFC1-E8ABEA7C7732}"/>
                </a:ext>
              </a:extLst>
            </p:cNvPr>
            <p:cNvSpPr/>
            <p:nvPr/>
          </p:nvSpPr>
          <p:spPr>
            <a:xfrm>
              <a:off x="5804414" y="1794844"/>
              <a:ext cx="1046722" cy="274637"/>
            </a:xfrm>
            <a:prstGeom prst="roundRect">
              <a:avLst/>
            </a:prstGeom>
            <a:gradFill flip="none" rotWithShape="0">
              <a:gsLst>
                <a:gs pos="0">
                  <a:srgbClr val="FFFFFF">
                    <a:lumMod val="92000"/>
                  </a:srgbClr>
                </a:gs>
                <a:gs pos="100000">
                  <a:srgbClr val="FFFFFF"/>
                </a:gs>
              </a:gsLst>
              <a:lin ang="2700000" scaled="1"/>
              <a:tileRect/>
            </a:gradFill>
            <a:ln w="25400" cap="flat" cmpd="sng" algn="ctr">
              <a:noFill/>
              <a:prstDash val="solid"/>
            </a:ln>
            <a:effectLst>
              <a:outerShdw blurRad="38100" dist="25400" dir="2700000" sx="99000" sy="99000" algn="tl" rotWithShape="0">
                <a:prstClr val="black">
                  <a:alpha val="75000"/>
                </a:prstClr>
              </a:outerShdw>
            </a:effectLst>
          </p:spPr>
          <p:txBody>
            <a:bodyPr anchor="ctr"/>
            <a:lstStyle/>
            <a:p>
              <a:pPr algn="ctr" defTabSz="914400">
                <a:defRPr/>
              </a:pPr>
              <a:r>
                <a:rPr lang="en-US" sz="1300" b="1" kern="0" dirty="0">
                  <a:solidFill>
                    <a:srgbClr val="000000"/>
                  </a:solidFill>
                  <a:latin typeface="Calibri"/>
                  <a:cs typeface="Calibri"/>
                </a:rPr>
                <a:t>Features</a:t>
              </a:r>
            </a:p>
          </p:txBody>
        </p:sp>
        <p:sp>
          <p:nvSpPr>
            <p:cNvPr id="20" name="Line 167">
              <a:extLst>
                <a:ext uri="{FF2B5EF4-FFF2-40B4-BE49-F238E27FC236}">
                  <a16:creationId xmlns:a16="http://schemas.microsoft.com/office/drawing/2014/main" id="{B818AC26-7406-C534-3681-3EE243B3EFC0}"/>
                </a:ext>
              </a:extLst>
            </p:cNvPr>
            <p:cNvSpPr>
              <a:spLocks noChangeShapeType="1"/>
            </p:cNvSpPr>
            <p:nvPr/>
          </p:nvSpPr>
          <p:spPr bwMode="auto">
            <a:xfrm rot="5400000">
              <a:off x="2351643" y="3323201"/>
              <a:ext cx="209557" cy="408455"/>
            </a:xfrm>
            <a:prstGeom prst="line">
              <a:avLst/>
            </a:prstGeom>
            <a:noFill/>
            <a:ln w="19050">
              <a:solidFill>
                <a:srgbClr val="000000"/>
              </a:solidFill>
              <a:round/>
              <a:headEnd type="triangle" w="med" len="med"/>
              <a:tailEnd/>
            </a:ln>
            <a:extLst>
              <a:ext uri="{909E8E84-426E-40dd-AFC4-6F175D3DCCD1}">
                <a14:hiddenFill xmlns="" xmlns:a14="http://schemas.microsoft.com/office/drawing/2010/main">
                  <a:noFill/>
                </a14:hiddenFill>
              </a:ext>
            </a:extLst>
          </p:spPr>
          <p:txBody>
            <a:bodyPr/>
            <a:lstStyle/>
            <a:p>
              <a:pPr defTabSz="914400">
                <a:defRPr/>
              </a:pPr>
              <a:endParaRPr lang="en-US" kern="0" dirty="0">
                <a:solidFill>
                  <a:sysClr val="windowText" lastClr="000000"/>
                </a:solidFill>
              </a:endParaRPr>
            </a:p>
          </p:txBody>
        </p:sp>
        <p:sp>
          <p:nvSpPr>
            <p:cNvPr id="21" name="Line 167">
              <a:extLst>
                <a:ext uri="{FF2B5EF4-FFF2-40B4-BE49-F238E27FC236}">
                  <a16:creationId xmlns:a16="http://schemas.microsoft.com/office/drawing/2014/main" id="{D9114FE0-6DE1-A364-64BD-330053E4E3AC}"/>
                </a:ext>
              </a:extLst>
            </p:cNvPr>
            <p:cNvSpPr>
              <a:spLocks noChangeShapeType="1"/>
            </p:cNvSpPr>
            <p:nvPr/>
          </p:nvSpPr>
          <p:spPr bwMode="auto">
            <a:xfrm rot="5400000" flipH="1">
              <a:off x="2335773" y="3548626"/>
              <a:ext cx="234947" cy="402107"/>
            </a:xfrm>
            <a:prstGeom prst="line">
              <a:avLst/>
            </a:prstGeom>
            <a:noFill/>
            <a:ln w="19050">
              <a:solidFill>
                <a:srgbClr val="000000"/>
              </a:solidFill>
              <a:round/>
              <a:headEnd type="triangle" w="med" len="med"/>
              <a:tailEnd/>
            </a:ln>
            <a:extLst>
              <a:ext uri="{909E8E84-426E-40dd-AFC4-6F175D3DCCD1}">
                <a14:hiddenFill xmlns="" xmlns:a14="http://schemas.microsoft.com/office/drawing/2010/main">
                  <a:noFill/>
                </a14:hiddenFill>
              </a:ext>
            </a:extLst>
          </p:spPr>
          <p:txBody>
            <a:bodyPr/>
            <a:lstStyle/>
            <a:p>
              <a:pPr defTabSz="914400">
                <a:defRPr/>
              </a:pPr>
              <a:endParaRPr lang="en-US" kern="0" dirty="0">
                <a:solidFill>
                  <a:sysClr val="windowText" lastClr="000000"/>
                </a:solidFill>
              </a:endParaRPr>
            </a:p>
          </p:txBody>
        </p:sp>
        <p:sp>
          <p:nvSpPr>
            <p:cNvPr id="22" name="Line 167">
              <a:extLst>
                <a:ext uri="{FF2B5EF4-FFF2-40B4-BE49-F238E27FC236}">
                  <a16:creationId xmlns:a16="http://schemas.microsoft.com/office/drawing/2014/main" id="{41B63D22-0B5F-4193-514D-5549B8ACCDBD}"/>
                </a:ext>
              </a:extLst>
            </p:cNvPr>
            <p:cNvSpPr>
              <a:spLocks noChangeShapeType="1"/>
            </p:cNvSpPr>
            <p:nvPr/>
          </p:nvSpPr>
          <p:spPr bwMode="auto">
            <a:xfrm rot="5400000" flipH="1">
              <a:off x="2164325" y="3726425"/>
              <a:ext cx="577841" cy="402107"/>
            </a:xfrm>
            <a:prstGeom prst="line">
              <a:avLst/>
            </a:prstGeom>
            <a:noFill/>
            <a:ln w="19050">
              <a:solidFill>
                <a:srgbClr val="000000"/>
              </a:solidFill>
              <a:round/>
              <a:headEnd type="triangle" w="med" len="med"/>
              <a:tailEnd/>
            </a:ln>
            <a:extLst>
              <a:ext uri="{909E8E84-426E-40dd-AFC4-6F175D3DCCD1}">
                <a14:hiddenFill xmlns="" xmlns:a14="http://schemas.microsoft.com/office/drawing/2010/main">
                  <a:noFill/>
                </a14:hiddenFill>
              </a:ext>
            </a:extLst>
          </p:spPr>
          <p:txBody>
            <a:bodyPr/>
            <a:lstStyle/>
            <a:p>
              <a:pPr defTabSz="914400">
                <a:defRPr/>
              </a:pPr>
              <a:endParaRPr lang="en-US" kern="0" dirty="0">
                <a:solidFill>
                  <a:sysClr val="windowText" lastClr="000000"/>
                </a:solidFill>
              </a:endParaRPr>
            </a:p>
          </p:txBody>
        </p:sp>
        <p:sp>
          <p:nvSpPr>
            <p:cNvPr id="23" name="Line 167">
              <a:extLst>
                <a:ext uri="{FF2B5EF4-FFF2-40B4-BE49-F238E27FC236}">
                  <a16:creationId xmlns:a16="http://schemas.microsoft.com/office/drawing/2014/main" id="{3014EB4E-92A7-4BB6-6F47-DECF3F4B8F9C}"/>
                </a:ext>
              </a:extLst>
            </p:cNvPr>
            <p:cNvSpPr>
              <a:spLocks noChangeShapeType="1"/>
            </p:cNvSpPr>
            <p:nvPr/>
          </p:nvSpPr>
          <p:spPr bwMode="auto">
            <a:xfrm rot="5400000" flipH="1">
              <a:off x="6090927" y="2306329"/>
              <a:ext cx="473696" cy="0"/>
            </a:xfrm>
            <a:prstGeom prst="line">
              <a:avLst/>
            </a:prstGeom>
            <a:noFill/>
            <a:ln w="19050">
              <a:solidFill>
                <a:srgbClr val="000000"/>
              </a:solidFill>
              <a:round/>
              <a:headEnd type="triangle" w="med" len="med"/>
              <a:tailEnd/>
            </a:ln>
            <a:extLst>
              <a:ext uri="{909E8E84-426E-40dd-AFC4-6F175D3DCCD1}">
                <a14:hiddenFill xmlns="" xmlns:a14="http://schemas.microsoft.com/office/drawing/2010/main">
                  <a:noFill/>
                </a14:hiddenFill>
              </a:ext>
            </a:extLst>
          </p:spPr>
          <p:txBody>
            <a:bodyPr/>
            <a:lstStyle/>
            <a:p>
              <a:pPr defTabSz="914400">
                <a:defRPr/>
              </a:pPr>
              <a:endParaRPr lang="en-US" kern="0" dirty="0">
                <a:solidFill>
                  <a:sysClr val="windowText" lastClr="000000"/>
                </a:solidFill>
              </a:endParaRPr>
            </a:p>
          </p:txBody>
        </p:sp>
        <p:sp>
          <p:nvSpPr>
            <p:cNvPr id="24" name="Line 167">
              <a:extLst>
                <a:ext uri="{FF2B5EF4-FFF2-40B4-BE49-F238E27FC236}">
                  <a16:creationId xmlns:a16="http://schemas.microsoft.com/office/drawing/2014/main" id="{F6849214-279B-CBFB-6BE7-76F190D82E4C}"/>
                </a:ext>
              </a:extLst>
            </p:cNvPr>
            <p:cNvSpPr>
              <a:spLocks noChangeShapeType="1"/>
            </p:cNvSpPr>
            <p:nvPr/>
          </p:nvSpPr>
          <p:spPr bwMode="auto">
            <a:xfrm rot="5400000" flipH="1" flipV="1">
              <a:off x="5567567" y="1782968"/>
              <a:ext cx="473696" cy="1046721"/>
            </a:xfrm>
            <a:prstGeom prst="line">
              <a:avLst/>
            </a:prstGeom>
            <a:noFill/>
            <a:ln w="19050">
              <a:solidFill>
                <a:srgbClr val="000000"/>
              </a:solidFill>
              <a:round/>
              <a:headEnd type="triangle" w="med" len="med"/>
              <a:tailEnd/>
            </a:ln>
            <a:extLst>
              <a:ext uri="{909E8E84-426E-40dd-AFC4-6F175D3DCCD1}">
                <a14:hiddenFill xmlns="" xmlns:a14="http://schemas.microsoft.com/office/drawing/2010/main">
                  <a:noFill/>
                </a14:hiddenFill>
              </a:ext>
            </a:extLst>
          </p:spPr>
          <p:txBody>
            <a:bodyPr/>
            <a:lstStyle/>
            <a:p>
              <a:pPr defTabSz="914400">
                <a:defRPr/>
              </a:pPr>
              <a:endParaRPr lang="en-US" kern="0" dirty="0">
                <a:solidFill>
                  <a:sysClr val="windowText" lastClr="000000"/>
                </a:solidFill>
              </a:endParaRPr>
            </a:p>
          </p:txBody>
        </p:sp>
        <p:sp>
          <p:nvSpPr>
            <p:cNvPr id="25" name="Line 167">
              <a:extLst>
                <a:ext uri="{FF2B5EF4-FFF2-40B4-BE49-F238E27FC236}">
                  <a16:creationId xmlns:a16="http://schemas.microsoft.com/office/drawing/2014/main" id="{CA2A22E5-80B0-D864-A9B4-C6D4D42A039B}"/>
                </a:ext>
              </a:extLst>
            </p:cNvPr>
            <p:cNvSpPr>
              <a:spLocks noChangeShapeType="1"/>
            </p:cNvSpPr>
            <p:nvPr/>
          </p:nvSpPr>
          <p:spPr bwMode="auto">
            <a:xfrm rot="16200000" flipV="1">
              <a:off x="6621756" y="1782968"/>
              <a:ext cx="473696" cy="1046721"/>
            </a:xfrm>
            <a:prstGeom prst="line">
              <a:avLst/>
            </a:prstGeom>
            <a:noFill/>
            <a:ln w="19050">
              <a:solidFill>
                <a:srgbClr val="000000"/>
              </a:solidFill>
              <a:round/>
              <a:headEnd type="triangle" w="med" len="med"/>
              <a:tailEnd/>
            </a:ln>
            <a:extLst>
              <a:ext uri="{909E8E84-426E-40dd-AFC4-6F175D3DCCD1}">
                <a14:hiddenFill xmlns="" xmlns:a14="http://schemas.microsoft.com/office/drawing/2010/main">
                  <a:noFill/>
                </a14:hiddenFill>
              </a:ext>
            </a:extLst>
          </p:spPr>
          <p:txBody>
            <a:bodyPr/>
            <a:lstStyle/>
            <a:p>
              <a:pPr defTabSz="914400">
                <a:defRPr/>
              </a:pPr>
              <a:endParaRPr lang="en-US" kern="0" dirty="0">
                <a:solidFill>
                  <a:sysClr val="windowText" lastClr="000000"/>
                </a:solidFill>
              </a:endParaRPr>
            </a:p>
          </p:txBody>
        </p:sp>
      </p:grpSp>
    </p:spTree>
    <p:extLst>
      <p:ext uri="{BB962C8B-B14F-4D97-AF65-F5344CB8AC3E}">
        <p14:creationId xmlns:p14="http://schemas.microsoft.com/office/powerpoint/2010/main" val="3793133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F5D9E1C-2172-9C9C-4DDA-21C5A148D1D6}"/>
              </a:ext>
            </a:extLst>
          </p:cNvPr>
          <p:cNvSpPr>
            <a:spLocks noGrp="1"/>
          </p:cNvSpPr>
          <p:nvPr>
            <p:ph type="sldNum" sz="quarter" idx="12"/>
          </p:nvPr>
        </p:nvSpPr>
        <p:spPr/>
        <p:txBody>
          <a:bodyPr/>
          <a:lstStyle/>
          <a:p>
            <a:fld id="{A8160BDD-7155-D744-B749-9730458604AD}" type="slidenum">
              <a:rPr lang="en-US" smtClean="0"/>
              <a:t>11</a:t>
            </a:fld>
            <a:endParaRPr lang="en-US" dirty="0"/>
          </a:p>
        </p:txBody>
      </p:sp>
      <p:sp>
        <p:nvSpPr>
          <p:cNvPr id="4" name="Title 3">
            <a:extLst>
              <a:ext uri="{FF2B5EF4-FFF2-40B4-BE49-F238E27FC236}">
                <a16:creationId xmlns:a16="http://schemas.microsoft.com/office/drawing/2014/main" id="{B340859B-35F6-7541-CF6C-71C290F83F26}"/>
              </a:ext>
            </a:extLst>
          </p:cNvPr>
          <p:cNvSpPr>
            <a:spLocks noGrp="1"/>
          </p:cNvSpPr>
          <p:nvPr>
            <p:ph type="title"/>
          </p:nvPr>
        </p:nvSpPr>
        <p:spPr/>
        <p:txBody>
          <a:bodyPr/>
          <a:lstStyle/>
          <a:p>
            <a:r>
              <a:rPr lang="en-US" dirty="0"/>
              <a:t>Deep Learning</a:t>
            </a:r>
          </a:p>
        </p:txBody>
      </p:sp>
      <p:sp>
        <p:nvSpPr>
          <p:cNvPr id="5" name="Text Placeholder 4">
            <a:extLst>
              <a:ext uri="{FF2B5EF4-FFF2-40B4-BE49-F238E27FC236}">
                <a16:creationId xmlns:a16="http://schemas.microsoft.com/office/drawing/2014/main" id="{7DF67933-3B92-CF8F-8BC9-803C0DD07582}"/>
              </a:ext>
            </a:extLst>
          </p:cNvPr>
          <p:cNvSpPr>
            <a:spLocks noGrp="1"/>
          </p:cNvSpPr>
          <p:nvPr>
            <p:ph type="body" sz="quarter" idx="13"/>
          </p:nvPr>
        </p:nvSpPr>
        <p:spPr>
          <a:xfrm>
            <a:off x="948906" y="2156604"/>
            <a:ext cx="5358933" cy="2649076"/>
          </a:xfrm>
        </p:spPr>
        <p:txBody>
          <a:bodyPr/>
          <a:lstStyle/>
          <a:p>
            <a:r>
              <a:rPr lang="en-US" dirty="0"/>
              <a:t>A type of machine learning that makes decisions using multiple layers of information.</a:t>
            </a:r>
          </a:p>
        </p:txBody>
      </p:sp>
      <p:grpSp>
        <p:nvGrpSpPr>
          <p:cNvPr id="61" name="Group 60">
            <a:extLst>
              <a:ext uri="{FF2B5EF4-FFF2-40B4-BE49-F238E27FC236}">
                <a16:creationId xmlns:a16="http://schemas.microsoft.com/office/drawing/2014/main" id="{5B760806-C4B6-5944-DE7F-3D9B20A9CC67}"/>
              </a:ext>
            </a:extLst>
          </p:cNvPr>
          <p:cNvGrpSpPr/>
          <p:nvPr/>
        </p:nvGrpSpPr>
        <p:grpSpPr>
          <a:xfrm>
            <a:off x="7258137" y="1068404"/>
            <a:ext cx="4429612" cy="4523894"/>
            <a:chOff x="7258137" y="1068404"/>
            <a:chExt cx="4429612" cy="4523894"/>
          </a:xfrm>
        </p:grpSpPr>
        <p:grpSp>
          <p:nvGrpSpPr>
            <p:cNvPr id="6" name="Group 5">
              <a:extLst>
                <a:ext uri="{FF2B5EF4-FFF2-40B4-BE49-F238E27FC236}">
                  <a16:creationId xmlns:a16="http://schemas.microsoft.com/office/drawing/2014/main" id="{73DD4055-1CCC-CAE0-B8C4-1B9808625726}"/>
                </a:ext>
              </a:extLst>
            </p:cNvPr>
            <p:cNvGrpSpPr/>
            <p:nvPr/>
          </p:nvGrpSpPr>
          <p:grpSpPr>
            <a:xfrm>
              <a:off x="7258137" y="1068404"/>
              <a:ext cx="4429612" cy="4523894"/>
              <a:chOff x="2357194" y="1589041"/>
              <a:chExt cx="4429612" cy="4523894"/>
            </a:xfrm>
          </p:grpSpPr>
          <p:sp>
            <p:nvSpPr>
              <p:cNvPr id="7" name="Rectangle 6">
                <a:extLst>
                  <a:ext uri="{FF2B5EF4-FFF2-40B4-BE49-F238E27FC236}">
                    <a16:creationId xmlns:a16="http://schemas.microsoft.com/office/drawing/2014/main" id="{959BAC4A-92B7-5FBB-984E-01A651B7E2C5}"/>
                  </a:ext>
                </a:extLst>
              </p:cNvPr>
              <p:cNvSpPr/>
              <p:nvPr/>
            </p:nvSpPr>
            <p:spPr>
              <a:xfrm>
                <a:off x="2357194" y="5127347"/>
                <a:ext cx="4424265" cy="985588"/>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 name="Rectangle 7">
                <a:extLst>
                  <a:ext uri="{FF2B5EF4-FFF2-40B4-BE49-F238E27FC236}">
                    <a16:creationId xmlns:a16="http://schemas.microsoft.com/office/drawing/2014/main" id="{BAC83532-EDDF-1AE9-A049-78E884848C6C}"/>
                  </a:ext>
                </a:extLst>
              </p:cNvPr>
              <p:cNvSpPr/>
              <p:nvPr/>
            </p:nvSpPr>
            <p:spPr>
              <a:xfrm>
                <a:off x="2357194" y="4199034"/>
                <a:ext cx="4424265" cy="735067"/>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9" name="Rectangle 8">
                <a:extLst>
                  <a:ext uri="{FF2B5EF4-FFF2-40B4-BE49-F238E27FC236}">
                    <a16:creationId xmlns:a16="http://schemas.microsoft.com/office/drawing/2014/main" id="{BB6F7ADC-3AB3-B132-470C-39A1F92BF647}"/>
                  </a:ext>
                </a:extLst>
              </p:cNvPr>
              <p:cNvSpPr/>
              <p:nvPr/>
            </p:nvSpPr>
            <p:spPr>
              <a:xfrm>
                <a:off x="2357194" y="3260776"/>
                <a:ext cx="4424265" cy="735067"/>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0" name="Rectangle 9">
                <a:extLst>
                  <a:ext uri="{FF2B5EF4-FFF2-40B4-BE49-F238E27FC236}">
                    <a16:creationId xmlns:a16="http://schemas.microsoft.com/office/drawing/2014/main" id="{AAF30EBD-1C6E-8D7D-5CF8-1EA2C0FC1D7C}"/>
                  </a:ext>
                </a:extLst>
              </p:cNvPr>
              <p:cNvSpPr/>
              <p:nvPr/>
            </p:nvSpPr>
            <p:spPr>
              <a:xfrm>
                <a:off x="2357194" y="2371336"/>
                <a:ext cx="4424265" cy="735067"/>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1" name="Rectangle 10">
                <a:extLst>
                  <a:ext uri="{FF2B5EF4-FFF2-40B4-BE49-F238E27FC236}">
                    <a16:creationId xmlns:a16="http://schemas.microsoft.com/office/drawing/2014/main" id="{530C7DCD-FE26-E557-0BBC-33B2866954AE}"/>
                  </a:ext>
                </a:extLst>
              </p:cNvPr>
              <p:cNvSpPr/>
              <p:nvPr/>
            </p:nvSpPr>
            <p:spPr>
              <a:xfrm>
                <a:off x="2362541" y="1589041"/>
                <a:ext cx="4424265" cy="643736"/>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grpSp>
            <p:nvGrpSpPr>
              <p:cNvPr id="12" name="Group 11">
                <a:extLst>
                  <a:ext uri="{FF2B5EF4-FFF2-40B4-BE49-F238E27FC236}">
                    <a16:creationId xmlns:a16="http://schemas.microsoft.com/office/drawing/2014/main" id="{F43EDF2D-D1C4-469B-DFBC-162314B1F9BE}"/>
                  </a:ext>
                </a:extLst>
              </p:cNvPr>
              <p:cNvGrpSpPr/>
              <p:nvPr/>
            </p:nvGrpSpPr>
            <p:grpSpPr>
              <a:xfrm>
                <a:off x="2458112" y="2467910"/>
                <a:ext cx="2482961" cy="479917"/>
                <a:chOff x="2938660" y="1267732"/>
                <a:chExt cx="2482961" cy="479917"/>
              </a:xfrm>
            </p:grpSpPr>
            <p:sp>
              <p:nvSpPr>
                <p:cNvPr id="57" name="Oval 56">
                  <a:extLst>
                    <a:ext uri="{FF2B5EF4-FFF2-40B4-BE49-F238E27FC236}">
                      <a16:creationId xmlns:a16="http://schemas.microsoft.com/office/drawing/2014/main" id="{7F4C82E7-E5EC-3980-4BEC-D06B297094CF}"/>
                    </a:ext>
                  </a:extLst>
                </p:cNvPr>
                <p:cNvSpPr>
                  <a:spLocks noChangeAspect="1"/>
                </p:cNvSpPr>
                <p:nvPr/>
              </p:nvSpPr>
              <p:spPr>
                <a:xfrm>
                  <a:off x="2938660"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58" name="Oval 57">
                  <a:extLst>
                    <a:ext uri="{FF2B5EF4-FFF2-40B4-BE49-F238E27FC236}">
                      <a16:creationId xmlns:a16="http://schemas.microsoft.com/office/drawing/2014/main" id="{E00FB4E8-5F66-0B10-DF03-2CB2D3B00F15}"/>
                    </a:ext>
                  </a:extLst>
                </p:cNvPr>
                <p:cNvSpPr>
                  <a:spLocks noChangeAspect="1"/>
                </p:cNvSpPr>
                <p:nvPr/>
              </p:nvSpPr>
              <p:spPr>
                <a:xfrm>
                  <a:off x="3607156"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59" name="Oval 58">
                  <a:extLst>
                    <a:ext uri="{FF2B5EF4-FFF2-40B4-BE49-F238E27FC236}">
                      <a16:creationId xmlns:a16="http://schemas.microsoft.com/office/drawing/2014/main" id="{811E3BC6-DFBA-51C3-6BEA-59CE027C5612}"/>
                    </a:ext>
                  </a:extLst>
                </p:cNvPr>
                <p:cNvSpPr>
                  <a:spLocks noChangeAspect="1"/>
                </p:cNvSpPr>
                <p:nvPr/>
              </p:nvSpPr>
              <p:spPr>
                <a:xfrm>
                  <a:off x="4275652"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60" name="Oval 59">
                  <a:extLst>
                    <a:ext uri="{FF2B5EF4-FFF2-40B4-BE49-F238E27FC236}">
                      <a16:creationId xmlns:a16="http://schemas.microsoft.com/office/drawing/2014/main" id="{C3B1C831-FDA2-534B-DB6A-D17E42DFACD0}"/>
                    </a:ext>
                  </a:extLst>
                </p:cNvPr>
                <p:cNvSpPr>
                  <a:spLocks noChangeAspect="1"/>
                </p:cNvSpPr>
                <p:nvPr/>
              </p:nvSpPr>
              <p:spPr>
                <a:xfrm>
                  <a:off x="4944148"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grpSp>
          <p:grpSp>
            <p:nvGrpSpPr>
              <p:cNvPr id="13" name="Group 12">
                <a:extLst>
                  <a:ext uri="{FF2B5EF4-FFF2-40B4-BE49-F238E27FC236}">
                    <a16:creationId xmlns:a16="http://schemas.microsoft.com/office/drawing/2014/main" id="{70B35C24-54D6-6050-30CA-ED166A02D674}"/>
                  </a:ext>
                </a:extLst>
              </p:cNvPr>
              <p:cNvGrpSpPr/>
              <p:nvPr/>
            </p:nvGrpSpPr>
            <p:grpSpPr>
              <a:xfrm>
                <a:off x="2458111" y="3412202"/>
                <a:ext cx="2482961" cy="479917"/>
                <a:chOff x="2938660" y="1267732"/>
                <a:chExt cx="2482961" cy="479917"/>
              </a:xfrm>
            </p:grpSpPr>
            <p:sp>
              <p:nvSpPr>
                <p:cNvPr id="53" name="Oval 52">
                  <a:extLst>
                    <a:ext uri="{FF2B5EF4-FFF2-40B4-BE49-F238E27FC236}">
                      <a16:creationId xmlns:a16="http://schemas.microsoft.com/office/drawing/2014/main" id="{93331C63-B7F7-FE8B-B7D9-77433A3F9180}"/>
                    </a:ext>
                  </a:extLst>
                </p:cNvPr>
                <p:cNvSpPr>
                  <a:spLocks noChangeAspect="1"/>
                </p:cNvSpPr>
                <p:nvPr/>
              </p:nvSpPr>
              <p:spPr>
                <a:xfrm>
                  <a:off x="2938660"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54" name="Oval 53">
                  <a:extLst>
                    <a:ext uri="{FF2B5EF4-FFF2-40B4-BE49-F238E27FC236}">
                      <a16:creationId xmlns:a16="http://schemas.microsoft.com/office/drawing/2014/main" id="{0499A221-B925-D3AB-F949-AD9B8AEB2449}"/>
                    </a:ext>
                  </a:extLst>
                </p:cNvPr>
                <p:cNvSpPr>
                  <a:spLocks noChangeAspect="1"/>
                </p:cNvSpPr>
                <p:nvPr/>
              </p:nvSpPr>
              <p:spPr>
                <a:xfrm>
                  <a:off x="3607156"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55" name="Oval 54">
                  <a:extLst>
                    <a:ext uri="{FF2B5EF4-FFF2-40B4-BE49-F238E27FC236}">
                      <a16:creationId xmlns:a16="http://schemas.microsoft.com/office/drawing/2014/main" id="{29473C48-7404-9424-38D5-0A71E092C4EA}"/>
                    </a:ext>
                  </a:extLst>
                </p:cNvPr>
                <p:cNvSpPr>
                  <a:spLocks noChangeAspect="1"/>
                </p:cNvSpPr>
                <p:nvPr/>
              </p:nvSpPr>
              <p:spPr>
                <a:xfrm>
                  <a:off x="4275652"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56" name="Oval 55">
                  <a:extLst>
                    <a:ext uri="{FF2B5EF4-FFF2-40B4-BE49-F238E27FC236}">
                      <a16:creationId xmlns:a16="http://schemas.microsoft.com/office/drawing/2014/main" id="{8AF9366A-A05D-2FE3-3AFF-220C433CFD11}"/>
                    </a:ext>
                  </a:extLst>
                </p:cNvPr>
                <p:cNvSpPr>
                  <a:spLocks noChangeAspect="1"/>
                </p:cNvSpPr>
                <p:nvPr/>
              </p:nvSpPr>
              <p:spPr>
                <a:xfrm>
                  <a:off x="4944148"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grpSp>
          <p:grpSp>
            <p:nvGrpSpPr>
              <p:cNvPr id="14" name="Group 13">
                <a:extLst>
                  <a:ext uri="{FF2B5EF4-FFF2-40B4-BE49-F238E27FC236}">
                    <a16:creationId xmlns:a16="http://schemas.microsoft.com/office/drawing/2014/main" id="{FF36DA45-AFE2-F931-F79C-73514FA905DE}"/>
                  </a:ext>
                </a:extLst>
              </p:cNvPr>
              <p:cNvGrpSpPr/>
              <p:nvPr/>
            </p:nvGrpSpPr>
            <p:grpSpPr>
              <a:xfrm>
                <a:off x="3126606" y="4356494"/>
                <a:ext cx="1145969" cy="479917"/>
                <a:chOff x="3607156" y="1267732"/>
                <a:chExt cx="1145969" cy="479917"/>
              </a:xfrm>
            </p:grpSpPr>
            <p:sp>
              <p:nvSpPr>
                <p:cNvPr id="51" name="Oval 50">
                  <a:extLst>
                    <a:ext uri="{FF2B5EF4-FFF2-40B4-BE49-F238E27FC236}">
                      <a16:creationId xmlns:a16="http://schemas.microsoft.com/office/drawing/2014/main" id="{82CD3747-0314-B242-D029-83FB5CB9F0A3}"/>
                    </a:ext>
                  </a:extLst>
                </p:cNvPr>
                <p:cNvSpPr>
                  <a:spLocks noChangeAspect="1"/>
                </p:cNvSpPr>
                <p:nvPr/>
              </p:nvSpPr>
              <p:spPr>
                <a:xfrm>
                  <a:off x="3607156"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52" name="Oval 51">
                  <a:extLst>
                    <a:ext uri="{FF2B5EF4-FFF2-40B4-BE49-F238E27FC236}">
                      <a16:creationId xmlns:a16="http://schemas.microsoft.com/office/drawing/2014/main" id="{2B1E6A56-E0AE-E8A7-A487-87DFCBBF37AB}"/>
                    </a:ext>
                  </a:extLst>
                </p:cNvPr>
                <p:cNvSpPr>
                  <a:spLocks noChangeAspect="1"/>
                </p:cNvSpPr>
                <p:nvPr/>
              </p:nvSpPr>
              <p:spPr>
                <a:xfrm>
                  <a:off x="4275652" y="1267732"/>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grpSp>
          <p:sp>
            <p:nvSpPr>
              <p:cNvPr id="15" name="Oval 14">
                <a:extLst>
                  <a:ext uri="{FF2B5EF4-FFF2-40B4-BE49-F238E27FC236}">
                    <a16:creationId xmlns:a16="http://schemas.microsoft.com/office/drawing/2014/main" id="{BE338C1A-083C-7619-FC2B-BF4F10D09C3F}"/>
                  </a:ext>
                </a:extLst>
              </p:cNvPr>
              <p:cNvSpPr>
                <a:spLocks noChangeAspect="1"/>
              </p:cNvSpPr>
              <p:nvPr/>
            </p:nvSpPr>
            <p:spPr>
              <a:xfrm>
                <a:off x="3460855" y="1642366"/>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pic>
            <p:nvPicPr>
              <p:cNvPr id="16" name="Graphic 15" descr="Eyes">
                <a:extLst>
                  <a:ext uri="{FF2B5EF4-FFF2-40B4-BE49-F238E27FC236}">
                    <a16:creationId xmlns:a16="http://schemas.microsoft.com/office/drawing/2014/main" id="{E79A656B-4A75-7CAC-AD03-78806CCE6A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5057" y="3431875"/>
                <a:ext cx="440569" cy="440569"/>
              </a:xfrm>
              <a:prstGeom prst="rect">
                <a:avLst/>
              </a:prstGeom>
            </p:spPr>
          </p:pic>
          <p:pic>
            <p:nvPicPr>
              <p:cNvPr id="17" name="Graphic 16" descr="Ear">
                <a:extLst>
                  <a:ext uri="{FF2B5EF4-FFF2-40B4-BE49-F238E27FC236}">
                    <a16:creationId xmlns:a16="http://schemas.microsoft.com/office/drawing/2014/main" id="{FDE43921-16C4-CF69-08F4-4FD6AA0001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52896" y="3402720"/>
                <a:ext cx="498877" cy="498877"/>
              </a:xfrm>
              <a:prstGeom prst="rect">
                <a:avLst/>
              </a:prstGeom>
            </p:spPr>
          </p:pic>
          <p:pic>
            <p:nvPicPr>
              <p:cNvPr id="18" name="Graphic 17" descr="Nose">
                <a:extLst>
                  <a:ext uri="{FF2B5EF4-FFF2-40B4-BE49-F238E27FC236}">
                    <a16:creationId xmlns:a16="http://schemas.microsoft.com/office/drawing/2014/main" id="{74B7C403-8019-7D3B-A225-E966A1754AA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95100" y="3395757"/>
                <a:ext cx="477473" cy="477473"/>
              </a:xfrm>
              <a:prstGeom prst="rect">
                <a:avLst/>
              </a:prstGeom>
            </p:spPr>
          </p:pic>
          <p:pic>
            <p:nvPicPr>
              <p:cNvPr id="19" name="Graphic 18" descr="Lips">
                <a:extLst>
                  <a:ext uri="{FF2B5EF4-FFF2-40B4-BE49-F238E27FC236}">
                    <a16:creationId xmlns:a16="http://schemas.microsoft.com/office/drawing/2014/main" id="{05BEF358-57D2-BDBA-3495-159EE2380A7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436887" y="3393240"/>
                <a:ext cx="517840" cy="517840"/>
              </a:xfrm>
              <a:prstGeom prst="rect">
                <a:avLst/>
              </a:prstGeom>
            </p:spPr>
          </p:pic>
          <p:pic>
            <p:nvPicPr>
              <p:cNvPr id="20" name="Graphic 19" descr="Image">
                <a:extLst>
                  <a:ext uri="{FF2B5EF4-FFF2-40B4-BE49-F238E27FC236}">
                    <a16:creationId xmlns:a16="http://schemas.microsoft.com/office/drawing/2014/main" id="{05382D18-31F2-E4F5-524B-BD009005DC1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519120" y="1696489"/>
                <a:ext cx="360941" cy="360941"/>
              </a:xfrm>
              <a:prstGeom prst="rect">
                <a:avLst/>
              </a:prstGeom>
            </p:spPr>
          </p:pic>
          <p:pic>
            <p:nvPicPr>
              <p:cNvPr id="21" name="Graphic 20" descr="Female Profile">
                <a:extLst>
                  <a:ext uri="{FF2B5EF4-FFF2-40B4-BE49-F238E27FC236}">
                    <a16:creationId xmlns:a16="http://schemas.microsoft.com/office/drawing/2014/main" id="{1B61423C-2AE8-A942-1A4C-639D53220BA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818618" y="4381232"/>
                <a:ext cx="430439" cy="430439"/>
              </a:xfrm>
              <a:prstGeom prst="rect">
                <a:avLst/>
              </a:prstGeom>
            </p:spPr>
          </p:pic>
          <p:pic>
            <p:nvPicPr>
              <p:cNvPr id="22" name="Graphic 21" descr="Bunny face">
                <a:extLst>
                  <a:ext uri="{FF2B5EF4-FFF2-40B4-BE49-F238E27FC236}">
                    <a16:creationId xmlns:a16="http://schemas.microsoft.com/office/drawing/2014/main" id="{DC2954AF-6755-27C7-76BF-6DC49667219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140450" y="4371609"/>
                <a:ext cx="449686" cy="449686"/>
              </a:xfrm>
              <a:prstGeom prst="rect">
                <a:avLst/>
              </a:prstGeom>
            </p:spPr>
          </p:pic>
          <p:pic>
            <p:nvPicPr>
              <p:cNvPr id="23" name="Picture 22">
                <a:extLst>
                  <a:ext uri="{FF2B5EF4-FFF2-40B4-BE49-F238E27FC236}">
                    <a16:creationId xmlns:a16="http://schemas.microsoft.com/office/drawing/2014/main" id="{43015605-F0A6-FDD7-8573-6F52AD87F2FA}"/>
                  </a:ext>
                </a:extLst>
              </p:cNvPr>
              <p:cNvPicPr>
                <a:picLocks noChangeAspect="1"/>
              </p:cNvPicPr>
              <p:nvPr/>
            </p:nvPicPr>
            <p:blipFill>
              <a:blip r:embed="rId16"/>
              <a:stretch>
                <a:fillRect/>
              </a:stretch>
            </p:blipFill>
            <p:spPr>
              <a:xfrm>
                <a:off x="3031094" y="5177768"/>
                <a:ext cx="1336991" cy="891328"/>
              </a:xfrm>
              <a:prstGeom prst="rect">
                <a:avLst/>
              </a:prstGeom>
            </p:spPr>
          </p:pic>
          <p:cxnSp>
            <p:nvCxnSpPr>
              <p:cNvPr id="24" name="Straight Connector 23">
                <a:extLst>
                  <a:ext uri="{FF2B5EF4-FFF2-40B4-BE49-F238E27FC236}">
                    <a16:creationId xmlns:a16="http://schemas.microsoft.com/office/drawing/2014/main" id="{3A7882A6-4883-2864-2E54-9CB550F39FC9}"/>
                  </a:ext>
                </a:extLst>
              </p:cNvPr>
              <p:cNvCxnSpPr>
                <a:stCxn id="15" idx="4"/>
                <a:endCxn id="57" idx="0"/>
              </p:cNvCxnSpPr>
              <p:nvPr/>
            </p:nvCxnSpPr>
            <p:spPr>
              <a:xfrm flipH="1">
                <a:off x="2696849" y="2122283"/>
                <a:ext cx="1002743" cy="34562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4766BB12-58A2-9E26-0B27-A392E011628E}"/>
                  </a:ext>
                </a:extLst>
              </p:cNvPr>
              <p:cNvCxnSpPr>
                <a:stCxn id="15" idx="4"/>
                <a:endCxn id="58" idx="0"/>
              </p:cNvCxnSpPr>
              <p:nvPr/>
            </p:nvCxnSpPr>
            <p:spPr>
              <a:xfrm flipH="1">
                <a:off x="3365345" y="2122283"/>
                <a:ext cx="334247" cy="34562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752DB223-204F-EBEF-C567-449AECE2C427}"/>
                  </a:ext>
                </a:extLst>
              </p:cNvPr>
              <p:cNvCxnSpPr>
                <a:stCxn id="15" idx="4"/>
                <a:endCxn id="59" idx="0"/>
              </p:cNvCxnSpPr>
              <p:nvPr/>
            </p:nvCxnSpPr>
            <p:spPr>
              <a:xfrm>
                <a:off x="3699592" y="2122283"/>
                <a:ext cx="334249" cy="34562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3D5CD0F3-6D2A-A781-663B-9D32777794EA}"/>
                  </a:ext>
                </a:extLst>
              </p:cNvPr>
              <p:cNvCxnSpPr>
                <a:stCxn id="15" idx="4"/>
                <a:endCxn id="60" idx="0"/>
              </p:cNvCxnSpPr>
              <p:nvPr/>
            </p:nvCxnSpPr>
            <p:spPr>
              <a:xfrm>
                <a:off x="3699592" y="2122283"/>
                <a:ext cx="1002745" cy="34562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8" name="Moon 27">
                <a:extLst>
                  <a:ext uri="{FF2B5EF4-FFF2-40B4-BE49-F238E27FC236}">
                    <a16:creationId xmlns:a16="http://schemas.microsoft.com/office/drawing/2014/main" id="{300D9EFD-A570-6AA5-CC69-BA4F901FEE10}"/>
                  </a:ext>
                </a:extLst>
              </p:cNvPr>
              <p:cNvSpPr/>
              <p:nvPr/>
            </p:nvSpPr>
            <p:spPr>
              <a:xfrm rot="20461361">
                <a:off x="2615287" y="2593027"/>
                <a:ext cx="161039" cy="268313"/>
              </a:xfrm>
              <a:prstGeom prst="moon">
                <a:avLst/>
              </a:prstGeom>
              <a:solidFill>
                <a:schemeClr val="bg1"/>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29" name="Right Triangle 28">
                <a:extLst>
                  <a:ext uri="{FF2B5EF4-FFF2-40B4-BE49-F238E27FC236}">
                    <a16:creationId xmlns:a16="http://schemas.microsoft.com/office/drawing/2014/main" id="{BA7971BE-08A4-D611-3119-E58FF4D304C7}"/>
                  </a:ext>
                </a:extLst>
              </p:cNvPr>
              <p:cNvSpPr/>
              <p:nvPr/>
            </p:nvSpPr>
            <p:spPr>
              <a:xfrm>
                <a:off x="3271166" y="2594316"/>
                <a:ext cx="220587" cy="211563"/>
              </a:xfrm>
              <a:prstGeom prst="rtTriangle">
                <a:avLst/>
              </a:prstGeom>
              <a:solidFill>
                <a:schemeClr val="bg1"/>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30" name="Diagonal Stripe 29">
                <a:extLst>
                  <a:ext uri="{FF2B5EF4-FFF2-40B4-BE49-F238E27FC236}">
                    <a16:creationId xmlns:a16="http://schemas.microsoft.com/office/drawing/2014/main" id="{DC99E0F0-6C75-834E-94FB-FC7255B822EF}"/>
                  </a:ext>
                </a:extLst>
              </p:cNvPr>
              <p:cNvSpPr/>
              <p:nvPr/>
            </p:nvSpPr>
            <p:spPr>
              <a:xfrm>
                <a:off x="3896012" y="2636938"/>
                <a:ext cx="289587" cy="172329"/>
              </a:xfrm>
              <a:prstGeom prst="diagStripe">
                <a:avLst/>
              </a:prstGeom>
              <a:solidFill>
                <a:schemeClr val="bg1"/>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31" name="Oval 30">
                <a:extLst>
                  <a:ext uri="{FF2B5EF4-FFF2-40B4-BE49-F238E27FC236}">
                    <a16:creationId xmlns:a16="http://schemas.microsoft.com/office/drawing/2014/main" id="{C8BCB355-F041-9AD4-36B4-A32A68636DCD}"/>
                  </a:ext>
                </a:extLst>
              </p:cNvPr>
              <p:cNvSpPr/>
              <p:nvPr/>
            </p:nvSpPr>
            <p:spPr>
              <a:xfrm>
                <a:off x="4628515" y="2610169"/>
                <a:ext cx="147637" cy="225865"/>
              </a:xfrm>
              <a:prstGeom prst="ellipse">
                <a:avLst/>
              </a:prstGeom>
              <a:solidFill>
                <a:schemeClr val="bg1"/>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cxnSp>
            <p:nvCxnSpPr>
              <p:cNvPr id="32" name="Straight Connector 31">
                <a:extLst>
                  <a:ext uri="{FF2B5EF4-FFF2-40B4-BE49-F238E27FC236}">
                    <a16:creationId xmlns:a16="http://schemas.microsoft.com/office/drawing/2014/main" id="{04882597-8DA3-B34F-9E4E-3094F7A27750}"/>
                  </a:ext>
                </a:extLst>
              </p:cNvPr>
              <p:cNvCxnSpPr>
                <a:stCxn id="57" idx="4"/>
                <a:endCxn id="17" idx="0"/>
              </p:cNvCxnSpPr>
              <p:nvPr/>
            </p:nvCxnSpPr>
            <p:spPr>
              <a:xfrm>
                <a:off x="2696849" y="2947827"/>
                <a:ext cx="2005486" cy="454893"/>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05065480-31DF-27FD-61D1-D1DC4AB62833}"/>
                  </a:ext>
                </a:extLst>
              </p:cNvPr>
              <p:cNvCxnSpPr>
                <a:cxnSpLocks/>
                <a:stCxn id="60" idx="4"/>
                <a:endCxn id="54" idx="0"/>
              </p:cNvCxnSpPr>
              <p:nvPr/>
            </p:nvCxnSpPr>
            <p:spPr>
              <a:xfrm flipH="1">
                <a:off x="3365344" y="2947827"/>
                <a:ext cx="1336993" cy="464375"/>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40F4DDD4-7E69-B05B-419F-B1479149A550}"/>
                  </a:ext>
                </a:extLst>
              </p:cNvPr>
              <p:cNvCxnSpPr>
                <a:stCxn id="57" idx="4"/>
                <a:endCxn id="54" idx="0"/>
              </p:cNvCxnSpPr>
              <p:nvPr/>
            </p:nvCxnSpPr>
            <p:spPr>
              <a:xfrm>
                <a:off x="2696849" y="2947827"/>
                <a:ext cx="668495" cy="464375"/>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2A32221-6998-5BCD-9A50-260471992BB2}"/>
                  </a:ext>
                </a:extLst>
              </p:cNvPr>
              <p:cNvCxnSpPr>
                <a:cxnSpLocks/>
                <a:stCxn id="57" idx="4"/>
                <a:endCxn id="19" idx="0"/>
              </p:cNvCxnSpPr>
              <p:nvPr/>
            </p:nvCxnSpPr>
            <p:spPr>
              <a:xfrm flipH="1">
                <a:off x="2695807" y="2947826"/>
                <a:ext cx="1042" cy="466344"/>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1AF2A103-2EB6-7F66-9EB9-176C15344E86}"/>
                  </a:ext>
                </a:extLst>
              </p:cNvPr>
              <p:cNvCxnSpPr>
                <a:cxnSpLocks/>
                <a:stCxn id="58" idx="4"/>
              </p:cNvCxnSpPr>
              <p:nvPr/>
            </p:nvCxnSpPr>
            <p:spPr>
              <a:xfrm flipH="1">
                <a:off x="2697880" y="2947827"/>
                <a:ext cx="667465" cy="461596"/>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6DF2F26B-DCF6-CC52-1020-52A439CBB368}"/>
                  </a:ext>
                </a:extLst>
              </p:cNvPr>
              <p:cNvCxnSpPr>
                <a:stCxn id="59" idx="4"/>
                <a:endCxn id="18" idx="0"/>
              </p:cNvCxnSpPr>
              <p:nvPr/>
            </p:nvCxnSpPr>
            <p:spPr>
              <a:xfrm flipH="1">
                <a:off x="4033837" y="2947827"/>
                <a:ext cx="4" cy="466344"/>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3F61A754-BD9D-35A6-472F-36E5CD7B3A97}"/>
                  </a:ext>
                </a:extLst>
              </p:cNvPr>
              <p:cNvCxnSpPr>
                <a:stCxn id="17" idx="2"/>
                <a:endCxn id="52" idx="0"/>
              </p:cNvCxnSpPr>
              <p:nvPr/>
            </p:nvCxnSpPr>
            <p:spPr>
              <a:xfrm flipH="1">
                <a:off x="4033839" y="3901597"/>
                <a:ext cx="668496" cy="45489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141317C5-4C66-A92B-DBA6-D7C49FFE0C0E}"/>
                  </a:ext>
                </a:extLst>
              </p:cNvPr>
              <p:cNvCxnSpPr>
                <a:cxnSpLocks/>
                <a:stCxn id="55" idx="4"/>
                <a:endCxn id="52" idx="0"/>
              </p:cNvCxnSpPr>
              <p:nvPr/>
            </p:nvCxnSpPr>
            <p:spPr>
              <a:xfrm flipH="1">
                <a:off x="4033839" y="3892119"/>
                <a:ext cx="1" cy="464375"/>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F986E41-3F00-E73E-D75B-39DC403FE01F}"/>
                  </a:ext>
                </a:extLst>
              </p:cNvPr>
              <p:cNvCxnSpPr>
                <a:stCxn id="54" idx="4"/>
                <a:endCxn id="52" idx="0"/>
              </p:cNvCxnSpPr>
              <p:nvPr/>
            </p:nvCxnSpPr>
            <p:spPr>
              <a:xfrm>
                <a:off x="3365344" y="3892119"/>
                <a:ext cx="668495" cy="464375"/>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BA50C7E-F0D0-1EF9-66CB-E7DEFF9B135F}"/>
                  </a:ext>
                </a:extLst>
              </p:cNvPr>
              <p:cNvCxnSpPr>
                <a:cxnSpLocks/>
                <a:stCxn id="52" idx="0"/>
              </p:cNvCxnSpPr>
              <p:nvPr/>
            </p:nvCxnSpPr>
            <p:spPr>
              <a:xfrm flipH="1" flipV="1">
                <a:off x="2701055" y="3892023"/>
                <a:ext cx="1332784" cy="464471"/>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508C3643-A32D-BA98-3405-26F579122798}"/>
                  </a:ext>
                </a:extLst>
              </p:cNvPr>
              <p:cNvCxnSpPr>
                <a:cxnSpLocks/>
                <a:stCxn id="54" idx="4"/>
                <a:endCxn id="51" idx="0"/>
              </p:cNvCxnSpPr>
              <p:nvPr/>
            </p:nvCxnSpPr>
            <p:spPr>
              <a:xfrm flipH="1">
                <a:off x="3365343" y="3892119"/>
                <a:ext cx="1" cy="464375"/>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C06D2930-697A-452E-7C44-83A2D42411B3}"/>
                  </a:ext>
                </a:extLst>
              </p:cNvPr>
              <p:cNvCxnSpPr>
                <a:cxnSpLocks/>
                <a:endCxn id="51" idx="0"/>
              </p:cNvCxnSpPr>
              <p:nvPr/>
            </p:nvCxnSpPr>
            <p:spPr>
              <a:xfrm>
                <a:off x="2696292" y="3893610"/>
                <a:ext cx="669051" cy="462884"/>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F2194EA1-CC30-4C09-1E32-838EB284484B}"/>
                  </a:ext>
                </a:extLst>
              </p:cNvPr>
              <p:cNvCxnSpPr>
                <a:cxnSpLocks/>
                <a:stCxn id="52" idx="4"/>
                <a:endCxn id="23" idx="0"/>
              </p:cNvCxnSpPr>
              <p:nvPr/>
            </p:nvCxnSpPr>
            <p:spPr>
              <a:xfrm flipH="1">
                <a:off x="3699590" y="4836411"/>
                <a:ext cx="334249" cy="34135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45" name="Graphic 44" descr="Checkmark">
                <a:extLst>
                  <a:ext uri="{FF2B5EF4-FFF2-40B4-BE49-F238E27FC236}">
                    <a16:creationId xmlns:a16="http://schemas.microsoft.com/office/drawing/2014/main" id="{A7D430ED-BC56-264A-2DBB-BC74187386AF}"/>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596313" y="5340615"/>
                <a:ext cx="498878" cy="498878"/>
              </a:xfrm>
              <a:prstGeom prst="rect">
                <a:avLst/>
              </a:prstGeom>
            </p:spPr>
          </p:pic>
          <p:sp>
            <p:nvSpPr>
              <p:cNvPr id="46" name="Text Box 307">
                <a:extLst>
                  <a:ext uri="{FF2B5EF4-FFF2-40B4-BE49-F238E27FC236}">
                    <a16:creationId xmlns:a16="http://schemas.microsoft.com/office/drawing/2014/main" id="{E56BA822-3AFA-659E-E721-E6CC94839616}"/>
                  </a:ext>
                </a:extLst>
              </p:cNvPr>
              <p:cNvSpPr txBox="1">
                <a:spLocks noChangeArrowheads="1"/>
              </p:cNvSpPr>
              <p:nvPr/>
            </p:nvSpPr>
            <p:spPr bwMode="auto">
              <a:xfrm>
                <a:off x="5185898" y="1750034"/>
                <a:ext cx="149066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Image Input</a:t>
                </a:r>
              </a:p>
            </p:txBody>
          </p:sp>
          <p:sp>
            <p:nvSpPr>
              <p:cNvPr id="47" name="Text Box 307">
                <a:extLst>
                  <a:ext uri="{FF2B5EF4-FFF2-40B4-BE49-F238E27FC236}">
                    <a16:creationId xmlns:a16="http://schemas.microsoft.com/office/drawing/2014/main" id="{DCA2624D-A8C6-FF4A-FE25-CA23144163C7}"/>
                  </a:ext>
                </a:extLst>
              </p:cNvPr>
              <p:cNvSpPr txBox="1">
                <a:spLocks noChangeArrowheads="1"/>
              </p:cNvSpPr>
              <p:nvPr/>
            </p:nvSpPr>
            <p:spPr bwMode="auto">
              <a:xfrm>
                <a:off x="5253630" y="2496496"/>
                <a:ext cx="1355199"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Low Layer </a:t>
                </a:r>
                <a:r>
                  <a:rPr kumimoji="0" lang="en-US" sz="1200" i="0" u="none" strike="noStrike" kern="0" cap="none" spc="0" normalizeH="0" baseline="0" noProof="0" dirty="0">
                    <a:ln>
                      <a:noFill/>
                    </a:ln>
                    <a:solidFill>
                      <a:srgbClr val="000000"/>
                    </a:solidFill>
                    <a:effectLst/>
                    <a:uLnTx/>
                    <a:uFillTx/>
                    <a:latin typeface="Calibri"/>
                    <a:cs typeface="Calibri"/>
                  </a:rPr>
                  <a:t>(simple)</a:t>
                </a:r>
                <a:endParaRPr kumimoji="0" lang="en-US" sz="1300" i="0" u="none" strike="noStrike" kern="0" cap="none" spc="0" normalizeH="0" baseline="0" noProof="0" dirty="0">
                  <a:ln>
                    <a:noFill/>
                  </a:ln>
                  <a:solidFill>
                    <a:srgbClr val="000000"/>
                  </a:solidFill>
                  <a:effectLst/>
                  <a:uLnTx/>
                  <a:uFillTx/>
                  <a:latin typeface="Calibri"/>
                  <a:cs typeface="Calibri"/>
                </a:endParaRPr>
              </a:p>
            </p:txBody>
          </p:sp>
          <p:sp>
            <p:nvSpPr>
              <p:cNvPr id="48" name="Text Box 307">
                <a:extLst>
                  <a:ext uri="{FF2B5EF4-FFF2-40B4-BE49-F238E27FC236}">
                    <a16:creationId xmlns:a16="http://schemas.microsoft.com/office/drawing/2014/main" id="{60E5FE21-E291-A672-8CE9-B1826B990492}"/>
                  </a:ext>
                </a:extLst>
              </p:cNvPr>
              <p:cNvSpPr txBox="1">
                <a:spLocks noChangeArrowheads="1"/>
              </p:cNvSpPr>
              <p:nvPr/>
            </p:nvSpPr>
            <p:spPr bwMode="auto">
              <a:xfrm>
                <a:off x="5287523" y="3389007"/>
                <a:ext cx="132130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300" b="1" i="0" u="none" strike="noStrike" kern="0" cap="none" spc="0" normalizeH="0" baseline="0" noProof="0" dirty="0">
                    <a:ln>
                      <a:noFill/>
                    </a:ln>
                    <a:solidFill>
                      <a:srgbClr val="000000"/>
                    </a:solidFill>
                    <a:effectLst/>
                    <a:uLnTx/>
                    <a:uFillTx/>
                    <a:latin typeface="Calibri"/>
                    <a:cs typeface="Calibri"/>
                  </a:rPr>
                  <a:t>Middle Layer </a:t>
                </a:r>
                <a:r>
                  <a:rPr kumimoji="0" lang="en-US" sz="1200" i="0" u="none" strike="noStrike" kern="0" cap="none" spc="0" normalizeH="0" baseline="0" noProof="0" dirty="0">
                    <a:ln>
                      <a:noFill/>
                    </a:ln>
                    <a:solidFill>
                      <a:srgbClr val="000000"/>
                    </a:solidFill>
                    <a:effectLst/>
                    <a:uLnTx/>
                    <a:uFillTx/>
                    <a:latin typeface="Calibri"/>
                    <a:cs typeface="Calibri"/>
                  </a:rPr>
                  <a:t>(complex)</a:t>
                </a:r>
                <a:endParaRPr kumimoji="0" lang="en-US" sz="1300" i="0" u="none" strike="noStrike" kern="0" cap="none" spc="0" normalizeH="0" baseline="0" noProof="0" dirty="0">
                  <a:ln>
                    <a:noFill/>
                  </a:ln>
                  <a:solidFill>
                    <a:srgbClr val="000000"/>
                  </a:solidFill>
                  <a:effectLst/>
                  <a:uLnTx/>
                  <a:uFillTx/>
                  <a:latin typeface="Calibri"/>
                  <a:cs typeface="Calibri"/>
                </a:endParaRPr>
              </a:p>
            </p:txBody>
          </p:sp>
          <p:sp>
            <p:nvSpPr>
              <p:cNvPr id="49" name="Text Box 307">
                <a:extLst>
                  <a:ext uri="{FF2B5EF4-FFF2-40B4-BE49-F238E27FC236}">
                    <a16:creationId xmlns:a16="http://schemas.microsoft.com/office/drawing/2014/main" id="{D13DCE26-FC73-CA2F-2836-E1A3C73795E1}"/>
                  </a:ext>
                </a:extLst>
              </p:cNvPr>
              <p:cNvSpPr txBox="1">
                <a:spLocks noChangeArrowheads="1"/>
              </p:cNvSpPr>
              <p:nvPr/>
            </p:nvSpPr>
            <p:spPr bwMode="auto">
              <a:xfrm>
                <a:off x="5323790" y="4323461"/>
                <a:ext cx="121487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300" b="1" kern="0" dirty="0">
                    <a:solidFill>
                      <a:srgbClr val="000000"/>
                    </a:solidFill>
                    <a:latin typeface="Calibri"/>
                    <a:cs typeface="Calibri"/>
                  </a:rPr>
                  <a:t>High</a:t>
                </a:r>
                <a:r>
                  <a:rPr kumimoji="0" lang="en-US" sz="1300" b="1" i="0" u="none" strike="noStrike" kern="0" cap="none" spc="0" normalizeH="0" baseline="0" noProof="0" dirty="0">
                    <a:ln>
                      <a:noFill/>
                    </a:ln>
                    <a:solidFill>
                      <a:srgbClr val="000000"/>
                    </a:solidFill>
                    <a:effectLst/>
                    <a:uLnTx/>
                    <a:uFillTx/>
                    <a:latin typeface="Calibri"/>
                    <a:cs typeface="Calibri"/>
                  </a:rPr>
                  <a:t> Layer </a:t>
                </a:r>
                <a:r>
                  <a:rPr kumimoji="0" lang="en-US" sz="1200" i="0" u="none" strike="noStrike" kern="0" cap="none" spc="0" normalizeH="0" baseline="0" noProof="0" dirty="0">
                    <a:ln>
                      <a:noFill/>
                    </a:ln>
                    <a:solidFill>
                      <a:srgbClr val="000000"/>
                    </a:solidFill>
                    <a:effectLst/>
                    <a:uLnTx/>
                    <a:uFillTx/>
                    <a:latin typeface="Calibri"/>
                    <a:cs typeface="Calibri"/>
                  </a:rPr>
                  <a:t>(very complex)</a:t>
                </a:r>
                <a:endParaRPr kumimoji="0" lang="en-US" sz="1300" i="0" u="none" strike="noStrike" kern="0" cap="none" spc="0" normalizeH="0" baseline="0" noProof="0" dirty="0">
                  <a:ln>
                    <a:noFill/>
                  </a:ln>
                  <a:solidFill>
                    <a:srgbClr val="000000"/>
                  </a:solidFill>
                  <a:effectLst/>
                  <a:uLnTx/>
                  <a:uFillTx/>
                  <a:latin typeface="Calibri"/>
                  <a:cs typeface="Calibri"/>
                </a:endParaRPr>
              </a:p>
            </p:txBody>
          </p:sp>
        </p:grpSp>
        <p:sp>
          <p:nvSpPr>
            <p:cNvPr id="2" name="Text Box 307">
              <a:extLst>
                <a:ext uri="{FF2B5EF4-FFF2-40B4-BE49-F238E27FC236}">
                  <a16:creationId xmlns:a16="http://schemas.microsoft.com/office/drawing/2014/main" id="{387C11CB-9EA1-1B25-AE63-6F86D8444D38}"/>
                </a:ext>
              </a:extLst>
            </p:cNvPr>
            <p:cNvSpPr txBox="1">
              <a:spLocks noChangeArrowheads="1"/>
            </p:cNvSpPr>
            <p:nvPr/>
          </p:nvSpPr>
          <p:spPr bwMode="auto">
            <a:xfrm>
              <a:off x="10241680" y="4873042"/>
              <a:ext cx="1214877"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300" b="1" kern="0" dirty="0">
                  <a:solidFill>
                    <a:srgbClr val="000000"/>
                  </a:solidFill>
                  <a:latin typeface="Calibri"/>
                  <a:cs typeface="Calibri"/>
                </a:rPr>
                <a:t>Decision </a:t>
              </a:r>
              <a:r>
                <a:rPr kumimoji="0" lang="en-US" sz="1200" i="0" u="none" strike="noStrike" kern="0" cap="none" spc="0" normalizeH="0" baseline="0" noProof="0" dirty="0">
                  <a:ln>
                    <a:noFill/>
                  </a:ln>
                  <a:solidFill>
                    <a:srgbClr val="000000"/>
                  </a:solidFill>
                  <a:effectLst/>
                  <a:uLnTx/>
                  <a:uFillTx/>
                  <a:latin typeface="Calibri"/>
                  <a:cs typeface="Calibri"/>
                </a:rPr>
                <a:t>(contains a face)</a:t>
              </a:r>
              <a:endParaRPr kumimoji="0" lang="en-US" sz="1300" i="0" u="none" strike="noStrike" kern="0" cap="none" spc="0" normalizeH="0" baseline="0" noProof="0" dirty="0">
                <a:ln>
                  <a:noFill/>
                </a:ln>
                <a:solidFill>
                  <a:srgbClr val="000000"/>
                </a:solidFill>
                <a:effectLst/>
                <a:uLnTx/>
                <a:uFillTx/>
                <a:latin typeface="Calibri"/>
                <a:cs typeface="Calibri"/>
              </a:endParaRPr>
            </a:p>
          </p:txBody>
        </p:sp>
      </p:grpSp>
    </p:spTree>
    <p:extLst>
      <p:ext uri="{BB962C8B-B14F-4D97-AF65-F5344CB8AC3E}">
        <p14:creationId xmlns:p14="http://schemas.microsoft.com/office/powerpoint/2010/main" val="1175387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707E58-4D63-023F-A3F3-FBD3FAD1F6CA}"/>
              </a:ext>
            </a:extLst>
          </p:cNvPr>
          <p:cNvSpPr>
            <a:spLocks noGrp="1"/>
          </p:cNvSpPr>
          <p:nvPr>
            <p:ph type="sldNum" sz="quarter" idx="12"/>
          </p:nvPr>
        </p:nvSpPr>
        <p:spPr/>
        <p:txBody>
          <a:bodyPr/>
          <a:lstStyle/>
          <a:p>
            <a:fld id="{A8160BDD-7155-D744-B749-9730458604AD}" type="slidenum">
              <a:rPr lang="en-US" smtClean="0"/>
              <a:pPr/>
              <a:t>12</a:t>
            </a:fld>
            <a:endParaRPr lang="en-US" dirty="0"/>
          </a:p>
        </p:txBody>
      </p:sp>
      <p:sp>
        <p:nvSpPr>
          <p:cNvPr id="4" name="Title 3">
            <a:extLst>
              <a:ext uri="{FF2B5EF4-FFF2-40B4-BE49-F238E27FC236}">
                <a16:creationId xmlns:a16="http://schemas.microsoft.com/office/drawing/2014/main" id="{1EA71842-3B96-525D-57E8-5CF80B4C1D36}"/>
              </a:ext>
            </a:extLst>
          </p:cNvPr>
          <p:cNvSpPr>
            <a:spLocks noGrp="1"/>
          </p:cNvSpPr>
          <p:nvPr>
            <p:ph type="title"/>
          </p:nvPr>
        </p:nvSpPr>
        <p:spPr/>
        <p:txBody>
          <a:bodyPr/>
          <a:lstStyle/>
          <a:p>
            <a:r>
              <a:rPr lang="en-US" dirty="0"/>
              <a:t>Artificial Neural Networks (ANN)</a:t>
            </a:r>
          </a:p>
        </p:txBody>
      </p:sp>
      <p:grpSp>
        <p:nvGrpSpPr>
          <p:cNvPr id="86" name="Group 85">
            <a:extLst>
              <a:ext uri="{FF2B5EF4-FFF2-40B4-BE49-F238E27FC236}">
                <a16:creationId xmlns:a16="http://schemas.microsoft.com/office/drawing/2014/main" id="{DF7BD915-3A48-8AC7-4FFD-544340FE3570}"/>
              </a:ext>
            </a:extLst>
          </p:cNvPr>
          <p:cNvGrpSpPr/>
          <p:nvPr/>
        </p:nvGrpSpPr>
        <p:grpSpPr>
          <a:xfrm>
            <a:off x="1493538" y="1090094"/>
            <a:ext cx="10191362" cy="5167291"/>
            <a:chOff x="1744390" y="1090094"/>
            <a:chExt cx="10191362" cy="5167291"/>
          </a:xfrm>
        </p:grpSpPr>
        <p:grpSp>
          <p:nvGrpSpPr>
            <p:cNvPr id="5" name="Group 4">
              <a:extLst>
                <a:ext uri="{FF2B5EF4-FFF2-40B4-BE49-F238E27FC236}">
                  <a16:creationId xmlns:a16="http://schemas.microsoft.com/office/drawing/2014/main" id="{93EE2670-752B-1EA5-7841-67EAFCD7AED9}"/>
                </a:ext>
              </a:extLst>
            </p:cNvPr>
            <p:cNvGrpSpPr/>
            <p:nvPr/>
          </p:nvGrpSpPr>
          <p:grpSpPr>
            <a:xfrm>
              <a:off x="1744390" y="1090094"/>
              <a:ext cx="8703220" cy="5167291"/>
              <a:chOff x="250964" y="994844"/>
              <a:chExt cx="8703220" cy="5167291"/>
            </a:xfrm>
          </p:grpSpPr>
          <p:sp>
            <p:nvSpPr>
              <p:cNvPr id="6" name="Rectangle 5">
                <a:extLst>
                  <a:ext uri="{FF2B5EF4-FFF2-40B4-BE49-F238E27FC236}">
                    <a16:creationId xmlns:a16="http://schemas.microsoft.com/office/drawing/2014/main" id="{EDF5EB47-DFB2-AF27-9C0C-59BA0A08D267}"/>
                  </a:ext>
                </a:extLst>
              </p:cNvPr>
              <p:cNvSpPr/>
              <p:nvPr/>
            </p:nvSpPr>
            <p:spPr>
              <a:xfrm rot="16200000">
                <a:off x="1572517" y="2803904"/>
                <a:ext cx="4808056" cy="1908406"/>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b="1" kern="0" dirty="0">
                  <a:solidFill>
                    <a:srgbClr val="FF0000"/>
                  </a:solidFill>
                  <a:latin typeface="Arial"/>
                </a:endParaRPr>
              </a:p>
            </p:txBody>
          </p:sp>
          <p:sp>
            <p:nvSpPr>
              <p:cNvPr id="7" name="Rectangle 6">
                <a:extLst>
                  <a:ext uri="{FF2B5EF4-FFF2-40B4-BE49-F238E27FC236}">
                    <a16:creationId xmlns:a16="http://schemas.microsoft.com/office/drawing/2014/main" id="{9B275314-369A-2377-8631-F70ADACECC46}"/>
                  </a:ext>
                </a:extLst>
              </p:cNvPr>
              <p:cNvSpPr/>
              <p:nvPr/>
            </p:nvSpPr>
            <p:spPr>
              <a:xfrm rot="16200000">
                <a:off x="4642568" y="2800154"/>
                <a:ext cx="4808056" cy="1908406"/>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b="1" kern="0" dirty="0">
                  <a:solidFill>
                    <a:srgbClr val="FF0000"/>
                  </a:solidFill>
                  <a:latin typeface="Arial"/>
                </a:endParaRPr>
              </a:p>
            </p:txBody>
          </p:sp>
          <p:sp>
            <p:nvSpPr>
              <p:cNvPr id="8" name="Rectangle 7">
                <a:extLst>
                  <a:ext uri="{FF2B5EF4-FFF2-40B4-BE49-F238E27FC236}">
                    <a16:creationId xmlns:a16="http://schemas.microsoft.com/office/drawing/2014/main" id="{C9847666-5E1B-4042-3B95-4A5F992E88B9}"/>
                  </a:ext>
                </a:extLst>
              </p:cNvPr>
              <p:cNvSpPr/>
              <p:nvPr/>
            </p:nvSpPr>
            <p:spPr>
              <a:xfrm rot="16200000">
                <a:off x="-1348198" y="2949494"/>
                <a:ext cx="4808057" cy="1609734"/>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9" name="Oval 8">
                <a:extLst>
                  <a:ext uri="{FF2B5EF4-FFF2-40B4-BE49-F238E27FC236}">
                    <a16:creationId xmlns:a16="http://schemas.microsoft.com/office/drawing/2014/main" id="{52DC77B5-E461-0709-DE4F-6B49761C4E98}"/>
                  </a:ext>
                </a:extLst>
              </p:cNvPr>
              <p:cNvSpPr>
                <a:spLocks noChangeAspect="1"/>
              </p:cNvSpPr>
              <p:nvPr/>
            </p:nvSpPr>
            <p:spPr>
              <a:xfrm>
                <a:off x="341925" y="1624942"/>
                <a:ext cx="763861" cy="762419"/>
              </a:xfrm>
              <a:prstGeom prst="ellipse">
                <a:avLst/>
              </a:prstGeom>
              <a:solidFill>
                <a:srgbClr val="1D3764"/>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0" name="Oval 9">
                <a:extLst>
                  <a:ext uri="{FF2B5EF4-FFF2-40B4-BE49-F238E27FC236}">
                    <a16:creationId xmlns:a16="http://schemas.microsoft.com/office/drawing/2014/main" id="{12607CE6-E34D-BC50-3B9C-B04CD613B47F}"/>
                  </a:ext>
                </a:extLst>
              </p:cNvPr>
              <p:cNvSpPr>
                <a:spLocks noChangeAspect="1"/>
              </p:cNvSpPr>
              <p:nvPr/>
            </p:nvSpPr>
            <p:spPr>
              <a:xfrm>
                <a:off x="341925" y="2760708"/>
                <a:ext cx="763861" cy="762419"/>
              </a:xfrm>
              <a:prstGeom prst="ellipse">
                <a:avLst/>
              </a:prstGeom>
              <a:solidFill>
                <a:srgbClr val="1D3764"/>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1" name="Oval 10">
                <a:extLst>
                  <a:ext uri="{FF2B5EF4-FFF2-40B4-BE49-F238E27FC236}">
                    <a16:creationId xmlns:a16="http://schemas.microsoft.com/office/drawing/2014/main" id="{D9A53D66-4CD7-31EC-54D9-A4B9B89D214A}"/>
                  </a:ext>
                </a:extLst>
              </p:cNvPr>
              <p:cNvSpPr>
                <a:spLocks noChangeAspect="1"/>
              </p:cNvSpPr>
              <p:nvPr/>
            </p:nvSpPr>
            <p:spPr>
              <a:xfrm>
                <a:off x="341925" y="3896474"/>
                <a:ext cx="763861" cy="762419"/>
              </a:xfrm>
              <a:prstGeom prst="ellipse">
                <a:avLst/>
              </a:prstGeom>
              <a:solidFill>
                <a:srgbClr val="1D3764"/>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2" name="Oval 11">
                <a:extLst>
                  <a:ext uri="{FF2B5EF4-FFF2-40B4-BE49-F238E27FC236}">
                    <a16:creationId xmlns:a16="http://schemas.microsoft.com/office/drawing/2014/main" id="{ABE0BBA4-FB5A-D5C0-552B-952E78CD77C7}"/>
                  </a:ext>
                </a:extLst>
              </p:cNvPr>
              <p:cNvSpPr>
                <a:spLocks noChangeAspect="1"/>
              </p:cNvSpPr>
              <p:nvPr/>
            </p:nvSpPr>
            <p:spPr>
              <a:xfrm>
                <a:off x="859766" y="5229003"/>
                <a:ext cx="763861" cy="762419"/>
              </a:xfrm>
              <a:prstGeom prst="ellipse">
                <a:avLst/>
              </a:prstGeom>
              <a:solidFill>
                <a:srgbClr val="1D3764"/>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cxnSp>
            <p:nvCxnSpPr>
              <p:cNvPr id="13" name="Straight Connector 12">
                <a:extLst>
                  <a:ext uri="{FF2B5EF4-FFF2-40B4-BE49-F238E27FC236}">
                    <a16:creationId xmlns:a16="http://schemas.microsoft.com/office/drawing/2014/main" id="{68462556-4285-EB01-AD38-117946B23314}"/>
                  </a:ext>
                </a:extLst>
              </p:cNvPr>
              <p:cNvCxnSpPr>
                <a:cxnSpLocks/>
              </p:cNvCxnSpPr>
              <p:nvPr/>
            </p:nvCxnSpPr>
            <p:spPr>
              <a:xfrm flipV="1">
                <a:off x="1105786" y="3472933"/>
                <a:ext cx="2263723" cy="822922"/>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E7D3040-1CCA-D94C-80CC-A0B882BF5754}"/>
                  </a:ext>
                </a:extLst>
              </p:cNvPr>
              <p:cNvCxnSpPr>
                <a:cxnSpLocks/>
                <a:endCxn id="65" idx="1"/>
              </p:cNvCxnSpPr>
              <p:nvPr/>
            </p:nvCxnSpPr>
            <p:spPr>
              <a:xfrm>
                <a:off x="1031977" y="2214245"/>
                <a:ext cx="2462064" cy="791402"/>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A8DE14F-A372-8EB2-E6EA-655840989024}"/>
                  </a:ext>
                </a:extLst>
              </p:cNvPr>
              <p:cNvCxnSpPr>
                <a:cxnSpLocks/>
              </p:cNvCxnSpPr>
              <p:nvPr/>
            </p:nvCxnSpPr>
            <p:spPr>
              <a:xfrm flipV="1">
                <a:off x="1621369" y="4855582"/>
                <a:ext cx="1839010" cy="782518"/>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grpSp>
            <p:nvGrpSpPr>
              <p:cNvPr id="20" name="Group 19">
                <a:extLst>
                  <a:ext uri="{FF2B5EF4-FFF2-40B4-BE49-F238E27FC236}">
                    <a16:creationId xmlns:a16="http://schemas.microsoft.com/office/drawing/2014/main" id="{EA7441EB-C811-7E3B-EA60-18DC2454F3F9}"/>
                  </a:ext>
                </a:extLst>
              </p:cNvPr>
              <p:cNvGrpSpPr>
                <a:grpSpLocks noChangeAspect="1"/>
              </p:cNvGrpSpPr>
              <p:nvPr/>
            </p:nvGrpSpPr>
            <p:grpSpPr>
              <a:xfrm>
                <a:off x="6410411" y="2394801"/>
                <a:ext cx="1272365" cy="773598"/>
                <a:chOff x="4017992" y="2333844"/>
                <a:chExt cx="2658140" cy="1616149"/>
              </a:xfrm>
            </p:grpSpPr>
            <p:sp>
              <p:nvSpPr>
                <p:cNvPr id="71" name="Oval 70">
                  <a:extLst>
                    <a:ext uri="{FF2B5EF4-FFF2-40B4-BE49-F238E27FC236}">
                      <a16:creationId xmlns:a16="http://schemas.microsoft.com/office/drawing/2014/main" id="{43DCF3CE-B868-F255-FF9E-1387BB79BF0C}"/>
                    </a:ext>
                  </a:extLst>
                </p:cNvPr>
                <p:cNvSpPr/>
                <p:nvPr/>
              </p:nvSpPr>
              <p:spPr>
                <a:xfrm>
                  <a:off x="4017992" y="2333844"/>
                  <a:ext cx="2658140" cy="1616149"/>
                </a:xfrm>
                <a:prstGeom prst="ellipse">
                  <a:avLst/>
                </a:prstGeom>
                <a:solidFill>
                  <a:srgbClr val="009DDC"/>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73" name="TextBox 72">
                  <a:extLst>
                    <a:ext uri="{FF2B5EF4-FFF2-40B4-BE49-F238E27FC236}">
                      <a16:creationId xmlns:a16="http://schemas.microsoft.com/office/drawing/2014/main" id="{7D7D3EE5-B410-6A48-6072-FC2779D0B38D}"/>
                    </a:ext>
                  </a:extLst>
                </p:cNvPr>
                <p:cNvSpPr txBox="1"/>
                <p:nvPr/>
              </p:nvSpPr>
              <p:spPr>
                <a:xfrm>
                  <a:off x="4424182" y="2631671"/>
                  <a:ext cx="136" cy="1028779"/>
                </a:xfrm>
                <a:prstGeom prst="rect">
                  <a:avLst/>
                </a:prstGeom>
                <a:noFill/>
              </p:spPr>
              <p:txBody>
                <a:bodyPr wrap="none" lIns="0" tIns="0" rIns="0" bIns="0" rtlCol="0">
                  <a:spAutoFit/>
                </a:bodyPr>
                <a:lstStyle/>
                <a:p>
                  <a:endParaRPr lang="en-US" sz="3200" dirty="0">
                    <a:solidFill>
                      <a:schemeClr val="bg1"/>
                    </a:solidFill>
                  </a:endParaRPr>
                </a:p>
              </p:txBody>
            </p:sp>
          </p:grpSp>
          <p:cxnSp>
            <p:nvCxnSpPr>
              <p:cNvPr id="21" name="Straight Connector 20">
                <a:extLst>
                  <a:ext uri="{FF2B5EF4-FFF2-40B4-BE49-F238E27FC236}">
                    <a16:creationId xmlns:a16="http://schemas.microsoft.com/office/drawing/2014/main" id="{A774D8F2-3AD1-C54F-79F3-816453E13C95}"/>
                  </a:ext>
                </a:extLst>
              </p:cNvPr>
              <p:cNvCxnSpPr>
                <a:cxnSpLocks/>
              </p:cNvCxnSpPr>
              <p:nvPr/>
            </p:nvCxnSpPr>
            <p:spPr>
              <a:xfrm flipV="1">
                <a:off x="1034831" y="3251672"/>
                <a:ext cx="2249304" cy="100073"/>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0828525-28C8-42E7-A252-044D21E786DF}"/>
                  </a:ext>
                </a:extLst>
              </p:cNvPr>
              <p:cNvCxnSpPr>
                <a:cxnSpLocks/>
              </p:cNvCxnSpPr>
              <p:nvPr/>
            </p:nvCxnSpPr>
            <p:spPr>
              <a:xfrm flipV="1">
                <a:off x="1111756" y="1794847"/>
                <a:ext cx="2266022" cy="222855"/>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0110423D-15C9-C999-B6F4-9D04E4458659}"/>
                  </a:ext>
                </a:extLst>
              </p:cNvPr>
              <p:cNvCxnSpPr>
                <a:cxnSpLocks/>
              </p:cNvCxnSpPr>
              <p:nvPr/>
            </p:nvCxnSpPr>
            <p:spPr>
              <a:xfrm flipV="1">
                <a:off x="1099158" y="2015110"/>
                <a:ext cx="2184977" cy="1148069"/>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72A7E8A-05BB-7AB3-CADD-0D64C0CE3C43}"/>
                  </a:ext>
                </a:extLst>
              </p:cNvPr>
              <p:cNvCxnSpPr>
                <a:cxnSpLocks/>
              </p:cNvCxnSpPr>
              <p:nvPr/>
            </p:nvCxnSpPr>
            <p:spPr>
              <a:xfrm flipV="1">
                <a:off x="1078656" y="2187374"/>
                <a:ext cx="2292464" cy="1937509"/>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88424A96-C227-FDBC-A77B-E2C716253C40}"/>
                  </a:ext>
                </a:extLst>
              </p:cNvPr>
              <p:cNvCxnSpPr>
                <a:cxnSpLocks/>
              </p:cNvCxnSpPr>
              <p:nvPr/>
            </p:nvCxnSpPr>
            <p:spPr>
              <a:xfrm flipV="1">
                <a:off x="1571925" y="3594950"/>
                <a:ext cx="1930211" cy="1799314"/>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grpSp>
            <p:nvGrpSpPr>
              <p:cNvPr id="26" name="Group 25">
                <a:extLst>
                  <a:ext uri="{FF2B5EF4-FFF2-40B4-BE49-F238E27FC236}">
                    <a16:creationId xmlns:a16="http://schemas.microsoft.com/office/drawing/2014/main" id="{2565FE35-0505-DBCB-A71E-BCCC8A63D66B}"/>
                  </a:ext>
                </a:extLst>
              </p:cNvPr>
              <p:cNvGrpSpPr>
                <a:grpSpLocks noChangeAspect="1"/>
              </p:cNvGrpSpPr>
              <p:nvPr/>
            </p:nvGrpSpPr>
            <p:grpSpPr>
              <a:xfrm>
                <a:off x="6410411" y="4272094"/>
                <a:ext cx="1272365" cy="773598"/>
                <a:chOff x="4017992" y="2333844"/>
                <a:chExt cx="2658140" cy="1616149"/>
              </a:xfrm>
            </p:grpSpPr>
            <p:sp>
              <p:nvSpPr>
                <p:cNvPr id="68" name="Oval 67">
                  <a:extLst>
                    <a:ext uri="{FF2B5EF4-FFF2-40B4-BE49-F238E27FC236}">
                      <a16:creationId xmlns:a16="http://schemas.microsoft.com/office/drawing/2014/main" id="{DA81DEEE-939E-FB16-EAB4-508610E2C305}"/>
                    </a:ext>
                  </a:extLst>
                </p:cNvPr>
                <p:cNvSpPr/>
                <p:nvPr/>
              </p:nvSpPr>
              <p:spPr>
                <a:xfrm>
                  <a:off x="4017992" y="2333844"/>
                  <a:ext cx="2658140" cy="1616149"/>
                </a:xfrm>
                <a:prstGeom prst="ellipse">
                  <a:avLst/>
                </a:prstGeom>
                <a:solidFill>
                  <a:srgbClr val="009DDC"/>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70" name="TextBox 69">
                  <a:extLst>
                    <a:ext uri="{FF2B5EF4-FFF2-40B4-BE49-F238E27FC236}">
                      <a16:creationId xmlns:a16="http://schemas.microsoft.com/office/drawing/2014/main" id="{AB6C3096-CC96-6C3C-ADF5-1F5F3F9E2993}"/>
                    </a:ext>
                  </a:extLst>
                </p:cNvPr>
                <p:cNvSpPr txBox="1"/>
                <p:nvPr/>
              </p:nvSpPr>
              <p:spPr>
                <a:xfrm>
                  <a:off x="4424182" y="2631671"/>
                  <a:ext cx="136" cy="1028779"/>
                </a:xfrm>
                <a:prstGeom prst="rect">
                  <a:avLst/>
                </a:prstGeom>
                <a:noFill/>
              </p:spPr>
              <p:txBody>
                <a:bodyPr wrap="none" lIns="0" tIns="0" rIns="0" bIns="0" rtlCol="0">
                  <a:spAutoFit/>
                </a:bodyPr>
                <a:lstStyle/>
                <a:p>
                  <a:endParaRPr lang="en-US" sz="3200" dirty="0">
                    <a:solidFill>
                      <a:schemeClr val="bg1"/>
                    </a:solidFill>
                  </a:endParaRPr>
                </a:p>
              </p:txBody>
            </p:sp>
          </p:grpSp>
          <p:sp>
            <p:nvSpPr>
              <p:cNvPr id="27" name="Oval 26">
                <a:extLst>
                  <a:ext uri="{FF2B5EF4-FFF2-40B4-BE49-F238E27FC236}">
                    <a16:creationId xmlns:a16="http://schemas.microsoft.com/office/drawing/2014/main" id="{6091E31E-1EBE-7108-B0C9-1567D00B0FE2}"/>
                  </a:ext>
                </a:extLst>
              </p:cNvPr>
              <p:cNvSpPr/>
              <p:nvPr/>
            </p:nvSpPr>
            <p:spPr>
              <a:xfrm>
                <a:off x="3307706" y="1611881"/>
                <a:ext cx="1272365" cy="773598"/>
              </a:xfrm>
              <a:prstGeom prst="ellipse">
                <a:avLst/>
              </a:prstGeom>
              <a:solidFill>
                <a:srgbClr val="009DDC"/>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grpSp>
            <p:nvGrpSpPr>
              <p:cNvPr id="31" name="Group 30">
                <a:extLst>
                  <a:ext uri="{FF2B5EF4-FFF2-40B4-BE49-F238E27FC236}">
                    <a16:creationId xmlns:a16="http://schemas.microsoft.com/office/drawing/2014/main" id="{925F7A21-DE04-5AB3-E01E-056DD896277E}"/>
                  </a:ext>
                </a:extLst>
              </p:cNvPr>
              <p:cNvGrpSpPr>
                <a:grpSpLocks noChangeAspect="1"/>
              </p:cNvGrpSpPr>
              <p:nvPr/>
            </p:nvGrpSpPr>
            <p:grpSpPr>
              <a:xfrm>
                <a:off x="3307707" y="2892356"/>
                <a:ext cx="1272365" cy="773598"/>
                <a:chOff x="4017992" y="2333844"/>
                <a:chExt cx="2658140" cy="1616149"/>
              </a:xfrm>
            </p:grpSpPr>
            <p:sp>
              <p:nvSpPr>
                <p:cNvPr id="65" name="Oval 64">
                  <a:extLst>
                    <a:ext uri="{FF2B5EF4-FFF2-40B4-BE49-F238E27FC236}">
                      <a16:creationId xmlns:a16="http://schemas.microsoft.com/office/drawing/2014/main" id="{3F3D06E5-6573-3656-73DF-261F0CFDF1DE}"/>
                    </a:ext>
                  </a:extLst>
                </p:cNvPr>
                <p:cNvSpPr/>
                <p:nvPr/>
              </p:nvSpPr>
              <p:spPr>
                <a:xfrm>
                  <a:off x="4017992" y="2333844"/>
                  <a:ext cx="2658140" cy="1616149"/>
                </a:xfrm>
                <a:prstGeom prst="ellipse">
                  <a:avLst/>
                </a:prstGeom>
                <a:solidFill>
                  <a:srgbClr val="009DDC"/>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67" name="TextBox 66">
                  <a:extLst>
                    <a:ext uri="{FF2B5EF4-FFF2-40B4-BE49-F238E27FC236}">
                      <a16:creationId xmlns:a16="http://schemas.microsoft.com/office/drawing/2014/main" id="{AC7464FB-CB62-9D49-3E2A-592C80E9E837}"/>
                    </a:ext>
                  </a:extLst>
                </p:cNvPr>
                <p:cNvSpPr txBox="1"/>
                <p:nvPr/>
              </p:nvSpPr>
              <p:spPr>
                <a:xfrm>
                  <a:off x="4424182" y="2631671"/>
                  <a:ext cx="136" cy="1028779"/>
                </a:xfrm>
                <a:prstGeom prst="rect">
                  <a:avLst/>
                </a:prstGeom>
                <a:noFill/>
              </p:spPr>
              <p:txBody>
                <a:bodyPr wrap="none" lIns="0" tIns="0" rIns="0" bIns="0" rtlCol="0">
                  <a:spAutoFit/>
                </a:bodyPr>
                <a:lstStyle/>
                <a:p>
                  <a:endParaRPr lang="en-US" sz="3200" dirty="0">
                    <a:solidFill>
                      <a:schemeClr val="bg1"/>
                    </a:solidFill>
                  </a:endParaRPr>
                </a:p>
              </p:txBody>
            </p:sp>
          </p:grpSp>
          <p:grpSp>
            <p:nvGrpSpPr>
              <p:cNvPr id="32" name="Group 31">
                <a:extLst>
                  <a:ext uri="{FF2B5EF4-FFF2-40B4-BE49-F238E27FC236}">
                    <a16:creationId xmlns:a16="http://schemas.microsoft.com/office/drawing/2014/main" id="{370AAF4A-AC5D-782B-334E-2D9A1695F440}"/>
                  </a:ext>
                </a:extLst>
              </p:cNvPr>
              <p:cNvGrpSpPr>
                <a:grpSpLocks noChangeAspect="1"/>
              </p:cNvGrpSpPr>
              <p:nvPr/>
            </p:nvGrpSpPr>
            <p:grpSpPr>
              <a:xfrm>
                <a:off x="3307706" y="4177212"/>
                <a:ext cx="1272365" cy="773598"/>
                <a:chOff x="4017992" y="2333844"/>
                <a:chExt cx="2658140" cy="1616149"/>
              </a:xfrm>
            </p:grpSpPr>
            <p:sp>
              <p:nvSpPr>
                <p:cNvPr id="62" name="Oval 61">
                  <a:extLst>
                    <a:ext uri="{FF2B5EF4-FFF2-40B4-BE49-F238E27FC236}">
                      <a16:creationId xmlns:a16="http://schemas.microsoft.com/office/drawing/2014/main" id="{8E34799C-FE00-954C-2721-5992E7531D45}"/>
                    </a:ext>
                  </a:extLst>
                </p:cNvPr>
                <p:cNvSpPr/>
                <p:nvPr/>
              </p:nvSpPr>
              <p:spPr>
                <a:xfrm>
                  <a:off x="4017992" y="2333844"/>
                  <a:ext cx="2658140" cy="1616149"/>
                </a:xfrm>
                <a:prstGeom prst="ellipse">
                  <a:avLst/>
                </a:prstGeom>
                <a:solidFill>
                  <a:srgbClr val="009DDC"/>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64" name="TextBox 63">
                  <a:extLst>
                    <a:ext uri="{FF2B5EF4-FFF2-40B4-BE49-F238E27FC236}">
                      <a16:creationId xmlns:a16="http://schemas.microsoft.com/office/drawing/2014/main" id="{5875CF7B-3E7B-CA22-8148-DFBC6E7C716D}"/>
                    </a:ext>
                  </a:extLst>
                </p:cNvPr>
                <p:cNvSpPr txBox="1"/>
                <p:nvPr/>
              </p:nvSpPr>
              <p:spPr>
                <a:xfrm>
                  <a:off x="4424182" y="2631671"/>
                  <a:ext cx="136" cy="1028779"/>
                </a:xfrm>
                <a:prstGeom prst="rect">
                  <a:avLst/>
                </a:prstGeom>
                <a:noFill/>
              </p:spPr>
              <p:txBody>
                <a:bodyPr wrap="none" lIns="0" tIns="0" rIns="0" bIns="0" rtlCol="0">
                  <a:spAutoFit/>
                </a:bodyPr>
                <a:lstStyle/>
                <a:p>
                  <a:endParaRPr lang="en-US" sz="3200" dirty="0">
                    <a:solidFill>
                      <a:schemeClr val="bg1"/>
                    </a:solidFill>
                  </a:endParaRPr>
                </a:p>
              </p:txBody>
            </p:sp>
          </p:grpSp>
          <p:cxnSp>
            <p:nvCxnSpPr>
              <p:cNvPr id="33" name="Straight Connector 32">
                <a:extLst>
                  <a:ext uri="{FF2B5EF4-FFF2-40B4-BE49-F238E27FC236}">
                    <a16:creationId xmlns:a16="http://schemas.microsoft.com/office/drawing/2014/main" id="{E3BCF07C-0838-5DE3-52FA-3BBE844698B6}"/>
                  </a:ext>
                </a:extLst>
              </p:cNvPr>
              <p:cNvCxnSpPr>
                <a:cxnSpLocks/>
              </p:cNvCxnSpPr>
              <p:nvPr/>
            </p:nvCxnSpPr>
            <p:spPr>
              <a:xfrm flipV="1">
                <a:off x="1308271" y="2319853"/>
                <a:ext cx="2180737" cy="2925971"/>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3F0F69E5-A018-9D6F-0798-528224CC7CC2}"/>
                  </a:ext>
                </a:extLst>
              </p:cNvPr>
              <p:cNvCxnSpPr>
                <a:cxnSpLocks/>
              </p:cNvCxnSpPr>
              <p:nvPr/>
            </p:nvCxnSpPr>
            <p:spPr>
              <a:xfrm>
                <a:off x="746935" y="2355641"/>
                <a:ext cx="2713444" cy="1938888"/>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0E1E95D8-7EAF-D862-6C81-1201DDCE3013}"/>
                  </a:ext>
                </a:extLst>
              </p:cNvPr>
              <p:cNvCxnSpPr>
                <a:cxnSpLocks/>
                <a:endCxn id="62" idx="2"/>
              </p:cNvCxnSpPr>
              <p:nvPr/>
            </p:nvCxnSpPr>
            <p:spPr>
              <a:xfrm>
                <a:off x="753416" y="3503816"/>
                <a:ext cx="2554290" cy="1060195"/>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051A5A01-3481-3D04-A68A-5DF5283B125F}"/>
                  </a:ext>
                </a:extLst>
              </p:cNvPr>
              <p:cNvCxnSpPr>
                <a:cxnSpLocks/>
              </p:cNvCxnSpPr>
              <p:nvPr/>
            </p:nvCxnSpPr>
            <p:spPr>
              <a:xfrm>
                <a:off x="990248" y="4538375"/>
                <a:ext cx="2348162" cy="188109"/>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60" name="Oval 59">
                <a:extLst>
                  <a:ext uri="{FF2B5EF4-FFF2-40B4-BE49-F238E27FC236}">
                    <a16:creationId xmlns:a16="http://schemas.microsoft.com/office/drawing/2014/main" id="{99E5F983-1B2F-BD63-A0EA-3DB2EACE601F}"/>
                  </a:ext>
                </a:extLst>
              </p:cNvPr>
              <p:cNvSpPr>
                <a:spLocks noChangeAspect="1"/>
              </p:cNvSpPr>
              <p:nvPr/>
            </p:nvSpPr>
            <p:spPr>
              <a:xfrm>
                <a:off x="4045707" y="5271945"/>
                <a:ext cx="763861" cy="762419"/>
              </a:xfrm>
              <a:prstGeom prst="ellipse">
                <a:avLst/>
              </a:prstGeom>
              <a:solidFill>
                <a:srgbClr val="1D3764"/>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38" name="Text Box 307">
                <a:extLst>
                  <a:ext uri="{FF2B5EF4-FFF2-40B4-BE49-F238E27FC236}">
                    <a16:creationId xmlns:a16="http://schemas.microsoft.com/office/drawing/2014/main" id="{C7353220-6D77-CFAF-DC5E-6633E8DBE781}"/>
                  </a:ext>
                </a:extLst>
              </p:cNvPr>
              <p:cNvSpPr txBox="1">
                <a:spLocks noChangeArrowheads="1"/>
              </p:cNvSpPr>
              <p:nvPr/>
            </p:nvSpPr>
            <p:spPr bwMode="auto">
              <a:xfrm>
                <a:off x="306202" y="998853"/>
                <a:ext cx="14906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a:cs typeface="Calibri"/>
                  </a:rPr>
                  <a:t>Input Layer</a:t>
                </a:r>
              </a:p>
            </p:txBody>
          </p:sp>
          <p:sp>
            <p:nvSpPr>
              <p:cNvPr id="39" name="Text Box 307">
                <a:extLst>
                  <a:ext uri="{FF2B5EF4-FFF2-40B4-BE49-F238E27FC236}">
                    <a16:creationId xmlns:a16="http://schemas.microsoft.com/office/drawing/2014/main" id="{FC346562-715F-F8E9-F728-2F1B71A2793B}"/>
                  </a:ext>
                </a:extLst>
              </p:cNvPr>
              <p:cNvSpPr txBox="1">
                <a:spLocks noChangeArrowheads="1"/>
              </p:cNvSpPr>
              <p:nvPr/>
            </p:nvSpPr>
            <p:spPr bwMode="auto">
              <a:xfrm>
                <a:off x="6292443" y="994844"/>
                <a:ext cx="14906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600" b="1" kern="0" dirty="0">
                    <a:solidFill>
                      <a:srgbClr val="000000"/>
                    </a:solidFill>
                    <a:latin typeface="Calibri"/>
                    <a:cs typeface="Calibri"/>
                  </a:rPr>
                  <a:t>Output</a:t>
                </a:r>
                <a:r>
                  <a:rPr kumimoji="0" lang="en-US" sz="1600" b="1" i="0" u="none" strike="noStrike" kern="0" cap="none" spc="0" normalizeH="0" baseline="0" noProof="0" dirty="0">
                    <a:ln>
                      <a:noFill/>
                    </a:ln>
                    <a:solidFill>
                      <a:srgbClr val="000000"/>
                    </a:solidFill>
                    <a:effectLst/>
                    <a:uLnTx/>
                    <a:uFillTx/>
                    <a:latin typeface="Calibri"/>
                    <a:cs typeface="Calibri"/>
                  </a:rPr>
                  <a:t> Layer</a:t>
                </a:r>
              </a:p>
            </p:txBody>
          </p:sp>
          <p:sp>
            <p:nvSpPr>
              <p:cNvPr id="40" name="Text Box 307">
                <a:extLst>
                  <a:ext uri="{FF2B5EF4-FFF2-40B4-BE49-F238E27FC236}">
                    <a16:creationId xmlns:a16="http://schemas.microsoft.com/office/drawing/2014/main" id="{EEE14085-5170-5D34-71CB-BB9ADC30B2D7}"/>
                  </a:ext>
                </a:extLst>
              </p:cNvPr>
              <p:cNvSpPr txBox="1">
                <a:spLocks noChangeArrowheads="1"/>
              </p:cNvSpPr>
              <p:nvPr/>
            </p:nvSpPr>
            <p:spPr bwMode="auto">
              <a:xfrm>
                <a:off x="3233181" y="994844"/>
                <a:ext cx="14906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600" b="1" kern="0" dirty="0">
                    <a:solidFill>
                      <a:srgbClr val="000000"/>
                    </a:solidFill>
                    <a:latin typeface="Calibri"/>
                    <a:cs typeface="Calibri"/>
                  </a:rPr>
                  <a:t>Hidden</a:t>
                </a:r>
                <a:r>
                  <a:rPr kumimoji="0" lang="en-US" sz="1600" b="1" i="0" u="none" strike="noStrike" kern="0" cap="none" spc="0" normalizeH="0" baseline="0" noProof="0" dirty="0">
                    <a:ln>
                      <a:noFill/>
                    </a:ln>
                    <a:solidFill>
                      <a:srgbClr val="000000"/>
                    </a:solidFill>
                    <a:effectLst/>
                    <a:uLnTx/>
                    <a:uFillTx/>
                    <a:latin typeface="Calibri"/>
                    <a:cs typeface="Calibri"/>
                  </a:rPr>
                  <a:t> Layer</a:t>
                </a:r>
              </a:p>
            </p:txBody>
          </p:sp>
          <p:cxnSp>
            <p:nvCxnSpPr>
              <p:cNvPr id="41" name="Straight Connector 40">
                <a:extLst>
                  <a:ext uri="{FF2B5EF4-FFF2-40B4-BE49-F238E27FC236}">
                    <a16:creationId xmlns:a16="http://schemas.microsoft.com/office/drawing/2014/main" id="{83193E0F-51A8-B0CD-6D79-47669C02037E}"/>
                  </a:ext>
                </a:extLst>
              </p:cNvPr>
              <p:cNvCxnSpPr>
                <a:cxnSpLocks/>
              </p:cNvCxnSpPr>
              <p:nvPr/>
            </p:nvCxnSpPr>
            <p:spPr>
              <a:xfrm>
                <a:off x="4542219" y="1902545"/>
                <a:ext cx="1938264" cy="657153"/>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41B061AE-0F91-D2E5-C520-B3A32600AF3E}"/>
                  </a:ext>
                </a:extLst>
              </p:cNvPr>
              <p:cNvCxnSpPr>
                <a:cxnSpLocks/>
              </p:cNvCxnSpPr>
              <p:nvPr/>
            </p:nvCxnSpPr>
            <p:spPr>
              <a:xfrm>
                <a:off x="4503238" y="2157804"/>
                <a:ext cx="2064424" cy="2256850"/>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EAB9DBE7-6992-8B2C-C04A-9997BBC83142}"/>
                  </a:ext>
                </a:extLst>
              </p:cNvPr>
              <p:cNvCxnSpPr>
                <a:cxnSpLocks/>
              </p:cNvCxnSpPr>
              <p:nvPr/>
            </p:nvCxnSpPr>
            <p:spPr>
              <a:xfrm flipV="1">
                <a:off x="4503238" y="2895600"/>
                <a:ext cx="1926137" cy="218279"/>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8DB8768E-F2A2-2C15-C8B9-B2B53F566A19}"/>
                  </a:ext>
                </a:extLst>
              </p:cNvPr>
              <p:cNvCxnSpPr>
                <a:cxnSpLocks/>
                <a:endCxn id="68" idx="2"/>
              </p:cNvCxnSpPr>
              <p:nvPr/>
            </p:nvCxnSpPr>
            <p:spPr>
              <a:xfrm>
                <a:off x="4415143" y="3573848"/>
                <a:ext cx="1995268" cy="1085045"/>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B556A6A4-73EA-EBC7-E190-C9E8816CD7BD}"/>
                  </a:ext>
                </a:extLst>
              </p:cNvPr>
              <p:cNvCxnSpPr>
                <a:cxnSpLocks/>
              </p:cNvCxnSpPr>
              <p:nvPr/>
            </p:nvCxnSpPr>
            <p:spPr>
              <a:xfrm flipV="1">
                <a:off x="4549561" y="3102849"/>
                <a:ext cx="2178868" cy="1335752"/>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6837D52-838F-AE86-610A-B13CC4FA1A50}"/>
                  </a:ext>
                </a:extLst>
              </p:cNvPr>
              <p:cNvCxnSpPr>
                <a:cxnSpLocks/>
              </p:cNvCxnSpPr>
              <p:nvPr/>
            </p:nvCxnSpPr>
            <p:spPr>
              <a:xfrm>
                <a:off x="4491296" y="4754279"/>
                <a:ext cx="1985704" cy="122521"/>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B1453C8A-FBF2-84D5-63E0-3C0468A641F5}"/>
                  </a:ext>
                </a:extLst>
              </p:cNvPr>
              <p:cNvCxnSpPr>
                <a:cxnSpLocks/>
                <a:endCxn id="71" idx="4"/>
              </p:cNvCxnSpPr>
              <p:nvPr/>
            </p:nvCxnSpPr>
            <p:spPr>
              <a:xfrm flipV="1">
                <a:off x="4617250" y="3168399"/>
                <a:ext cx="2429344" cy="2169390"/>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A59200E6-F2AB-F95E-6563-95E84C0165D1}"/>
                  </a:ext>
                </a:extLst>
              </p:cNvPr>
              <p:cNvCxnSpPr>
                <a:cxnSpLocks/>
              </p:cNvCxnSpPr>
              <p:nvPr/>
            </p:nvCxnSpPr>
            <p:spPr>
              <a:xfrm flipV="1">
                <a:off x="4789525" y="4981752"/>
                <a:ext cx="1912555" cy="699383"/>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E535E371-44DD-16F9-9841-8B939DC4B728}"/>
                  </a:ext>
                </a:extLst>
              </p:cNvPr>
              <p:cNvCxnSpPr>
                <a:cxnSpLocks/>
              </p:cNvCxnSpPr>
              <p:nvPr/>
            </p:nvCxnSpPr>
            <p:spPr>
              <a:xfrm>
                <a:off x="7682776" y="2760708"/>
                <a:ext cx="1271408" cy="0"/>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28F7F83F-5639-63B3-37CA-59F8E47F4C8C}"/>
                  </a:ext>
                </a:extLst>
              </p:cNvPr>
              <p:cNvCxnSpPr>
                <a:cxnSpLocks/>
              </p:cNvCxnSpPr>
              <p:nvPr/>
            </p:nvCxnSpPr>
            <p:spPr>
              <a:xfrm>
                <a:off x="7682776" y="4658893"/>
                <a:ext cx="1271408" cy="0"/>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grpSp>
        <p:sp>
          <p:nvSpPr>
            <p:cNvPr id="3" name="Text Box 307">
              <a:extLst>
                <a:ext uri="{FF2B5EF4-FFF2-40B4-BE49-F238E27FC236}">
                  <a16:creationId xmlns:a16="http://schemas.microsoft.com/office/drawing/2014/main" id="{32ED2B41-76C6-9842-0280-982BC78C78E9}"/>
                </a:ext>
              </a:extLst>
            </p:cNvPr>
            <p:cNvSpPr txBox="1">
              <a:spLocks noChangeArrowheads="1"/>
            </p:cNvSpPr>
            <p:nvPr/>
          </p:nvSpPr>
          <p:spPr bwMode="auto">
            <a:xfrm>
              <a:off x="1798063" y="1932347"/>
              <a:ext cx="8708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500" b="1" i="0" u="none" strike="noStrike" kern="0" cap="none" spc="0" normalizeH="0" baseline="0" noProof="0" dirty="0">
                  <a:ln>
                    <a:noFill/>
                  </a:ln>
                  <a:solidFill>
                    <a:schemeClr val="bg1"/>
                  </a:solidFill>
                  <a:effectLst/>
                  <a:uLnTx/>
                  <a:uFillTx/>
                  <a:latin typeface="Calibri"/>
                  <a:cs typeface="Calibri"/>
                </a:rPr>
                <a:t>Neuron</a:t>
              </a:r>
            </a:p>
          </p:txBody>
        </p:sp>
        <p:sp>
          <p:nvSpPr>
            <p:cNvPr id="74" name="Text Box 307">
              <a:extLst>
                <a:ext uri="{FF2B5EF4-FFF2-40B4-BE49-F238E27FC236}">
                  <a16:creationId xmlns:a16="http://schemas.microsoft.com/office/drawing/2014/main" id="{6BB2C393-6AA3-CE96-8EAB-890C213B543D}"/>
                </a:ext>
              </a:extLst>
            </p:cNvPr>
            <p:cNvSpPr txBox="1">
              <a:spLocks noChangeArrowheads="1"/>
            </p:cNvSpPr>
            <p:nvPr/>
          </p:nvSpPr>
          <p:spPr bwMode="auto">
            <a:xfrm>
              <a:off x="1792515" y="3077440"/>
              <a:ext cx="8708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500" b="1" i="0" u="none" strike="noStrike" kern="0" cap="none" spc="0" normalizeH="0" baseline="0" noProof="0" dirty="0">
                  <a:ln>
                    <a:noFill/>
                  </a:ln>
                  <a:solidFill>
                    <a:schemeClr val="bg1"/>
                  </a:solidFill>
                  <a:effectLst/>
                  <a:uLnTx/>
                  <a:uFillTx/>
                  <a:latin typeface="Calibri"/>
                  <a:cs typeface="Calibri"/>
                </a:rPr>
                <a:t>Neuron</a:t>
              </a:r>
            </a:p>
          </p:txBody>
        </p:sp>
        <p:sp>
          <p:nvSpPr>
            <p:cNvPr id="75" name="Text Box 307">
              <a:extLst>
                <a:ext uri="{FF2B5EF4-FFF2-40B4-BE49-F238E27FC236}">
                  <a16:creationId xmlns:a16="http://schemas.microsoft.com/office/drawing/2014/main" id="{EF3A8A21-07B6-1B30-221B-AF5785D43848}"/>
                </a:ext>
              </a:extLst>
            </p:cNvPr>
            <p:cNvSpPr txBox="1">
              <a:spLocks noChangeArrowheads="1"/>
            </p:cNvSpPr>
            <p:nvPr/>
          </p:nvSpPr>
          <p:spPr bwMode="auto">
            <a:xfrm>
              <a:off x="1788120" y="4213206"/>
              <a:ext cx="8708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500" b="1" i="0" u="none" strike="noStrike" kern="0" cap="none" spc="0" normalizeH="0" baseline="0" noProof="0" dirty="0">
                  <a:ln>
                    <a:noFill/>
                  </a:ln>
                  <a:solidFill>
                    <a:schemeClr val="bg1"/>
                  </a:solidFill>
                  <a:effectLst/>
                  <a:uLnTx/>
                  <a:uFillTx/>
                  <a:latin typeface="Calibri"/>
                  <a:cs typeface="Calibri"/>
                </a:rPr>
                <a:t>Neuron</a:t>
              </a:r>
            </a:p>
          </p:txBody>
        </p:sp>
        <p:sp>
          <p:nvSpPr>
            <p:cNvPr id="77" name="Text Box 307">
              <a:extLst>
                <a:ext uri="{FF2B5EF4-FFF2-40B4-BE49-F238E27FC236}">
                  <a16:creationId xmlns:a16="http://schemas.microsoft.com/office/drawing/2014/main" id="{B471D9BE-3394-A13C-0AB7-8B8E04E64573}"/>
                </a:ext>
              </a:extLst>
            </p:cNvPr>
            <p:cNvSpPr txBox="1">
              <a:spLocks noChangeArrowheads="1"/>
            </p:cNvSpPr>
            <p:nvPr/>
          </p:nvSpPr>
          <p:spPr bwMode="auto">
            <a:xfrm>
              <a:off x="2306627" y="5539283"/>
              <a:ext cx="8708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500" b="1" i="0" u="none" strike="noStrike" kern="0" cap="none" spc="0" normalizeH="0" baseline="0" noProof="0" dirty="0">
                  <a:ln>
                    <a:noFill/>
                  </a:ln>
                  <a:solidFill>
                    <a:schemeClr val="bg1"/>
                  </a:solidFill>
                  <a:effectLst/>
                  <a:uLnTx/>
                  <a:uFillTx/>
                  <a:latin typeface="Calibri"/>
                  <a:cs typeface="Calibri"/>
                </a:rPr>
                <a:t>Neuron</a:t>
              </a:r>
            </a:p>
          </p:txBody>
        </p:sp>
        <p:sp>
          <p:nvSpPr>
            <p:cNvPr id="78" name="Text Box 307">
              <a:extLst>
                <a:ext uri="{FF2B5EF4-FFF2-40B4-BE49-F238E27FC236}">
                  <a16:creationId xmlns:a16="http://schemas.microsoft.com/office/drawing/2014/main" id="{EBAC5B58-AE85-80FF-8ADC-03B0D4BCD553}"/>
                </a:ext>
              </a:extLst>
            </p:cNvPr>
            <p:cNvSpPr txBox="1">
              <a:spLocks noChangeArrowheads="1"/>
            </p:cNvSpPr>
            <p:nvPr/>
          </p:nvSpPr>
          <p:spPr bwMode="auto">
            <a:xfrm>
              <a:off x="5485615" y="5571767"/>
              <a:ext cx="8708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500" b="1" i="0" u="none" strike="noStrike" kern="0" cap="none" spc="0" normalizeH="0" baseline="0" noProof="0" dirty="0">
                  <a:ln>
                    <a:noFill/>
                  </a:ln>
                  <a:solidFill>
                    <a:schemeClr val="bg1"/>
                  </a:solidFill>
                  <a:effectLst/>
                  <a:uLnTx/>
                  <a:uFillTx/>
                  <a:latin typeface="Calibri"/>
                  <a:cs typeface="Calibri"/>
                </a:rPr>
                <a:t>Neuron</a:t>
              </a:r>
            </a:p>
          </p:txBody>
        </p:sp>
        <p:sp>
          <p:nvSpPr>
            <p:cNvPr id="79" name="Text Box 307">
              <a:extLst>
                <a:ext uri="{FF2B5EF4-FFF2-40B4-BE49-F238E27FC236}">
                  <a16:creationId xmlns:a16="http://schemas.microsoft.com/office/drawing/2014/main" id="{C6C87448-606A-88CE-7992-08A9D527100F}"/>
                </a:ext>
              </a:extLst>
            </p:cNvPr>
            <p:cNvSpPr txBox="1">
              <a:spLocks noChangeArrowheads="1"/>
            </p:cNvSpPr>
            <p:nvPr/>
          </p:nvSpPr>
          <p:spPr bwMode="auto">
            <a:xfrm>
              <a:off x="5011900" y="4489460"/>
              <a:ext cx="8708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500" b="1" i="0" u="none" strike="noStrike" kern="0" cap="none" spc="0" normalizeH="0" baseline="0" noProof="0" dirty="0">
                  <a:ln>
                    <a:noFill/>
                  </a:ln>
                  <a:solidFill>
                    <a:schemeClr val="bg1"/>
                  </a:solidFill>
                  <a:effectLst/>
                  <a:uLnTx/>
                  <a:uFillTx/>
                  <a:latin typeface="Calibri"/>
                  <a:cs typeface="Calibri"/>
                </a:rPr>
                <a:t>Neuron</a:t>
              </a:r>
            </a:p>
          </p:txBody>
        </p:sp>
        <p:sp>
          <p:nvSpPr>
            <p:cNvPr id="80" name="Text Box 307">
              <a:extLst>
                <a:ext uri="{FF2B5EF4-FFF2-40B4-BE49-F238E27FC236}">
                  <a16:creationId xmlns:a16="http://schemas.microsoft.com/office/drawing/2014/main" id="{9C53CD78-9A8A-B51C-8F70-1629B72B8E41}"/>
                </a:ext>
              </a:extLst>
            </p:cNvPr>
            <p:cNvSpPr txBox="1">
              <a:spLocks noChangeArrowheads="1"/>
            </p:cNvSpPr>
            <p:nvPr/>
          </p:nvSpPr>
          <p:spPr bwMode="auto">
            <a:xfrm>
              <a:off x="4999692" y="3203822"/>
              <a:ext cx="8708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500" b="1" i="0" u="none" strike="noStrike" kern="0" cap="none" spc="0" normalizeH="0" baseline="0" noProof="0" dirty="0">
                  <a:ln>
                    <a:noFill/>
                  </a:ln>
                  <a:solidFill>
                    <a:schemeClr val="bg1"/>
                  </a:solidFill>
                  <a:effectLst/>
                  <a:uLnTx/>
                  <a:uFillTx/>
                  <a:latin typeface="Calibri"/>
                  <a:cs typeface="Calibri"/>
                </a:rPr>
                <a:t>Neuron</a:t>
              </a:r>
            </a:p>
          </p:txBody>
        </p:sp>
        <p:sp>
          <p:nvSpPr>
            <p:cNvPr id="81" name="Text Box 307">
              <a:extLst>
                <a:ext uri="{FF2B5EF4-FFF2-40B4-BE49-F238E27FC236}">
                  <a16:creationId xmlns:a16="http://schemas.microsoft.com/office/drawing/2014/main" id="{2AD3B308-6B8D-5137-6DA0-6900D657B90D}"/>
                </a:ext>
              </a:extLst>
            </p:cNvPr>
            <p:cNvSpPr txBox="1">
              <a:spLocks noChangeArrowheads="1"/>
            </p:cNvSpPr>
            <p:nvPr/>
          </p:nvSpPr>
          <p:spPr bwMode="auto">
            <a:xfrm>
              <a:off x="5012896" y="1929889"/>
              <a:ext cx="8708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500" b="1" i="0" u="none" strike="noStrike" kern="0" cap="none" spc="0" normalizeH="0" baseline="0" noProof="0" dirty="0">
                  <a:ln>
                    <a:noFill/>
                  </a:ln>
                  <a:solidFill>
                    <a:schemeClr val="bg1"/>
                  </a:solidFill>
                  <a:effectLst/>
                  <a:uLnTx/>
                  <a:uFillTx/>
                  <a:latin typeface="Calibri"/>
                  <a:cs typeface="Calibri"/>
                </a:rPr>
                <a:t>Neuron</a:t>
              </a:r>
            </a:p>
          </p:txBody>
        </p:sp>
        <p:sp>
          <p:nvSpPr>
            <p:cNvPr id="82" name="Text Box 307">
              <a:extLst>
                <a:ext uri="{FF2B5EF4-FFF2-40B4-BE49-F238E27FC236}">
                  <a16:creationId xmlns:a16="http://schemas.microsoft.com/office/drawing/2014/main" id="{651F3E80-C0C4-8BF0-9F6D-3EAAF4421971}"/>
                </a:ext>
              </a:extLst>
            </p:cNvPr>
            <p:cNvSpPr txBox="1">
              <a:spLocks noChangeArrowheads="1"/>
            </p:cNvSpPr>
            <p:nvPr/>
          </p:nvSpPr>
          <p:spPr bwMode="auto">
            <a:xfrm>
              <a:off x="8106976" y="2716682"/>
              <a:ext cx="8708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500" b="1" i="0" u="none" strike="noStrike" kern="0" cap="none" spc="0" normalizeH="0" baseline="0" noProof="0" dirty="0">
                  <a:ln>
                    <a:noFill/>
                  </a:ln>
                  <a:solidFill>
                    <a:schemeClr val="bg1"/>
                  </a:solidFill>
                  <a:effectLst/>
                  <a:uLnTx/>
                  <a:uFillTx/>
                  <a:latin typeface="Calibri"/>
                  <a:cs typeface="Calibri"/>
                </a:rPr>
                <a:t>Neuron</a:t>
              </a:r>
            </a:p>
          </p:txBody>
        </p:sp>
        <p:sp>
          <p:nvSpPr>
            <p:cNvPr id="83" name="Text Box 307">
              <a:extLst>
                <a:ext uri="{FF2B5EF4-FFF2-40B4-BE49-F238E27FC236}">
                  <a16:creationId xmlns:a16="http://schemas.microsoft.com/office/drawing/2014/main" id="{8814CA89-D86E-7C6B-2EB8-A2B8790D9832}"/>
                </a:ext>
              </a:extLst>
            </p:cNvPr>
            <p:cNvSpPr txBox="1">
              <a:spLocks noChangeArrowheads="1"/>
            </p:cNvSpPr>
            <p:nvPr/>
          </p:nvSpPr>
          <p:spPr bwMode="auto">
            <a:xfrm>
              <a:off x="8104461" y="4583789"/>
              <a:ext cx="8708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500" b="1" i="0" u="none" strike="noStrike" kern="0" cap="none" spc="0" normalizeH="0" baseline="0" noProof="0" dirty="0">
                  <a:ln>
                    <a:noFill/>
                  </a:ln>
                  <a:solidFill>
                    <a:schemeClr val="bg1"/>
                  </a:solidFill>
                  <a:effectLst/>
                  <a:uLnTx/>
                  <a:uFillTx/>
                  <a:latin typeface="Calibri"/>
                  <a:cs typeface="Calibri"/>
                </a:rPr>
                <a:t>Neuron</a:t>
              </a:r>
            </a:p>
          </p:txBody>
        </p:sp>
        <p:sp>
          <p:nvSpPr>
            <p:cNvPr id="84" name="Text Box 307">
              <a:extLst>
                <a:ext uri="{FF2B5EF4-FFF2-40B4-BE49-F238E27FC236}">
                  <a16:creationId xmlns:a16="http://schemas.microsoft.com/office/drawing/2014/main" id="{7CEC5D4B-9766-E042-C1DC-47D9FA0C8D5E}"/>
                </a:ext>
              </a:extLst>
            </p:cNvPr>
            <p:cNvSpPr txBox="1">
              <a:spLocks noChangeArrowheads="1"/>
            </p:cNvSpPr>
            <p:nvPr/>
          </p:nvSpPr>
          <p:spPr bwMode="auto">
            <a:xfrm>
              <a:off x="10447610" y="2686935"/>
              <a:ext cx="1488142"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600" b="1" kern="0" dirty="0">
                  <a:solidFill>
                    <a:srgbClr val="198CA8"/>
                  </a:solidFill>
                  <a:latin typeface="Calibri"/>
                  <a:cs typeface="Calibri"/>
                </a:rPr>
                <a:t>Output A </a:t>
              </a:r>
              <a:r>
                <a:rPr lang="en-US" sz="1400" b="1" kern="0" dirty="0">
                  <a:solidFill>
                    <a:srgbClr val="198CA8"/>
                  </a:solidFill>
                  <a:latin typeface="Calibri"/>
                  <a:cs typeface="Calibri"/>
                </a:rPr>
                <a:t>(contains a face)</a:t>
              </a:r>
              <a:endParaRPr kumimoji="0" lang="en-US" sz="1600" b="1" i="0" u="none" strike="noStrike" kern="0" cap="none" spc="0" normalizeH="0" baseline="0" noProof="0" dirty="0">
                <a:ln>
                  <a:noFill/>
                </a:ln>
                <a:solidFill>
                  <a:srgbClr val="198CA8"/>
                </a:solidFill>
                <a:effectLst/>
                <a:uLnTx/>
                <a:uFillTx/>
                <a:latin typeface="Calibri"/>
                <a:cs typeface="Calibri"/>
              </a:endParaRPr>
            </a:p>
          </p:txBody>
        </p:sp>
        <p:sp>
          <p:nvSpPr>
            <p:cNvPr id="85" name="Text Box 307">
              <a:extLst>
                <a:ext uri="{FF2B5EF4-FFF2-40B4-BE49-F238E27FC236}">
                  <a16:creationId xmlns:a16="http://schemas.microsoft.com/office/drawing/2014/main" id="{A42F24AA-B680-F000-AD66-380BF509673B}"/>
                </a:ext>
              </a:extLst>
            </p:cNvPr>
            <p:cNvSpPr txBox="1">
              <a:spLocks noChangeArrowheads="1"/>
            </p:cNvSpPr>
            <p:nvPr/>
          </p:nvSpPr>
          <p:spPr bwMode="auto">
            <a:xfrm>
              <a:off x="10447610" y="4592044"/>
              <a:ext cx="148814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600" b="1" kern="0" dirty="0">
                  <a:solidFill>
                    <a:srgbClr val="F05323"/>
                  </a:solidFill>
                  <a:latin typeface="Calibri"/>
                  <a:cs typeface="Calibri"/>
                </a:rPr>
                <a:t>Output B </a:t>
              </a:r>
              <a:r>
                <a:rPr lang="en-US" sz="1400" b="1" kern="0" dirty="0">
                  <a:solidFill>
                    <a:srgbClr val="F05323"/>
                  </a:solidFill>
                  <a:latin typeface="Calibri"/>
                  <a:cs typeface="Calibri"/>
                </a:rPr>
                <a:t>(doesn't contain a face)</a:t>
              </a:r>
              <a:endParaRPr kumimoji="0" lang="en-US" sz="1600" b="1" i="0" u="none" strike="noStrike" kern="0" cap="none" spc="0" normalizeH="0" baseline="0" noProof="0" dirty="0">
                <a:ln>
                  <a:noFill/>
                </a:ln>
                <a:solidFill>
                  <a:srgbClr val="F05323"/>
                </a:solidFill>
                <a:effectLst/>
                <a:uLnTx/>
                <a:uFillTx/>
                <a:latin typeface="Calibri"/>
                <a:cs typeface="Calibri"/>
              </a:endParaRPr>
            </a:p>
          </p:txBody>
        </p:sp>
      </p:grpSp>
    </p:spTree>
    <p:extLst>
      <p:ext uri="{BB962C8B-B14F-4D97-AF65-F5344CB8AC3E}">
        <p14:creationId xmlns:p14="http://schemas.microsoft.com/office/powerpoint/2010/main" val="1874880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707E58-4D63-023F-A3F3-FBD3FAD1F6CA}"/>
              </a:ext>
            </a:extLst>
          </p:cNvPr>
          <p:cNvSpPr>
            <a:spLocks noGrp="1"/>
          </p:cNvSpPr>
          <p:nvPr>
            <p:ph type="sldNum" sz="quarter" idx="12"/>
          </p:nvPr>
        </p:nvSpPr>
        <p:spPr/>
        <p:txBody>
          <a:bodyPr/>
          <a:lstStyle/>
          <a:p>
            <a:fld id="{A8160BDD-7155-D744-B749-9730458604AD}" type="slidenum">
              <a:rPr lang="en-US" smtClean="0"/>
              <a:pPr/>
              <a:t>13</a:t>
            </a:fld>
            <a:endParaRPr lang="en-US" dirty="0"/>
          </a:p>
        </p:txBody>
      </p:sp>
      <p:sp>
        <p:nvSpPr>
          <p:cNvPr id="4" name="Title 3">
            <a:extLst>
              <a:ext uri="{FF2B5EF4-FFF2-40B4-BE49-F238E27FC236}">
                <a16:creationId xmlns:a16="http://schemas.microsoft.com/office/drawing/2014/main" id="{1EA71842-3B96-525D-57E8-5CF80B4C1D36}"/>
              </a:ext>
            </a:extLst>
          </p:cNvPr>
          <p:cNvSpPr>
            <a:spLocks noGrp="1"/>
          </p:cNvSpPr>
          <p:nvPr>
            <p:ph type="title"/>
          </p:nvPr>
        </p:nvSpPr>
        <p:spPr/>
        <p:txBody>
          <a:bodyPr/>
          <a:lstStyle/>
          <a:p>
            <a:r>
              <a:rPr lang="en-US" dirty="0"/>
              <a:t>Parameters and Weights</a:t>
            </a:r>
          </a:p>
        </p:txBody>
      </p:sp>
      <p:grpSp>
        <p:nvGrpSpPr>
          <p:cNvPr id="15" name="Group 14">
            <a:extLst>
              <a:ext uri="{FF2B5EF4-FFF2-40B4-BE49-F238E27FC236}">
                <a16:creationId xmlns:a16="http://schemas.microsoft.com/office/drawing/2014/main" id="{EB2957EF-99DC-FAC1-2B34-1A9CBCBDD50B}"/>
              </a:ext>
            </a:extLst>
          </p:cNvPr>
          <p:cNvGrpSpPr/>
          <p:nvPr/>
        </p:nvGrpSpPr>
        <p:grpSpPr>
          <a:xfrm>
            <a:off x="1744390" y="1090094"/>
            <a:ext cx="10000570" cy="5167291"/>
            <a:chOff x="1744390" y="1090094"/>
            <a:chExt cx="10000570" cy="5167291"/>
          </a:xfrm>
        </p:grpSpPr>
        <p:grpSp>
          <p:nvGrpSpPr>
            <p:cNvPr id="100" name="Group 99">
              <a:extLst>
                <a:ext uri="{FF2B5EF4-FFF2-40B4-BE49-F238E27FC236}">
                  <a16:creationId xmlns:a16="http://schemas.microsoft.com/office/drawing/2014/main" id="{CF072DCD-A470-3F31-692B-D04D895BEC01}"/>
                </a:ext>
              </a:extLst>
            </p:cNvPr>
            <p:cNvGrpSpPr/>
            <p:nvPr/>
          </p:nvGrpSpPr>
          <p:grpSpPr>
            <a:xfrm>
              <a:off x="1744390" y="1090094"/>
              <a:ext cx="10000570" cy="5167291"/>
              <a:chOff x="1744390" y="1090094"/>
              <a:chExt cx="10000570" cy="5167291"/>
            </a:xfrm>
          </p:grpSpPr>
          <p:sp>
            <p:nvSpPr>
              <p:cNvPr id="6" name="Rectangle 5">
                <a:extLst>
                  <a:ext uri="{FF2B5EF4-FFF2-40B4-BE49-F238E27FC236}">
                    <a16:creationId xmlns:a16="http://schemas.microsoft.com/office/drawing/2014/main" id="{EDF5EB47-DFB2-AF27-9C0C-59BA0A08D267}"/>
                  </a:ext>
                </a:extLst>
              </p:cNvPr>
              <p:cNvSpPr/>
              <p:nvPr/>
            </p:nvSpPr>
            <p:spPr>
              <a:xfrm rot="16200000">
                <a:off x="3065943" y="2899154"/>
                <a:ext cx="4808056" cy="1908406"/>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b="1" kern="0" dirty="0">
                  <a:solidFill>
                    <a:srgbClr val="FF0000"/>
                  </a:solidFill>
                  <a:latin typeface="Arial"/>
                </a:endParaRPr>
              </a:p>
            </p:txBody>
          </p:sp>
          <p:sp>
            <p:nvSpPr>
              <p:cNvPr id="7" name="Rectangle 6">
                <a:extLst>
                  <a:ext uri="{FF2B5EF4-FFF2-40B4-BE49-F238E27FC236}">
                    <a16:creationId xmlns:a16="http://schemas.microsoft.com/office/drawing/2014/main" id="{9B275314-369A-2377-8631-F70ADACECC46}"/>
                  </a:ext>
                </a:extLst>
              </p:cNvPr>
              <p:cNvSpPr/>
              <p:nvPr/>
            </p:nvSpPr>
            <p:spPr>
              <a:xfrm rot="16200000">
                <a:off x="6135994" y="2895404"/>
                <a:ext cx="4808056" cy="1908406"/>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b="1" kern="0" dirty="0">
                  <a:solidFill>
                    <a:srgbClr val="FF0000"/>
                  </a:solidFill>
                  <a:latin typeface="Arial"/>
                </a:endParaRPr>
              </a:p>
            </p:txBody>
          </p:sp>
          <p:sp>
            <p:nvSpPr>
              <p:cNvPr id="8" name="Rectangle 7">
                <a:extLst>
                  <a:ext uri="{FF2B5EF4-FFF2-40B4-BE49-F238E27FC236}">
                    <a16:creationId xmlns:a16="http://schemas.microsoft.com/office/drawing/2014/main" id="{C9847666-5E1B-4042-3B95-4A5F992E88B9}"/>
                  </a:ext>
                </a:extLst>
              </p:cNvPr>
              <p:cNvSpPr/>
              <p:nvPr/>
            </p:nvSpPr>
            <p:spPr>
              <a:xfrm rot="16200000">
                <a:off x="145228" y="3044744"/>
                <a:ext cx="4808057" cy="1609734"/>
              </a:xfrm>
              <a:prstGeom prst="rect">
                <a:avLst/>
              </a:prstGeom>
              <a:solidFill>
                <a:schemeClr val="accent5">
                  <a:lumMod val="40000"/>
                  <a:lumOff val="60000"/>
                </a:schemeClr>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9" name="Oval 8">
                <a:extLst>
                  <a:ext uri="{FF2B5EF4-FFF2-40B4-BE49-F238E27FC236}">
                    <a16:creationId xmlns:a16="http://schemas.microsoft.com/office/drawing/2014/main" id="{52DC77B5-E461-0709-DE4F-6B49761C4E98}"/>
                  </a:ext>
                </a:extLst>
              </p:cNvPr>
              <p:cNvSpPr>
                <a:spLocks noChangeAspect="1"/>
              </p:cNvSpPr>
              <p:nvPr/>
            </p:nvSpPr>
            <p:spPr>
              <a:xfrm>
                <a:off x="1835351" y="2277541"/>
                <a:ext cx="763861" cy="762419"/>
              </a:xfrm>
              <a:prstGeom prst="ellipse">
                <a:avLst/>
              </a:prstGeom>
              <a:solidFill>
                <a:srgbClr val="1D3764"/>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0" name="Oval 9">
                <a:extLst>
                  <a:ext uri="{FF2B5EF4-FFF2-40B4-BE49-F238E27FC236}">
                    <a16:creationId xmlns:a16="http://schemas.microsoft.com/office/drawing/2014/main" id="{12607CE6-E34D-BC50-3B9C-B04CD613B47F}"/>
                  </a:ext>
                </a:extLst>
              </p:cNvPr>
              <p:cNvSpPr>
                <a:spLocks noChangeAspect="1"/>
              </p:cNvSpPr>
              <p:nvPr/>
            </p:nvSpPr>
            <p:spPr>
              <a:xfrm>
                <a:off x="1835351" y="3413307"/>
                <a:ext cx="763861" cy="762419"/>
              </a:xfrm>
              <a:prstGeom prst="ellipse">
                <a:avLst/>
              </a:prstGeom>
              <a:solidFill>
                <a:srgbClr val="1D3764"/>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1" name="Oval 10">
                <a:extLst>
                  <a:ext uri="{FF2B5EF4-FFF2-40B4-BE49-F238E27FC236}">
                    <a16:creationId xmlns:a16="http://schemas.microsoft.com/office/drawing/2014/main" id="{D9A53D66-4CD7-31EC-54D9-A4B9B89D214A}"/>
                  </a:ext>
                </a:extLst>
              </p:cNvPr>
              <p:cNvSpPr>
                <a:spLocks noChangeAspect="1"/>
              </p:cNvSpPr>
              <p:nvPr/>
            </p:nvSpPr>
            <p:spPr>
              <a:xfrm>
                <a:off x="1835351" y="4549073"/>
                <a:ext cx="763861" cy="762419"/>
              </a:xfrm>
              <a:prstGeom prst="ellipse">
                <a:avLst/>
              </a:prstGeom>
              <a:solidFill>
                <a:srgbClr val="1D3764"/>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cxnSp>
            <p:nvCxnSpPr>
              <p:cNvPr id="13" name="Straight Connector 12">
                <a:extLst>
                  <a:ext uri="{FF2B5EF4-FFF2-40B4-BE49-F238E27FC236}">
                    <a16:creationId xmlns:a16="http://schemas.microsoft.com/office/drawing/2014/main" id="{68462556-4285-EB01-AD38-117946B23314}"/>
                  </a:ext>
                </a:extLst>
              </p:cNvPr>
              <p:cNvCxnSpPr>
                <a:cxnSpLocks/>
              </p:cNvCxnSpPr>
              <p:nvPr/>
            </p:nvCxnSpPr>
            <p:spPr>
              <a:xfrm>
                <a:off x="2595154" y="3805646"/>
                <a:ext cx="2168435" cy="635725"/>
              </a:xfrm>
              <a:prstGeom prst="line">
                <a:avLst/>
              </a:prstGeom>
              <a:ln w="66675">
                <a:solidFill>
                  <a:srgbClr val="F05323"/>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7D7D3EE5-B410-6A48-6072-FC2779D0B38D}"/>
                  </a:ext>
                </a:extLst>
              </p:cNvPr>
              <p:cNvSpPr txBox="1"/>
              <p:nvPr/>
            </p:nvSpPr>
            <p:spPr>
              <a:xfrm>
                <a:off x="8098267" y="2632611"/>
                <a:ext cx="65" cy="492443"/>
              </a:xfrm>
              <a:prstGeom prst="rect">
                <a:avLst/>
              </a:prstGeom>
              <a:noFill/>
            </p:spPr>
            <p:txBody>
              <a:bodyPr wrap="none" lIns="0" tIns="0" rIns="0" bIns="0" rtlCol="0">
                <a:spAutoFit/>
              </a:bodyPr>
              <a:lstStyle/>
              <a:p>
                <a:endParaRPr lang="en-US" sz="3200" dirty="0">
                  <a:solidFill>
                    <a:schemeClr val="bg1"/>
                  </a:solidFill>
                </a:endParaRPr>
              </a:p>
            </p:txBody>
          </p:sp>
          <p:cxnSp>
            <p:nvCxnSpPr>
              <p:cNvPr id="21" name="Straight Connector 20">
                <a:extLst>
                  <a:ext uri="{FF2B5EF4-FFF2-40B4-BE49-F238E27FC236}">
                    <a16:creationId xmlns:a16="http://schemas.microsoft.com/office/drawing/2014/main" id="{A774D8F2-3AD1-C54F-79F3-816453E13C95}"/>
                  </a:ext>
                </a:extLst>
              </p:cNvPr>
              <p:cNvCxnSpPr>
                <a:cxnSpLocks/>
              </p:cNvCxnSpPr>
              <p:nvPr/>
            </p:nvCxnSpPr>
            <p:spPr>
              <a:xfrm flipV="1">
                <a:off x="2599229" y="3239589"/>
                <a:ext cx="2146942" cy="527021"/>
              </a:xfrm>
              <a:prstGeom prst="line">
                <a:avLst/>
              </a:prstGeom>
              <a:ln w="25400">
                <a:solidFill>
                  <a:srgbClr val="198CA8"/>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88424A96-C227-FDBC-A77B-E2C716253C40}"/>
                  </a:ext>
                </a:extLst>
              </p:cNvPr>
              <p:cNvCxnSpPr>
                <a:cxnSpLocks/>
              </p:cNvCxnSpPr>
              <p:nvPr/>
            </p:nvCxnSpPr>
            <p:spPr>
              <a:xfrm flipV="1">
                <a:off x="2595154" y="4537166"/>
                <a:ext cx="2177143" cy="435428"/>
              </a:xfrm>
              <a:prstGeom prst="line">
                <a:avLst/>
              </a:prstGeom>
              <a:ln w="120650">
                <a:solidFill>
                  <a:srgbClr val="F05323"/>
                </a:solidFill>
                <a:tailEnd type="triangle" w="sm" len="sm"/>
              </a:ln>
              <a:effectLst/>
            </p:spPr>
            <p:style>
              <a:lnRef idx="2">
                <a:schemeClr val="accent1"/>
              </a:lnRef>
              <a:fillRef idx="0">
                <a:schemeClr val="accent1"/>
              </a:fillRef>
              <a:effectRef idx="1">
                <a:schemeClr val="accent1"/>
              </a:effectRef>
              <a:fontRef idx="minor">
                <a:schemeClr val="tx1"/>
              </a:fontRef>
            </p:style>
          </p:cxnSp>
          <p:grpSp>
            <p:nvGrpSpPr>
              <p:cNvPr id="26" name="Group 25">
                <a:extLst>
                  <a:ext uri="{FF2B5EF4-FFF2-40B4-BE49-F238E27FC236}">
                    <a16:creationId xmlns:a16="http://schemas.microsoft.com/office/drawing/2014/main" id="{2565FE35-0505-DBCB-A71E-BCCC8A63D66B}"/>
                  </a:ext>
                </a:extLst>
              </p:cNvPr>
              <p:cNvGrpSpPr>
                <a:grpSpLocks noChangeAspect="1"/>
              </p:cNvGrpSpPr>
              <p:nvPr/>
            </p:nvGrpSpPr>
            <p:grpSpPr>
              <a:xfrm>
                <a:off x="7921671" y="3434992"/>
                <a:ext cx="1272365" cy="1567355"/>
                <a:chOff x="4055248" y="386037"/>
                <a:chExt cx="2658140" cy="3274413"/>
              </a:xfrm>
            </p:grpSpPr>
            <p:sp>
              <p:nvSpPr>
                <p:cNvPr id="68" name="Oval 67">
                  <a:extLst>
                    <a:ext uri="{FF2B5EF4-FFF2-40B4-BE49-F238E27FC236}">
                      <a16:creationId xmlns:a16="http://schemas.microsoft.com/office/drawing/2014/main" id="{DA81DEEE-939E-FB16-EAB4-508610E2C305}"/>
                    </a:ext>
                  </a:extLst>
                </p:cNvPr>
                <p:cNvSpPr/>
                <p:nvPr/>
              </p:nvSpPr>
              <p:spPr>
                <a:xfrm>
                  <a:off x="4055248" y="386037"/>
                  <a:ext cx="2658140" cy="1616149"/>
                </a:xfrm>
                <a:prstGeom prst="ellipse">
                  <a:avLst/>
                </a:prstGeom>
                <a:solidFill>
                  <a:srgbClr val="009DDC"/>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70" name="TextBox 69">
                  <a:extLst>
                    <a:ext uri="{FF2B5EF4-FFF2-40B4-BE49-F238E27FC236}">
                      <a16:creationId xmlns:a16="http://schemas.microsoft.com/office/drawing/2014/main" id="{AB6C3096-CC96-6C3C-ADF5-1F5F3F9E2993}"/>
                    </a:ext>
                  </a:extLst>
                </p:cNvPr>
                <p:cNvSpPr txBox="1"/>
                <p:nvPr/>
              </p:nvSpPr>
              <p:spPr>
                <a:xfrm>
                  <a:off x="4424182" y="2631671"/>
                  <a:ext cx="136" cy="1028779"/>
                </a:xfrm>
                <a:prstGeom prst="rect">
                  <a:avLst/>
                </a:prstGeom>
                <a:noFill/>
              </p:spPr>
              <p:txBody>
                <a:bodyPr wrap="none" lIns="0" tIns="0" rIns="0" bIns="0" rtlCol="0">
                  <a:spAutoFit/>
                </a:bodyPr>
                <a:lstStyle/>
                <a:p>
                  <a:endParaRPr lang="en-US" sz="3200" dirty="0">
                    <a:solidFill>
                      <a:schemeClr val="bg1"/>
                    </a:solidFill>
                  </a:endParaRPr>
                </a:p>
              </p:txBody>
            </p:sp>
          </p:grpSp>
          <p:sp>
            <p:nvSpPr>
              <p:cNvPr id="27" name="Oval 26">
                <a:extLst>
                  <a:ext uri="{FF2B5EF4-FFF2-40B4-BE49-F238E27FC236}">
                    <a16:creationId xmlns:a16="http://schemas.microsoft.com/office/drawing/2014/main" id="{6091E31E-1EBE-7108-B0C9-1567D00B0FE2}"/>
                  </a:ext>
                </a:extLst>
              </p:cNvPr>
              <p:cNvSpPr/>
              <p:nvPr/>
            </p:nvSpPr>
            <p:spPr>
              <a:xfrm>
                <a:off x="4801132" y="2795704"/>
                <a:ext cx="1272365" cy="773598"/>
              </a:xfrm>
              <a:prstGeom prst="ellipse">
                <a:avLst/>
              </a:prstGeom>
              <a:solidFill>
                <a:srgbClr val="009DDC"/>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grpSp>
            <p:nvGrpSpPr>
              <p:cNvPr id="31" name="Group 30">
                <a:extLst>
                  <a:ext uri="{FF2B5EF4-FFF2-40B4-BE49-F238E27FC236}">
                    <a16:creationId xmlns:a16="http://schemas.microsoft.com/office/drawing/2014/main" id="{925F7A21-DE04-5AB3-E01E-056DD896277E}"/>
                  </a:ext>
                </a:extLst>
              </p:cNvPr>
              <p:cNvGrpSpPr>
                <a:grpSpLocks noChangeAspect="1"/>
              </p:cNvGrpSpPr>
              <p:nvPr/>
            </p:nvGrpSpPr>
            <p:grpSpPr>
              <a:xfrm>
                <a:off x="4801133" y="3130167"/>
                <a:ext cx="1272365" cy="1719609"/>
                <a:chOff x="4017992" y="2631671"/>
                <a:chExt cx="2658140" cy="3592494"/>
              </a:xfrm>
            </p:grpSpPr>
            <p:sp>
              <p:nvSpPr>
                <p:cNvPr id="65" name="Oval 64">
                  <a:extLst>
                    <a:ext uri="{FF2B5EF4-FFF2-40B4-BE49-F238E27FC236}">
                      <a16:creationId xmlns:a16="http://schemas.microsoft.com/office/drawing/2014/main" id="{3F3D06E5-6573-3656-73DF-261F0CFDF1DE}"/>
                    </a:ext>
                  </a:extLst>
                </p:cNvPr>
                <p:cNvSpPr/>
                <p:nvPr/>
              </p:nvSpPr>
              <p:spPr>
                <a:xfrm>
                  <a:off x="4017992" y="4608015"/>
                  <a:ext cx="2658140" cy="1616150"/>
                </a:xfrm>
                <a:prstGeom prst="ellipse">
                  <a:avLst/>
                </a:prstGeom>
                <a:solidFill>
                  <a:srgbClr val="009DDC"/>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67" name="TextBox 66">
                  <a:extLst>
                    <a:ext uri="{FF2B5EF4-FFF2-40B4-BE49-F238E27FC236}">
                      <a16:creationId xmlns:a16="http://schemas.microsoft.com/office/drawing/2014/main" id="{AC7464FB-CB62-9D49-3E2A-592C80E9E837}"/>
                    </a:ext>
                  </a:extLst>
                </p:cNvPr>
                <p:cNvSpPr txBox="1"/>
                <p:nvPr/>
              </p:nvSpPr>
              <p:spPr>
                <a:xfrm>
                  <a:off x="4424182" y="2631671"/>
                  <a:ext cx="136" cy="1028779"/>
                </a:xfrm>
                <a:prstGeom prst="rect">
                  <a:avLst/>
                </a:prstGeom>
                <a:noFill/>
              </p:spPr>
              <p:txBody>
                <a:bodyPr wrap="none" lIns="0" tIns="0" rIns="0" bIns="0" rtlCol="0">
                  <a:spAutoFit/>
                </a:bodyPr>
                <a:lstStyle/>
                <a:p>
                  <a:endParaRPr lang="en-US" sz="3200" dirty="0">
                    <a:solidFill>
                      <a:schemeClr val="bg1"/>
                    </a:solidFill>
                  </a:endParaRPr>
                </a:p>
              </p:txBody>
            </p:sp>
          </p:grpSp>
          <p:sp>
            <p:nvSpPr>
              <p:cNvPr id="64" name="TextBox 63">
                <a:extLst>
                  <a:ext uri="{FF2B5EF4-FFF2-40B4-BE49-F238E27FC236}">
                    <a16:creationId xmlns:a16="http://schemas.microsoft.com/office/drawing/2014/main" id="{5875CF7B-3E7B-CA22-8148-DFBC6E7C716D}"/>
                  </a:ext>
                </a:extLst>
              </p:cNvPr>
              <p:cNvSpPr txBox="1"/>
              <p:nvPr/>
            </p:nvSpPr>
            <p:spPr>
              <a:xfrm>
                <a:off x="4995562" y="4415022"/>
                <a:ext cx="65" cy="492443"/>
              </a:xfrm>
              <a:prstGeom prst="rect">
                <a:avLst/>
              </a:prstGeom>
              <a:noFill/>
            </p:spPr>
            <p:txBody>
              <a:bodyPr wrap="none" lIns="0" tIns="0" rIns="0" bIns="0" rtlCol="0">
                <a:spAutoFit/>
              </a:bodyPr>
              <a:lstStyle/>
              <a:p>
                <a:endParaRPr lang="en-US" sz="3200" dirty="0">
                  <a:solidFill>
                    <a:schemeClr val="bg1"/>
                  </a:solidFill>
                </a:endParaRPr>
              </a:p>
            </p:txBody>
          </p:sp>
          <p:cxnSp>
            <p:nvCxnSpPr>
              <p:cNvPr id="34" name="Straight Connector 33">
                <a:extLst>
                  <a:ext uri="{FF2B5EF4-FFF2-40B4-BE49-F238E27FC236}">
                    <a16:creationId xmlns:a16="http://schemas.microsoft.com/office/drawing/2014/main" id="{3F0F69E5-A018-9D6F-0798-528224CC7CC2}"/>
                  </a:ext>
                </a:extLst>
              </p:cNvPr>
              <p:cNvCxnSpPr>
                <a:cxnSpLocks/>
              </p:cNvCxnSpPr>
              <p:nvPr/>
            </p:nvCxnSpPr>
            <p:spPr>
              <a:xfrm>
                <a:off x="2586446" y="2664823"/>
                <a:ext cx="2191115" cy="488706"/>
              </a:xfrm>
              <a:prstGeom prst="line">
                <a:avLst/>
              </a:prstGeom>
              <a:ln w="28575">
                <a:solidFill>
                  <a:srgbClr val="F05323"/>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051A5A01-3481-3D04-A68A-5DF5283B125F}"/>
                  </a:ext>
                </a:extLst>
              </p:cNvPr>
              <p:cNvCxnSpPr>
                <a:cxnSpLocks/>
              </p:cNvCxnSpPr>
              <p:nvPr/>
            </p:nvCxnSpPr>
            <p:spPr>
              <a:xfrm flipV="1">
                <a:off x="2586446" y="3317966"/>
                <a:ext cx="2229394" cy="1611085"/>
              </a:xfrm>
              <a:prstGeom prst="line">
                <a:avLst/>
              </a:prstGeom>
              <a:ln w="98425">
                <a:solidFill>
                  <a:srgbClr val="198CA8"/>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8" name="Text Box 307">
                <a:extLst>
                  <a:ext uri="{FF2B5EF4-FFF2-40B4-BE49-F238E27FC236}">
                    <a16:creationId xmlns:a16="http://schemas.microsoft.com/office/drawing/2014/main" id="{C7353220-6D77-CFAF-DC5E-6633E8DBE781}"/>
                  </a:ext>
                </a:extLst>
              </p:cNvPr>
              <p:cNvSpPr txBox="1">
                <a:spLocks noChangeArrowheads="1"/>
              </p:cNvSpPr>
              <p:nvPr/>
            </p:nvSpPr>
            <p:spPr bwMode="auto">
              <a:xfrm>
                <a:off x="1799628" y="1094103"/>
                <a:ext cx="14906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a:cs typeface="Calibri"/>
                  </a:rPr>
                  <a:t>Input Layer</a:t>
                </a:r>
              </a:p>
            </p:txBody>
          </p:sp>
          <p:sp>
            <p:nvSpPr>
              <p:cNvPr id="39" name="Text Box 307">
                <a:extLst>
                  <a:ext uri="{FF2B5EF4-FFF2-40B4-BE49-F238E27FC236}">
                    <a16:creationId xmlns:a16="http://schemas.microsoft.com/office/drawing/2014/main" id="{FC346562-715F-F8E9-F728-2F1B71A2793B}"/>
                  </a:ext>
                </a:extLst>
              </p:cNvPr>
              <p:cNvSpPr txBox="1">
                <a:spLocks noChangeArrowheads="1"/>
              </p:cNvSpPr>
              <p:nvPr/>
            </p:nvSpPr>
            <p:spPr bwMode="auto">
              <a:xfrm>
                <a:off x="7785869" y="1090094"/>
                <a:ext cx="14906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600" b="1" kern="0" dirty="0">
                    <a:solidFill>
                      <a:srgbClr val="000000"/>
                    </a:solidFill>
                    <a:latin typeface="Calibri"/>
                    <a:cs typeface="Calibri"/>
                  </a:rPr>
                  <a:t>Output</a:t>
                </a:r>
                <a:r>
                  <a:rPr kumimoji="0" lang="en-US" sz="1600" b="1" i="0" u="none" strike="noStrike" kern="0" cap="none" spc="0" normalizeH="0" baseline="0" noProof="0" dirty="0">
                    <a:ln>
                      <a:noFill/>
                    </a:ln>
                    <a:solidFill>
                      <a:srgbClr val="000000"/>
                    </a:solidFill>
                    <a:effectLst/>
                    <a:uLnTx/>
                    <a:uFillTx/>
                    <a:latin typeface="Calibri"/>
                    <a:cs typeface="Calibri"/>
                  </a:rPr>
                  <a:t> Layer</a:t>
                </a:r>
              </a:p>
            </p:txBody>
          </p:sp>
          <p:sp>
            <p:nvSpPr>
              <p:cNvPr id="40" name="Text Box 307">
                <a:extLst>
                  <a:ext uri="{FF2B5EF4-FFF2-40B4-BE49-F238E27FC236}">
                    <a16:creationId xmlns:a16="http://schemas.microsoft.com/office/drawing/2014/main" id="{EEE14085-5170-5D34-71CB-BB9ADC30B2D7}"/>
                  </a:ext>
                </a:extLst>
              </p:cNvPr>
              <p:cNvSpPr txBox="1">
                <a:spLocks noChangeArrowheads="1"/>
              </p:cNvSpPr>
              <p:nvPr/>
            </p:nvSpPr>
            <p:spPr bwMode="auto">
              <a:xfrm>
                <a:off x="4726607" y="1090094"/>
                <a:ext cx="14906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600" b="1" kern="0" dirty="0">
                    <a:solidFill>
                      <a:srgbClr val="000000"/>
                    </a:solidFill>
                    <a:latin typeface="Calibri"/>
                    <a:cs typeface="Calibri"/>
                  </a:rPr>
                  <a:t>Hidden</a:t>
                </a:r>
                <a:r>
                  <a:rPr kumimoji="0" lang="en-US" sz="1600" b="1" i="0" u="none" strike="noStrike" kern="0" cap="none" spc="0" normalizeH="0" baseline="0" noProof="0" dirty="0">
                    <a:ln>
                      <a:noFill/>
                    </a:ln>
                    <a:solidFill>
                      <a:srgbClr val="000000"/>
                    </a:solidFill>
                    <a:effectLst/>
                    <a:uLnTx/>
                    <a:uFillTx/>
                    <a:latin typeface="Calibri"/>
                    <a:cs typeface="Calibri"/>
                  </a:rPr>
                  <a:t> Layer</a:t>
                </a:r>
              </a:p>
            </p:txBody>
          </p:sp>
          <p:cxnSp>
            <p:nvCxnSpPr>
              <p:cNvPr id="43" name="Straight Connector 42">
                <a:extLst>
                  <a:ext uri="{FF2B5EF4-FFF2-40B4-BE49-F238E27FC236}">
                    <a16:creationId xmlns:a16="http://schemas.microsoft.com/office/drawing/2014/main" id="{EAB9DBE7-6992-8B2C-C04A-9997BBC83142}"/>
                  </a:ext>
                </a:extLst>
              </p:cNvPr>
              <p:cNvCxnSpPr>
                <a:cxnSpLocks/>
                <a:endCxn id="68" idx="2"/>
              </p:cNvCxnSpPr>
              <p:nvPr/>
            </p:nvCxnSpPr>
            <p:spPr>
              <a:xfrm>
                <a:off x="6073497" y="3176990"/>
                <a:ext cx="1848174" cy="644801"/>
              </a:xfrm>
              <a:prstGeom prst="line">
                <a:avLst/>
              </a:prstGeom>
              <a:ln w="123825">
                <a:solidFill>
                  <a:srgbClr val="198CA8"/>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B556A6A4-73EA-EBC7-E190-C9E8816CD7BD}"/>
                  </a:ext>
                </a:extLst>
              </p:cNvPr>
              <p:cNvCxnSpPr>
                <a:cxnSpLocks/>
              </p:cNvCxnSpPr>
              <p:nvPr/>
            </p:nvCxnSpPr>
            <p:spPr>
              <a:xfrm flipV="1">
                <a:off x="6066803" y="3901440"/>
                <a:ext cx="1831871" cy="569990"/>
              </a:xfrm>
              <a:prstGeom prst="line">
                <a:avLst/>
              </a:prstGeom>
              <a:ln w="133350">
                <a:solidFill>
                  <a:srgbClr val="F05323"/>
                </a:solidFill>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E535E371-44DD-16F9-9841-8B939DC4B728}"/>
                  </a:ext>
                </a:extLst>
              </p:cNvPr>
              <p:cNvCxnSpPr>
                <a:cxnSpLocks/>
              </p:cNvCxnSpPr>
              <p:nvPr/>
            </p:nvCxnSpPr>
            <p:spPr>
              <a:xfrm>
                <a:off x="9176202" y="3813900"/>
                <a:ext cx="1271408" cy="0"/>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3" name="Text Box 307">
                <a:extLst>
                  <a:ext uri="{FF2B5EF4-FFF2-40B4-BE49-F238E27FC236}">
                    <a16:creationId xmlns:a16="http://schemas.microsoft.com/office/drawing/2014/main" id="{32ED2B41-76C6-9842-0280-982BC78C78E9}"/>
                  </a:ext>
                </a:extLst>
              </p:cNvPr>
              <p:cNvSpPr txBox="1">
                <a:spLocks noChangeArrowheads="1"/>
              </p:cNvSpPr>
              <p:nvPr/>
            </p:nvSpPr>
            <p:spPr bwMode="auto">
              <a:xfrm>
                <a:off x="1798063" y="2489696"/>
                <a:ext cx="8708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500" b="1" i="0" u="none" strike="noStrike" kern="0" cap="none" spc="0" normalizeH="0" baseline="0" noProof="0" dirty="0">
                    <a:ln>
                      <a:noFill/>
                    </a:ln>
                    <a:solidFill>
                      <a:schemeClr val="bg1"/>
                    </a:solidFill>
                    <a:effectLst/>
                    <a:uLnTx/>
                    <a:uFillTx/>
                    <a:latin typeface="Calibri"/>
                    <a:cs typeface="Calibri"/>
                  </a:rPr>
                  <a:t>Neuron</a:t>
                </a:r>
              </a:p>
            </p:txBody>
          </p:sp>
          <p:sp>
            <p:nvSpPr>
              <p:cNvPr id="74" name="Text Box 307">
                <a:extLst>
                  <a:ext uri="{FF2B5EF4-FFF2-40B4-BE49-F238E27FC236}">
                    <a16:creationId xmlns:a16="http://schemas.microsoft.com/office/drawing/2014/main" id="{6BB2C393-6AA3-CE96-8EAB-890C213B543D}"/>
                  </a:ext>
                </a:extLst>
              </p:cNvPr>
              <p:cNvSpPr txBox="1">
                <a:spLocks noChangeArrowheads="1"/>
              </p:cNvSpPr>
              <p:nvPr/>
            </p:nvSpPr>
            <p:spPr bwMode="auto">
              <a:xfrm>
                <a:off x="1792515" y="3634789"/>
                <a:ext cx="8708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500" b="1" i="0" u="none" strike="noStrike" kern="0" cap="none" spc="0" normalizeH="0" baseline="0" noProof="0" dirty="0">
                    <a:ln>
                      <a:noFill/>
                    </a:ln>
                    <a:solidFill>
                      <a:schemeClr val="bg1"/>
                    </a:solidFill>
                    <a:effectLst/>
                    <a:uLnTx/>
                    <a:uFillTx/>
                    <a:latin typeface="Calibri"/>
                    <a:cs typeface="Calibri"/>
                  </a:rPr>
                  <a:t>Neuron</a:t>
                </a:r>
              </a:p>
            </p:txBody>
          </p:sp>
          <p:sp>
            <p:nvSpPr>
              <p:cNvPr id="75" name="Text Box 307">
                <a:extLst>
                  <a:ext uri="{FF2B5EF4-FFF2-40B4-BE49-F238E27FC236}">
                    <a16:creationId xmlns:a16="http://schemas.microsoft.com/office/drawing/2014/main" id="{EF3A8A21-07B6-1B30-221B-AF5785D43848}"/>
                  </a:ext>
                </a:extLst>
              </p:cNvPr>
              <p:cNvSpPr txBox="1">
                <a:spLocks noChangeArrowheads="1"/>
              </p:cNvSpPr>
              <p:nvPr/>
            </p:nvSpPr>
            <p:spPr bwMode="auto">
              <a:xfrm>
                <a:off x="1788120" y="4770555"/>
                <a:ext cx="8708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500" b="1" i="0" u="none" strike="noStrike" kern="0" cap="none" spc="0" normalizeH="0" baseline="0" noProof="0" dirty="0">
                    <a:ln>
                      <a:noFill/>
                    </a:ln>
                    <a:solidFill>
                      <a:schemeClr val="bg1"/>
                    </a:solidFill>
                    <a:effectLst/>
                    <a:uLnTx/>
                    <a:uFillTx/>
                    <a:latin typeface="Calibri"/>
                    <a:cs typeface="Calibri"/>
                  </a:rPr>
                  <a:t>Neuron</a:t>
                </a:r>
              </a:p>
            </p:txBody>
          </p:sp>
          <p:sp>
            <p:nvSpPr>
              <p:cNvPr id="80" name="Text Box 307">
                <a:extLst>
                  <a:ext uri="{FF2B5EF4-FFF2-40B4-BE49-F238E27FC236}">
                    <a16:creationId xmlns:a16="http://schemas.microsoft.com/office/drawing/2014/main" id="{9C53CD78-9A8A-B51C-8F70-1629B72B8E41}"/>
                  </a:ext>
                </a:extLst>
              </p:cNvPr>
              <p:cNvSpPr txBox="1">
                <a:spLocks noChangeArrowheads="1"/>
              </p:cNvSpPr>
              <p:nvPr/>
            </p:nvSpPr>
            <p:spPr bwMode="auto">
              <a:xfrm>
                <a:off x="4999692" y="4292395"/>
                <a:ext cx="8708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500" b="1" i="0" u="none" strike="noStrike" kern="0" cap="none" spc="0" normalizeH="0" baseline="0" noProof="0" dirty="0">
                    <a:ln>
                      <a:noFill/>
                    </a:ln>
                    <a:solidFill>
                      <a:schemeClr val="bg1"/>
                    </a:solidFill>
                    <a:effectLst/>
                    <a:uLnTx/>
                    <a:uFillTx/>
                    <a:latin typeface="Calibri"/>
                    <a:cs typeface="Calibri"/>
                  </a:rPr>
                  <a:t>Neuron</a:t>
                </a:r>
              </a:p>
            </p:txBody>
          </p:sp>
          <p:sp>
            <p:nvSpPr>
              <p:cNvPr id="81" name="Text Box 307">
                <a:extLst>
                  <a:ext uri="{FF2B5EF4-FFF2-40B4-BE49-F238E27FC236}">
                    <a16:creationId xmlns:a16="http://schemas.microsoft.com/office/drawing/2014/main" id="{2AD3B308-6B8D-5137-6DA0-6900D657B90D}"/>
                  </a:ext>
                </a:extLst>
              </p:cNvPr>
              <p:cNvSpPr txBox="1">
                <a:spLocks noChangeArrowheads="1"/>
              </p:cNvSpPr>
              <p:nvPr/>
            </p:nvSpPr>
            <p:spPr bwMode="auto">
              <a:xfrm>
                <a:off x="5012896" y="3018462"/>
                <a:ext cx="8708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500" b="1" i="0" u="none" strike="noStrike" kern="0" cap="none" spc="0" normalizeH="0" baseline="0" noProof="0" dirty="0">
                    <a:ln>
                      <a:noFill/>
                    </a:ln>
                    <a:solidFill>
                      <a:schemeClr val="bg1"/>
                    </a:solidFill>
                    <a:effectLst/>
                    <a:uLnTx/>
                    <a:uFillTx/>
                    <a:latin typeface="Calibri"/>
                    <a:cs typeface="Calibri"/>
                  </a:rPr>
                  <a:t>Neuron</a:t>
                </a:r>
              </a:p>
            </p:txBody>
          </p:sp>
          <p:sp>
            <p:nvSpPr>
              <p:cNvPr id="83" name="Text Box 307">
                <a:extLst>
                  <a:ext uri="{FF2B5EF4-FFF2-40B4-BE49-F238E27FC236}">
                    <a16:creationId xmlns:a16="http://schemas.microsoft.com/office/drawing/2014/main" id="{8814CA89-D86E-7C6B-2EB8-A2B8790D9832}"/>
                  </a:ext>
                </a:extLst>
              </p:cNvPr>
              <p:cNvSpPr txBox="1">
                <a:spLocks noChangeArrowheads="1"/>
              </p:cNvSpPr>
              <p:nvPr/>
            </p:nvSpPr>
            <p:spPr bwMode="auto">
              <a:xfrm>
                <a:off x="8122295" y="3651437"/>
                <a:ext cx="8708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500" b="1" i="0" u="none" strike="noStrike" kern="0" cap="none" spc="0" normalizeH="0" baseline="0" noProof="0" dirty="0">
                    <a:ln>
                      <a:noFill/>
                    </a:ln>
                    <a:solidFill>
                      <a:schemeClr val="bg1"/>
                    </a:solidFill>
                    <a:effectLst/>
                    <a:uLnTx/>
                    <a:uFillTx/>
                    <a:latin typeface="Calibri"/>
                    <a:cs typeface="Calibri"/>
                  </a:rPr>
                  <a:t>Neuron</a:t>
                </a:r>
              </a:p>
            </p:txBody>
          </p:sp>
          <p:cxnSp>
            <p:nvCxnSpPr>
              <p:cNvPr id="30" name="Straight Connector 29">
                <a:extLst>
                  <a:ext uri="{FF2B5EF4-FFF2-40B4-BE49-F238E27FC236}">
                    <a16:creationId xmlns:a16="http://schemas.microsoft.com/office/drawing/2014/main" id="{30741AB3-D56F-0E91-8AE0-8451EC06D2D6}"/>
                  </a:ext>
                </a:extLst>
              </p:cNvPr>
              <p:cNvCxnSpPr>
                <a:cxnSpLocks/>
              </p:cNvCxnSpPr>
              <p:nvPr/>
            </p:nvCxnSpPr>
            <p:spPr>
              <a:xfrm>
                <a:off x="2595154" y="2690949"/>
                <a:ext cx="2203269" cy="1645920"/>
              </a:xfrm>
              <a:prstGeom prst="line">
                <a:avLst/>
              </a:prstGeom>
              <a:ln w="50800">
                <a:solidFill>
                  <a:srgbClr val="198CA8"/>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29CD0289-FEA8-5597-C2F4-6F8A24A55E15}"/>
                  </a:ext>
                </a:extLst>
              </p:cNvPr>
              <p:cNvSpPr txBox="1"/>
              <p:nvPr/>
            </p:nvSpPr>
            <p:spPr>
              <a:xfrm rot="780852">
                <a:off x="3533614" y="2694324"/>
                <a:ext cx="533889" cy="261610"/>
              </a:xfrm>
              <a:prstGeom prst="rect">
                <a:avLst/>
              </a:prstGeom>
              <a:noFill/>
            </p:spPr>
            <p:txBody>
              <a:bodyPr wrap="square" rtlCol="0">
                <a:spAutoFit/>
              </a:bodyPr>
              <a:lstStyle/>
              <a:p>
                <a:pPr algn="ctr"/>
                <a:r>
                  <a:rPr lang="en-US" sz="1100" b="1" dirty="0"/>
                  <a:t>0.21</a:t>
                </a:r>
              </a:p>
            </p:txBody>
          </p:sp>
          <p:sp>
            <p:nvSpPr>
              <p:cNvPr id="91" name="TextBox 90">
                <a:extLst>
                  <a:ext uri="{FF2B5EF4-FFF2-40B4-BE49-F238E27FC236}">
                    <a16:creationId xmlns:a16="http://schemas.microsoft.com/office/drawing/2014/main" id="{3E7CFF22-18F1-D1D1-0443-EC405429C5ED}"/>
                  </a:ext>
                </a:extLst>
              </p:cNvPr>
              <p:cNvSpPr txBox="1"/>
              <p:nvPr/>
            </p:nvSpPr>
            <p:spPr>
              <a:xfrm rot="21032797">
                <a:off x="3462944" y="4456854"/>
                <a:ext cx="533889" cy="261610"/>
              </a:xfrm>
              <a:prstGeom prst="rect">
                <a:avLst/>
              </a:prstGeom>
              <a:noFill/>
            </p:spPr>
            <p:txBody>
              <a:bodyPr wrap="square" rtlCol="0">
                <a:spAutoFit/>
              </a:bodyPr>
              <a:lstStyle/>
              <a:p>
                <a:pPr algn="ctr"/>
                <a:r>
                  <a:rPr lang="en-US" sz="1100" b="1" dirty="0"/>
                  <a:t>2.34</a:t>
                </a:r>
              </a:p>
            </p:txBody>
          </p:sp>
          <p:sp>
            <p:nvSpPr>
              <p:cNvPr id="92" name="TextBox 91">
                <a:extLst>
                  <a:ext uri="{FF2B5EF4-FFF2-40B4-BE49-F238E27FC236}">
                    <a16:creationId xmlns:a16="http://schemas.microsoft.com/office/drawing/2014/main" id="{DA6243C0-5385-8361-3F54-C70359F1F42E}"/>
                  </a:ext>
                </a:extLst>
              </p:cNvPr>
              <p:cNvSpPr txBox="1"/>
              <p:nvPr/>
            </p:nvSpPr>
            <p:spPr>
              <a:xfrm rot="19481713">
                <a:off x="3299733" y="3780116"/>
                <a:ext cx="897212" cy="261610"/>
              </a:xfrm>
              <a:prstGeom prst="rect">
                <a:avLst/>
              </a:prstGeom>
              <a:noFill/>
            </p:spPr>
            <p:txBody>
              <a:bodyPr wrap="square" rtlCol="0">
                <a:spAutoFit/>
              </a:bodyPr>
              <a:lstStyle/>
              <a:p>
                <a:pPr algn="ctr"/>
                <a:r>
                  <a:rPr lang="en-US" sz="1100" b="1" dirty="0"/>
                  <a:t>−1.64</a:t>
                </a:r>
              </a:p>
            </p:txBody>
          </p:sp>
          <p:sp>
            <p:nvSpPr>
              <p:cNvPr id="93" name="TextBox 92">
                <a:extLst>
                  <a:ext uri="{FF2B5EF4-FFF2-40B4-BE49-F238E27FC236}">
                    <a16:creationId xmlns:a16="http://schemas.microsoft.com/office/drawing/2014/main" id="{8180EE47-5C7A-E1EC-E786-60832FAAD315}"/>
                  </a:ext>
                </a:extLst>
              </p:cNvPr>
              <p:cNvSpPr txBox="1"/>
              <p:nvPr/>
            </p:nvSpPr>
            <p:spPr>
              <a:xfrm rot="1095091">
                <a:off x="3936981" y="4008938"/>
                <a:ext cx="533889" cy="261610"/>
              </a:xfrm>
              <a:prstGeom prst="rect">
                <a:avLst/>
              </a:prstGeom>
              <a:noFill/>
            </p:spPr>
            <p:txBody>
              <a:bodyPr wrap="square" rtlCol="0">
                <a:spAutoFit/>
              </a:bodyPr>
              <a:lstStyle/>
              <a:p>
                <a:pPr algn="ctr"/>
                <a:r>
                  <a:rPr lang="en-US" sz="1100" b="1" dirty="0"/>
                  <a:t>0.76</a:t>
                </a:r>
              </a:p>
            </p:txBody>
          </p:sp>
          <p:sp>
            <p:nvSpPr>
              <p:cNvPr id="96" name="TextBox 95">
                <a:extLst>
                  <a:ext uri="{FF2B5EF4-FFF2-40B4-BE49-F238E27FC236}">
                    <a16:creationId xmlns:a16="http://schemas.microsoft.com/office/drawing/2014/main" id="{5FA49778-7A11-F1FB-F5D0-A5F8B9A1039F}"/>
                  </a:ext>
                </a:extLst>
              </p:cNvPr>
              <p:cNvSpPr txBox="1"/>
              <p:nvPr/>
            </p:nvSpPr>
            <p:spPr>
              <a:xfrm rot="20767041">
                <a:off x="3214727" y="3143619"/>
                <a:ext cx="1780982" cy="261610"/>
              </a:xfrm>
              <a:prstGeom prst="rect">
                <a:avLst/>
              </a:prstGeom>
              <a:noFill/>
            </p:spPr>
            <p:txBody>
              <a:bodyPr wrap="square" rtlCol="0">
                <a:spAutoFit/>
              </a:bodyPr>
              <a:lstStyle/>
              <a:p>
                <a:pPr algn="ctr"/>
                <a:r>
                  <a:rPr lang="en-US" sz="1100" b="1" dirty="0"/>
                  <a:t>−0.13</a:t>
                </a:r>
              </a:p>
            </p:txBody>
          </p:sp>
          <p:sp>
            <p:nvSpPr>
              <p:cNvPr id="97" name="TextBox 96">
                <a:extLst>
                  <a:ext uri="{FF2B5EF4-FFF2-40B4-BE49-F238E27FC236}">
                    <a16:creationId xmlns:a16="http://schemas.microsoft.com/office/drawing/2014/main" id="{CA78ED07-959D-78AB-AA28-C78578C2B5E4}"/>
                  </a:ext>
                </a:extLst>
              </p:cNvPr>
              <p:cNvSpPr txBox="1"/>
              <p:nvPr/>
            </p:nvSpPr>
            <p:spPr>
              <a:xfrm rot="1135181">
                <a:off x="6759049" y="3218589"/>
                <a:ext cx="620534" cy="261610"/>
              </a:xfrm>
              <a:prstGeom prst="rect">
                <a:avLst/>
              </a:prstGeom>
              <a:noFill/>
            </p:spPr>
            <p:txBody>
              <a:bodyPr wrap="square" rtlCol="0">
                <a:spAutoFit/>
              </a:bodyPr>
              <a:lstStyle/>
              <a:p>
                <a:pPr algn="ctr"/>
                <a:r>
                  <a:rPr lang="en-US" sz="1100" b="1" dirty="0"/>
                  <a:t>−2.93</a:t>
                </a:r>
              </a:p>
            </p:txBody>
          </p:sp>
          <p:sp>
            <p:nvSpPr>
              <p:cNvPr id="98" name="TextBox 97">
                <a:extLst>
                  <a:ext uri="{FF2B5EF4-FFF2-40B4-BE49-F238E27FC236}">
                    <a16:creationId xmlns:a16="http://schemas.microsoft.com/office/drawing/2014/main" id="{05BE28BA-7309-F4CE-F802-54E459BC3858}"/>
                  </a:ext>
                </a:extLst>
              </p:cNvPr>
              <p:cNvSpPr txBox="1"/>
              <p:nvPr/>
            </p:nvSpPr>
            <p:spPr>
              <a:xfrm rot="20551513">
                <a:off x="6630756" y="3922798"/>
                <a:ext cx="533889" cy="261610"/>
              </a:xfrm>
              <a:prstGeom prst="rect">
                <a:avLst/>
              </a:prstGeom>
              <a:noFill/>
            </p:spPr>
            <p:txBody>
              <a:bodyPr wrap="square" rtlCol="0">
                <a:spAutoFit/>
              </a:bodyPr>
              <a:lstStyle/>
              <a:p>
                <a:pPr algn="ctr"/>
                <a:r>
                  <a:rPr lang="en-US" sz="1100" b="1" dirty="0"/>
                  <a:t>3.12</a:t>
                </a:r>
              </a:p>
            </p:txBody>
          </p:sp>
          <p:sp>
            <p:nvSpPr>
              <p:cNvPr id="99" name="Text Box 307">
                <a:extLst>
                  <a:ext uri="{FF2B5EF4-FFF2-40B4-BE49-F238E27FC236}">
                    <a16:creationId xmlns:a16="http://schemas.microsoft.com/office/drawing/2014/main" id="{B58D99D6-B009-8B4B-5322-0DFD47F97ED5}"/>
                  </a:ext>
                </a:extLst>
              </p:cNvPr>
              <p:cNvSpPr txBox="1">
                <a:spLocks noChangeArrowheads="1"/>
              </p:cNvSpPr>
              <p:nvPr/>
            </p:nvSpPr>
            <p:spPr bwMode="auto">
              <a:xfrm>
                <a:off x="10343106" y="3644880"/>
                <a:ext cx="140185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lang="en-US" sz="1600" b="1" kern="0" dirty="0">
                    <a:latin typeface="Calibri"/>
                    <a:cs typeface="Calibri"/>
                  </a:rPr>
                  <a:t>Output </a:t>
                </a:r>
                <a:r>
                  <a:rPr lang="en-US" sz="1400" b="1" kern="0" dirty="0">
                    <a:latin typeface="Calibri"/>
                    <a:cs typeface="Calibri"/>
                  </a:rPr>
                  <a:t>(contains a face)</a:t>
                </a:r>
                <a:endParaRPr kumimoji="0" lang="en-US" sz="1600" b="1" i="0" u="none" strike="noStrike" kern="0" cap="none" spc="0" normalizeH="0" baseline="0" noProof="0" dirty="0">
                  <a:ln>
                    <a:noFill/>
                  </a:ln>
                  <a:effectLst/>
                  <a:uLnTx/>
                  <a:uFillTx/>
                  <a:latin typeface="Calibri"/>
                  <a:cs typeface="Calibri"/>
                </a:endParaRPr>
              </a:p>
            </p:txBody>
          </p:sp>
        </p:grpSp>
        <p:sp>
          <p:nvSpPr>
            <p:cNvPr id="14" name="TextBox 13">
              <a:extLst>
                <a:ext uri="{FF2B5EF4-FFF2-40B4-BE49-F238E27FC236}">
                  <a16:creationId xmlns:a16="http://schemas.microsoft.com/office/drawing/2014/main" id="{039A335D-F18C-FC21-F5C4-20F8B5AE20BF}"/>
                </a:ext>
              </a:extLst>
            </p:cNvPr>
            <p:cNvSpPr txBox="1"/>
            <p:nvPr/>
          </p:nvSpPr>
          <p:spPr>
            <a:xfrm rot="2146307">
              <a:off x="2668394" y="3099448"/>
              <a:ext cx="1780982" cy="261610"/>
            </a:xfrm>
            <a:prstGeom prst="rect">
              <a:avLst/>
            </a:prstGeom>
            <a:noFill/>
          </p:spPr>
          <p:txBody>
            <a:bodyPr wrap="square" rtlCol="0">
              <a:spAutoFit/>
            </a:bodyPr>
            <a:lstStyle/>
            <a:p>
              <a:pPr algn="ctr"/>
              <a:r>
                <a:rPr lang="en-US" sz="1100" b="1" dirty="0"/>
                <a:t>−0.41</a:t>
              </a:r>
            </a:p>
          </p:txBody>
        </p:sp>
      </p:grpSp>
    </p:spTree>
    <p:extLst>
      <p:ext uri="{BB962C8B-B14F-4D97-AF65-F5344CB8AC3E}">
        <p14:creationId xmlns:p14="http://schemas.microsoft.com/office/powerpoint/2010/main" val="239259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7F880E-02C1-CFF4-ADD2-B38490EAEFBF}"/>
              </a:ext>
            </a:extLst>
          </p:cNvPr>
          <p:cNvSpPr>
            <a:spLocks noGrp="1"/>
          </p:cNvSpPr>
          <p:nvPr>
            <p:ph type="sldNum" sz="quarter" idx="12"/>
          </p:nvPr>
        </p:nvSpPr>
        <p:spPr/>
        <p:txBody>
          <a:bodyPr/>
          <a:lstStyle/>
          <a:p>
            <a:fld id="{A8160BDD-7155-D744-B749-9730458604AD}" type="slidenum">
              <a:rPr lang="en-US" smtClean="0"/>
              <a:pPr/>
              <a:t>14</a:t>
            </a:fld>
            <a:endParaRPr lang="en-US" dirty="0"/>
          </a:p>
        </p:txBody>
      </p:sp>
      <p:sp>
        <p:nvSpPr>
          <p:cNvPr id="3" name="Content Placeholder 2">
            <a:extLst>
              <a:ext uri="{FF2B5EF4-FFF2-40B4-BE49-F238E27FC236}">
                <a16:creationId xmlns:a16="http://schemas.microsoft.com/office/drawing/2014/main" id="{A9584C70-4B9D-F57B-859A-A7890347394F}"/>
              </a:ext>
            </a:extLst>
          </p:cNvPr>
          <p:cNvSpPr>
            <a:spLocks noGrp="1"/>
          </p:cNvSpPr>
          <p:nvPr>
            <p:ph idx="1"/>
          </p:nvPr>
        </p:nvSpPr>
        <p:spPr/>
        <p:txBody>
          <a:bodyPr/>
          <a:lstStyle/>
          <a:p>
            <a:pPr>
              <a:buClr>
                <a:srgbClr val="1D3764"/>
              </a:buClr>
              <a:defRPr/>
            </a:pPr>
            <a:r>
              <a:rPr lang="en-US" dirty="0"/>
              <a:t>Can be used by systems, apps, and users.</a:t>
            </a:r>
          </a:p>
          <a:p>
            <a:pPr>
              <a:buClr>
                <a:srgbClr val="1D3764"/>
              </a:buClr>
              <a:defRPr/>
            </a:pPr>
            <a:r>
              <a:rPr lang="en-US" dirty="0"/>
              <a:t>Model can be loaded into custom environment.</a:t>
            </a:r>
          </a:p>
          <a:p>
            <a:pPr>
              <a:buClr>
                <a:srgbClr val="1D3764"/>
              </a:buClr>
              <a:defRPr/>
            </a:pPr>
            <a:r>
              <a:rPr lang="en-US" dirty="0"/>
              <a:t>Organization leverages model directly.</a:t>
            </a:r>
          </a:p>
          <a:p>
            <a:pPr>
              <a:buClr>
                <a:srgbClr val="1D3764"/>
              </a:buClr>
              <a:defRPr/>
            </a:pPr>
            <a:r>
              <a:rPr lang="en-US" dirty="0"/>
              <a:t>Size of model determines size of file.</a:t>
            </a:r>
          </a:p>
          <a:p>
            <a:pPr lvl="1">
              <a:buClr>
                <a:srgbClr val="1D3764"/>
              </a:buClr>
              <a:defRPr/>
            </a:pPr>
            <a:r>
              <a:rPr lang="en-US" dirty="0"/>
              <a:t>ANNs can be multiple GBs.</a:t>
            </a:r>
          </a:p>
        </p:txBody>
      </p:sp>
      <p:sp>
        <p:nvSpPr>
          <p:cNvPr id="4" name="Title 3">
            <a:extLst>
              <a:ext uri="{FF2B5EF4-FFF2-40B4-BE49-F238E27FC236}">
                <a16:creationId xmlns:a16="http://schemas.microsoft.com/office/drawing/2014/main" id="{7FEFC2F2-A1E4-8381-FE02-C2900BF71EC1}"/>
              </a:ext>
            </a:extLst>
          </p:cNvPr>
          <p:cNvSpPr>
            <a:spLocks noGrp="1"/>
          </p:cNvSpPr>
          <p:nvPr>
            <p:ph type="title"/>
          </p:nvPr>
        </p:nvSpPr>
        <p:spPr/>
        <p:txBody>
          <a:bodyPr/>
          <a:lstStyle/>
          <a:p>
            <a:r>
              <a:rPr lang="en-US" dirty="0"/>
              <a:t>Model Checkpoints</a:t>
            </a:r>
          </a:p>
        </p:txBody>
      </p:sp>
      <p:sp>
        <p:nvSpPr>
          <p:cNvPr id="5" name="Text Placeholder 4">
            <a:extLst>
              <a:ext uri="{FF2B5EF4-FFF2-40B4-BE49-F238E27FC236}">
                <a16:creationId xmlns:a16="http://schemas.microsoft.com/office/drawing/2014/main" id="{95082509-82AB-942A-B901-277E434C7542}"/>
              </a:ext>
            </a:extLst>
          </p:cNvPr>
          <p:cNvSpPr>
            <a:spLocks noGrp="1"/>
          </p:cNvSpPr>
          <p:nvPr>
            <p:ph type="body" sz="quarter" idx="13"/>
          </p:nvPr>
        </p:nvSpPr>
        <p:spPr/>
        <p:txBody>
          <a:bodyPr/>
          <a:lstStyle/>
          <a:p>
            <a:r>
              <a:rPr lang="en-US" b="1" dirty="0"/>
              <a:t>Checkpoint</a:t>
            </a:r>
            <a:r>
              <a:rPr lang="en-US" dirty="0"/>
              <a:t>: The state of a model's parameters saved to a file.</a:t>
            </a:r>
          </a:p>
        </p:txBody>
      </p:sp>
      <p:pic>
        <p:nvPicPr>
          <p:cNvPr id="6" name="Picture 5">
            <a:extLst>
              <a:ext uri="{FF2B5EF4-FFF2-40B4-BE49-F238E27FC236}">
                <a16:creationId xmlns:a16="http://schemas.microsoft.com/office/drawing/2014/main" id="{9670BCDB-99F3-0782-955B-5AC0EC70A53C}"/>
              </a:ext>
            </a:extLst>
          </p:cNvPr>
          <p:cNvPicPr>
            <a:picLocks noChangeAspect="1"/>
          </p:cNvPicPr>
          <p:nvPr/>
        </p:nvPicPr>
        <p:blipFill>
          <a:blip r:embed="rId2"/>
          <a:srcRect/>
          <a:stretch/>
        </p:blipFill>
        <p:spPr>
          <a:xfrm>
            <a:off x="8290560" y="1985394"/>
            <a:ext cx="3429000" cy="3429000"/>
          </a:xfrm>
          <a:prstGeom prst="rect">
            <a:avLst/>
          </a:prstGeom>
          <a:effectLst>
            <a:softEdge rad="31750"/>
          </a:effectLst>
        </p:spPr>
      </p:pic>
    </p:spTree>
    <p:extLst>
      <p:ext uri="{BB962C8B-B14F-4D97-AF65-F5344CB8AC3E}">
        <p14:creationId xmlns:p14="http://schemas.microsoft.com/office/powerpoint/2010/main" val="3899890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FC1C653-6A15-EEAC-F3E1-F17C461E0138}"/>
              </a:ext>
            </a:extLst>
          </p:cNvPr>
          <p:cNvSpPr>
            <a:spLocks noGrp="1"/>
          </p:cNvSpPr>
          <p:nvPr>
            <p:ph type="sldNum" sz="quarter" idx="12"/>
          </p:nvPr>
        </p:nvSpPr>
        <p:spPr/>
        <p:txBody>
          <a:bodyPr/>
          <a:lstStyle/>
          <a:p>
            <a:fld id="{A8160BDD-7155-D744-B749-9730458604AD}" type="slidenum">
              <a:rPr lang="en-US" smtClean="0"/>
              <a:t>15</a:t>
            </a:fld>
            <a:endParaRPr lang="en-US" dirty="0"/>
          </a:p>
        </p:txBody>
      </p:sp>
      <p:sp>
        <p:nvSpPr>
          <p:cNvPr id="4" name="Content Placeholder 3">
            <a:extLst>
              <a:ext uri="{FF2B5EF4-FFF2-40B4-BE49-F238E27FC236}">
                <a16:creationId xmlns:a16="http://schemas.microsoft.com/office/drawing/2014/main" id="{D958B674-6B5A-AAA4-91C3-A8D26612A4CD}"/>
              </a:ext>
            </a:extLst>
          </p:cNvPr>
          <p:cNvSpPr>
            <a:spLocks noGrp="1"/>
          </p:cNvSpPr>
          <p:nvPr>
            <p:ph idx="1"/>
          </p:nvPr>
        </p:nvSpPr>
        <p:spPr>
          <a:xfrm>
            <a:off x="2076450" y="1647824"/>
            <a:ext cx="4304763" cy="4575175"/>
          </a:xfrm>
        </p:spPr>
        <p:txBody>
          <a:bodyPr/>
          <a:lstStyle/>
          <a:p>
            <a:pPr marL="0" indent="0">
              <a:buNone/>
            </a:pPr>
            <a:r>
              <a:rPr lang="en-US" b="1" dirty="0"/>
              <a:t>Natural-language processing (NLP)</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r>
              <a:rPr lang="en-US" b="1" dirty="0"/>
              <a:t>Computer vision</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r>
              <a:rPr lang="en-US" b="1" dirty="0"/>
              <a:t>Robotics</a:t>
            </a:r>
          </a:p>
        </p:txBody>
      </p:sp>
      <p:sp>
        <p:nvSpPr>
          <p:cNvPr id="2" name="Title 1">
            <a:extLst>
              <a:ext uri="{FF2B5EF4-FFF2-40B4-BE49-F238E27FC236}">
                <a16:creationId xmlns:a16="http://schemas.microsoft.com/office/drawing/2014/main" id="{4995A31A-9DC0-9D44-E47B-04E70D9F9641}"/>
              </a:ext>
            </a:extLst>
          </p:cNvPr>
          <p:cNvSpPr>
            <a:spLocks noGrp="1"/>
          </p:cNvSpPr>
          <p:nvPr>
            <p:ph type="title"/>
          </p:nvPr>
        </p:nvSpPr>
        <p:spPr/>
        <p:txBody>
          <a:bodyPr/>
          <a:lstStyle/>
          <a:p>
            <a:r>
              <a:rPr lang="en-US" dirty="0"/>
              <a:t>Deep Learning Applications</a:t>
            </a:r>
          </a:p>
        </p:txBody>
      </p:sp>
      <p:pic>
        <p:nvPicPr>
          <p:cNvPr id="6" name="Graphic 5" descr="Subtitles">
            <a:extLst>
              <a:ext uri="{FF2B5EF4-FFF2-40B4-BE49-F238E27FC236}">
                <a16:creationId xmlns:a16="http://schemas.microsoft.com/office/drawing/2014/main" id="{F572BAB9-F63F-A846-4BF7-8E46F52BD0F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0436" y="1201618"/>
            <a:ext cx="1728216" cy="1728216"/>
          </a:xfrm>
          <a:prstGeom prst="rect">
            <a:avLst/>
          </a:prstGeom>
        </p:spPr>
      </p:pic>
      <p:pic>
        <p:nvPicPr>
          <p:cNvPr id="7" name="Graphic 6" descr="Eye">
            <a:extLst>
              <a:ext uri="{FF2B5EF4-FFF2-40B4-BE49-F238E27FC236}">
                <a16:creationId xmlns:a16="http://schemas.microsoft.com/office/drawing/2014/main" id="{EAA42E63-6E07-6F3F-B0BB-F124A0E9F91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0436" y="2676054"/>
            <a:ext cx="1724564" cy="1724564"/>
          </a:xfrm>
          <a:prstGeom prst="rect">
            <a:avLst/>
          </a:prstGeom>
        </p:spPr>
      </p:pic>
      <p:pic>
        <p:nvPicPr>
          <p:cNvPr id="9" name="Graphic 8" descr="Robot Hand with solid fill">
            <a:extLst>
              <a:ext uri="{FF2B5EF4-FFF2-40B4-BE49-F238E27FC236}">
                <a16:creationId xmlns:a16="http://schemas.microsoft.com/office/drawing/2014/main" id="{3594D3E8-3B29-0F6A-D589-5C5C4353C20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0436" y="4146838"/>
            <a:ext cx="1728216" cy="1728216"/>
          </a:xfrm>
          <a:prstGeom prst="rect">
            <a:avLst/>
          </a:prstGeom>
        </p:spPr>
      </p:pic>
      <p:pic>
        <p:nvPicPr>
          <p:cNvPr id="5" name="Graphic 4">
            <a:extLst>
              <a:ext uri="{FF2B5EF4-FFF2-40B4-BE49-F238E27FC236}">
                <a16:creationId xmlns:a16="http://schemas.microsoft.com/office/drawing/2014/main" id="{9A306AC9-EC6C-AEAB-3656-FFBA9B5BEB5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57445" y="1416322"/>
            <a:ext cx="2687515" cy="2984296"/>
          </a:xfrm>
          <a:prstGeom prst="rect">
            <a:avLst/>
          </a:prstGeom>
        </p:spPr>
      </p:pic>
    </p:spTree>
    <p:extLst>
      <p:ext uri="{BB962C8B-B14F-4D97-AF65-F5344CB8AC3E}">
        <p14:creationId xmlns:p14="http://schemas.microsoft.com/office/powerpoint/2010/main" val="2381911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40676E-918C-21C0-B032-1F66C157A675}"/>
              </a:ext>
            </a:extLst>
          </p:cNvPr>
          <p:cNvSpPr>
            <a:spLocks noGrp="1"/>
          </p:cNvSpPr>
          <p:nvPr>
            <p:ph type="title"/>
          </p:nvPr>
        </p:nvSpPr>
        <p:spPr/>
        <p:txBody>
          <a:bodyPr/>
          <a:lstStyle/>
          <a:p>
            <a:r>
              <a:rPr lang="en-US" dirty="0"/>
              <a:t>Machine Learning vs. Deep Learning</a:t>
            </a:r>
          </a:p>
        </p:txBody>
      </p:sp>
      <p:sp>
        <p:nvSpPr>
          <p:cNvPr id="2" name="Slide Number Placeholder 1">
            <a:extLst>
              <a:ext uri="{FF2B5EF4-FFF2-40B4-BE49-F238E27FC236}">
                <a16:creationId xmlns:a16="http://schemas.microsoft.com/office/drawing/2014/main" id="{84987D47-D2E9-C1AE-20F2-EA8B8DF261F6}"/>
              </a:ext>
            </a:extLst>
          </p:cNvPr>
          <p:cNvSpPr>
            <a:spLocks noGrp="1"/>
          </p:cNvSpPr>
          <p:nvPr>
            <p:ph type="sldNum" sz="quarter" idx="12"/>
          </p:nvPr>
        </p:nvSpPr>
        <p:spPr/>
        <p:txBody>
          <a:bodyPr/>
          <a:lstStyle/>
          <a:p>
            <a:fld id="{A8160BDD-7155-D744-B749-9730458604AD}" type="slidenum">
              <a:rPr lang="en-US" smtClean="0"/>
              <a:pPr/>
              <a:t>16</a:t>
            </a:fld>
            <a:endParaRPr lang="en-US" dirty="0"/>
          </a:p>
        </p:txBody>
      </p:sp>
      <p:grpSp>
        <p:nvGrpSpPr>
          <p:cNvPr id="19" name="Group 18">
            <a:extLst>
              <a:ext uri="{FF2B5EF4-FFF2-40B4-BE49-F238E27FC236}">
                <a16:creationId xmlns:a16="http://schemas.microsoft.com/office/drawing/2014/main" id="{83AF3EBA-2BCF-7948-FC97-DF534056FE4E}"/>
              </a:ext>
            </a:extLst>
          </p:cNvPr>
          <p:cNvGrpSpPr/>
          <p:nvPr/>
        </p:nvGrpSpPr>
        <p:grpSpPr>
          <a:xfrm>
            <a:off x="356539" y="1029157"/>
            <a:ext cx="11478923" cy="5593362"/>
            <a:chOff x="356539" y="1029157"/>
            <a:chExt cx="11478923" cy="5593362"/>
          </a:xfrm>
        </p:grpSpPr>
        <p:sp>
          <p:nvSpPr>
            <p:cNvPr id="6" name="Text Box 307">
              <a:extLst>
                <a:ext uri="{FF2B5EF4-FFF2-40B4-BE49-F238E27FC236}">
                  <a16:creationId xmlns:a16="http://schemas.microsoft.com/office/drawing/2014/main" id="{92CC6C49-2B94-DE9F-8E5E-EE77D4E7F401}"/>
                </a:ext>
              </a:extLst>
            </p:cNvPr>
            <p:cNvSpPr txBox="1">
              <a:spLocks noChangeArrowheads="1"/>
            </p:cNvSpPr>
            <p:nvPr/>
          </p:nvSpPr>
          <p:spPr bwMode="auto">
            <a:xfrm>
              <a:off x="4035711" y="3858024"/>
              <a:ext cx="4120579"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2400" b="1" kern="0" dirty="0">
                  <a:solidFill>
                    <a:srgbClr val="000000"/>
                  </a:solidFill>
                  <a:latin typeface="Calibri"/>
                  <a:cs typeface="Calibri"/>
                </a:rPr>
                <a:t>Deep Learning</a:t>
              </a:r>
            </a:p>
          </p:txBody>
        </p:sp>
        <p:sp>
          <p:nvSpPr>
            <p:cNvPr id="3" name="Text Box 307">
              <a:extLst>
                <a:ext uri="{FF2B5EF4-FFF2-40B4-BE49-F238E27FC236}">
                  <a16:creationId xmlns:a16="http://schemas.microsoft.com/office/drawing/2014/main" id="{CC2A5054-590F-2202-4B74-C759314B8713}"/>
                </a:ext>
              </a:extLst>
            </p:cNvPr>
            <p:cNvSpPr txBox="1">
              <a:spLocks noChangeArrowheads="1"/>
            </p:cNvSpPr>
            <p:nvPr/>
          </p:nvSpPr>
          <p:spPr bwMode="auto">
            <a:xfrm>
              <a:off x="4035711" y="1029157"/>
              <a:ext cx="4120579"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2400" b="1" kern="0" dirty="0">
                  <a:solidFill>
                    <a:srgbClr val="000000"/>
                  </a:solidFill>
                  <a:latin typeface="Calibri"/>
                  <a:cs typeface="Calibri"/>
                </a:rPr>
                <a:t>Traditional Machine Learning</a:t>
              </a:r>
            </a:p>
          </p:txBody>
        </p:sp>
        <p:grpSp>
          <p:nvGrpSpPr>
            <p:cNvPr id="131" name="Group 130">
              <a:extLst>
                <a:ext uri="{FF2B5EF4-FFF2-40B4-BE49-F238E27FC236}">
                  <a16:creationId xmlns:a16="http://schemas.microsoft.com/office/drawing/2014/main" id="{066B508F-2976-2B37-3845-01920A6B56FF}"/>
                </a:ext>
              </a:extLst>
            </p:cNvPr>
            <p:cNvGrpSpPr/>
            <p:nvPr/>
          </p:nvGrpSpPr>
          <p:grpSpPr>
            <a:xfrm>
              <a:off x="356539" y="1613714"/>
              <a:ext cx="11478923" cy="5008805"/>
              <a:chOff x="356539" y="1613714"/>
              <a:chExt cx="11478923" cy="5008805"/>
            </a:xfrm>
          </p:grpSpPr>
          <p:grpSp>
            <p:nvGrpSpPr>
              <p:cNvPr id="122" name="Group 121">
                <a:extLst>
                  <a:ext uri="{FF2B5EF4-FFF2-40B4-BE49-F238E27FC236}">
                    <a16:creationId xmlns:a16="http://schemas.microsoft.com/office/drawing/2014/main" id="{C3B0D24F-0D13-F39C-CB77-5884EAC2B059}"/>
                  </a:ext>
                </a:extLst>
              </p:cNvPr>
              <p:cNvGrpSpPr/>
              <p:nvPr/>
            </p:nvGrpSpPr>
            <p:grpSpPr>
              <a:xfrm>
                <a:off x="356539" y="1613714"/>
                <a:ext cx="11478923" cy="4589698"/>
                <a:chOff x="455901" y="1546808"/>
                <a:chExt cx="11478923" cy="4589698"/>
              </a:xfrm>
            </p:grpSpPr>
            <p:grpSp>
              <p:nvGrpSpPr>
                <p:cNvPr id="58" name="Group 57">
                  <a:extLst>
                    <a:ext uri="{FF2B5EF4-FFF2-40B4-BE49-F238E27FC236}">
                      <a16:creationId xmlns:a16="http://schemas.microsoft.com/office/drawing/2014/main" id="{81068965-5D98-6EDF-5B49-DC162157A7BF}"/>
                    </a:ext>
                  </a:extLst>
                </p:cNvPr>
                <p:cNvGrpSpPr/>
                <p:nvPr/>
              </p:nvGrpSpPr>
              <p:grpSpPr>
                <a:xfrm>
                  <a:off x="455901" y="1693960"/>
                  <a:ext cx="11478923" cy="1509953"/>
                  <a:chOff x="455901" y="1693960"/>
                  <a:chExt cx="11478923" cy="1509953"/>
                </a:xfrm>
              </p:grpSpPr>
              <p:sp>
                <p:nvSpPr>
                  <p:cNvPr id="55" name="Rectangle: Rounded Corners 54">
                    <a:extLst>
                      <a:ext uri="{FF2B5EF4-FFF2-40B4-BE49-F238E27FC236}">
                        <a16:creationId xmlns:a16="http://schemas.microsoft.com/office/drawing/2014/main" id="{1AB133BB-DA97-17B1-6429-E8AF389CAC53}"/>
                      </a:ext>
                    </a:extLst>
                  </p:cNvPr>
                  <p:cNvSpPr/>
                  <p:nvPr/>
                </p:nvSpPr>
                <p:spPr>
                  <a:xfrm>
                    <a:off x="9334500" y="1855656"/>
                    <a:ext cx="2600324" cy="1177942"/>
                  </a:xfrm>
                  <a:prstGeom prst="roundRect">
                    <a:avLst/>
                  </a:prstGeom>
                  <a:solidFill>
                    <a:srgbClr val="C1C5C9"/>
                  </a:solidFill>
                  <a:ln w="28575" cap="flat" cmpd="sng" algn="ctr">
                    <a:solidFill>
                      <a:schemeClr val="tx1"/>
                    </a:solidFill>
                    <a:prstDash val="solid"/>
                  </a:ln>
                  <a:effectLst/>
                </p:spPr>
                <p:txBody>
                  <a:bodyPr rtlCol="0" anchor="ctr"/>
                  <a:lstStyle/>
                  <a:p>
                    <a:pPr algn="ctr" defTabSz="914400"/>
                    <a:endParaRPr lang="en-US" sz="1100" b="1" kern="0" dirty="0">
                      <a:solidFill>
                        <a:srgbClr val="FF0000"/>
                      </a:solidFill>
                      <a:latin typeface="Arial"/>
                    </a:endParaRPr>
                  </a:p>
                </p:txBody>
              </p:sp>
              <p:pic>
                <p:nvPicPr>
                  <p:cNvPr id="5" name="Picture 4">
                    <a:extLst>
                      <a:ext uri="{FF2B5EF4-FFF2-40B4-BE49-F238E27FC236}">
                        <a16:creationId xmlns:a16="http://schemas.microsoft.com/office/drawing/2014/main" id="{8B3A9271-A7BC-F19F-8B61-945B493047DF}"/>
                      </a:ext>
                    </a:extLst>
                  </p:cNvPr>
                  <p:cNvPicPr>
                    <a:picLocks noChangeAspect="1"/>
                  </p:cNvPicPr>
                  <p:nvPr/>
                </p:nvPicPr>
                <p:blipFill>
                  <a:blip r:embed="rId2"/>
                  <a:stretch>
                    <a:fillRect/>
                  </a:stretch>
                </p:blipFill>
                <p:spPr>
                  <a:xfrm>
                    <a:off x="455901" y="1893986"/>
                    <a:ext cx="1714499" cy="1143000"/>
                  </a:xfrm>
                  <a:prstGeom prst="rect">
                    <a:avLst/>
                  </a:prstGeom>
                </p:spPr>
              </p:pic>
              <p:pic>
                <p:nvPicPr>
                  <p:cNvPr id="7" name="Graphic 6" descr="Programmer male with solid fill">
                    <a:extLst>
                      <a:ext uri="{FF2B5EF4-FFF2-40B4-BE49-F238E27FC236}">
                        <a16:creationId xmlns:a16="http://schemas.microsoft.com/office/drawing/2014/main" id="{82DD9ED8-AB33-6E01-97A6-4F510A7C5E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14700" y="1729394"/>
                    <a:ext cx="1472184" cy="1472184"/>
                  </a:xfrm>
                  <a:prstGeom prst="rect">
                    <a:avLst/>
                  </a:prstGeom>
                </p:spPr>
              </p:pic>
              <p:pic>
                <p:nvPicPr>
                  <p:cNvPr id="8" name="Graphic 7" descr="Robot">
                    <a:extLst>
                      <a:ext uri="{FF2B5EF4-FFF2-40B4-BE49-F238E27FC236}">
                        <a16:creationId xmlns:a16="http://schemas.microsoft.com/office/drawing/2014/main" id="{2B22C45E-C7BE-397C-DFB1-4735E4D48C9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20717" y="1729394"/>
                    <a:ext cx="1474519" cy="1474519"/>
                  </a:xfrm>
                  <a:prstGeom prst="rect">
                    <a:avLst/>
                  </a:prstGeom>
                </p:spPr>
              </p:pic>
              <p:grpSp>
                <p:nvGrpSpPr>
                  <p:cNvPr id="57" name="Group 56">
                    <a:extLst>
                      <a:ext uri="{FF2B5EF4-FFF2-40B4-BE49-F238E27FC236}">
                        <a16:creationId xmlns:a16="http://schemas.microsoft.com/office/drawing/2014/main" id="{1CDC76B1-BEF3-1EC8-7A11-74F01F1022C7}"/>
                      </a:ext>
                    </a:extLst>
                  </p:cNvPr>
                  <p:cNvGrpSpPr/>
                  <p:nvPr/>
                </p:nvGrpSpPr>
                <p:grpSpPr>
                  <a:xfrm>
                    <a:off x="7090434" y="1693960"/>
                    <a:ext cx="691491" cy="716084"/>
                    <a:chOff x="7090434" y="1693960"/>
                    <a:chExt cx="691491" cy="716084"/>
                  </a:xfrm>
                </p:grpSpPr>
                <p:cxnSp>
                  <p:nvCxnSpPr>
                    <p:cNvPr id="20" name="Straight Connector 19">
                      <a:extLst>
                        <a:ext uri="{FF2B5EF4-FFF2-40B4-BE49-F238E27FC236}">
                          <a16:creationId xmlns:a16="http://schemas.microsoft.com/office/drawing/2014/main" id="{0A5BC101-29D6-14B9-9805-A43EAD4EE6DD}"/>
                        </a:ext>
                      </a:extLst>
                    </p:cNvPr>
                    <p:cNvCxnSpPr>
                      <a:stCxn id="9" idx="6"/>
                      <a:endCxn id="13" idx="2"/>
                    </p:cNvCxnSpPr>
                    <p:nvPr/>
                  </p:nvCxnSpPr>
                  <p:spPr>
                    <a:xfrm flipV="1">
                      <a:off x="7252130" y="1774808"/>
                      <a:ext cx="368099" cy="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EAAE8933-37F6-6088-F537-55BD89A5292E}"/>
                        </a:ext>
                      </a:extLst>
                    </p:cNvPr>
                    <p:cNvCxnSpPr/>
                    <p:nvPr/>
                  </p:nvCxnSpPr>
                  <p:spPr>
                    <a:xfrm flipV="1">
                      <a:off x="7249168" y="2329192"/>
                      <a:ext cx="368099" cy="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4E383AB-355E-8390-DA6F-2BE58AB01B05}"/>
                        </a:ext>
                      </a:extLst>
                    </p:cNvPr>
                    <p:cNvCxnSpPr/>
                    <p:nvPr/>
                  </p:nvCxnSpPr>
                  <p:spPr>
                    <a:xfrm flipV="1">
                      <a:off x="7249169" y="2052002"/>
                      <a:ext cx="368099" cy="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4F4421D-F443-CBC2-1317-362F18606CCA}"/>
                        </a:ext>
                      </a:extLst>
                    </p:cNvPr>
                    <p:cNvCxnSpPr>
                      <a:cxnSpLocks/>
                      <a:stCxn id="9" idx="4"/>
                      <a:endCxn id="17" idx="0"/>
                    </p:cNvCxnSpPr>
                    <p:nvPr/>
                  </p:nvCxnSpPr>
                  <p:spPr>
                    <a:xfrm>
                      <a:off x="7171282" y="1855658"/>
                      <a:ext cx="529795" cy="392688"/>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60126412-7745-4937-729B-313F57A50735}"/>
                        </a:ext>
                      </a:extLst>
                    </p:cNvPr>
                    <p:cNvCxnSpPr>
                      <a:cxnSpLocks/>
                      <a:stCxn id="13" idx="4"/>
                      <a:endCxn id="16" idx="0"/>
                    </p:cNvCxnSpPr>
                    <p:nvPr/>
                  </p:nvCxnSpPr>
                  <p:spPr>
                    <a:xfrm flipH="1">
                      <a:off x="7436179" y="1855656"/>
                      <a:ext cx="264898" cy="392691"/>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458122F0-A36A-339F-CB68-79DD8D883A52}"/>
                        </a:ext>
                      </a:extLst>
                    </p:cNvPr>
                    <p:cNvGrpSpPr>
                      <a:grpSpLocks noChangeAspect="1"/>
                    </p:cNvGrpSpPr>
                    <p:nvPr/>
                  </p:nvGrpSpPr>
                  <p:grpSpPr>
                    <a:xfrm>
                      <a:off x="7090434" y="1693960"/>
                      <a:ext cx="691491" cy="716084"/>
                      <a:chOff x="7090434" y="1693959"/>
                      <a:chExt cx="855403" cy="885825"/>
                    </a:xfrm>
                  </p:grpSpPr>
                  <p:sp>
                    <p:nvSpPr>
                      <p:cNvPr id="9" name="Oval 8">
                        <a:extLst>
                          <a:ext uri="{FF2B5EF4-FFF2-40B4-BE49-F238E27FC236}">
                            <a16:creationId xmlns:a16="http://schemas.microsoft.com/office/drawing/2014/main" id="{CDAFFF26-AF84-DB11-D040-B254D645E9F6}"/>
                          </a:ext>
                        </a:extLst>
                      </p:cNvPr>
                      <p:cNvSpPr/>
                      <p:nvPr/>
                    </p:nvSpPr>
                    <p:spPr>
                      <a:xfrm>
                        <a:off x="7090434" y="1693961"/>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0" name="Oval 9">
                        <a:extLst>
                          <a:ext uri="{FF2B5EF4-FFF2-40B4-BE49-F238E27FC236}">
                            <a16:creationId xmlns:a16="http://schemas.microsoft.com/office/drawing/2014/main" id="{98F1135C-7094-AD41-7470-7482A7BF0900}"/>
                          </a:ext>
                        </a:extLst>
                      </p:cNvPr>
                      <p:cNvSpPr/>
                      <p:nvPr/>
                    </p:nvSpPr>
                    <p:spPr>
                      <a:xfrm>
                        <a:off x="7418123" y="1693960"/>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1" name="Oval 10">
                        <a:extLst>
                          <a:ext uri="{FF2B5EF4-FFF2-40B4-BE49-F238E27FC236}">
                            <a16:creationId xmlns:a16="http://schemas.microsoft.com/office/drawing/2014/main" id="{429673F6-C069-48E2-F934-1C7F60173DEA}"/>
                          </a:ext>
                        </a:extLst>
                      </p:cNvPr>
                      <p:cNvSpPr/>
                      <p:nvPr/>
                    </p:nvSpPr>
                    <p:spPr>
                      <a:xfrm>
                        <a:off x="7090434" y="2036860"/>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2" name="Oval 11">
                        <a:extLst>
                          <a:ext uri="{FF2B5EF4-FFF2-40B4-BE49-F238E27FC236}">
                            <a16:creationId xmlns:a16="http://schemas.microsoft.com/office/drawing/2014/main" id="{48E9AEEB-5DAE-1B53-E400-A2DB0F531DD1}"/>
                          </a:ext>
                        </a:extLst>
                      </p:cNvPr>
                      <p:cNvSpPr/>
                      <p:nvPr/>
                    </p:nvSpPr>
                    <p:spPr>
                      <a:xfrm>
                        <a:off x="7418123" y="2036860"/>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3" name="Oval 12">
                        <a:extLst>
                          <a:ext uri="{FF2B5EF4-FFF2-40B4-BE49-F238E27FC236}">
                            <a16:creationId xmlns:a16="http://schemas.microsoft.com/office/drawing/2014/main" id="{0B5C5962-3578-B446-954D-47BBCE2E0A4D}"/>
                          </a:ext>
                        </a:extLst>
                      </p:cNvPr>
                      <p:cNvSpPr/>
                      <p:nvPr/>
                    </p:nvSpPr>
                    <p:spPr>
                      <a:xfrm>
                        <a:off x="7745812" y="1693959"/>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4" name="Oval 13">
                        <a:extLst>
                          <a:ext uri="{FF2B5EF4-FFF2-40B4-BE49-F238E27FC236}">
                            <a16:creationId xmlns:a16="http://schemas.microsoft.com/office/drawing/2014/main" id="{60D155E5-41BD-9692-6357-80129356FC01}"/>
                          </a:ext>
                        </a:extLst>
                      </p:cNvPr>
                      <p:cNvSpPr/>
                      <p:nvPr/>
                    </p:nvSpPr>
                    <p:spPr>
                      <a:xfrm>
                        <a:off x="7745812" y="2036859"/>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5" name="Oval 14">
                        <a:extLst>
                          <a:ext uri="{FF2B5EF4-FFF2-40B4-BE49-F238E27FC236}">
                            <a16:creationId xmlns:a16="http://schemas.microsoft.com/office/drawing/2014/main" id="{FEBBD195-22EC-9580-46FD-EC0F901E0FC6}"/>
                          </a:ext>
                        </a:extLst>
                      </p:cNvPr>
                      <p:cNvSpPr/>
                      <p:nvPr/>
                    </p:nvSpPr>
                    <p:spPr>
                      <a:xfrm>
                        <a:off x="7090434" y="2379759"/>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6" name="Oval 15">
                        <a:extLst>
                          <a:ext uri="{FF2B5EF4-FFF2-40B4-BE49-F238E27FC236}">
                            <a16:creationId xmlns:a16="http://schemas.microsoft.com/office/drawing/2014/main" id="{EAB57638-6D34-01DC-C346-9460339E1651}"/>
                          </a:ext>
                        </a:extLst>
                      </p:cNvPr>
                      <p:cNvSpPr/>
                      <p:nvPr/>
                    </p:nvSpPr>
                    <p:spPr>
                      <a:xfrm>
                        <a:off x="7418123" y="2379758"/>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7" name="Oval 16">
                        <a:extLst>
                          <a:ext uri="{FF2B5EF4-FFF2-40B4-BE49-F238E27FC236}">
                            <a16:creationId xmlns:a16="http://schemas.microsoft.com/office/drawing/2014/main" id="{63913F96-5712-36AD-4017-475A3F412FA1}"/>
                          </a:ext>
                        </a:extLst>
                      </p:cNvPr>
                      <p:cNvSpPr/>
                      <p:nvPr/>
                    </p:nvSpPr>
                    <p:spPr>
                      <a:xfrm>
                        <a:off x="7745812" y="2379757"/>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grpSp>
                <p:cxnSp>
                  <p:nvCxnSpPr>
                    <p:cNvPr id="30" name="Straight Connector 29">
                      <a:extLst>
                        <a:ext uri="{FF2B5EF4-FFF2-40B4-BE49-F238E27FC236}">
                          <a16:creationId xmlns:a16="http://schemas.microsoft.com/office/drawing/2014/main" id="{62228B09-4027-8C59-3B63-4B12B0061F50}"/>
                        </a:ext>
                      </a:extLst>
                    </p:cNvPr>
                    <p:cNvCxnSpPr>
                      <a:cxnSpLocks/>
                      <a:stCxn id="11" idx="4"/>
                      <a:endCxn id="15" idx="0"/>
                    </p:cNvCxnSpPr>
                    <p:nvPr/>
                  </p:nvCxnSpPr>
                  <p:spPr>
                    <a:xfrm>
                      <a:off x="7171282" y="2132851"/>
                      <a:ext cx="0" cy="11549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3C82E118-805E-51E6-C13C-DA2D735FE2C8}"/>
                        </a:ext>
                      </a:extLst>
                    </p:cNvPr>
                    <p:cNvCxnSpPr>
                      <a:cxnSpLocks/>
                      <a:stCxn id="10" idx="4"/>
                      <a:endCxn id="11" idx="0"/>
                    </p:cNvCxnSpPr>
                    <p:nvPr/>
                  </p:nvCxnSpPr>
                  <p:spPr>
                    <a:xfrm flipH="1">
                      <a:off x="7171282" y="1855657"/>
                      <a:ext cx="264897" cy="115498"/>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748795BF-2190-3F82-6359-E7D55BC92D09}"/>
                        </a:ext>
                      </a:extLst>
                    </p:cNvPr>
                    <p:cNvCxnSpPr>
                      <a:cxnSpLocks/>
                      <a:stCxn id="10" idx="4"/>
                      <a:endCxn id="14" idx="0"/>
                    </p:cNvCxnSpPr>
                    <p:nvPr/>
                  </p:nvCxnSpPr>
                  <p:spPr>
                    <a:xfrm>
                      <a:off x="7436179" y="1855657"/>
                      <a:ext cx="264898" cy="11549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D6FEE01F-7669-E7ED-022F-D89D2F739253}"/>
                        </a:ext>
                      </a:extLst>
                    </p:cNvPr>
                    <p:cNvCxnSpPr>
                      <a:cxnSpLocks/>
                      <a:stCxn id="16" idx="1"/>
                      <a:endCxn id="11" idx="5"/>
                    </p:cNvCxnSpPr>
                    <p:nvPr/>
                  </p:nvCxnSpPr>
                  <p:spPr>
                    <a:xfrm flipH="1" flipV="1">
                      <a:off x="7228450" y="2109171"/>
                      <a:ext cx="150561" cy="162856"/>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BD49C840-297B-A73C-F72C-BDD5A2C50816}"/>
                        </a:ext>
                      </a:extLst>
                    </p:cNvPr>
                    <p:cNvCxnSpPr>
                      <a:cxnSpLocks/>
                      <a:stCxn id="14" idx="4"/>
                      <a:endCxn id="17" idx="0"/>
                    </p:cNvCxnSpPr>
                    <p:nvPr/>
                  </p:nvCxnSpPr>
                  <p:spPr>
                    <a:xfrm>
                      <a:off x="7701077" y="2132850"/>
                      <a:ext cx="0" cy="115496"/>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51" name="Group 50">
                    <a:extLst>
                      <a:ext uri="{FF2B5EF4-FFF2-40B4-BE49-F238E27FC236}">
                        <a16:creationId xmlns:a16="http://schemas.microsoft.com/office/drawing/2014/main" id="{54488CCA-2044-9A5D-C8A6-3FED5D600A71}"/>
                      </a:ext>
                    </a:extLst>
                  </p:cNvPr>
                  <p:cNvGrpSpPr/>
                  <p:nvPr/>
                </p:nvGrpSpPr>
                <p:grpSpPr>
                  <a:xfrm>
                    <a:off x="9460976" y="1971154"/>
                    <a:ext cx="2356194" cy="914400"/>
                    <a:chOff x="8309947" y="2348738"/>
                    <a:chExt cx="2356194" cy="914400"/>
                  </a:xfrm>
                </p:grpSpPr>
                <p:sp>
                  <p:nvSpPr>
                    <p:cNvPr id="48" name="Text Box 307">
                      <a:extLst>
                        <a:ext uri="{FF2B5EF4-FFF2-40B4-BE49-F238E27FC236}">
                          <a16:creationId xmlns:a16="http://schemas.microsoft.com/office/drawing/2014/main" id="{8CB2D6E9-04E4-8539-B4B9-53D0E83D1A92}"/>
                        </a:ext>
                      </a:extLst>
                    </p:cNvPr>
                    <p:cNvSpPr txBox="1">
                      <a:spLocks noChangeArrowheads="1"/>
                    </p:cNvSpPr>
                    <p:nvPr/>
                  </p:nvSpPr>
                  <p:spPr bwMode="auto">
                    <a:xfrm>
                      <a:off x="9175479" y="2636661"/>
                      <a:ext cx="1490662"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600" b="1" kern="0" dirty="0">
                          <a:solidFill>
                            <a:srgbClr val="000000"/>
                          </a:solidFill>
                          <a:latin typeface="Calibri"/>
                          <a:cs typeface="Calibri"/>
                        </a:rPr>
                        <a:t>Human Face</a:t>
                      </a:r>
                    </a:p>
                  </p:txBody>
                </p:sp>
                <p:pic>
                  <p:nvPicPr>
                    <p:cNvPr id="50" name="Graphic 49" descr="Checkmark with solid fill">
                      <a:extLst>
                        <a:ext uri="{FF2B5EF4-FFF2-40B4-BE49-F238E27FC236}">
                          <a16:creationId xmlns:a16="http://schemas.microsoft.com/office/drawing/2014/main" id="{9391874E-1653-CE48-886B-4736BAF24E2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09947" y="2348738"/>
                      <a:ext cx="914400" cy="914400"/>
                    </a:xfrm>
                    <a:prstGeom prst="rect">
                      <a:avLst/>
                    </a:prstGeom>
                  </p:spPr>
                </p:pic>
              </p:grpSp>
              <p:sp>
                <p:nvSpPr>
                  <p:cNvPr id="52" name="AutoShape 304">
                    <a:extLst>
                      <a:ext uri="{FF2B5EF4-FFF2-40B4-BE49-F238E27FC236}">
                        <a16:creationId xmlns:a16="http://schemas.microsoft.com/office/drawing/2014/main" id="{5CB31C00-FC41-2057-68E9-903B2A16E4A0}"/>
                      </a:ext>
                    </a:extLst>
                  </p:cNvPr>
                  <p:cNvSpPr>
                    <a:spLocks noChangeArrowheads="1"/>
                  </p:cNvSpPr>
                  <p:nvPr/>
                </p:nvSpPr>
                <p:spPr bwMode="auto">
                  <a:xfrm>
                    <a:off x="2329134" y="2248346"/>
                    <a:ext cx="1206856" cy="343323"/>
                  </a:xfrm>
                  <a:prstGeom prst="rightArrow">
                    <a:avLst>
                      <a:gd name="adj1" fmla="val 52602"/>
                      <a:gd name="adj2" fmla="val 39931"/>
                    </a:avLst>
                  </a:prstGeom>
                  <a:solidFill>
                    <a:srgbClr val="009DDC"/>
                  </a:solidFill>
                  <a:ln w="9525">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 name="AutoShape 304">
                    <a:extLst>
                      <a:ext uri="{FF2B5EF4-FFF2-40B4-BE49-F238E27FC236}">
                        <a16:creationId xmlns:a16="http://schemas.microsoft.com/office/drawing/2014/main" id="{5859F7B2-E5E1-7688-12BE-FACFD2A47BAD}"/>
                      </a:ext>
                    </a:extLst>
                  </p:cNvPr>
                  <p:cNvSpPr>
                    <a:spLocks noChangeArrowheads="1"/>
                  </p:cNvSpPr>
                  <p:nvPr/>
                </p:nvSpPr>
                <p:spPr bwMode="auto">
                  <a:xfrm>
                    <a:off x="4719397" y="2248346"/>
                    <a:ext cx="1206856" cy="343323"/>
                  </a:xfrm>
                  <a:prstGeom prst="rightArrow">
                    <a:avLst>
                      <a:gd name="adj1" fmla="val 52602"/>
                      <a:gd name="adj2" fmla="val 39931"/>
                    </a:avLst>
                  </a:prstGeom>
                  <a:solidFill>
                    <a:srgbClr val="009DDC"/>
                  </a:solidFill>
                  <a:ln w="9525">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 name="AutoShape 304">
                    <a:extLst>
                      <a:ext uri="{FF2B5EF4-FFF2-40B4-BE49-F238E27FC236}">
                        <a16:creationId xmlns:a16="http://schemas.microsoft.com/office/drawing/2014/main" id="{39ECFB2D-C832-9B03-98D6-4F41136B8949}"/>
                      </a:ext>
                    </a:extLst>
                  </p:cNvPr>
                  <p:cNvSpPr>
                    <a:spLocks noChangeArrowheads="1"/>
                  </p:cNvSpPr>
                  <p:nvPr/>
                </p:nvSpPr>
                <p:spPr bwMode="auto">
                  <a:xfrm>
                    <a:off x="7900624" y="2248346"/>
                    <a:ext cx="1206856" cy="343323"/>
                  </a:xfrm>
                  <a:prstGeom prst="rightArrow">
                    <a:avLst>
                      <a:gd name="adj1" fmla="val 52602"/>
                      <a:gd name="adj2" fmla="val 39931"/>
                    </a:avLst>
                  </a:prstGeom>
                  <a:solidFill>
                    <a:srgbClr val="009DDC"/>
                  </a:solidFill>
                  <a:ln w="9525">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60" name="Rectangle: Rounded Corners 59">
                  <a:extLst>
                    <a:ext uri="{FF2B5EF4-FFF2-40B4-BE49-F238E27FC236}">
                      <a16:creationId xmlns:a16="http://schemas.microsoft.com/office/drawing/2014/main" id="{9F6AD194-49B8-0773-123B-6E5CE258A3A2}"/>
                    </a:ext>
                  </a:extLst>
                </p:cNvPr>
                <p:cNvSpPr/>
                <p:nvPr/>
              </p:nvSpPr>
              <p:spPr>
                <a:xfrm>
                  <a:off x="9334500" y="4788249"/>
                  <a:ext cx="2600324" cy="1177942"/>
                </a:xfrm>
                <a:prstGeom prst="roundRect">
                  <a:avLst/>
                </a:prstGeom>
                <a:solidFill>
                  <a:srgbClr val="C1C5C9"/>
                </a:solidFill>
                <a:ln w="28575" cap="flat" cmpd="sng" algn="ctr">
                  <a:solidFill>
                    <a:schemeClr val="tx1"/>
                  </a:solidFill>
                  <a:prstDash val="solid"/>
                </a:ln>
                <a:effectLst/>
              </p:spPr>
              <p:txBody>
                <a:bodyPr rtlCol="0" anchor="ctr"/>
                <a:lstStyle/>
                <a:p>
                  <a:pPr algn="ctr" defTabSz="914400"/>
                  <a:endParaRPr lang="en-US" sz="1100" b="1" kern="0" dirty="0">
                    <a:solidFill>
                      <a:srgbClr val="FF0000"/>
                    </a:solidFill>
                    <a:latin typeface="Arial"/>
                  </a:endParaRPr>
                </a:p>
              </p:txBody>
            </p:sp>
            <p:pic>
              <p:nvPicPr>
                <p:cNvPr id="61" name="Picture 60">
                  <a:extLst>
                    <a:ext uri="{FF2B5EF4-FFF2-40B4-BE49-F238E27FC236}">
                      <a16:creationId xmlns:a16="http://schemas.microsoft.com/office/drawing/2014/main" id="{BBF4D071-FFDA-02FA-6706-BE034CEA281E}"/>
                    </a:ext>
                  </a:extLst>
                </p:cNvPr>
                <p:cNvPicPr>
                  <a:picLocks noChangeAspect="1"/>
                </p:cNvPicPr>
                <p:nvPr/>
              </p:nvPicPr>
              <p:blipFill>
                <a:blip r:embed="rId2"/>
                <a:stretch>
                  <a:fillRect/>
                </a:stretch>
              </p:blipFill>
              <p:spPr>
                <a:xfrm>
                  <a:off x="455901" y="4826579"/>
                  <a:ext cx="1714499" cy="1143000"/>
                </a:xfrm>
                <a:prstGeom prst="rect">
                  <a:avLst/>
                </a:prstGeom>
              </p:spPr>
            </p:pic>
            <p:grpSp>
              <p:nvGrpSpPr>
                <p:cNvPr id="91" name="Group 90">
                  <a:extLst>
                    <a:ext uri="{FF2B5EF4-FFF2-40B4-BE49-F238E27FC236}">
                      <a16:creationId xmlns:a16="http://schemas.microsoft.com/office/drawing/2014/main" id="{4F66D3D5-8948-913D-8D13-139CCFC11443}"/>
                    </a:ext>
                  </a:extLst>
                </p:cNvPr>
                <p:cNvGrpSpPr/>
                <p:nvPr/>
              </p:nvGrpSpPr>
              <p:grpSpPr>
                <a:xfrm>
                  <a:off x="4946321" y="4626553"/>
                  <a:ext cx="1861208" cy="1509953"/>
                  <a:chOff x="5158717" y="4381228"/>
                  <a:chExt cx="1861208" cy="1509953"/>
                </a:xfrm>
              </p:grpSpPr>
              <p:pic>
                <p:nvPicPr>
                  <p:cNvPr id="63" name="Graphic 62" descr="Robot">
                    <a:extLst>
                      <a:ext uri="{FF2B5EF4-FFF2-40B4-BE49-F238E27FC236}">
                        <a16:creationId xmlns:a16="http://schemas.microsoft.com/office/drawing/2014/main" id="{7BF05E84-51C3-96A9-7535-293ADD7EB9A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58717" y="4416662"/>
                    <a:ext cx="1474519" cy="1474519"/>
                  </a:xfrm>
                  <a:prstGeom prst="rect">
                    <a:avLst/>
                  </a:prstGeom>
                </p:spPr>
              </p:pic>
              <p:grpSp>
                <p:nvGrpSpPr>
                  <p:cNvPr id="64" name="Group 63">
                    <a:extLst>
                      <a:ext uri="{FF2B5EF4-FFF2-40B4-BE49-F238E27FC236}">
                        <a16:creationId xmlns:a16="http://schemas.microsoft.com/office/drawing/2014/main" id="{466C4837-AF4E-6D82-224B-ECFC2F40BEB7}"/>
                      </a:ext>
                    </a:extLst>
                  </p:cNvPr>
                  <p:cNvGrpSpPr/>
                  <p:nvPr/>
                </p:nvGrpSpPr>
                <p:grpSpPr>
                  <a:xfrm>
                    <a:off x="6328434" y="4381228"/>
                    <a:ext cx="691491" cy="716084"/>
                    <a:chOff x="7090434" y="1693960"/>
                    <a:chExt cx="691491" cy="716084"/>
                  </a:xfrm>
                </p:grpSpPr>
                <p:cxnSp>
                  <p:nvCxnSpPr>
                    <p:cNvPr id="71" name="Straight Connector 70">
                      <a:extLst>
                        <a:ext uri="{FF2B5EF4-FFF2-40B4-BE49-F238E27FC236}">
                          <a16:creationId xmlns:a16="http://schemas.microsoft.com/office/drawing/2014/main" id="{77BC21B2-7814-E84D-AEBD-C8F47F9CBF9F}"/>
                        </a:ext>
                      </a:extLst>
                    </p:cNvPr>
                    <p:cNvCxnSpPr>
                      <a:stCxn id="82" idx="6"/>
                      <a:endCxn id="86" idx="2"/>
                    </p:cNvCxnSpPr>
                    <p:nvPr/>
                  </p:nvCxnSpPr>
                  <p:spPr>
                    <a:xfrm flipV="1">
                      <a:off x="7252130" y="1774808"/>
                      <a:ext cx="368099" cy="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C8A0768E-64F6-2265-AE00-FFE12A356ACD}"/>
                        </a:ext>
                      </a:extLst>
                    </p:cNvPr>
                    <p:cNvCxnSpPr/>
                    <p:nvPr/>
                  </p:nvCxnSpPr>
                  <p:spPr>
                    <a:xfrm flipV="1">
                      <a:off x="7249168" y="2329192"/>
                      <a:ext cx="368099" cy="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382B6E2A-36FC-B360-94C3-E522BD17D01C}"/>
                        </a:ext>
                      </a:extLst>
                    </p:cNvPr>
                    <p:cNvCxnSpPr/>
                    <p:nvPr/>
                  </p:nvCxnSpPr>
                  <p:spPr>
                    <a:xfrm flipV="1">
                      <a:off x="7249169" y="2052002"/>
                      <a:ext cx="368099" cy="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7B8F68DC-2DD8-F87C-A4A5-3161CD869ED8}"/>
                        </a:ext>
                      </a:extLst>
                    </p:cNvPr>
                    <p:cNvCxnSpPr>
                      <a:cxnSpLocks/>
                      <a:stCxn id="82" idx="4"/>
                      <a:endCxn id="90" idx="0"/>
                    </p:cNvCxnSpPr>
                    <p:nvPr/>
                  </p:nvCxnSpPr>
                  <p:spPr>
                    <a:xfrm>
                      <a:off x="7171282" y="1855658"/>
                      <a:ext cx="529795" cy="392688"/>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8BCA79FB-F3EA-7FC4-534A-86AE3854DF55}"/>
                        </a:ext>
                      </a:extLst>
                    </p:cNvPr>
                    <p:cNvCxnSpPr>
                      <a:cxnSpLocks/>
                      <a:stCxn id="86" idx="4"/>
                      <a:endCxn id="89" idx="0"/>
                    </p:cNvCxnSpPr>
                    <p:nvPr/>
                  </p:nvCxnSpPr>
                  <p:spPr>
                    <a:xfrm flipH="1">
                      <a:off x="7436179" y="1855656"/>
                      <a:ext cx="264898" cy="392691"/>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76" name="Group 75">
                      <a:extLst>
                        <a:ext uri="{FF2B5EF4-FFF2-40B4-BE49-F238E27FC236}">
                          <a16:creationId xmlns:a16="http://schemas.microsoft.com/office/drawing/2014/main" id="{92D2E51A-FFEE-6369-B341-CB4BB353F7E0}"/>
                        </a:ext>
                      </a:extLst>
                    </p:cNvPr>
                    <p:cNvGrpSpPr>
                      <a:grpSpLocks noChangeAspect="1"/>
                    </p:cNvGrpSpPr>
                    <p:nvPr/>
                  </p:nvGrpSpPr>
                  <p:grpSpPr>
                    <a:xfrm>
                      <a:off x="7090434" y="1693960"/>
                      <a:ext cx="691491" cy="716084"/>
                      <a:chOff x="7090434" y="1693959"/>
                      <a:chExt cx="855403" cy="885825"/>
                    </a:xfrm>
                  </p:grpSpPr>
                  <p:sp>
                    <p:nvSpPr>
                      <p:cNvPr id="82" name="Oval 81">
                        <a:extLst>
                          <a:ext uri="{FF2B5EF4-FFF2-40B4-BE49-F238E27FC236}">
                            <a16:creationId xmlns:a16="http://schemas.microsoft.com/office/drawing/2014/main" id="{113B41A5-6659-3D2A-30C5-AB38DB4012EC}"/>
                          </a:ext>
                        </a:extLst>
                      </p:cNvPr>
                      <p:cNvSpPr/>
                      <p:nvPr/>
                    </p:nvSpPr>
                    <p:spPr>
                      <a:xfrm>
                        <a:off x="7090434" y="1693961"/>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3" name="Oval 82">
                        <a:extLst>
                          <a:ext uri="{FF2B5EF4-FFF2-40B4-BE49-F238E27FC236}">
                            <a16:creationId xmlns:a16="http://schemas.microsoft.com/office/drawing/2014/main" id="{E64BC199-AE22-D83F-07A5-19EE2A90AAEA}"/>
                          </a:ext>
                        </a:extLst>
                      </p:cNvPr>
                      <p:cNvSpPr/>
                      <p:nvPr/>
                    </p:nvSpPr>
                    <p:spPr>
                      <a:xfrm>
                        <a:off x="7418123" y="1693960"/>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4" name="Oval 83">
                        <a:extLst>
                          <a:ext uri="{FF2B5EF4-FFF2-40B4-BE49-F238E27FC236}">
                            <a16:creationId xmlns:a16="http://schemas.microsoft.com/office/drawing/2014/main" id="{E9A53654-9862-ADBB-D26D-5A23849C82C9}"/>
                          </a:ext>
                        </a:extLst>
                      </p:cNvPr>
                      <p:cNvSpPr/>
                      <p:nvPr/>
                    </p:nvSpPr>
                    <p:spPr>
                      <a:xfrm>
                        <a:off x="7090434" y="2036860"/>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5" name="Oval 84">
                        <a:extLst>
                          <a:ext uri="{FF2B5EF4-FFF2-40B4-BE49-F238E27FC236}">
                            <a16:creationId xmlns:a16="http://schemas.microsoft.com/office/drawing/2014/main" id="{851DDBF4-C88F-ABD7-3E31-26741291A81C}"/>
                          </a:ext>
                        </a:extLst>
                      </p:cNvPr>
                      <p:cNvSpPr/>
                      <p:nvPr/>
                    </p:nvSpPr>
                    <p:spPr>
                      <a:xfrm>
                        <a:off x="7418123" y="2036860"/>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6" name="Oval 85">
                        <a:extLst>
                          <a:ext uri="{FF2B5EF4-FFF2-40B4-BE49-F238E27FC236}">
                            <a16:creationId xmlns:a16="http://schemas.microsoft.com/office/drawing/2014/main" id="{5DAFF8F7-25CF-3B8B-FFE1-A6254752277E}"/>
                          </a:ext>
                        </a:extLst>
                      </p:cNvPr>
                      <p:cNvSpPr/>
                      <p:nvPr/>
                    </p:nvSpPr>
                    <p:spPr>
                      <a:xfrm>
                        <a:off x="7745812" y="1693959"/>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7" name="Oval 86">
                        <a:extLst>
                          <a:ext uri="{FF2B5EF4-FFF2-40B4-BE49-F238E27FC236}">
                            <a16:creationId xmlns:a16="http://schemas.microsoft.com/office/drawing/2014/main" id="{3917A794-F44F-A09F-1FF5-74883C4C48FB}"/>
                          </a:ext>
                        </a:extLst>
                      </p:cNvPr>
                      <p:cNvSpPr/>
                      <p:nvPr/>
                    </p:nvSpPr>
                    <p:spPr>
                      <a:xfrm>
                        <a:off x="7745812" y="2036859"/>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8" name="Oval 87">
                        <a:extLst>
                          <a:ext uri="{FF2B5EF4-FFF2-40B4-BE49-F238E27FC236}">
                            <a16:creationId xmlns:a16="http://schemas.microsoft.com/office/drawing/2014/main" id="{156B380F-2D93-7579-ABA1-F0133BCB3752}"/>
                          </a:ext>
                        </a:extLst>
                      </p:cNvPr>
                      <p:cNvSpPr/>
                      <p:nvPr/>
                    </p:nvSpPr>
                    <p:spPr>
                      <a:xfrm>
                        <a:off x="7090434" y="2379759"/>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9" name="Oval 88">
                        <a:extLst>
                          <a:ext uri="{FF2B5EF4-FFF2-40B4-BE49-F238E27FC236}">
                            <a16:creationId xmlns:a16="http://schemas.microsoft.com/office/drawing/2014/main" id="{C373D780-A318-599A-E42A-2EA6089FF9FC}"/>
                          </a:ext>
                        </a:extLst>
                      </p:cNvPr>
                      <p:cNvSpPr/>
                      <p:nvPr/>
                    </p:nvSpPr>
                    <p:spPr>
                      <a:xfrm>
                        <a:off x="7418123" y="2379758"/>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90" name="Oval 89">
                        <a:extLst>
                          <a:ext uri="{FF2B5EF4-FFF2-40B4-BE49-F238E27FC236}">
                            <a16:creationId xmlns:a16="http://schemas.microsoft.com/office/drawing/2014/main" id="{3BC5777E-4672-7688-8F3A-D58F727806CC}"/>
                          </a:ext>
                        </a:extLst>
                      </p:cNvPr>
                      <p:cNvSpPr/>
                      <p:nvPr/>
                    </p:nvSpPr>
                    <p:spPr>
                      <a:xfrm>
                        <a:off x="7745812" y="2379757"/>
                        <a:ext cx="200025" cy="200025"/>
                      </a:xfrm>
                      <a:prstGeom prst="ellipse">
                        <a:avLst/>
                      </a:prstGeom>
                      <a:solidFill>
                        <a:srgbClr val="1D76BB"/>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grpSp>
                <p:cxnSp>
                  <p:nvCxnSpPr>
                    <p:cNvPr id="77" name="Straight Connector 76">
                      <a:extLst>
                        <a:ext uri="{FF2B5EF4-FFF2-40B4-BE49-F238E27FC236}">
                          <a16:creationId xmlns:a16="http://schemas.microsoft.com/office/drawing/2014/main" id="{75C4DE75-8112-9CB7-3B59-9E949C777152}"/>
                        </a:ext>
                      </a:extLst>
                    </p:cNvPr>
                    <p:cNvCxnSpPr>
                      <a:cxnSpLocks/>
                      <a:stCxn id="84" idx="4"/>
                      <a:endCxn id="88" idx="0"/>
                    </p:cNvCxnSpPr>
                    <p:nvPr/>
                  </p:nvCxnSpPr>
                  <p:spPr>
                    <a:xfrm>
                      <a:off x="7171282" y="2132851"/>
                      <a:ext cx="0" cy="11549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0DECD77A-8EC7-0245-EB27-A9A5985A59A0}"/>
                        </a:ext>
                      </a:extLst>
                    </p:cNvPr>
                    <p:cNvCxnSpPr>
                      <a:cxnSpLocks/>
                      <a:stCxn id="83" idx="4"/>
                      <a:endCxn id="84" idx="0"/>
                    </p:cNvCxnSpPr>
                    <p:nvPr/>
                  </p:nvCxnSpPr>
                  <p:spPr>
                    <a:xfrm flipH="1">
                      <a:off x="7171282" y="1855657"/>
                      <a:ext cx="264897" cy="115498"/>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92C278E8-F4C4-339B-B70F-74D4516465D2}"/>
                        </a:ext>
                      </a:extLst>
                    </p:cNvPr>
                    <p:cNvCxnSpPr>
                      <a:cxnSpLocks/>
                      <a:stCxn id="83" idx="4"/>
                      <a:endCxn id="87" idx="0"/>
                    </p:cNvCxnSpPr>
                    <p:nvPr/>
                  </p:nvCxnSpPr>
                  <p:spPr>
                    <a:xfrm>
                      <a:off x="7436179" y="1855657"/>
                      <a:ext cx="264898" cy="115497"/>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67DBD6FF-8B82-072F-0859-FF14A00AB7AB}"/>
                        </a:ext>
                      </a:extLst>
                    </p:cNvPr>
                    <p:cNvCxnSpPr>
                      <a:cxnSpLocks/>
                      <a:stCxn id="89" idx="1"/>
                      <a:endCxn id="84" idx="5"/>
                    </p:cNvCxnSpPr>
                    <p:nvPr/>
                  </p:nvCxnSpPr>
                  <p:spPr>
                    <a:xfrm flipH="1" flipV="1">
                      <a:off x="7228450" y="2109171"/>
                      <a:ext cx="150561" cy="162856"/>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19F1D3DD-0871-FFCF-E48F-78D6A16D00F5}"/>
                        </a:ext>
                      </a:extLst>
                    </p:cNvPr>
                    <p:cNvCxnSpPr>
                      <a:cxnSpLocks/>
                      <a:stCxn id="87" idx="4"/>
                      <a:endCxn id="90" idx="0"/>
                    </p:cNvCxnSpPr>
                    <p:nvPr/>
                  </p:nvCxnSpPr>
                  <p:spPr>
                    <a:xfrm>
                      <a:off x="7701077" y="2132850"/>
                      <a:ext cx="0" cy="115496"/>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grpSp>
            <p:grpSp>
              <p:nvGrpSpPr>
                <p:cNvPr id="65" name="Group 64">
                  <a:extLst>
                    <a:ext uri="{FF2B5EF4-FFF2-40B4-BE49-F238E27FC236}">
                      <a16:creationId xmlns:a16="http://schemas.microsoft.com/office/drawing/2014/main" id="{A9DCD0A3-CDDC-B68C-8ED0-3642699E66B0}"/>
                    </a:ext>
                  </a:extLst>
                </p:cNvPr>
                <p:cNvGrpSpPr/>
                <p:nvPr/>
              </p:nvGrpSpPr>
              <p:grpSpPr>
                <a:xfrm>
                  <a:off x="9460976" y="4903747"/>
                  <a:ext cx="2356194" cy="914400"/>
                  <a:chOff x="8309947" y="2348738"/>
                  <a:chExt cx="2356194" cy="914400"/>
                </a:xfrm>
              </p:grpSpPr>
              <p:sp>
                <p:nvSpPr>
                  <p:cNvPr id="69" name="Text Box 307">
                    <a:extLst>
                      <a:ext uri="{FF2B5EF4-FFF2-40B4-BE49-F238E27FC236}">
                        <a16:creationId xmlns:a16="http://schemas.microsoft.com/office/drawing/2014/main" id="{D00A26CB-9C98-EDCB-5AF6-21B27E5A76F6}"/>
                      </a:ext>
                    </a:extLst>
                  </p:cNvPr>
                  <p:cNvSpPr txBox="1">
                    <a:spLocks noChangeArrowheads="1"/>
                  </p:cNvSpPr>
                  <p:nvPr/>
                </p:nvSpPr>
                <p:spPr bwMode="auto">
                  <a:xfrm>
                    <a:off x="9175479" y="2636661"/>
                    <a:ext cx="1490662"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600" b="1" kern="0" dirty="0">
                        <a:solidFill>
                          <a:srgbClr val="000000"/>
                        </a:solidFill>
                        <a:latin typeface="Calibri"/>
                        <a:cs typeface="Calibri"/>
                      </a:rPr>
                      <a:t>Human Face</a:t>
                    </a:r>
                  </a:p>
                </p:txBody>
              </p:sp>
              <p:pic>
                <p:nvPicPr>
                  <p:cNvPr id="70" name="Graphic 69" descr="Checkmark with solid fill">
                    <a:extLst>
                      <a:ext uri="{FF2B5EF4-FFF2-40B4-BE49-F238E27FC236}">
                        <a16:creationId xmlns:a16="http://schemas.microsoft.com/office/drawing/2014/main" id="{68785867-BF21-5486-FE1C-DA5A251EA83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09947" y="2348738"/>
                    <a:ext cx="914400" cy="914400"/>
                  </a:xfrm>
                  <a:prstGeom prst="rect">
                    <a:avLst/>
                  </a:prstGeom>
                </p:spPr>
              </p:pic>
            </p:grpSp>
            <p:sp>
              <p:nvSpPr>
                <p:cNvPr id="66" name="AutoShape 304">
                  <a:extLst>
                    <a:ext uri="{FF2B5EF4-FFF2-40B4-BE49-F238E27FC236}">
                      <a16:creationId xmlns:a16="http://schemas.microsoft.com/office/drawing/2014/main" id="{8B7E5E47-EF73-4909-CC9B-EE1241B92615}"/>
                    </a:ext>
                  </a:extLst>
                </p:cNvPr>
                <p:cNvSpPr>
                  <a:spLocks noChangeArrowheads="1"/>
                </p:cNvSpPr>
                <p:nvPr/>
              </p:nvSpPr>
              <p:spPr bwMode="auto">
                <a:xfrm>
                  <a:off x="2329134" y="5180939"/>
                  <a:ext cx="2573202" cy="343323"/>
                </a:xfrm>
                <a:prstGeom prst="rightArrow">
                  <a:avLst>
                    <a:gd name="adj1" fmla="val 52602"/>
                    <a:gd name="adj2" fmla="val 39931"/>
                  </a:avLst>
                </a:prstGeom>
                <a:solidFill>
                  <a:srgbClr val="009DDC"/>
                </a:solidFill>
                <a:ln w="9525">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68" name="AutoShape 304">
                  <a:extLst>
                    <a:ext uri="{FF2B5EF4-FFF2-40B4-BE49-F238E27FC236}">
                      <a16:creationId xmlns:a16="http://schemas.microsoft.com/office/drawing/2014/main" id="{0C70ACA2-C2E5-DFE3-C9C8-8CB0B69D7899}"/>
                    </a:ext>
                  </a:extLst>
                </p:cNvPr>
                <p:cNvSpPr>
                  <a:spLocks noChangeArrowheads="1"/>
                </p:cNvSpPr>
                <p:nvPr/>
              </p:nvSpPr>
              <p:spPr bwMode="auto">
                <a:xfrm>
                  <a:off x="6907769" y="5180939"/>
                  <a:ext cx="2199711" cy="343323"/>
                </a:xfrm>
                <a:prstGeom prst="rightArrow">
                  <a:avLst>
                    <a:gd name="adj1" fmla="val 52602"/>
                    <a:gd name="adj2" fmla="val 39931"/>
                  </a:avLst>
                </a:prstGeom>
                <a:solidFill>
                  <a:srgbClr val="009DDC"/>
                </a:solidFill>
                <a:ln w="9525">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110" name="Group 109">
                  <a:extLst>
                    <a:ext uri="{FF2B5EF4-FFF2-40B4-BE49-F238E27FC236}">
                      <a16:creationId xmlns:a16="http://schemas.microsoft.com/office/drawing/2014/main" id="{B650FF9F-4920-6303-F65E-CF531074C9B0}"/>
                    </a:ext>
                  </a:extLst>
                </p:cNvPr>
                <p:cNvGrpSpPr>
                  <a:grpSpLocks noChangeAspect="1"/>
                </p:cNvGrpSpPr>
                <p:nvPr/>
              </p:nvGrpSpPr>
              <p:grpSpPr>
                <a:xfrm>
                  <a:off x="4460398" y="1546808"/>
                  <a:ext cx="652971" cy="628385"/>
                  <a:chOff x="3046487" y="3767453"/>
                  <a:chExt cx="1126684" cy="1084261"/>
                </a:xfrm>
              </p:grpSpPr>
              <p:sp>
                <p:nvSpPr>
                  <p:cNvPr id="102" name="Oval 101">
                    <a:extLst>
                      <a:ext uri="{FF2B5EF4-FFF2-40B4-BE49-F238E27FC236}">
                        <a16:creationId xmlns:a16="http://schemas.microsoft.com/office/drawing/2014/main" id="{DAFBB503-1FEA-B993-B2D6-B4B30654FC3A}"/>
                      </a:ext>
                    </a:extLst>
                  </p:cNvPr>
                  <p:cNvSpPr>
                    <a:spLocks noChangeAspect="1"/>
                  </p:cNvSpPr>
                  <p:nvPr/>
                </p:nvSpPr>
                <p:spPr>
                  <a:xfrm>
                    <a:off x="3067711" y="3786415"/>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103" name="Oval 102">
                    <a:extLst>
                      <a:ext uri="{FF2B5EF4-FFF2-40B4-BE49-F238E27FC236}">
                        <a16:creationId xmlns:a16="http://schemas.microsoft.com/office/drawing/2014/main" id="{C85A91EA-6468-506C-184D-1B4727ED74AE}"/>
                      </a:ext>
                    </a:extLst>
                  </p:cNvPr>
                  <p:cNvSpPr>
                    <a:spLocks noChangeAspect="1"/>
                  </p:cNvSpPr>
                  <p:nvPr/>
                </p:nvSpPr>
                <p:spPr>
                  <a:xfrm>
                    <a:off x="3674294" y="3786415"/>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104" name="Oval 103">
                    <a:extLst>
                      <a:ext uri="{FF2B5EF4-FFF2-40B4-BE49-F238E27FC236}">
                        <a16:creationId xmlns:a16="http://schemas.microsoft.com/office/drawing/2014/main" id="{CE0F6DD7-812E-DD9F-DB5B-51FA0D37ED69}"/>
                      </a:ext>
                    </a:extLst>
                  </p:cNvPr>
                  <p:cNvSpPr>
                    <a:spLocks noChangeAspect="1"/>
                  </p:cNvSpPr>
                  <p:nvPr/>
                </p:nvSpPr>
                <p:spPr>
                  <a:xfrm>
                    <a:off x="3067714" y="4371797"/>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105" name="Oval 104">
                    <a:extLst>
                      <a:ext uri="{FF2B5EF4-FFF2-40B4-BE49-F238E27FC236}">
                        <a16:creationId xmlns:a16="http://schemas.microsoft.com/office/drawing/2014/main" id="{69988FF2-C674-F508-67CE-3FA1B2A5A729}"/>
                      </a:ext>
                    </a:extLst>
                  </p:cNvPr>
                  <p:cNvSpPr>
                    <a:spLocks noChangeAspect="1"/>
                  </p:cNvSpPr>
                  <p:nvPr/>
                </p:nvSpPr>
                <p:spPr>
                  <a:xfrm>
                    <a:off x="3684997" y="4358928"/>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pic>
                <p:nvPicPr>
                  <p:cNvPr id="106" name="Graphic 105" descr="Eyes">
                    <a:extLst>
                      <a:ext uri="{FF2B5EF4-FFF2-40B4-BE49-F238E27FC236}">
                        <a16:creationId xmlns:a16="http://schemas.microsoft.com/office/drawing/2014/main" id="{6823BC30-66DE-5DED-5B3C-334CB329846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692744" y="3806088"/>
                    <a:ext cx="440569" cy="440569"/>
                  </a:xfrm>
                  <a:prstGeom prst="rect">
                    <a:avLst/>
                  </a:prstGeom>
                </p:spPr>
              </p:pic>
              <p:pic>
                <p:nvPicPr>
                  <p:cNvPr id="107" name="Graphic 106" descr="Ear">
                    <a:extLst>
                      <a:ext uri="{FF2B5EF4-FFF2-40B4-BE49-F238E27FC236}">
                        <a16:creationId xmlns:a16="http://schemas.microsoft.com/office/drawing/2014/main" id="{0BB384D8-AC65-447E-4592-9FD82B9D44F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674294" y="4349446"/>
                    <a:ext cx="498877" cy="498877"/>
                  </a:xfrm>
                  <a:prstGeom prst="rect">
                    <a:avLst/>
                  </a:prstGeom>
                </p:spPr>
              </p:pic>
              <p:pic>
                <p:nvPicPr>
                  <p:cNvPr id="108" name="Graphic 107" descr="Nose">
                    <a:extLst>
                      <a:ext uri="{FF2B5EF4-FFF2-40B4-BE49-F238E27FC236}">
                        <a16:creationId xmlns:a16="http://schemas.microsoft.com/office/drawing/2014/main" id="{689639BC-645D-EEAE-30CF-5FF984C02CF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067711" y="4355352"/>
                    <a:ext cx="477473" cy="477473"/>
                  </a:xfrm>
                  <a:prstGeom prst="rect">
                    <a:avLst/>
                  </a:prstGeom>
                </p:spPr>
              </p:pic>
              <p:pic>
                <p:nvPicPr>
                  <p:cNvPr id="109" name="Graphic 108" descr="Lips">
                    <a:extLst>
                      <a:ext uri="{FF2B5EF4-FFF2-40B4-BE49-F238E27FC236}">
                        <a16:creationId xmlns:a16="http://schemas.microsoft.com/office/drawing/2014/main" id="{B78FDE19-2739-2420-B96D-D69DBD813C1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046487" y="3767453"/>
                    <a:ext cx="517840" cy="517840"/>
                  </a:xfrm>
                  <a:prstGeom prst="rect">
                    <a:avLst/>
                  </a:prstGeom>
                </p:spPr>
              </p:pic>
            </p:grpSp>
            <p:grpSp>
              <p:nvGrpSpPr>
                <p:cNvPr id="111" name="Group 110">
                  <a:extLst>
                    <a:ext uri="{FF2B5EF4-FFF2-40B4-BE49-F238E27FC236}">
                      <a16:creationId xmlns:a16="http://schemas.microsoft.com/office/drawing/2014/main" id="{1BA38593-2B7E-2206-328F-106F931E3779}"/>
                    </a:ext>
                  </a:extLst>
                </p:cNvPr>
                <p:cNvGrpSpPr>
                  <a:grpSpLocks noChangeAspect="1"/>
                </p:cNvGrpSpPr>
                <p:nvPr/>
              </p:nvGrpSpPr>
              <p:grpSpPr>
                <a:xfrm>
                  <a:off x="4786884" y="4402821"/>
                  <a:ext cx="652971" cy="628385"/>
                  <a:chOff x="3046487" y="3767453"/>
                  <a:chExt cx="1126684" cy="1084261"/>
                </a:xfrm>
              </p:grpSpPr>
              <p:sp>
                <p:nvSpPr>
                  <p:cNvPr id="112" name="Oval 111">
                    <a:extLst>
                      <a:ext uri="{FF2B5EF4-FFF2-40B4-BE49-F238E27FC236}">
                        <a16:creationId xmlns:a16="http://schemas.microsoft.com/office/drawing/2014/main" id="{AA8DE322-5BB8-5D4B-805D-261E40E19667}"/>
                      </a:ext>
                    </a:extLst>
                  </p:cNvPr>
                  <p:cNvSpPr>
                    <a:spLocks noChangeAspect="1"/>
                  </p:cNvSpPr>
                  <p:nvPr/>
                </p:nvSpPr>
                <p:spPr>
                  <a:xfrm>
                    <a:off x="3067711" y="3786415"/>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113" name="Oval 112">
                    <a:extLst>
                      <a:ext uri="{FF2B5EF4-FFF2-40B4-BE49-F238E27FC236}">
                        <a16:creationId xmlns:a16="http://schemas.microsoft.com/office/drawing/2014/main" id="{02536B61-5BC3-19FC-29B8-2E3BFAA31B37}"/>
                      </a:ext>
                    </a:extLst>
                  </p:cNvPr>
                  <p:cNvSpPr>
                    <a:spLocks noChangeAspect="1"/>
                  </p:cNvSpPr>
                  <p:nvPr/>
                </p:nvSpPr>
                <p:spPr>
                  <a:xfrm>
                    <a:off x="3674294" y="3786415"/>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114" name="Oval 113">
                    <a:extLst>
                      <a:ext uri="{FF2B5EF4-FFF2-40B4-BE49-F238E27FC236}">
                        <a16:creationId xmlns:a16="http://schemas.microsoft.com/office/drawing/2014/main" id="{1C5B4059-4A05-9F6B-0F5C-27A2CEE84AC3}"/>
                      </a:ext>
                    </a:extLst>
                  </p:cNvPr>
                  <p:cNvSpPr>
                    <a:spLocks noChangeAspect="1"/>
                  </p:cNvSpPr>
                  <p:nvPr/>
                </p:nvSpPr>
                <p:spPr>
                  <a:xfrm>
                    <a:off x="3067714" y="4371797"/>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sp>
                <p:nvSpPr>
                  <p:cNvPr id="115" name="Oval 114">
                    <a:extLst>
                      <a:ext uri="{FF2B5EF4-FFF2-40B4-BE49-F238E27FC236}">
                        <a16:creationId xmlns:a16="http://schemas.microsoft.com/office/drawing/2014/main" id="{C58B6F0D-30E6-CC71-B188-63E300AE934D}"/>
                      </a:ext>
                    </a:extLst>
                  </p:cNvPr>
                  <p:cNvSpPr>
                    <a:spLocks noChangeAspect="1"/>
                  </p:cNvSpPr>
                  <p:nvPr/>
                </p:nvSpPr>
                <p:spPr>
                  <a:xfrm>
                    <a:off x="3684997" y="4358928"/>
                    <a:ext cx="477473" cy="479917"/>
                  </a:xfrm>
                  <a:prstGeom prst="ellipse">
                    <a:avLst/>
                  </a:prstGeom>
                  <a:solidFill>
                    <a:srgbClr val="1B3764"/>
                  </a:solidFill>
                  <a:ln w="28575"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algn="ctr" defTabSz="914400"/>
                    <a:endParaRPr lang="en-US" sz="1100" b="1" kern="0" dirty="0">
                      <a:solidFill>
                        <a:srgbClr val="FF0000"/>
                      </a:solidFill>
                      <a:latin typeface="Arial"/>
                    </a:endParaRPr>
                  </a:p>
                </p:txBody>
              </p:sp>
              <p:pic>
                <p:nvPicPr>
                  <p:cNvPr id="116" name="Graphic 115" descr="Eyes">
                    <a:extLst>
                      <a:ext uri="{FF2B5EF4-FFF2-40B4-BE49-F238E27FC236}">
                        <a16:creationId xmlns:a16="http://schemas.microsoft.com/office/drawing/2014/main" id="{86FEFC6A-CEEB-9A95-2DFA-94DEC829E0A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692744" y="3806088"/>
                    <a:ext cx="440569" cy="440569"/>
                  </a:xfrm>
                  <a:prstGeom prst="rect">
                    <a:avLst/>
                  </a:prstGeom>
                </p:spPr>
              </p:pic>
              <p:pic>
                <p:nvPicPr>
                  <p:cNvPr id="117" name="Graphic 116" descr="Ear">
                    <a:extLst>
                      <a:ext uri="{FF2B5EF4-FFF2-40B4-BE49-F238E27FC236}">
                        <a16:creationId xmlns:a16="http://schemas.microsoft.com/office/drawing/2014/main" id="{38ACE72F-F1B4-41BF-CBF7-0956D9EDDB6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674294" y="4349446"/>
                    <a:ext cx="498877" cy="498877"/>
                  </a:xfrm>
                  <a:prstGeom prst="rect">
                    <a:avLst/>
                  </a:prstGeom>
                </p:spPr>
              </p:pic>
              <p:pic>
                <p:nvPicPr>
                  <p:cNvPr id="118" name="Graphic 117" descr="Nose">
                    <a:extLst>
                      <a:ext uri="{FF2B5EF4-FFF2-40B4-BE49-F238E27FC236}">
                        <a16:creationId xmlns:a16="http://schemas.microsoft.com/office/drawing/2014/main" id="{653F211B-9808-621B-F2EB-7DFD8D590E9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067711" y="4355352"/>
                    <a:ext cx="477473" cy="477473"/>
                  </a:xfrm>
                  <a:prstGeom prst="rect">
                    <a:avLst/>
                  </a:prstGeom>
                </p:spPr>
              </p:pic>
              <p:pic>
                <p:nvPicPr>
                  <p:cNvPr id="119" name="Graphic 118" descr="Lips">
                    <a:extLst>
                      <a:ext uri="{FF2B5EF4-FFF2-40B4-BE49-F238E27FC236}">
                        <a16:creationId xmlns:a16="http://schemas.microsoft.com/office/drawing/2014/main" id="{2DA75E48-A343-6353-F8C8-B98C2528934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046487" y="3767453"/>
                    <a:ext cx="517840" cy="517840"/>
                  </a:xfrm>
                  <a:prstGeom prst="rect">
                    <a:avLst/>
                  </a:prstGeom>
                </p:spPr>
              </p:pic>
            </p:grpSp>
          </p:grpSp>
          <p:sp>
            <p:nvSpPr>
              <p:cNvPr id="124" name="Text Box 307">
                <a:extLst>
                  <a:ext uri="{FF2B5EF4-FFF2-40B4-BE49-F238E27FC236}">
                    <a16:creationId xmlns:a16="http://schemas.microsoft.com/office/drawing/2014/main" id="{584E6A62-19AB-DC1C-41F5-31705FC5C5D8}"/>
                  </a:ext>
                </a:extLst>
              </p:cNvPr>
              <p:cNvSpPr txBox="1">
                <a:spLocks noChangeArrowheads="1"/>
              </p:cNvSpPr>
              <p:nvPr/>
            </p:nvSpPr>
            <p:spPr bwMode="auto">
              <a:xfrm>
                <a:off x="455901" y="3252541"/>
                <a:ext cx="1490662" cy="292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Input image</a:t>
                </a:r>
              </a:p>
            </p:txBody>
          </p:sp>
          <p:sp>
            <p:nvSpPr>
              <p:cNvPr id="125" name="Text Box 307">
                <a:extLst>
                  <a:ext uri="{FF2B5EF4-FFF2-40B4-BE49-F238E27FC236}">
                    <a16:creationId xmlns:a16="http://schemas.microsoft.com/office/drawing/2014/main" id="{FB63C6C1-F54B-CE26-60FD-E85DAA6ACFF4}"/>
                  </a:ext>
                </a:extLst>
              </p:cNvPr>
              <p:cNvSpPr txBox="1">
                <a:spLocks noChangeArrowheads="1"/>
              </p:cNvSpPr>
              <p:nvPr/>
            </p:nvSpPr>
            <p:spPr bwMode="auto">
              <a:xfrm>
                <a:off x="2829191" y="3252541"/>
                <a:ext cx="2168718" cy="292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Human identifies features</a:t>
                </a:r>
              </a:p>
            </p:txBody>
          </p:sp>
          <p:sp>
            <p:nvSpPr>
              <p:cNvPr id="126" name="Text Box 307">
                <a:extLst>
                  <a:ext uri="{FF2B5EF4-FFF2-40B4-BE49-F238E27FC236}">
                    <a16:creationId xmlns:a16="http://schemas.microsoft.com/office/drawing/2014/main" id="{074F7903-9FCA-70CB-A024-9BFFB4D904B6}"/>
                  </a:ext>
                </a:extLst>
              </p:cNvPr>
              <p:cNvSpPr txBox="1">
                <a:spLocks noChangeArrowheads="1"/>
              </p:cNvSpPr>
              <p:nvPr/>
            </p:nvSpPr>
            <p:spPr bwMode="auto">
              <a:xfrm>
                <a:off x="5488010" y="3248418"/>
                <a:ext cx="2168718" cy="292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Model learns patterns</a:t>
                </a:r>
              </a:p>
            </p:txBody>
          </p:sp>
          <p:sp>
            <p:nvSpPr>
              <p:cNvPr id="127" name="Text Box 307">
                <a:extLst>
                  <a:ext uri="{FF2B5EF4-FFF2-40B4-BE49-F238E27FC236}">
                    <a16:creationId xmlns:a16="http://schemas.microsoft.com/office/drawing/2014/main" id="{86A9C311-97C9-F3D4-EC98-DFBEE922E644}"/>
                  </a:ext>
                </a:extLst>
              </p:cNvPr>
              <p:cNvSpPr txBox="1">
                <a:spLocks noChangeArrowheads="1"/>
              </p:cNvSpPr>
              <p:nvPr/>
            </p:nvSpPr>
            <p:spPr bwMode="auto">
              <a:xfrm>
                <a:off x="9450941" y="3252541"/>
                <a:ext cx="2168718" cy="292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Model makes decision</a:t>
                </a:r>
              </a:p>
            </p:txBody>
          </p:sp>
          <p:sp>
            <p:nvSpPr>
              <p:cNvPr id="128" name="Text Box 307">
                <a:extLst>
                  <a:ext uri="{FF2B5EF4-FFF2-40B4-BE49-F238E27FC236}">
                    <a16:creationId xmlns:a16="http://schemas.microsoft.com/office/drawing/2014/main" id="{1ED5B1E2-A3D0-B413-41C4-C7E1EDA37C24}"/>
                  </a:ext>
                </a:extLst>
              </p:cNvPr>
              <p:cNvSpPr txBox="1">
                <a:spLocks noChangeArrowheads="1"/>
              </p:cNvSpPr>
              <p:nvPr/>
            </p:nvSpPr>
            <p:spPr bwMode="auto">
              <a:xfrm>
                <a:off x="9463570" y="6172976"/>
                <a:ext cx="2168718" cy="292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Model makes decision</a:t>
                </a:r>
              </a:p>
            </p:txBody>
          </p:sp>
          <p:sp>
            <p:nvSpPr>
              <p:cNvPr id="129" name="Text Box 307">
                <a:extLst>
                  <a:ext uri="{FF2B5EF4-FFF2-40B4-BE49-F238E27FC236}">
                    <a16:creationId xmlns:a16="http://schemas.microsoft.com/office/drawing/2014/main" id="{1F88E61B-87EC-E079-4D19-FDF83BC9D760}"/>
                  </a:ext>
                </a:extLst>
              </p:cNvPr>
              <p:cNvSpPr txBox="1">
                <a:spLocks noChangeArrowheads="1"/>
              </p:cNvSpPr>
              <p:nvPr/>
            </p:nvSpPr>
            <p:spPr bwMode="auto">
              <a:xfrm>
                <a:off x="442637" y="6163254"/>
                <a:ext cx="1490662" cy="292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Input image</a:t>
                </a:r>
              </a:p>
            </p:txBody>
          </p:sp>
          <p:sp>
            <p:nvSpPr>
              <p:cNvPr id="130" name="Text Box 307">
                <a:extLst>
                  <a:ext uri="{FF2B5EF4-FFF2-40B4-BE49-F238E27FC236}">
                    <a16:creationId xmlns:a16="http://schemas.microsoft.com/office/drawing/2014/main" id="{0A178C6E-66F2-9B07-3FFC-6E32B1BDDA88}"/>
                  </a:ext>
                </a:extLst>
              </p:cNvPr>
              <p:cNvSpPr txBox="1">
                <a:spLocks noChangeArrowheads="1"/>
              </p:cNvSpPr>
              <p:nvPr/>
            </p:nvSpPr>
            <p:spPr bwMode="auto">
              <a:xfrm>
                <a:off x="4504161" y="6130076"/>
                <a:ext cx="2168718"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0000"/>
                    </a:solidFill>
                    <a:latin typeface="Calibri"/>
                    <a:cs typeface="Calibri"/>
                  </a:rPr>
                  <a:t>Model extracts features and learns patterns</a:t>
                </a:r>
              </a:p>
            </p:txBody>
          </p:sp>
        </p:grpSp>
      </p:grpSp>
    </p:spTree>
    <p:extLst>
      <p:ext uri="{BB962C8B-B14F-4D97-AF65-F5344CB8AC3E}">
        <p14:creationId xmlns:p14="http://schemas.microsoft.com/office/powerpoint/2010/main" val="165678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595E35-BE07-3D3B-7790-C75EA952CE36}"/>
              </a:ext>
            </a:extLst>
          </p:cNvPr>
          <p:cNvSpPr>
            <a:spLocks noGrp="1"/>
          </p:cNvSpPr>
          <p:nvPr>
            <p:ph type="title"/>
          </p:nvPr>
        </p:nvSpPr>
        <p:spPr/>
        <p:txBody>
          <a:bodyPr/>
          <a:lstStyle/>
          <a:p>
            <a:r>
              <a:rPr lang="en-US" dirty="0"/>
              <a:t>How AI Concepts Relate</a:t>
            </a:r>
          </a:p>
        </p:txBody>
      </p:sp>
      <p:sp>
        <p:nvSpPr>
          <p:cNvPr id="2" name="Slide Number Placeholder 1">
            <a:extLst>
              <a:ext uri="{FF2B5EF4-FFF2-40B4-BE49-F238E27FC236}">
                <a16:creationId xmlns:a16="http://schemas.microsoft.com/office/drawing/2014/main" id="{EE78C72C-55A0-DC60-A3F5-2E78C83913B5}"/>
              </a:ext>
            </a:extLst>
          </p:cNvPr>
          <p:cNvSpPr>
            <a:spLocks noGrp="1"/>
          </p:cNvSpPr>
          <p:nvPr>
            <p:ph type="sldNum" sz="quarter" idx="12"/>
          </p:nvPr>
        </p:nvSpPr>
        <p:spPr/>
        <p:txBody>
          <a:bodyPr/>
          <a:lstStyle/>
          <a:p>
            <a:fld id="{A8160BDD-7155-D744-B749-9730458604AD}" type="slidenum">
              <a:rPr lang="en-US" smtClean="0"/>
              <a:pPr/>
              <a:t>17</a:t>
            </a:fld>
            <a:endParaRPr lang="en-US" dirty="0"/>
          </a:p>
        </p:txBody>
      </p:sp>
      <p:grpSp>
        <p:nvGrpSpPr>
          <p:cNvPr id="6" name="Group 5">
            <a:extLst>
              <a:ext uri="{FF2B5EF4-FFF2-40B4-BE49-F238E27FC236}">
                <a16:creationId xmlns:a16="http://schemas.microsoft.com/office/drawing/2014/main" id="{E7C810A3-8213-ED1C-7BF3-238648226604}"/>
              </a:ext>
            </a:extLst>
          </p:cNvPr>
          <p:cNvGrpSpPr/>
          <p:nvPr/>
        </p:nvGrpSpPr>
        <p:grpSpPr>
          <a:xfrm>
            <a:off x="3444240" y="1152122"/>
            <a:ext cx="5303520" cy="5303520"/>
            <a:chOff x="273432" y="1072281"/>
            <a:chExt cx="5303520" cy="5303520"/>
          </a:xfrm>
        </p:grpSpPr>
        <p:sp>
          <p:nvSpPr>
            <p:cNvPr id="7" name="Oval 6">
              <a:extLst>
                <a:ext uri="{FF2B5EF4-FFF2-40B4-BE49-F238E27FC236}">
                  <a16:creationId xmlns:a16="http://schemas.microsoft.com/office/drawing/2014/main" id="{2B3560D7-4555-7FB7-5EFD-89B80C455F8A}"/>
                </a:ext>
              </a:extLst>
            </p:cNvPr>
            <p:cNvSpPr/>
            <p:nvPr/>
          </p:nvSpPr>
          <p:spPr>
            <a:xfrm>
              <a:off x="273432" y="1072281"/>
              <a:ext cx="5303520" cy="5303520"/>
            </a:xfrm>
            <a:prstGeom prst="ellipse">
              <a:avLst/>
            </a:prstGeom>
            <a:solidFill>
              <a:srgbClr val="198CA8"/>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8" name="Oval 7">
              <a:extLst>
                <a:ext uri="{FF2B5EF4-FFF2-40B4-BE49-F238E27FC236}">
                  <a16:creationId xmlns:a16="http://schemas.microsoft.com/office/drawing/2014/main" id="{ADABEC19-2D17-477E-212C-625380DB3C54}"/>
                </a:ext>
              </a:extLst>
            </p:cNvPr>
            <p:cNvSpPr>
              <a:spLocks noChangeAspect="1"/>
            </p:cNvSpPr>
            <p:nvPr/>
          </p:nvSpPr>
          <p:spPr>
            <a:xfrm>
              <a:off x="819895" y="2165207"/>
              <a:ext cx="4210594" cy="4210594"/>
            </a:xfrm>
            <a:prstGeom prst="ellipse">
              <a:avLst/>
            </a:prstGeom>
            <a:solidFill>
              <a:srgbClr val="1D3764"/>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9" name="Oval 8">
              <a:extLst>
                <a:ext uri="{FF2B5EF4-FFF2-40B4-BE49-F238E27FC236}">
                  <a16:creationId xmlns:a16="http://schemas.microsoft.com/office/drawing/2014/main" id="{3C3FF79C-B21D-84FE-6F29-09BB60365300}"/>
                </a:ext>
              </a:extLst>
            </p:cNvPr>
            <p:cNvSpPr>
              <a:spLocks noChangeAspect="1"/>
            </p:cNvSpPr>
            <p:nvPr/>
          </p:nvSpPr>
          <p:spPr>
            <a:xfrm>
              <a:off x="1898669" y="4322756"/>
              <a:ext cx="2053045" cy="2053045"/>
            </a:xfrm>
            <a:prstGeom prst="ellipse">
              <a:avLst/>
            </a:prstGeom>
            <a:solidFill>
              <a:srgbClr val="009DDC"/>
            </a:solidFill>
            <a:ln w="28575" cap="flat" cmpd="sng" algn="ctr">
              <a:noFill/>
              <a:prstDash val="solid"/>
            </a:ln>
            <a:effectLst/>
          </p:spPr>
          <p:txBody>
            <a:bodyPr rtlCol="0" anchor="ctr"/>
            <a:lstStyle/>
            <a:p>
              <a:pPr algn="ctr" defTabSz="914400"/>
              <a:endParaRPr lang="en-US" sz="1100" b="1" kern="0" dirty="0">
                <a:solidFill>
                  <a:srgbClr val="FF0000"/>
                </a:solidFill>
                <a:latin typeface="Arial"/>
              </a:endParaRPr>
            </a:p>
          </p:txBody>
        </p:sp>
        <p:sp>
          <p:nvSpPr>
            <p:cNvPr id="11" name="Text Box 307">
              <a:extLst>
                <a:ext uri="{FF2B5EF4-FFF2-40B4-BE49-F238E27FC236}">
                  <a16:creationId xmlns:a16="http://schemas.microsoft.com/office/drawing/2014/main" id="{6CA4B5DF-D90B-7030-1254-676572710742}"/>
                </a:ext>
              </a:extLst>
            </p:cNvPr>
            <p:cNvSpPr txBox="1">
              <a:spLocks noChangeArrowheads="1"/>
            </p:cNvSpPr>
            <p:nvPr/>
          </p:nvSpPr>
          <p:spPr bwMode="auto">
            <a:xfrm>
              <a:off x="2179860" y="3016155"/>
              <a:ext cx="1490662"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000" b="1" i="0" u="none" strike="noStrike" kern="0" cap="none" spc="0" normalizeH="0" baseline="0" noProof="0" dirty="0">
                  <a:ln>
                    <a:noFill/>
                  </a:ln>
                  <a:solidFill>
                    <a:schemeClr val="bg1"/>
                  </a:solidFill>
                  <a:effectLst/>
                  <a:uLnTx/>
                  <a:uFillTx/>
                  <a:latin typeface="Calibri"/>
                  <a:cs typeface="Calibri"/>
                </a:rPr>
                <a:t>Machine Learning</a:t>
              </a:r>
            </a:p>
          </p:txBody>
        </p:sp>
        <p:sp>
          <p:nvSpPr>
            <p:cNvPr id="12" name="Text Box 307">
              <a:extLst>
                <a:ext uri="{FF2B5EF4-FFF2-40B4-BE49-F238E27FC236}">
                  <a16:creationId xmlns:a16="http://schemas.microsoft.com/office/drawing/2014/main" id="{C48DBB3A-B52E-7C05-B902-39A060CC6AE4}"/>
                </a:ext>
              </a:extLst>
            </p:cNvPr>
            <p:cNvSpPr txBox="1">
              <a:spLocks noChangeArrowheads="1"/>
            </p:cNvSpPr>
            <p:nvPr/>
          </p:nvSpPr>
          <p:spPr bwMode="auto">
            <a:xfrm>
              <a:off x="2179860" y="5077833"/>
              <a:ext cx="1490662"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000" b="1" i="0" u="none" strike="noStrike" kern="0" cap="none" spc="0" normalizeH="0" baseline="0" noProof="0" dirty="0">
                  <a:ln>
                    <a:noFill/>
                  </a:ln>
                  <a:solidFill>
                    <a:schemeClr val="bg1"/>
                  </a:solidFill>
                  <a:effectLst/>
                  <a:uLnTx/>
                  <a:uFillTx/>
                  <a:latin typeface="Calibri"/>
                  <a:cs typeface="Calibri"/>
                </a:rPr>
                <a:t>Deep Learning</a:t>
              </a:r>
            </a:p>
          </p:txBody>
        </p:sp>
        <p:sp>
          <p:nvSpPr>
            <p:cNvPr id="13" name="Text Box 307">
              <a:extLst>
                <a:ext uri="{FF2B5EF4-FFF2-40B4-BE49-F238E27FC236}">
                  <a16:creationId xmlns:a16="http://schemas.microsoft.com/office/drawing/2014/main" id="{3AE6C5C6-6BDA-37F0-DEAF-3B1A4794ACD6}"/>
                </a:ext>
              </a:extLst>
            </p:cNvPr>
            <p:cNvSpPr txBox="1">
              <a:spLocks noChangeArrowheads="1"/>
            </p:cNvSpPr>
            <p:nvPr/>
          </p:nvSpPr>
          <p:spPr bwMode="auto">
            <a:xfrm>
              <a:off x="2179860" y="1292581"/>
              <a:ext cx="1490662"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2000" b="1" i="0" u="none" strike="noStrike" kern="0" cap="none" spc="0" normalizeH="0" baseline="0" noProof="0" dirty="0">
                  <a:ln>
                    <a:noFill/>
                  </a:ln>
                  <a:solidFill>
                    <a:schemeClr val="bg1"/>
                  </a:solidFill>
                  <a:effectLst/>
                  <a:uLnTx/>
                  <a:uFillTx/>
                  <a:latin typeface="Calibri"/>
                  <a:cs typeface="Calibri"/>
                </a:rPr>
                <a:t>Artificial Intelligence</a:t>
              </a:r>
            </a:p>
          </p:txBody>
        </p:sp>
      </p:grpSp>
    </p:spTree>
    <p:extLst>
      <p:ext uri="{BB962C8B-B14F-4D97-AF65-F5344CB8AC3E}">
        <p14:creationId xmlns:p14="http://schemas.microsoft.com/office/powerpoint/2010/main" val="1899649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D5634-DD0E-35AE-8BDA-5B52D84C5018}"/>
              </a:ext>
            </a:extLst>
          </p:cNvPr>
          <p:cNvSpPr>
            <a:spLocks noGrp="1"/>
          </p:cNvSpPr>
          <p:nvPr>
            <p:ph type="title"/>
          </p:nvPr>
        </p:nvSpPr>
        <p:spPr/>
        <p:txBody>
          <a:bodyPr/>
          <a:lstStyle/>
          <a:p>
            <a:r>
              <a:rPr lang="en-US" dirty="0"/>
              <a:t>Machine Learning Approaches</a:t>
            </a:r>
          </a:p>
        </p:txBody>
      </p:sp>
      <p:sp>
        <p:nvSpPr>
          <p:cNvPr id="3" name="Slide Number Placeholder 2">
            <a:extLst>
              <a:ext uri="{FF2B5EF4-FFF2-40B4-BE49-F238E27FC236}">
                <a16:creationId xmlns:a16="http://schemas.microsoft.com/office/drawing/2014/main" id="{E4ED92C8-1D4D-25B3-9036-C471FBFA8CF2}"/>
              </a:ext>
            </a:extLst>
          </p:cNvPr>
          <p:cNvSpPr>
            <a:spLocks noGrp="1"/>
          </p:cNvSpPr>
          <p:nvPr>
            <p:ph type="sldNum" sz="quarter" idx="12"/>
          </p:nvPr>
        </p:nvSpPr>
        <p:spPr/>
        <p:txBody>
          <a:bodyPr/>
          <a:lstStyle/>
          <a:p>
            <a:fld id="{A8160BDD-7155-D744-B749-9730458604AD}" type="slidenum">
              <a:rPr lang="en-US" smtClean="0"/>
              <a:t>18</a:t>
            </a:fld>
            <a:endParaRPr lang="en-US" dirty="0"/>
          </a:p>
        </p:txBody>
      </p:sp>
      <p:grpSp>
        <p:nvGrpSpPr>
          <p:cNvPr id="4" name="Group 3">
            <a:extLst>
              <a:ext uri="{FF2B5EF4-FFF2-40B4-BE49-F238E27FC236}">
                <a16:creationId xmlns:a16="http://schemas.microsoft.com/office/drawing/2014/main" id="{F416F6DB-6D14-FFF8-BA15-457F7EABEA92}"/>
              </a:ext>
            </a:extLst>
          </p:cNvPr>
          <p:cNvGrpSpPr/>
          <p:nvPr/>
        </p:nvGrpSpPr>
        <p:grpSpPr>
          <a:xfrm>
            <a:off x="3038085" y="1648204"/>
            <a:ext cx="6115831" cy="3991270"/>
            <a:chOff x="1514085" y="1648204"/>
            <a:chExt cx="6115831" cy="3991270"/>
          </a:xfrm>
        </p:grpSpPr>
        <p:sp>
          <p:nvSpPr>
            <p:cNvPr id="5" name="Text Box 307">
              <a:extLst>
                <a:ext uri="{FF2B5EF4-FFF2-40B4-BE49-F238E27FC236}">
                  <a16:creationId xmlns:a16="http://schemas.microsoft.com/office/drawing/2014/main" id="{AEC968DF-5BAF-8CF4-36A9-736AFDD39E25}"/>
                </a:ext>
              </a:extLst>
            </p:cNvPr>
            <p:cNvSpPr txBox="1">
              <a:spLocks noChangeArrowheads="1"/>
            </p:cNvSpPr>
            <p:nvPr/>
          </p:nvSpPr>
          <p:spPr bwMode="auto">
            <a:xfrm>
              <a:off x="2509643" y="2544020"/>
              <a:ext cx="20449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endParaRPr kumimoji="0" lang="en-US" b="1" i="0" u="none" strike="noStrike" kern="0" cap="none" spc="0" normalizeH="0" baseline="0" noProof="0" dirty="0">
                <a:ln>
                  <a:noFill/>
                </a:ln>
                <a:solidFill>
                  <a:srgbClr val="000000"/>
                </a:solidFill>
                <a:effectLst/>
                <a:uLnTx/>
                <a:uFillTx/>
                <a:latin typeface="Calibri"/>
                <a:cs typeface="Calibri"/>
              </a:endParaRPr>
            </a:p>
          </p:txBody>
        </p:sp>
        <p:sp>
          <p:nvSpPr>
            <p:cNvPr id="6" name="Rectangle: Rounded Corners 5">
              <a:extLst>
                <a:ext uri="{FF2B5EF4-FFF2-40B4-BE49-F238E27FC236}">
                  <a16:creationId xmlns:a16="http://schemas.microsoft.com/office/drawing/2014/main" id="{E3F4873F-6651-D273-6101-4D076074EB8C}"/>
                </a:ext>
              </a:extLst>
            </p:cNvPr>
            <p:cNvSpPr/>
            <p:nvPr/>
          </p:nvSpPr>
          <p:spPr>
            <a:xfrm rot="16200000">
              <a:off x="4062266" y="-883931"/>
              <a:ext cx="1019469" cy="6115830"/>
            </a:xfrm>
            <a:prstGeom prst="roundRect">
              <a:avLst/>
            </a:prstGeom>
            <a:noFill/>
            <a:ln w="28575" cap="flat" cmpd="sng" algn="ctr">
              <a:solidFill>
                <a:srgbClr val="1D76BB"/>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7" name="Rectangle: Rounded Corners 6">
              <a:extLst>
                <a:ext uri="{FF2B5EF4-FFF2-40B4-BE49-F238E27FC236}">
                  <a16:creationId xmlns:a16="http://schemas.microsoft.com/office/drawing/2014/main" id="{C26ADFBA-E8C6-EE37-B057-F16CF4CC4A41}"/>
                </a:ext>
              </a:extLst>
            </p:cNvPr>
            <p:cNvSpPr/>
            <p:nvPr/>
          </p:nvSpPr>
          <p:spPr>
            <a:xfrm rot="16200000">
              <a:off x="4062265" y="582459"/>
              <a:ext cx="1019469" cy="6115829"/>
            </a:xfrm>
            <a:prstGeom prst="roundRect">
              <a:avLst/>
            </a:prstGeom>
            <a:noFill/>
            <a:ln w="28575" cap="flat" cmpd="sng" algn="ctr">
              <a:solidFill>
                <a:srgbClr val="009DDC"/>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8" name="Rectangle: Rounded Corners 7">
              <a:extLst>
                <a:ext uri="{FF2B5EF4-FFF2-40B4-BE49-F238E27FC236}">
                  <a16:creationId xmlns:a16="http://schemas.microsoft.com/office/drawing/2014/main" id="{C020265F-7C47-9420-2E36-F50DEC4A16F2}"/>
                </a:ext>
              </a:extLst>
            </p:cNvPr>
            <p:cNvSpPr/>
            <p:nvPr/>
          </p:nvSpPr>
          <p:spPr>
            <a:xfrm rot="16200000">
              <a:off x="4062266" y="2048850"/>
              <a:ext cx="1019469" cy="6115828"/>
            </a:xfrm>
            <a:prstGeom prst="roundRect">
              <a:avLst/>
            </a:prstGeom>
            <a:noFill/>
            <a:ln w="28575" cap="flat" cmpd="sng" algn="ctr">
              <a:solidFill>
                <a:srgbClr val="1D3764"/>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9" name="TextBox 8">
              <a:extLst>
                <a:ext uri="{FF2B5EF4-FFF2-40B4-BE49-F238E27FC236}">
                  <a16:creationId xmlns:a16="http://schemas.microsoft.com/office/drawing/2014/main" id="{6BB1C536-2DAD-95CB-3987-4F9EDEA10607}"/>
                </a:ext>
              </a:extLst>
            </p:cNvPr>
            <p:cNvSpPr txBox="1"/>
            <p:nvPr/>
          </p:nvSpPr>
          <p:spPr>
            <a:xfrm>
              <a:off x="2005227" y="1943151"/>
              <a:ext cx="3532465" cy="461665"/>
            </a:xfrm>
            <a:prstGeom prst="rect">
              <a:avLst/>
            </a:prstGeom>
            <a:noFill/>
          </p:spPr>
          <p:txBody>
            <a:bodyPr wrap="square" rtlCol="0">
              <a:spAutoFit/>
            </a:bodyPr>
            <a:lstStyle/>
            <a:p>
              <a:pPr algn="ctr"/>
              <a:r>
                <a:rPr lang="en-US" sz="2400" b="1" dirty="0">
                  <a:solidFill>
                    <a:srgbClr val="1D76BB"/>
                  </a:solidFill>
                </a:rPr>
                <a:t>Supervised Learning</a:t>
              </a:r>
            </a:p>
          </p:txBody>
        </p:sp>
        <p:sp>
          <p:nvSpPr>
            <p:cNvPr id="10" name="TextBox 9">
              <a:extLst>
                <a:ext uri="{FF2B5EF4-FFF2-40B4-BE49-F238E27FC236}">
                  <a16:creationId xmlns:a16="http://schemas.microsoft.com/office/drawing/2014/main" id="{8D55351B-DD6C-EAE7-17EB-FE5A4CF7AC7C}"/>
                </a:ext>
              </a:extLst>
            </p:cNvPr>
            <p:cNvSpPr txBox="1"/>
            <p:nvPr/>
          </p:nvSpPr>
          <p:spPr>
            <a:xfrm>
              <a:off x="1920225" y="4875931"/>
              <a:ext cx="3702471" cy="461665"/>
            </a:xfrm>
            <a:prstGeom prst="rect">
              <a:avLst/>
            </a:prstGeom>
            <a:noFill/>
          </p:spPr>
          <p:txBody>
            <a:bodyPr wrap="square" rtlCol="0">
              <a:spAutoFit/>
            </a:bodyPr>
            <a:lstStyle/>
            <a:p>
              <a:pPr algn="ctr"/>
              <a:r>
                <a:rPr lang="en-US" sz="2400" b="1" dirty="0">
                  <a:solidFill>
                    <a:srgbClr val="1D3764"/>
                  </a:solidFill>
                </a:rPr>
                <a:t>Reinforcement Learning</a:t>
              </a:r>
            </a:p>
          </p:txBody>
        </p:sp>
        <p:cxnSp>
          <p:nvCxnSpPr>
            <p:cNvPr id="11" name="Straight Connector 10">
              <a:extLst>
                <a:ext uri="{FF2B5EF4-FFF2-40B4-BE49-F238E27FC236}">
                  <a16:creationId xmlns:a16="http://schemas.microsoft.com/office/drawing/2014/main" id="{C9CED07B-9F0A-3F3E-0277-48F9A149E8DA}"/>
                </a:ext>
              </a:extLst>
            </p:cNvPr>
            <p:cNvCxnSpPr>
              <a:cxnSpLocks/>
            </p:cNvCxnSpPr>
            <p:nvPr/>
          </p:nvCxnSpPr>
          <p:spPr>
            <a:xfrm>
              <a:off x="5926310" y="1664249"/>
              <a:ext cx="0" cy="1019470"/>
            </a:xfrm>
            <a:prstGeom prst="line">
              <a:avLst/>
            </a:prstGeom>
            <a:ln w="28575">
              <a:solidFill>
                <a:srgbClr val="1D76BB"/>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45FC33D-BB42-1740-F29F-DACE53CA36D1}"/>
                </a:ext>
              </a:extLst>
            </p:cNvPr>
            <p:cNvCxnSpPr>
              <a:cxnSpLocks/>
            </p:cNvCxnSpPr>
            <p:nvPr/>
          </p:nvCxnSpPr>
          <p:spPr>
            <a:xfrm>
              <a:off x="5926310" y="3130640"/>
              <a:ext cx="0" cy="1033330"/>
            </a:xfrm>
            <a:prstGeom prst="line">
              <a:avLst/>
            </a:prstGeom>
            <a:ln w="28575">
              <a:solidFill>
                <a:srgbClr val="009DDC"/>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7DE013C-FF18-7FF4-243F-7C497673CB4D}"/>
                </a:ext>
              </a:extLst>
            </p:cNvPr>
            <p:cNvCxnSpPr>
              <a:cxnSpLocks/>
            </p:cNvCxnSpPr>
            <p:nvPr/>
          </p:nvCxnSpPr>
          <p:spPr>
            <a:xfrm>
              <a:off x="5928463" y="4597029"/>
              <a:ext cx="0" cy="1033330"/>
            </a:xfrm>
            <a:prstGeom prst="line">
              <a:avLst/>
            </a:prstGeom>
            <a:ln w="28575">
              <a:solidFill>
                <a:srgbClr val="1D3764"/>
              </a:solidFill>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A1F203C3-69B8-8251-597A-448F2738D415}"/>
                </a:ext>
              </a:extLst>
            </p:cNvPr>
            <p:cNvSpPr txBox="1"/>
            <p:nvPr/>
          </p:nvSpPr>
          <p:spPr>
            <a:xfrm>
              <a:off x="1735501" y="3412613"/>
              <a:ext cx="4071921" cy="461665"/>
            </a:xfrm>
            <a:prstGeom prst="rect">
              <a:avLst/>
            </a:prstGeom>
            <a:noFill/>
          </p:spPr>
          <p:txBody>
            <a:bodyPr wrap="square" rtlCol="0">
              <a:spAutoFit/>
            </a:bodyPr>
            <a:lstStyle/>
            <a:p>
              <a:pPr algn="ctr"/>
              <a:r>
                <a:rPr lang="en-US" sz="2400" b="1" dirty="0">
                  <a:solidFill>
                    <a:srgbClr val="009DDC"/>
                  </a:solidFill>
                </a:rPr>
                <a:t>Unsupervised Learning</a:t>
              </a:r>
            </a:p>
          </p:txBody>
        </p:sp>
        <p:pic>
          <p:nvPicPr>
            <p:cNvPr id="15" name="Graphic 14" descr="Present">
              <a:extLst>
                <a:ext uri="{FF2B5EF4-FFF2-40B4-BE49-F238E27FC236}">
                  <a16:creationId xmlns:a16="http://schemas.microsoft.com/office/drawing/2014/main" id="{295EC017-FA53-BB0C-25CD-004EFE6B767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94804" y="4587914"/>
              <a:ext cx="1051560" cy="1051560"/>
            </a:xfrm>
            <a:prstGeom prst="rect">
              <a:avLst/>
            </a:prstGeom>
          </p:spPr>
        </p:pic>
        <p:pic>
          <p:nvPicPr>
            <p:cNvPr id="16" name="Graphic 15" descr="Marketing">
              <a:extLst>
                <a:ext uri="{FF2B5EF4-FFF2-40B4-BE49-F238E27FC236}">
                  <a16:creationId xmlns:a16="http://schemas.microsoft.com/office/drawing/2014/main" id="{8AC60E99-1B64-4146-0F01-5D18CE8764F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94804" y="1648204"/>
              <a:ext cx="1051560" cy="1051560"/>
            </a:xfrm>
            <a:prstGeom prst="rect">
              <a:avLst/>
            </a:prstGeom>
          </p:spPr>
        </p:pic>
        <p:pic>
          <p:nvPicPr>
            <p:cNvPr id="17" name="Graphic 16" descr="Megaphone">
              <a:extLst>
                <a:ext uri="{FF2B5EF4-FFF2-40B4-BE49-F238E27FC236}">
                  <a16:creationId xmlns:a16="http://schemas.microsoft.com/office/drawing/2014/main" id="{63EA4F0A-C870-D335-819A-8DC3C25AC50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50126" y="3122722"/>
              <a:ext cx="1051560" cy="1051560"/>
            </a:xfrm>
            <a:prstGeom prst="rect">
              <a:avLst/>
            </a:prstGeom>
          </p:spPr>
        </p:pic>
      </p:grpSp>
    </p:spTree>
    <p:extLst>
      <p:ext uri="{BB962C8B-B14F-4D97-AF65-F5344CB8AC3E}">
        <p14:creationId xmlns:p14="http://schemas.microsoft.com/office/powerpoint/2010/main" val="1746514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DD8E1F-26F7-B8D4-14DC-BC6EBB1D0167}"/>
              </a:ext>
            </a:extLst>
          </p:cNvPr>
          <p:cNvSpPr>
            <a:spLocks noGrp="1"/>
          </p:cNvSpPr>
          <p:nvPr>
            <p:ph type="sldNum" sz="quarter" idx="12"/>
          </p:nvPr>
        </p:nvSpPr>
        <p:spPr/>
        <p:txBody>
          <a:bodyPr/>
          <a:lstStyle/>
          <a:p>
            <a:fld id="{A8160BDD-7155-D744-B749-9730458604AD}" type="slidenum">
              <a:rPr lang="en-US" smtClean="0"/>
              <a:t>19</a:t>
            </a:fld>
            <a:endParaRPr lang="en-US" dirty="0"/>
          </a:p>
        </p:txBody>
      </p:sp>
      <p:sp>
        <p:nvSpPr>
          <p:cNvPr id="5" name="Content Placeholder 4">
            <a:extLst>
              <a:ext uri="{FF2B5EF4-FFF2-40B4-BE49-F238E27FC236}">
                <a16:creationId xmlns:a16="http://schemas.microsoft.com/office/drawing/2014/main" id="{75C5EBD1-2360-FE64-1333-FA5B745812AA}"/>
              </a:ext>
            </a:extLst>
          </p:cNvPr>
          <p:cNvSpPr>
            <a:spLocks noGrp="1"/>
          </p:cNvSpPr>
          <p:nvPr>
            <p:ph idx="1"/>
          </p:nvPr>
        </p:nvSpPr>
        <p:spPr/>
        <p:txBody>
          <a:bodyPr/>
          <a:lstStyle/>
          <a:p>
            <a:pPr>
              <a:buFont typeface="+mj-lt"/>
              <a:buAutoNum type="arabicPeriod"/>
            </a:pPr>
            <a:r>
              <a:rPr lang="en-US" dirty="0"/>
              <a:t>Read the question scenario in the text. Which technique, traditional machine learning or deep learning, would be most suitable to achieving this business objective? Why did you make this choice and not the other?</a:t>
            </a:r>
          </a:p>
          <a:p>
            <a:pPr>
              <a:buFont typeface="+mj-lt"/>
              <a:buAutoNum type="arabicPeriod"/>
            </a:pPr>
            <a:r>
              <a:rPr lang="en-US" dirty="0"/>
              <a:t>Read the question in the scenario text. Is this data used in supervised, unsupervised, or reinforcement learning? Explain why.</a:t>
            </a:r>
          </a:p>
          <a:p>
            <a:pPr>
              <a:buFont typeface="+mj-lt"/>
              <a:buAutoNum type="arabicPeriod"/>
            </a:pPr>
            <a:r>
              <a:rPr lang="en-US" dirty="0"/>
              <a:t>Read the question and select an answer.</a:t>
            </a:r>
          </a:p>
        </p:txBody>
      </p:sp>
      <p:sp>
        <p:nvSpPr>
          <p:cNvPr id="4" name="Title 3">
            <a:extLst>
              <a:ext uri="{FF2B5EF4-FFF2-40B4-BE49-F238E27FC236}">
                <a16:creationId xmlns:a16="http://schemas.microsoft.com/office/drawing/2014/main" id="{EBD08B9F-1240-33A5-A1D9-6F7217797EFE}"/>
              </a:ext>
            </a:extLst>
          </p:cNvPr>
          <p:cNvSpPr>
            <a:spLocks noGrp="1"/>
          </p:cNvSpPr>
          <p:nvPr>
            <p:ph type="title"/>
          </p:nvPr>
        </p:nvSpPr>
        <p:spPr/>
        <p:txBody>
          <a:bodyPr/>
          <a:lstStyle/>
          <a:p>
            <a:r>
              <a:rPr lang="en-US" dirty="0"/>
              <a:t>Activity: Discussing AI Concepts</a:t>
            </a:r>
          </a:p>
        </p:txBody>
      </p:sp>
    </p:spTree>
    <p:extLst>
      <p:ext uri="{BB962C8B-B14F-4D97-AF65-F5344CB8AC3E}">
        <p14:creationId xmlns:p14="http://schemas.microsoft.com/office/powerpoint/2010/main" val="36463866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A9574-4728-752D-B1EC-9E9957D4066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A4BED5-ADAD-5769-7D33-03E761D17C68}"/>
              </a:ext>
            </a:extLst>
          </p:cNvPr>
          <p:cNvSpPr>
            <a:spLocks noGrp="1"/>
          </p:cNvSpPr>
          <p:nvPr>
            <p:ph type="sldNum" sz="quarter" idx="12"/>
          </p:nvPr>
        </p:nvSpPr>
        <p:spPr/>
        <p:txBody>
          <a:bodyPr/>
          <a:lstStyle/>
          <a:p>
            <a:fld id="{A8160BDD-7155-D744-B749-9730458604AD}" type="slidenum">
              <a:rPr lang="en-US" smtClean="0"/>
              <a:t>20</a:t>
            </a:fld>
            <a:endParaRPr lang="en-US" dirty="0"/>
          </a:p>
        </p:txBody>
      </p:sp>
      <p:sp>
        <p:nvSpPr>
          <p:cNvPr id="3" name="Text Placeholder 2">
            <a:extLst>
              <a:ext uri="{FF2B5EF4-FFF2-40B4-BE49-F238E27FC236}">
                <a16:creationId xmlns:a16="http://schemas.microsoft.com/office/drawing/2014/main" id="{235D7AA9-D104-5ED8-38B3-6DBB2A9D96D0}"/>
              </a:ext>
            </a:extLst>
          </p:cNvPr>
          <p:cNvSpPr>
            <a:spLocks noGrp="1"/>
          </p:cNvSpPr>
          <p:nvPr>
            <p:ph type="body" sz="quarter" idx="14"/>
          </p:nvPr>
        </p:nvSpPr>
        <p:spPr/>
        <p:txBody>
          <a:bodyPr/>
          <a:lstStyle/>
          <a:p>
            <a:r>
              <a:rPr lang="en-US" dirty="0"/>
              <a:t>Generative AI Concepts</a:t>
            </a:r>
          </a:p>
        </p:txBody>
      </p:sp>
      <p:pic>
        <p:nvPicPr>
          <p:cNvPr id="8" name="Picture Placeholder 7">
            <a:extLst>
              <a:ext uri="{FF2B5EF4-FFF2-40B4-BE49-F238E27FC236}">
                <a16:creationId xmlns:a16="http://schemas.microsoft.com/office/drawing/2014/main" id="{F64BC721-1B91-D215-708B-AA45607C6C6E}"/>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72567" b="-72567"/>
          <a:stretch/>
        </p:blipFill>
        <p:spPr/>
      </p:pic>
    </p:spTree>
    <p:extLst>
      <p:ext uri="{BB962C8B-B14F-4D97-AF65-F5344CB8AC3E}">
        <p14:creationId xmlns:p14="http://schemas.microsoft.com/office/powerpoint/2010/main" val="3372249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BB80BD-FBFE-135E-5A2F-4400B0E043D5}"/>
              </a:ext>
            </a:extLst>
          </p:cNvPr>
          <p:cNvSpPr>
            <a:spLocks noGrp="1"/>
          </p:cNvSpPr>
          <p:nvPr>
            <p:ph type="sldNum" sz="quarter" idx="12"/>
          </p:nvPr>
        </p:nvSpPr>
        <p:spPr/>
        <p:txBody>
          <a:bodyPr/>
          <a:lstStyle/>
          <a:p>
            <a:fld id="{A8160BDD-7155-D744-B749-9730458604AD}" type="slidenum">
              <a:rPr lang="en-US" smtClean="0"/>
              <a:pPr/>
              <a:t>21</a:t>
            </a:fld>
            <a:endParaRPr lang="en-US" dirty="0"/>
          </a:p>
        </p:txBody>
      </p:sp>
      <p:sp>
        <p:nvSpPr>
          <p:cNvPr id="3" name="Content Placeholder 2">
            <a:extLst>
              <a:ext uri="{FF2B5EF4-FFF2-40B4-BE49-F238E27FC236}">
                <a16:creationId xmlns:a16="http://schemas.microsoft.com/office/drawing/2014/main" id="{930A9F78-D69D-79E6-B9AA-808D776D0CBD}"/>
              </a:ext>
            </a:extLst>
          </p:cNvPr>
          <p:cNvSpPr>
            <a:spLocks noGrp="1"/>
          </p:cNvSpPr>
          <p:nvPr>
            <p:ph idx="1"/>
          </p:nvPr>
        </p:nvSpPr>
        <p:spPr/>
        <p:txBody>
          <a:bodyPr/>
          <a:lstStyle/>
          <a:p>
            <a:pPr>
              <a:buClr>
                <a:srgbClr val="1D3764"/>
              </a:buClr>
              <a:defRPr/>
            </a:pPr>
            <a:r>
              <a:rPr lang="en-US" dirty="0"/>
              <a:t>Trained on massive amounts of data.</a:t>
            </a:r>
          </a:p>
          <a:p>
            <a:pPr lvl="1">
              <a:buClr>
                <a:srgbClr val="1D3764"/>
              </a:buClr>
              <a:defRPr/>
            </a:pPr>
            <a:r>
              <a:rPr lang="en-US" dirty="0"/>
              <a:t>Disparate sources and types.</a:t>
            </a:r>
          </a:p>
          <a:p>
            <a:pPr>
              <a:buClr>
                <a:srgbClr val="1D3764"/>
              </a:buClr>
              <a:defRPr/>
            </a:pPr>
            <a:r>
              <a:rPr lang="en-US" dirty="0"/>
              <a:t>You can "ask" a model to create by:</a:t>
            </a:r>
          </a:p>
          <a:p>
            <a:pPr lvl="1">
              <a:buClr>
                <a:srgbClr val="1D3764"/>
              </a:buClr>
              <a:defRPr/>
            </a:pPr>
            <a:r>
              <a:rPr lang="en-US" dirty="0"/>
              <a:t>Providing a written prompt.</a:t>
            </a:r>
          </a:p>
          <a:p>
            <a:pPr lvl="1">
              <a:buClr>
                <a:srgbClr val="1D3764"/>
              </a:buClr>
              <a:defRPr/>
            </a:pPr>
            <a:r>
              <a:rPr lang="en-US" dirty="0"/>
              <a:t>Providing media to use as an example.</a:t>
            </a:r>
          </a:p>
          <a:p>
            <a:pPr lvl="1">
              <a:buClr>
                <a:srgbClr val="1D3764"/>
              </a:buClr>
              <a:defRPr/>
            </a:pPr>
            <a:r>
              <a:rPr lang="en-US" dirty="0"/>
              <a:t>Providing media for transformation.</a:t>
            </a:r>
          </a:p>
          <a:p>
            <a:pPr lvl="1">
              <a:buClr>
                <a:srgbClr val="1D3764"/>
              </a:buClr>
              <a:defRPr/>
            </a:pPr>
            <a:r>
              <a:rPr lang="en-US" dirty="0"/>
              <a:t>Receiving suggestions based on work.</a:t>
            </a:r>
          </a:p>
          <a:p>
            <a:pPr lvl="1">
              <a:buClr>
                <a:srgbClr val="1D3764"/>
              </a:buClr>
              <a:defRPr/>
            </a:pPr>
            <a:r>
              <a:rPr lang="en-US" dirty="0"/>
              <a:t>Any combination of these.</a:t>
            </a:r>
          </a:p>
        </p:txBody>
      </p:sp>
      <p:sp>
        <p:nvSpPr>
          <p:cNvPr id="4" name="Title 3">
            <a:extLst>
              <a:ext uri="{FF2B5EF4-FFF2-40B4-BE49-F238E27FC236}">
                <a16:creationId xmlns:a16="http://schemas.microsoft.com/office/drawing/2014/main" id="{7A830C90-5F0C-C8CC-E76F-BA078F1A6526}"/>
              </a:ext>
            </a:extLst>
          </p:cNvPr>
          <p:cNvSpPr>
            <a:spLocks noGrp="1"/>
          </p:cNvSpPr>
          <p:nvPr>
            <p:ph type="title"/>
          </p:nvPr>
        </p:nvSpPr>
        <p:spPr/>
        <p:txBody>
          <a:bodyPr/>
          <a:lstStyle/>
          <a:p>
            <a:r>
              <a:rPr lang="en-US" dirty="0"/>
              <a:t>Generative AI</a:t>
            </a:r>
          </a:p>
        </p:txBody>
      </p:sp>
      <p:sp>
        <p:nvSpPr>
          <p:cNvPr id="5" name="Text Placeholder 4">
            <a:extLst>
              <a:ext uri="{FF2B5EF4-FFF2-40B4-BE49-F238E27FC236}">
                <a16:creationId xmlns:a16="http://schemas.microsoft.com/office/drawing/2014/main" id="{3CEBCD90-0913-68F7-3DBA-C82951DC29F6}"/>
              </a:ext>
            </a:extLst>
          </p:cNvPr>
          <p:cNvSpPr>
            <a:spLocks noGrp="1"/>
          </p:cNvSpPr>
          <p:nvPr>
            <p:ph type="body" sz="quarter" idx="13"/>
          </p:nvPr>
        </p:nvSpPr>
        <p:spPr/>
        <p:txBody>
          <a:bodyPr/>
          <a:lstStyle/>
          <a:p>
            <a:r>
              <a:rPr lang="en-US" b="1" dirty="0"/>
              <a:t>Generative AI</a:t>
            </a:r>
            <a:r>
              <a:rPr lang="en-US" dirty="0"/>
              <a:t>: Deep learning models used to generate any kind of content that appears as if it were created by a human.</a:t>
            </a:r>
          </a:p>
        </p:txBody>
      </p:sp>
      <p:grpSp>
        <p:nvGrpSpPr>
          <p:cNvPr id="6" name="Group 5">
            <a:extLst>
              <a:ext uri="{FF2B5EF4-FFF2-40B4-BE49-F238E27FC236}">
                <a16:creationId xmlns:a16="http://schemas.microsoft.com/office/drawing/2014/main" id="{CBB8EAE3-C28A-9693-8D9A-07698EA1D340}"/>
              </a:ext>
            </a:extLst>
          </p:cNvPr>
          <p:cNvGrpSpPr>
            <a:grpSpLocks noChangeAspect="1"/>
          </p:cNvGrpSpPr>
          <p:nvPr/>
        </p:nvGrpSpPr>
        <p:grpSpPr>
          <a:xfrm>
            <a:off x="7317856" y="1880688"/>
            <a:ext cx="4343399" cy="4343399"/>
            <a:chOff x="4713515" y="-1284924"/>
            <a:chExt cx="5965307" cy="5965307"/>
          </a:xfrm>
        </p:grpSpPr>
        <p:pic>
          <p:nvPicPr>
            <p:cNvPr id="7" name="Picture 6" descr="A monkey typing on a typewriter&#10;&#10;AI-generated content may be incorrect.">
              <a:extLst>
                <a:ext uri="{FF2B5EF4-FFF2-40B4-BE49-F238E27FC236}">
                  <a16:creationId xmlns:a16="http://schemas.microsoft.com/office/drawing/2014/main" id="{030B3B64-38B7-C07F-F901-0657AD9C3B6B}"/>
                </a:ext>
              </a:extLst>
            </p:cNvPr>
            <p:cNvPicPr>
              <a:picLocks noChangeAspect="1"/>
            </p:cNvPicPr>
            <p:nvPr/>
          </p:nvPicPr>
          <p:blipFill>
            <a:blip r:embed="rId2"/>
            <a:stretch>
              <a:fillRect/>
            </a:stretch>
          </p:blipFill>
          <p:spPr>
            <a:xfrm>
              <a:off x="4713515" y="-1284924"/>
              <a:ext cx="2980944" cy="2980944"/>
            </a:xfrm>
            <a:prstGeom prst="rect">
              <a:avLst/>
            </a:prstGeom>
          </p:spPr>
        </p:pic>
        <p:pic>
          <p:nvPicPr>
            <p:cNvPr id="8" name="Picture 7" descr="A monkey wearing a hat and typing on a typewriter&#10;&#10;AI-generated content may be incorrect.">
              <a:extLst>
                <a:ext uri="{FF2B5EF4-FFF2-40B4-BE49-F238E27FC236}">
                  <a16:creationId xmlns:a16="http://schemas.microsoft.com/office/drawing/2014/main" id="{FE639ADA-C770-770A-193A-DDD54D356B0E}"/>
                </a:ext>
              </a:extLst>
            </p:cNvPr>
            <p:cNvPicPr>
              <a:picLocks noChangeAspect="1"/>
            </p:cNvPicPr>
            <p:nvPr/>
          </p:nvPicPr>
          <p:blipFill>
            <a:blip r:embed="rId3"/>
            <a:stretch>
              <a:fillRect/>
            </a:stretch>
          </p:blipFill>
          <p:spPr>
            <a:xfrm>
              <a:off x="7694459" y="-1284924"/>
              <a:ext cx="2980944" cy="2980944"/>
            </a:xfrm>
            <a:prstGeom prst="rect">
              <a:avLst/>
            </a:prstGeom>
          </p:spPr>
        </p:pic>
        <p:pic>
          <p:nvPicPr>
            <p:cNvPr id="9" name="Picture 8" descr="A monkey wearing a hat and typing on a typewriter&#10;&#10;AI-generated content may be incorrect.">
              <a:extLst>
                <a:ext uri="{FF2B5EF4-FFF2-40B4-BE49-F238E27FC236}">
                  <a16:creationId xmlns:a16="http://schemas.microsoft.com/office/drawing/2014/main" id="{00221484-F36C-EEDD-684E-7BA711CA427E}"/>
                </a:ext>
              </a:extLst>
            </p:cNvPr>
            <p:cNvPicPr>
              <a:picLocks noChangeAspect="1"/>
            </p:cNvPicPr>
            <p:nvPr/>
          </p:nvPicPr>
          <p:blipFill>
            <a:blip r:embed="rId4"/>
            <a:stretch>
              <a:fillRect/>
            </a:stretch>
          </p:blipFill>
          <p:spPr>
            <a:xfrm>
              <a:off x="4713515" y="1696020"/>
              <a:ext cx="2980944" cy="2980944"/>
            </a:xfrm>
            <a:prstGeom prst="rect">
              <a:avLst/>
            </a:prstGeom>
          </p:spPr>
        </p:pic>
        <p:pic>
          <p:nvPicPr>
            <p:cNvPr id="10" name="Picture 9" descr="A monkey wearing a hat and a hat typing on a typewriter&#10;&#10;AI-generated content may be incorrect.">
              <a:extLst>
                <a:ext uri="{FF2B5EF4-FFF2-40B4-BE49-F238E27FC236}">
                  <a16:creationId xmlns:a16="http://schemas.microsoft.com/office/drawing/2014/main" id="{B93662A4-B46D-D084-D926-4427890F0DC2}"/>
                </a:ext>
              </a:extLst>
            </p:cNvPr>
            <p:cNvPicPr>
              <a:picLocks noChangeAspect="1"/>
            </p:cNvPicPr>
            <p:nvPr/>
          </p:nvPicPr>
          <p:blipFill>
            <a:blip r:embed="rId5"/>
            <a:stretch>
              <a:fillRect/>
            </a:stretch>
          </p:blipFill>
          <p:spPr>
            <a:xfrm>
              <a:off x="7694459" y="1696020"/>
              <a:ext cx="2984363" cy="2984363"/>
            </a:xfrm>
            <a:prstGeom prst="rect">
              <a:avLst/>
            </a:prstGeom>
          </p:spPr>
        </p:pic>
      </p:grpSp>
    </p:spTree>
    <p:extLst>
      <p:ext uri="{BB962C8B-B14F-4D97-AF65-F5344CB8AC3E}">
        <p14:creationId xmlns:p14="http://schemas.microsoft.com/office/powerpoint/2010/main" val="15091977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F0C04-E9E5-77AD-CF2F-EF4BEDD74C15}"/>
              </a:ext>
            </a:extLst>
          </p:cNvPr>
          <p:cNvSpPr>
            <a:spLocks noGrp="1"/>
          </p:cNvSpPr>
          <p:nvPr>
            <p:ph type="title"/>
          </p:nvPr>
        </p:nvSpPr>
        <p:spPr/>
        <p:txBody>
          <a:bodyPr/>
          <a:lstStyle/>
          <a:p>
            <a:r>
              <a:rPr lang="en-US" dirty="0"/>
              <a:t>Key Generative AI Organizations</a:t>
            </a:r>
          </a:p>
        </p:txBody>
      </p:sp>
      <p:sp>
        <p:nvSpPr>
          <p:cNvPr id="2" name="Slide Number Placeholder 1">
            <a:extLst>
              <a:ext uri="{FF2B5EF4-FFF2-40B4-BE49-F238E27FC236}">
                <a16:creationId xmlns:a16="http://schemas.microsoft.com/office/drawing/2014/main" id="{E6488476-C223-8DEE-8002-B0A1176D0CA6}"/>
              </a:ext>
            </a:extLst>
          </p:cNvPr>
          <p:cNvSpPr>
            <a:spLocks noGrp="1"/>
          </p:cNvSpPr>
          <p:nvPr>
            <p:ph type="sldNum" sz="quarter" idx="12"/>
          </p:nvPr>
        </p:nvSpPr>
        <p:spPr/>
        <p:txBody>
          <a:bodyPr/>
          <a:lstStyle/>
          <a:p>
            <a:fld id="{A8160BDD-7155-D744-B749-9730458604AD}" type="slidenum">
              <a:rPr lang="en-US" smtClean="0"/>
              <a:t>22</a:t>
            </a:fld>
            <a:endParaRPr lang="en-US" dirty="0"/>
          </a:p>
        </p:txBody>
      </p:sp>
      <p:pic>
        <p:nvPicPr>
          <p:cNvPr id="5" name="Graphic 4">
            <a:extLst>
              <a:ext uri="{FF2B5EF4-FFF2-40B4-BE49-F238E27FC236}">
                <a16:creationId xmlns:a16="http://schemas.microsoft.com/office/drawing/2014/main" id="{5D52F106-ED6A-E089-8A6A-82527C3502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928" y="1568581"/>
            <a:ext cx="3638489" cy="895410"/>
          </a:xfrm>
          <a:prstGeom prst="rect">
            <a:avLst/>
          </a:prstGeom>
        </p:spPr>
      </p:pic>
      <p:pic>
        <p:nvPicPr>
          <p:cNvPr id="7" name="Graphic 6">
            <a:extLst>
              <a:ext uri="{FF2B5EF4-FFF2-40B4-BE49-F238E27FC236}">
                <a16:creationId xmlns:a16="http://schemas.microsoft.com/office/drawing/2014/main" id="{84648F16-7BA6-3D13-CA88-5E1AD9D261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39971" y="3845948"/>
            <a:ext cx="3909493" cy="832791"/>
          </a:xfrm>
          <a:prstGeom prst="rect">
            <a:avLst/>
          </a:prstGeom>
        </p:spPr>
      </p:pic>
      <p:pic>
        <p:nvPicPr>
          <p:cNvPr id="9" name="Graphic 8">
            <a:extLst>
              <a:ext uri="{FF2B5EF4-FFF2-40B4-BE49-F238E27FC236}">
                <a16:creationId xmlns:a16="http://schemas.microsoft.com/office/drawing/2014/main" id="{72DC0432-9C3E-2622-961D-3DDA978D5E9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77098" y="1291845"/>
            <a:ext cx="3266643" cy="1029216"/>
          </a:xfrm>
          <a:prstGeom prst="rect">
            <a:avLst/>
          </a:prstGeom>
        </p:spPr>
      </p:pic>
      <p:pic>
        <p:nvPicPr>
          <p:cNvPr id="11" name="Picture 10" descr="A black background with white letters&#10;&#10;Description automatically generated with low confidence">
            <a:extLst>
              <a:ext uri="{FF2B5EF4-FFF2-40B4-BE49-F238E27FC236}">
                <a16:creationId xmlns:a16="http://schemas.microsoft.com/office/drawing/2014/main" id="{E06CD49D-2940-D5D3-09E4-F55B988A10D6}"/>
              </a:ext>
            </a:extLst>
          </p:cNvPr>
          <p:cNvPicPr>
            <a:picLocks noChangeAspect="1"/>
          </p:cNvPicPr>
          <p:nvPr/>
        </p:nvPicPr>
        <p:blipFill>
          <a:blip r:embed="rId8">
            <a:duotone>
              <a:prstClr val="black"/>
              <a:srgbClr val="340068">
                <a:tint val="45000"/>
                <a:satMod val="400000"/>
              </a:srgbClr>
            </a:duotone>
          </a:blip>
          <a:stretch>
            <a:fillRect/>
          </a:stretch>
        </p:blipFill>
        <p:spPr>
          <a:xfrm>
            <a:off x="219451" y="4740329"/>
            <a:ext cx="3638489" cy="1205553"/>
          </a:xfrm>
          <a:prstGeom prst="rect">
            <a:avLst/>
          </a:prstGeom>
        </p:spPr>
      </p:pic>
      <p:pic>
        <p:nvPicPr>
          <p:cNvPr id="15" name="Graphic 14">
            <a:extLst>
              <a:ext uri="{FF2B5EF4-FFF2-40B4-BE49-F238E27FC236}">
                <a16:creationId xmlns:a16="http://schemas.microsoft.com/office/drawing/2014/main" id="{3324D56A-574E-EEC0-261F-6CAE5BCC53A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61398" y="3521474"/>
            <a:ext cx="3330797" cy="1119095"/>
          </a:xfrm>
          <a:prstGeom prst="rect">
            <a:avLst/>
          </a:prstGeom>
        </p:spPr>
      </p:pic>
      <p:pic>
        <p:nvPicPr>
          <p:cNvPr id="6" name="Graphic 5">
            <a:extLst>
              <a:ext uri="{FF2B5EF4-FFF2-40B4-BE49-F238E27FC236}">
                <a16:creationId xmlns:a16="http://schemas.microsoft.com/office/drawing/2014/main" id="{5B0B19F9-BE72-986D-68EB-0BEE2CB2FE7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48564" y="2678626"/>
            <a:ext cx="3420329" cy="689118"/>
          </a:xfrm>
          <a:prstGeom prst="rect">
            <a:avLst/>
          </a:prstGeom>
        </p:spPr>
      </p:pic>
      <p:pic>
        <p:nvPicPr>
          <p:cNvPr id="4" name="Graphic 3">
            <a:extLst>
              <a:ext uri="{FF2B5EF4-FFF2-40B4-BE49-F238E27FC236}">
                <a16:creationId xmlns:a16="http://schemas.microsoft.com/office/drawing/2014/main" id="{5BF1D8D3-AB21-7258-8674-48340740DA17}"/>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4248417" y="5668951"/>
            <a:ext cx="4007483" cy="751060"/>
          </a:xfrm>
          <a:prstGeom prst="rect">
            <a:avLst/>
          </a:prstGeom>
        </p:spPr>
      </p:pic>
      <p:pic>
        <p:nvPicPr>
          <p:cNvPr id="10" name="Graphic 9">
            <a:extLst>
              <a:ext uri="{FF2B5EF4-FFF2-40B4-BE49-F238E27FC236}">
                <a16:creationId xmlns:a16="http://schemas.microsoft.com/office/drawing/2014/main" id="{BD9C897E-3E88-EFB2-FA9D-3F2E78D4E23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631501" y="2301811"/>
            <a:ext cx="1235256" cy="1370445"/>
          </a:xfrm>
          <a:prstGeom prst="rect">
            <a:avLst/>
          </a:prstGeom>
        </p:spPr>
      </p:pic>
      <p:pic>
        <p:nvPicPr>
          <p:cNvPr id="13" name="Graphic 12">
            <a:extLst>
              <a:ext uri="{FF2B5EF4-FFF2-40B4-BE49-F238E27FC236}">
                <a16:creationId xmlns:a16="http://schemas.microsoft.com/office/drawing/2014/main" id="{1D347B49-8BAE-A27B-403F-4A00239E226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326763" y="5038374"/>
            <a:ext cx="4150095" cy="466075"/>
          </a:xfrm>
          <a:prstGeom prst="rect">
            <a:avLst/>
          </a:prstGeom>
        </p:spPr>
      </p:pic>
    </p:spTree>
    <p:extLst>
      <p:ext uri="{BB962C8B-B14F-4D97-AF65-F5344CB8AC3E}">
        <p14:creationId xmlns:p14="http://schemas.microsoft.com/office/powerpoint/2010/main" val="309581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EBE0336-8352-7E8F-E93E-244D9528A569}"/>
              </a:ext>
            </a:extLst>
          </p:cNvPr>
          <p:cNvSpPr>
            <a:spLocks noGrp="1"/>
          </p:cNvSpPr>
          <p:nvPr>
            <p:ph type="sldNum" sz="quarter" idx="12"/>
          </p:nvPr>
        </p:nvSpPr>
        <p:spPr/>
        <p:txBody>
          <a:bodyPr/>
          <a:lstStyle/>
          <a:p>
            <a:fld id="{A8160BDD-7155-D744-B749-9730458604AD}" type="slidenum">
              <a:rPr lang="en-US" smtClean="0"/>
              <a:t>23</a:t>
            </a:fld>
            <a:endParaRPr lang="en-US" dirty="0"/>
          </a:p>
        </p:txBody>
      </p:sp>
      <p:sp>
        <p:nvSpPr>
          <p:cNvPr id="5" name="Content Placeholder 4">
            <a:extLst>
              <a:ext uri="{FF2B5EF4-FFF2-40B4-BE49-F238E27FC236}">
                <a16:creationId xmlns:a16="http://schemas.microsoft.com/office/drawing/2014/main" id="{1ADB3349-EA2C-4DC7-34FB-7F523EFD67B5}"/>
              </a:ext>
            </a:extLst>
          </p:cNvPr>
          <p:cNvSpPr>
            <a:spLocks noGrp="1"/>
          </p:cNvSpPr>
          <p:nvPr>
            <p:ph idx="1"/>
          </p:nvPr>
        </p:nvSpPr>
        <p:spPr/>
        <p:txBody>
          <a:bodyPr/>
          <a:lstStyle/>
          <a:p>
            <a:r>
              <a:rPr lang="en-US" dirty="0"/>
              <a:t>Python + libraries</a:t>
            </a:r>
          </a:p>
          <a:p>
            <a:pPr lvl="1"/>
            <a:r>
              <a:rPr lang="en-US" dirty="0">
                <a:hlinkClick r:id="rId2"/>
              </a:rPr>
              <a:t>https://www.python.org/</a:t>
            </a:r>
            <a:endParaRPr lang="en-US" dirty="0"/>
          </a:p>
          <a:p>
            <a:pPr lvl="1"/>
            <a:r>
              <a:rPr lang="en-US" dirty="0">
                <a:hlinkClick r:id="rId3"/>
              </a:rPr>
              <a:t>https://pytorch.org/</a:t>
            </a:r>
            <a:endParaRPr lang="en-US" dirty="0"/>
          </a:p>
          <a:p>
            <a:pPr lvl="1"/>
            <a:r>
              <a:rPr lang="en-US" dirty="0">
                <a:hlinkClick r:id="rId4"/>
              </a:rPr>
              <a:t>https://www.tensorflow.org/</a:t>
            </a:r>
            <a:endParaRPr lang="en-US" dirty="0"/>
          </a:p>
          <a:p>
            <a:r>
              <a:rPr lang="en-US" dirty="0"/>
              <a:t>Hugging Face</a:t>
            </a:r>
          </a:p>
          <a:p>
            <a:pPr lvl="1"/>
            <a:r>
              <a:rPr lang="en-US" dirty="0">
                <a:hlinkClick r:id="rId5"/>
              </a:rPr>
              <a:t>https://huggingface.co/</a:t>
            </a:r>
            <a:endParaRPr lang="en-US" dirty="0"/>
          </a:p>
          <a:p>
            <a:r>
              <a:rPr lang="en-US" dirty="0"/>
              <a:t>Hard Fork</a:t>
            </a:r>
          </a:p>
          <a:p>
            <a:pPr lvl="1"/>
            <a:r>
              <a:rPr lang="en-US" dirty="0">
                <a:hlinkClick r:id="rId6"/>
              </a:rPr>
              <a:t>https://www.nytimes.com/column/hard-fork</a:t>
            </a:r>
            <a:endParaRPr lang="en-US" dirty="0"/>
          </a:p>
          <a:p>
            <a:r>
              <a:rPr lang="en-US" dirty="0"/>
              <a:t>Towards AI</a:t>
            </a:r>
          </a:p>
          <a:p>
            <a:pPr lvl="1"/>
            <a:r>
              <a:rPr lang="en-US" dirty="0">
                <a:hlinkClick r:id="rId7"/>
              </a:rPr>
              <a:t>https://towardsai.net</a:t>
            </a:r>
            <a:endParaRPr lang="en-US" dirty="0"/>
          </a:p>
        </p:txBody>
      </p:sp>
      <p:sp>
        <p:nvSpPr>
          <p:cNvPr id="4" name="Title 3">
            <a:extLst>
              <a:ext uri="{FF2B5EF4-FFF2-40B4-BE49-F238E27FC236}">
                <a16:creationId xmlns:a16="http://schemas.microsoft.com/office/drawing/2014/main" id="{EBA7B011-25F1-2666-94ED-B6D0B83CE320}"/>
              </a:ext>
            </a:extLst>
          </p:cNvPr>
          <p:cNvSpPr>
            <a:spLocks noGrp="1"/>
          </p:cNvSpPr>
          <p:nvPr>
            <p:ph type="title"/>
          </p:nvPr>
        </p:nvSpPr>
        <p:spPr/>
        <p:txBody>
          <a:bodyPr/>
          <a:lstStyle/>
          <a:p>
            <a:r>
              <a:rPr lang="en-US" dirty="0"/>
              <a:t>Generative AI Resources</a:t>
            </a:r>
          </a:p>
        </p:txBody>
      </p:sp>
      <p:pic>
        <p:nvPicPr>
          <p:cNvPr id="7" name="Picture 6" descr="A picture containing scene, library, bookcase, indoor&#10;&#10;Description automatically generated">
            <a:extLst>
              <a:ext uri="{FF2B5EF4-FFF2-40B4-BE49-F238E27FC236}">
                <a16:creationId xmlns:a16="http://schemas.microsoft.com/office/drawing/2014/main" id="{03E0D004-BA45-A2A2-6EE3-990A89BB09BE}"/>
              </a:ext>
            </a:extLst>
          </p:cNvPr>
          <p:cNvPicPr>
            <a:picLocks noChangeAspect="1"/>
          </p:cNvPicPr>
          <p:nvPr/>
        </p:nvPicPr>
        <p:blipFill>
          <a:blip r:embed="rId8"/>
          <a:stretch>
            <a:fillRect/>
          </a:stretch>
        </p:blipFill>
        <p:spPr>
          <a:xfrm>
            <a:off x="6817315" y="1811383"/>
            <a:ext cx="4852851" cy="3235234"/>
          </a:xfrm>
          <a:prstGeom prst="rect">
            <a:avLst/>
          </a:prstGeom>
          <a:effectLst>
            <a:softEdge rad="31750"/>
          </a:effectLst>
        </p:spPr>
      </p:pic>
    </p:spTree>
    <p:extLst>
      <p:ext uri="{BB962C8B-B14F-4D97-AF65-F5344CB8AC3E}">
        <p14:creationId xmlns:p14="http://schemas.microsoft.com/office/powerpoint/2010/main" val="2086560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2D300A-9278-0631-EC7A-254DE2DC3A2C}"/>
              </a:ext>
            </a:extLst>
          </p:cNvPr>
          <p:cNvSpPr>
            <a:spLocks noGrp="1"/>
          </p:cNvSpPr>
          <p:nvPr>
            <p:ph type="title"/>
          </p:nvPr>
        </p:nvSpPr>
        <p:spPr/>
        <p:txBody>
          <a:bodyPr/>
          <a:lstStyle/>
          <a:p>
            <a:r>
              <a:rPr lang="en-US" dirty="0"/>
              <a:t>Generative AI Modalities</a:t>
            </a:r>
          </a:p>
        </p:txBody>
      </p:sp>
      <p:sp>
        <p:nvSpPr>
          <p:cNvPr id="2" name="Slide Number Placeholder 1">
            <a:extLst>
              <a:ext uri="{FF2B5EF4-FFF2-40B4-BE49-F238E27FC236}">
                <a16:creationId xmlns:a16="http://schemas.microsoft.com/office/drawing/2014/main" id="{3DEC18DD-27FC-4B85-EDF1-D444151254EF}"/>
              </a:ext>
            </a:extLst>
          </p:cNvPr>
          <p:cNvSpPr>
            <a:spLocks noGrp="1"/>
          </p:cNvSpPr>
          <p:nvPr>
            <p:ph type="sldNum" sz="quarter" idx="12"/>
          </p:nvPr>
        </p:nvSpPr>
        <p:spPr/>
        <p:txBody>
          <a:bodyPr/>
          <a:lstStyle/>
          <a:p>
            <a:fld id="{A8160BDD-7155-D744-B749-9730458604AD}" type="slidenum">
              <a:rPr lang="en-US" smtClean="0"/>
              <a:pPr/>
              <a:t>24</a:t>
            </a:fld>
            <a:endParaRPr lang="en-US" dirty="0"/>
          </a:p>
        </p:txBody>
      </p:sp>
      <p:grpSp>
        <p:nvGrpSpPr>
          <p:cNvPr id="11" name="Group 10">
            <a:extLst>
              <a:ext uri="{FF2B5EF4-FFF2-40B4-BE49-F238E27FC236}">
                <a16:creationId xmlns:a16="http://schemas.microsoft.com/office/drawing/2014/main" id="{3EABB92B-FC8A-2BC3-E06E-04041FD861E1}"/>
              </a:ext>
            </a:extLst>
          </p:cNvPr>
          <p:cNvGrpSpPr/>
          <p:nvPr/>
        </p:nvGrpSpPr>
        <p:grpSpPr>
          <a:xfrm>
            <a:off x="442850" y="1572982"/>
            <a:ext cx="11213341" cy="4928712"/>
            <a:chOff x="442850" y="1572982"/>
            <a:chExt cx="11213341" cy="4928712"/>
          </a:xfrm>
        </p:grpSpPr>
        <p:grpSp>
          <p:nvGrpSpPr>
            <p:cNvPr id="27" name="Group 26">
              <a:extLst>
                <a:ext uri="{FF2B5EF4-FFF2-40B4-BE49-F238E27FC236}">
                  <a16:creationId xmlns:a16="http://schemas.microsoft.com/office/drawing/2014/main" id="{0F50C805-94D7-058B-0F48-57DA54DEB1A9}"/>
                </a:ext>
              </a:extLst>
            </p:cNvPr>
            <p:cNvGrpSpPr/>
            <p:nvPr/>
          </p:nvGrpSpPr>
          <p:grpSpPr>
            <a:xfrm>
              <a:off x="5136617" y="4302074"/>
              <a:ext cx="1918766" cy="2199620"/>
              <a:chOff x="5136617" y="4667833"/>
              <a:chExt cx="1918766" cy="2199620"/>
            </a:xfrm>
          </p:grpSpPr>
          <p:pic>
            <p:nvPicPr>
              <p:cNvPr id="17" name="Graphic 16" descr="Circles with lines with solid fill">
                <a:extLst>
                  <a:ext uri="{FF2B5EF4-FFF2-40B4-BE49-F238E27FC236}">
                    <a16:creationId xmlns:a16="http://schemas.microsoft.com/office/drawing/2014/main" id="{A8F70338-7345-D526-2020-F3919687434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81600" y="5038653"/>
                <a:ext cx="1828800" cy="1828800"/>
              </a:xfrm>
              <a:prstGeom prst="rect">
                <a:avLst/>
              </a:prstGeom>
            </p:spPr>
          </p:pic>
          <p:sp>
            <p:nvSpPr>
              <p:cNvPr id="24" name="Text Box 307">
                <a:extLst>
                  <a:ext uri="{FF2B5EF4-FFF2-40B4-BE49-F238E27FC236}">
                    <a16:creationId xmlns:a16="http://schemas.microsoft.com/office/drawing/2014/main" id="{85CC588B-0361-74D7-05CC-A7B00B481E4F}"/>
                  </a:ext>
                </a:extLst>
              </p:cNvPr>
              <p:cNvSpPr txBox="1">
                <a:spLocks noChangeArrowheads="1"/>
              </p:cNvSpPr>
              <p:nvPr/>
            </p:nvSpPr>
            <p:spPr bwMode="auto">
              <a:xfrm>
                <a:off x="5136617" y="4667833"/>
                <a:ext cx="1918766"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2800" b="1" kern="0" dirty="0">
                    <a:solidFill>
                      <a:srgbClr val="000000"/>
                    </a:solidFill>
                    <a:latin typeface="Calibri"/>
                    <a:cs typeface="Calibri"/>
                  </a:rPr>
                  <a:t>Multimodal</a:t>
                </a:r>
              </a:p>
            </p:txBody>
          </p:sp>
        </p:grpSp>
        <p:grpSp>
          <p:nvGrpSpPr>
            <p:cNvPr id="9" name="Group 8">
              <a:extLst>
                <a:ext uri="{FF2B5EF4-FFF2-40B4-BE49-F238E27FC236}">
                  <a16:creationId xmlns:a16="http://schemas.microsoft.com/office/drawing/2014/main" id="{FB2E0F02-486D-A7F1-2A05-EA863D09B776}"/>
                </a:ext>
              </a:extLst>
            </p:cNvPr>
            <p:cNvGrpSpPr/>
            <p:nvPr/>
          </p:nvGrpSpPr>
          <p:grpSpPr>
            <a:xfrm>
              <a:off x="442850" y="1572982"/>
              <a:ext cx="11213341" cy="2352020"/>
              <a:chOff x="442850" y="1572982"/>
              <a:chExt cx="11213341" cy="2352020"/>
            </a:xfrm>
          </p:grpSpPr>
          <p:grpSp>
            <p:nvGrpSpPr>
              <p:cNvPr id="26" name="Group 25">
                <a:extLst>
                  <a:ext uri="{FF2B5EF4-FFF2-40B4-BE49-F238E27FC236}">
                    <a16:creationId xmlns:a16="http://schemas.microsoft.com/office/drawing/2014/main" id="{E12357CB-4B29-220E-BA07-70D807C11F1D}"/>
                  </a:ext>
                </a:extLst>
              </p:cNvPr>
              <p:cNvGrpSpPr/>
              <p:nvPr/>
            </p:nvGrpSpPr>
            <p:grpSpPr>
              <a:xfrm>
                <a:off x="442850" y="1572982"/>
                <a:ext cx="8928853" cy="2352020"/>
                <a:chOff x="319766" y="1842949"/>
                <a:chExt cx="8928853" cy="2352020"/>
              </a:xfrm>
            </p:grpSpPr>
            <p:grpSp>
              <p:nvGrpSpPr>
                <p:cNvPr id="23" name="Group 22">
                  <a:extLst>
                    <a:ext uri="{FF2B5EF4-FFF2-40B4-BE49-F238E27FC236}">
                      <a16:creationId xmlns:a16="http://schemas.microsoft.com/office/drawing/2014/main" id="{BA3C8AFB-4F7C-3066-EE2C-455538C1ECD2}"/>
                    </a:ext>
                  </a:extLst>
                </p:cNvPr>
                <p:cNvGrpSpPr/>
                <p:nvPr/>
              </p:nvGrpSpPr>
              <p:grpSpPr>
                <a:xfrm>
                  <a:off x="319766" y="1847994"/>
                  <a:ext cx="1828800" cy="2346975"/>
                  <a:chOff x="2999554" y="442331"/>
                  <a:chExt cx="1828800" cy="2346975"/>
                </a:xfrm>
              </p:grpSpPr>
              <p:pic>
                <p:nvPicPr>
                  <p:cNvPr id="12" name="Graphic 11" descr="Document with solid fill">
                    <a:extLst>
                      <a:ext uri="{FF2B5EF4-FFF2-40B4-BE49-F238E27FC236}">
                        <a16:creationId xmlns:a16="http://schemas.microsoft.com/office/drawing/2014/main" id="{83CABB47-F85E-E9B3-FF2D-4D201456E29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99554" y="960506"/>
                    <a:ext cx="1828800" cy="1828800"/>
                  </a:xfrm>
                  <a:prstGeom prst="rect">
                    <a:avLst/>
                  </a:prstGeom>
                </p:spPr>
              </p:pic>
              <p:sp>
                <p:nvSpPr>
                  <p:cNvPr id="15" name="Text Box 307">
                    <a:extLst>
                      <a:ext uri="{FF2B5EF4-FFF2-40B4-BE49-F238E27FC236}">
                        <a16:creationId xmlns:a16="http://schemas.microsoft.com/office/drawing/2014/main" id="{6952CF74-AF28-662E-8EF6-A388908AA435}"/>
                      </a:ext>
                    </a:extLst>
                  </p:cNvPr>
                  <p:cNvSpPr txBox="1">
                    <a:spLocks noChangeArrowheads="1"/>
                  </p:cNvSpPr>
                  <p:nvPr/>
                </p:nvSpPr>
                <p:spPr bwMode="auto">
                  <a:xfrm>
                    <a:off x="3168623" y="442331"/>
                    <a:ext cx="1490662"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2800" b="1" kern="0" dirty="0">
                        <a:solidFill>
                          <a:srgbClr val="000000"/>
                        </a:solidFill>
                        <a:latin typeface="Calibri"/>
                        <a:cs typeface="Calibri"/>
                      </a:rPr>
                      <a:t>Text</a:t>
                    </a:r>
                  </a:p>
                </p:txBody>
              </p:sp>
            </p:grpSp>
            <p:grpSp>
              <p:nvGrpSpPr>
                <p:cNvPr id="22" name="Group 21">
                  <a:extLst>
                    <a:ext uri="{FF2B5EF4-FFF2-40B4-BE49-F238E27FC236}">
                      <a16:creationId xmlns:a16="http://schemas.microsoft.com/office/drawing/2014/main" id="{9EEA79FA-24A3-C0BF-6F30-CA0FC847B1C6}"/>
                    </a:ext>
                  </a:extLst>
                </p:cNvPr>
                <p:cNvGrpSpPr/>
                <p:nvPr/>
              </p:nvGrpSpPr>
              <p:grpSpPr>
                <a:xfrm>
                  <a:off x="2507943" y="1842949"/>
                  <a:ext cx="6740676" cy="2352020"/>
                  <a:chOff x="-13622" y="2861854"/>
                  <a:chExt cx="6740676" cy="2352020"/>
                </a:xfrm>
              </p:grpSpPr>
              <p:pic>
                <p:nvPicPr>
                  <p:cNvPr id="6" name="Graphic 5" descr="Image with solid fill">
                    <a:extLst>
                      <a:ext uri="{FF2B5EF4-FFF2-40B4-BE49-F238E27FC236}">
                        <a16:creationId xmlns:a16="http://schemas.microsoft.com/office/drawing/2014/main" id="{946E4097-4627-271A-1C73-3452CD075E0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622" y="3307481"/>
                    <a:ext cx="1828800" cy="1828800"/>
                  </a:xfrm>
                  <a:prstGeom prst="rect">
                    <a:avLst/>
                  </a:prstGeom>
                </p:spPr>
              </p:pic>
              <p:pic>
                <p:nvPicPr>
                  <p:cNvPr id="8" name="Graphic 7" descr="Clapper board with solid fill">
                    <a:extLst>
                      <a:ext uri="{FF2B5EF4-FFF2-40B4-BE49-F238E27FC236}">
                        <a16:creationId xmlns:a16="http://schemas.microsoft.com/office/drawing/2014/main" id="{1B6BBDB0-DC8A-8555-B059-2650D96FFB79}"/>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2444697" y="3307481"/>
                    <a:ext cx="1828800" cy="1828800"/>
                  </a:xfrm>
                  <a:prstGeom prst="rect">
                    <a:avLst/>
                  </a:prstGeom>
                </p:spPr>
              </p:pic>
              <p:pic>
                <p:nvPicPr>
                  <p:cNvPr id="10" name="Graphic 9" descr="Sound Medium with solid fill">
                    <a:extLst>
                      <a:ext uri="{FF2B5EF4-FFF2-40B4-BE49-F238E27FC236}">
                        <a16:creationId xmlns:a16="http://schemas.microsoft.com/office/drawing/2014/main" id="{2805C6EF-548C-F974-8371-81C49AA75A8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98254" y="3385074"/>
                    <a:ext cx="1828800" cy="1828800"/>
                  </a:xfrm>
                  <a:prstGeom prst="rect">
                    <a:avLst/>
                  </a:prstGeom>
                </p:spPr>
              </p:pic>
              <p:sp>
                <p:nvSpPr>
                  <p:cNvPr id="19" name="Text Box 307">
                    <a:extLst>
                      <a:ext uri="{FF2B5EF4-FFF2-40B4-BE49-F238E27FC236}">
                        <a16:creationId xmlns:a16="http://schemas.microsoft.com/office/drawing/2014/main" id="{FD083E29-7E79-91F2-55A6-93216784FF6C}"/>
                      </a:ext>
                    </a:extLst>
                  </p:cNvPr>
                  <p:cNvSpPr txBox="1">
                    <a:spLocks noChangeArrowheads="1"/>
                  </p:cNvSpPr>
                  <p:nvPr/>
                </p:nvSpPr>
                <p:spPr bwMode="auto">
                  <a:xfrm>
                    <a:off x="155447" y="2861854"/>
                    <a:ext cx="1490662"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2800" b="1" kern="0" dirty="0">
                        <a:solidFill>
                          <a:srgbClr val="000000"/>
                        </a:solidFill>
                        <a:latin typeface="Calibri"/>
                        <a:cs typeface="Calibri"/>
                      </a:rPr>
                      <a:t>Images</a:t>
                    </a:r>
                  </a:p>
                </p:txBody>
              </p:sp>
              <p:sp>
                <p:nvSpPr>
                  <p:cNvPr id="20" name="Text Box 307">
                    <a:extLst>
                      <a:ext uri="{FF2B5EF4-FFF2-40B4-BE49-F238E27FC236}">
                        <a16:creationId xmlns:a16="http://schemas.microsoft.com/office/drawing/2014/main" id="{29D2D858-E237-50B8-018C-0BD4EA507629}"/>
                      </a:ext>
                    </a:extLst>
                  </p:cNvPr>
                  <p:cNvSpPr txBox="1">
                    <a:spLocks noChangeArrowheads="1"/>
                  </p:cNvSpPr>
                  <p:nvPr/>
                </p:nvSpPr>
                <p:spPr bwMode="auto">
                  <a:xfrm>
                    <a:off x="2613766" y="2864601"/>
                    <a:ext cx="1490662"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2800" b="1" kern="0" dirty="0">
                        <a:solidFill>
                          <a:srgbClr val="000000"/>
                        </a:solidFill>
                        <a:latin typeface="Calibri"/>
                        <a:cs typeface="Calibri"/>
                      </a:rPr>
                      <a:t>Video</a:t>
                    </a:r>
                  </a:p>
                </p:txBody>
              </p:sp>
              <p:sp>
                <p:nvSpPr>
                  <p:cNvPr id="21" name="Text Box 307">
                    <a:extLst>
                      <a:ext uri="{FF2B5EF4-FFF2-40B4-BE49-F238E27FC236}">
                        <a16:creationId xmlns:a16="http://schemas.microsoft.com/office/drawing/2014/main" id="{974C343F-40B3-89F4-A64A-05CD10A0E02C}"/>
                      </a:ext>
                    </a:extLst>
                  </p:cNvPr>
                  <p:cNvSpPr txBox="1">
                    <a:spLocks noChangeArrowheads="1"/>
                  </p:cNvSpPr>
                  <p:nvPr/>
                </p:nvSpPr>
                <p:spPr bwMode="auto">
                  <a:xfrm>
                    <a:off x="5067323" y="2861854"/>
                    <a:ext cx="1490662"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2800" b="1" kern="0" dirty="0">
                        <a:solidFill>
                          <a:srgbClr val="000000"/>
                        </a:solidFill>
                        <a:latin typeface="Calibri"/>
                        <a:cs typeface="Calibri"/>
                      </a:rPr>
                      <a:t>Audio</a:t>
                    </a:r>
                  </a:p>
                </p:txBody>
              </p:sp>
            </p:grpSp>
          </p:grpSp>
          <p:grpSp>
            <p:nvGrpSpPr>
              <p:cNvPr id="7" name="Group 6">
                <a:extLst>
                  <a:ext uri="{FF2B5EF4-FFF2-40B4-BE49-F238E27FC236}">
                    <a16:creationId xmlns:a16="http://schemas.microsoft.com/office/drawing/2014/main" id="{E9944D9D-5808-6B3D-0B76-F70B86601911}"/>
                  </a:ext>
                </a:extLst>
              </p:cNvPr>
              <p:cNvGrpSpPr/>
              <p:nvPr/>
            </p:nvGrpSpPr>
            <p:grpSpPr>
              <a:xfrm>
                <a:off x="9827391" y="1572982"/>
                <a:ext cx="1828800" cy="2352020"/>
                <a:chOff x="9827391" y="1572982"/>
                <a:chExt cx="1828800" cy="2352020"/>
              </a:xfrm>
            </p:grpSpPr>
            <p:pic>
              <p:nvPicPr>
                <p:cNvPr id="3" name="Graphic 2" descr="Web design with solid fill">
                  <a:extLst>
                    <a:ext uri="{FF2B5EF4-FFF2-40B4-BE49-F238E27FC236}">
                      <a16:creationId xmlns:a16="http://schemas.microsoft.com/office/drawing/2014/main" id="{BE195AC9-C589-FF0F-22AD-FA0870AADBE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827391" y="2096202"/>
                  <a:ext cx="1828800" cy="1828800"/>
                </a:xfrm>
                <a:prstGeom prst="rect">
                  <a:avLst/>
                </a:prstGeom>
              </p:spPr>
            </p:pic>
            <p:sp>
              <p:nvSpPr>
                <p:cNvPr id="5" name="Text Box 307">
                  <a:extLst>
                    <a:ext uri="{FF2B5EF4-FFF2-40B4-BE49-F238E27FC236}">
                      <a16:creationId xmlns:a16="http://schemas.microsoft.com/office/drawing/2014/main" id="{A221B3CB-AE6A-2F2E-E280-3B9F5CEC7D78}"/>
                    </a:ext>
                  </a:extLst>
                </p:cNvPr>
                <p:cNvSpPr txBox="1">
                  <a:spLocks noChangeArrowheads="1"/>
                </p:cNvSpPr>
                <p:nvPr/>
              </p:nvSpPr>
              <p:spPr bwMode="auto">
                <a:xfrm>
                  <a:off x="9996460" y="1572982"/>
                  <a:ext cx="1490662"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2800" b="1" kern="0" dirty="0">
                      <a:solidFill>
                        <a:srgbClr val="000000"/>
                      </a:solidFill>
                      <a:latin typeface="Calibri"/>
                      <a:cs typeface="Calibri"/>
                    </a:rPr>
                    <a:t>Code</a:t>
                  </a:r>
                </a:p>
              </p:txBody>
            </p:sp>
          </p:grpSp>
        </p:grpSp>
      </p:grpSp>
    </p:spTree>
    <p:extLst>
      <p:ext uri="{BB962C8B-B14F-4D97-AF65-F5344CB8AC3E}">
        <p14:creationId xmlns:p14="http://schemas.microsoft.com/office/powerpoint/2010/main" val="39968597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496DFF3-886C-1713-39ED-42A8A917FB8D}"/>
              </a:ext>
            </a:extLst>
          </p:cNvPr>
          <p:cNvSpPr>
            <a:spLocks noGrp="1"/>
          </p:cNvSpPr>
          <p:nvPr>
            <p:ph type="title"/>
          </p:nvPr>
        </p:nvSpPr>
        <p:spPr/>
        <p:txBody>
          <a:bodyPr/>
          <a:lstStyle/>
          <a:p>
            <a:r>
              <a:rPr lang="en-US" dirty="0"/>
              <a:t>Generative AI Prompting</a:t>
            </a:r>
          </a:p>
        </p:txBody>
      </p:sp>
      <p:sp>
        <p:nvSpPr>
          <p:cNvPr id="2" name="Slide Number Placeholder 1">
            <a:extLst>
              <a:ext uri="{FF2B5EF4-FFF2-40B4-BE49-F238E27FC236}">
                <a16:creationId xmlns:a16="http://schemas.microsoft.com/office/drawing/2014/main" id="{D3A10619-E109-D6B9-AF42-1BE09D234658}"/>
              </a:ext>
            </a:extLst>
          </p:cNvPr>
          <p:cNvSpPr>
            <a:spLocks noGrp="1"/>
          </p:cNvSpPr>
          <p:nvPr>
            <p:ph type="sldNum" sz="quarter" idx="12"/>
          </p:nvPr>
        </p:nvSpPr>
        <p:spPr/>
        <p:txBody>
          <a:bodyPr/>
          <a:lstStyle/>
          <a:p>
            <a:fld id="{A8160BDD-7155-D744-B749-9730458604AD}" type="slidenum">
              <a:rPr lang="en-US" smtClean="0"/>
              <a:pPr/>
              <a:t>25</a:t>
            </a:fld>
            <a:endParaRPr lang="en-US" dirty="0"/>
          </a:p>
        </p:txBody>
      </p:sp>
      <p:grpSp>
        <p:nvGrpSpPr>
          <p:cNvPr id="3" name="Group 2">
            <a:extLst>
              <a:ext uri="{FF2B5EF4-FFF2-40B4-BE49-F238E27FC236}">
                <a16:creationId xmlns:a16="http://schemas.microsoft.com/office/drawing/2014/main" id="{8A5465A7-1356-5C76-B206-4A4763D50BC1}"/>
              </a:ext>
            </a:extLst>
          </p:cNvPr>
          <p:cNvGrpSpPr/>
          <p:nvPr/>
        </p:nvGrpSpPr>
        <p:grpSpPr>
          <a:xfrm>
            <a:off x="2827622" y="1137282"/>
            <a:ext cx="6536757" cy="5364788"/>
            <a:chOff x="2827622" y="1137282"/>
            <a:chExt cx="6536757" cy="5364788"/>
          </a:xfrm>
        </p:grpSpPr>
        <p:grpSp>
          <p:nvGrpSpPr>
            <p:cNvPr id="4" name="Group 3">
              <a:extLst>
                <a:ext uri="{FF2B5EF4-FFF2-40B4-BE49-F238E27FC236}">
                  <a16:creationId xmlns:a16="http://schemas.microsoft.com/office/drawing/2014/main" id="{1A6CAAAF-F295-F330-94F6-9891197C1B70}"/>
                </a:ext>
              </a:extLst>
            </p:cNvPr>
            <p:cNvGrpSpPr/>
            <p:nvPr/>
          </p:nvGrpSpPr>
          <p:grpSpPr>
            <a:xfrm>
              <a:off x="2827622" y="5855739"/>
              <a:ext cx="6536757" cy="646331"/>
              <a:chOff x="2706984" y="5890575"/>
              <a:chExt cx="6536757" cy="646331"/>
            </a:xfrm>
          </p:grpSpPr>
          <p:sp>
            <p:nvSpPr>
              <p:cNvPr id="20" name="Text Box 306">
                <a:extLst>
                  <a:ext uri="{FF2B5EF4-FFF2-40B4-BE49-F238E27FC236}">
                    <a16:creationId xmlns:a16="http://schemas.microsoft.com/office/drawing/2014/main" id="{20D72DEC-96AD-E09F-058E-8CE1830A68F3}"/>
                  </a:ext>
                </a:extLst>
              </p:cNvPr>
              <p:cNvSpPr txBox="1">
                <a:spLocks noChangeArrowheads="1"/>
              </p:cNvSpPr>
              <p:nvPr/>
            </p:nvSpPr>
            <p:spPr bwMode="auto">
              <a:xfrm>
                <a:off x="2706984" y="5890575"/>
                <a:ext cx="97252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b="1" kern="0" dirty="0">
                    <a:solidFill>
                      <a:srgbClr val="009DDC"/>
                    </a:solidFill>
                    <a:latin typeface="Calibri"/>
                    <a:cs typeface="Calibri"/>
                  </a:rPr>
                  <a:t>Prompt:</a:t>
                </a:r>
              </a:p>
            </p:txBody>
          </p:sp>
          <p:sp>
            <p:nvSpPr>
              <p:cNvPr id="21" name="Text Box 307">
                <a:extLst>
                  <a:ext uri="{FF2B5EF4-FFF2-40B4-BE49-F238E27FC236}">
                    <a16:creationId xmlns:a16="http://schemas.microsoft.com/office/drawing/2014/main" id="{FDF8DA15-D8D3-956B-330A-A3A88F84194E}"/>
                  </a:ext>
                </a:extLst>
              </p:cNvPr>
              <p:cNvSpPr txBox="1">
                <a:spLocks noChangeArrowheads="1"/>
              </p:cNvSpPr>
              <p:nvPr/>
            </p:nvSpPr>
            <p:spPr bwMode="auto">
              <a:xfrm>
                <a:off x="3561812" y="5890575"/>
                <a:ext cx="5681929"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914400" eaLnBrk="1" hangingPunct="1">
                  <a:spcBef>
                    <a:spcPct val="50000"/>
                  </a:spcBef>
                  <a:defRPr/>
                </a:pPr>
                <a:r>
                  <a:rPr lang="en-US" b="1" kern="0" dirty="0">
                    <a:solidFill>
                      <a:srgbClr val="000000"/>
                    </a:solidFill>
                    <a:latin typeface="Calibri"/>
                    <a:cs typeface="Calibri"/>
                  </a:rPr>
                  <a:t>a photograph of a monkey typing at a typewriter, wearing a small hat, in an office</a:t>
                </a:r>
              </a:p>
            </p:txBody>
          </p:sp>
        </p:grpSp>
        <p:grpSp>
          <p:nvGrpSpPr>
            <p:cNvPr id="6" name="Group 5">
              <a:extLst>
                <a:ext uri="{FF2B5EF4-FFF2-40B4-BE49-F238E27FC236}">
                  <a16:creationId xmlns:a16="http://schemas.microsoft.com/office/drawing/2014/main" id="{8F0646AD-1EED-303E-B1A0-0ED6204DDFEA}"/>
                </a:ext>
              </a:extLst>
            </p:cNvPr>
            <p:cNvGrpSpPr/>
            <p:nvPr/>
          </p:nvGrpSpPr>
          <p:grpSpPr>
            <a:xfrm>
              <a:off x="3764235" y="1137282"/>
              <a:ext cx="4663530" cy="4583435"/>
              <a:chOff x="2895510" y="1219314"/>
              <a:chExt cx="5176179" cy="5175504"/>
            </a:xfrm>
          </p:grpSpPr>
          <p:pic>
            <p:nvPicPr>
              <p:cNvPr id="8" name="Picture 7" descr="A monkey typing on a typewriter&#10;&#10;AI-generated content may be incorrect.">
                <a:extLst>
                  <a:ext uri="{FF2B5EF4-FFF2-40B4-BE49-F238E27FC236}">
                    <a16:creationId xmlns:a16="http://schemas.microsoft.com/office/drawing/2014/main" id="{D4AEE3AD-4901-135A-3572-B542ED0952F7}"/>
                  </a:ext>
                </a:extLst>
              </p:cNvPr>
              <p:cNvPicPr>
                <a:picLocks noChangeAspect="1"/>
              </p:cNvPicPr>
              <p:nvPr/>
            </p:nvPicPr>
            <p:blipFill>
              <a:blip r:embed="rId2"/>
              <a:stretch>
                <a:fillRect/>
              </a:stretch>
            </p:blipFill>
            <p:spPr>
              <a:xfrm>
                <a:off x="2895510" y="1219314"/>
                <a:ext cx="2588427" cy="2588427"/>
              </a:xfrm>
              <a:prstGeom prst="rect">
                <a:avLst/>
              </a:prstGeom>
            </p:spPr>
          </p:pic>
          <p:pic>
            <p:nvPicPr>
              <p:cNvPr id="10" name="Picture 9" descr="A monkey wearing a hat and typing on a typewriter&#10;&#10;AI-generated content may be incorrect.">
                <a:extLst>
                  <a:ext uri="{FF2B5EF4-FFF2-40B4-BE49-F238E27FC236}">
                    <a16:creationId xmlns:a16="http://schemas.microsoft.com/office/drawing/2014/main" id="{E14E0790-FE1F-74B4-6B98-A25952E568BB}"/>
                  </a:ext>
                </a:extLst>
              </p:cNvPr>
              <p:cNvPicPr>
                <a:picLocks noChangeAspect="1"/>
              </p:cNvPicPr>
              <p:nvPr/>
            </p:nvPicPr>
            <p:blipFill>
              <a:blip r:embed="rId3"/>
              <a:stretch>
                <a:fillRect/>
              </a:stretch>
            </p:blipFill>
            <p:spPr>
              <a:xfrm>
                <a:off x="5483937" y="1219314"/>
                <a:ext cx="2587752" cy="2587752"/>
              </a:xfrm>
              <a:prstGeom prst="rect">
                <a:avLst/>
              </a:prstGeom>
            </p:spPr>
          </p:pic>
          <p:pic>
            <p:nvPicPr>
              <p:cNvPr id="12" name="Picture 11" descr="A monkey wearing a hat and typing on a typewriter&#10;&#10;AI-generated content may be incorrect.">
                <a:extLst>
                  <a:ext uri="{FF2B5EF4-FFF2-40B4-BE49-F238E27FC236}">
                    <a16:creationId xmlns:a16="http://schemas.microsoft.com/office/drawing/2014/main" id="{5E503531-A93B-2847-7638-4C32E4FA1E5C}"/>
                  </a:ext>
                </a:extLst>
              </p:cNvPr>
              <p:cNvPicPr>
                <a:picLocks noChangeAspect="1"/>
              </p:cNvPicPr>
              <p:nvPr/>
            </p:nvPicPr>
            <p:blipFill>
              <a:blip r:embed="rId4"/>
              <a:stretch>
                <a:fillRect/>
              </a:stretch>
            </p:blipFill>
            <p:spPr>
              <a:xfrm>
                <a:off x="2895510" y="3807066"/>
                <a:ext cx="2587752" cy="2587752"/>
              </a:xfrm>
              <a:prstGeom prst="rect">
                <a:avLst/>
              </a:prstGeom>
            </p:spPr>
          </p:pic>
          <p:pic>
            <p:nvPicPr>
              <p:cNvPr id="19" name="Picture 18" descr="A monkey wearing a hat and a hat typing on a typewriter&#10;&#10;AI-generated content may be incorrect.">
                <a:extLst>
                  <a:ext uri="{FF2B5EF4-FFF2-40B4-BE49-F238E27FC236}">
                    <a16:creationId xmlns:a16="http://schemas.microsoft.com/office/drawing/2014/main" id="{6787774D-8413-631F-37C1-BF8CF45ABCB0}"/>
                  </a:ext>
                </a:extLst>
              </p:cNvPr>
              <p:cNvPicPr>
                <a:picLocks noChangeAspect="1"/>
              </p:cNvPicPr>
              <p:nvPr/>
            </p:nvPicPr>
            <p:blipFill>
              <a:blip r:embed="rId5"/>
              <a:stretch>
                <a:fillRect/>
              </a:stretch>
            </p:blipFill>
            <p:spPr>
              <a:xfrm>
                <a:off x="5483937" y="3797234"/>
                <a:ext cx="2587752" cy="2587752"/>
              </a:xfrm>
              <a:prstGeom prst="rect">
                <a:avLst/>
              </a:prstGeom>
            </p:spPr>
          </p:pic>
        </p:grpSp>
      </p:grpSp>
    </p:spTree>
    <p:extLst>
      <p:ext uri="{BB962C8B-B14F-4D97-AF65-F5344CB8AC3E}">
        <p14:creationId xmlns:p14="http://schemas.microsoft.com/office/powerpoint/2010/main" val="2389983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F46067-A215-8C1A-9AF8-4A750BDC0F4E}"/>
              </a:ext>
            </a:extLst>
          </p:cNvPr>
          <p:cNvSpPr>
            <a:spLocks noGrp="1"/>
          </p:cNvSpPr>
          <p:nvPr>
            <p:ph type="sldNum" sz="quarter" idx="12"/>
          </p:nvPr>
        </p:nvSpPr>
        <p:spPr/>
        <p:txBody>
          <a:bodyPr/>
          <a:lstStyle/>
          <a:p>
            <a:fld id="{A8160BDD-7155-D744-B749-9730458604AD}" type="slidenum">
              <a:rPr lang="en-US" smtClean="0"/>
              <a:pPr/>
              <a:t>26</a:t>
            </a:fld>
            <a:endParaRPr lang="en-US" dirty="0"/>
          </a:p>
        </p:txBody>
      </p:sp>
      <p:sp>
        <p:nvSpPr>
          <p:cNvPr id="3" name="Content Placeholder 2">
            <a:extLst>
              <a:ext uri="{FF2B5EF4-FFF2-40B4-BE49-F238E27FC236}">
                <a16:creationId xmlns:a16="http://schemas.microsoft.com/office/drawing/2014/main" id="{6B350536-DB0B-E814-0C63-D5F4E0936640}"/>
              </a:ext>
            </a:extLst>
          </p:cNvPr>
          <p:cNvSpPr>
            <a:spLocks noGrp="1"/>
          </p:cNvSpPr>
          <p:nvPr>
            <p:ph idx="1"/>
          </p:nvPr>
        </p:nvSpPr>
        <p:spPr/>
        <p:txBody>
          <a:bodyPr/>
          <a:lstStyle/>
          <a:p>
            <a:pPr>
              <a:buClr>
                <a:srgbClr val="1D3764"/>
              </a:buClr>
              <a:defRPr/>
            </a:pPr>
            <a:r>
              <a:rPr lang="en-US" dirty="0"/>
              <a:t>Necessary skill for anyone using generative AI.</a:t>
            </a:r>
          </a:p>
          <a:p>
            <a:pPr>
              <a:buClr>
                <a:srgbClr val="1D3764"/>
              </a:buClr>
              <a:defRPr/>
            </a:pPr>
            <a:r>
              <a:rPr lang="en-US" dirty="0"/>
              <a:t>No universal "good" prompt.</a:t>
            </a:r>
          </a:p>
          <a:p>
            <a:pPr>
              <a:buClr>
                <a:srgbClr val="1D3764"/>
              </a:buClr>
              <a:defRPr/>
            </a:pPr>
            <a:r>
              <a:rPr lang="en-US" dirty="0"/>
              <a:t>General best practices:</a:t>
            </a:r>
          </a:p>
          <a:p>
            <a:pPr lvl="1">
              <a:buClr>
                <a:srgbClr val="1D3764"/>
              </a:buClr>
              <a:defRPr/>
            </a:pPr>
            <a:r>
              <a:rPr lang="en-US" dirty="0"/>
              <a:t>Build prompts iteratively.</a:t>
            </a:r>
          </a:p>
          <a:p>
            <a:pPr lvl="1">
              <a:buClr>
                <a:srgbClr val="1D3764"/>
              </a:buClr>
              <a:defRPr/>
            </a:pPr>
            <a:r>
              <a:rPr lang="en-US" dirty="0"/>
              <a:t>Be descriptive.</a:t>
            </a:r>
          </a:p>
          <a:p>
            <a:pPr lvl="1">
              <a:buClr>
                <a:srgbClr val="1D3764"/>
              </a:buClr>
              <a:defRPr/>
            </a:pPr>
            <a:r>
              <a:rPr lang="en-US" dirty="0"/>
              <a:t>Prefer clarity to verbosity.</a:t>
            </a:r>
          </a:p>
          <a:p>
            <a:pPr lvl="1">
              <a:buClr>
                <a:srgbClr val="1D3764"/>
              </a:buClr>
              <a:defRPr/>
            </a:pPr>
            <a:r>
              <a:rPr lang="en-US" dirty="0"/>
              <a:t>Provide relevant examples.</a:t>
            </a:r>
          </a:p>
          <a:p>
            <a:pPr lvl="1">
              <a:buClr>
                <a:srgbClr val="1D3764"/>
              </a:buClr>
              <a:defRPr/>
            </a:pPr>
            <a:r>
              <a:rPr lang="en-US" dirty="0"/>
              <a:t>Save and reuse successful prompts.</a:t>
            </a:r>
          </a:p>
        </p:txBody>
      </p:sp>
      <p:sp>
        <p:nvSpPr>
          <p:cNvPr id="4" name="Title 3">
            <a:extLst>
              <a:ext uri="{FF2B5EF4-FFF2-40B4-BE49-F238E27FC236}">
                <a16:creationId xmlns:a16="http://schemas.microsoft.com/office/drawing/2014/main" id="{F6A98CCC-45EC-65A3-7585-0FF177D21018}"/>
              </a:ext>
            </a:extLst>
          </p:cNvPr>
          <p:cNvSpPr>
            <a:spLocks noGrp="1"/>
          </p:cNvSpPr>
          <p:nvPr>
            <p:ph type="title"/>
          </p:nvPr>
        </p:nvSpPr>
        <p:spPr/>
        <p:txBody>
          <a:bodyPr/>
          <a:lstStyle/>
          <a:p>
            <a:r>
              <a:rPr lang="en-US" dirty="0"/>
              <a:t>Prompt Engineering</a:t>
            </a:r>
          </a:p>
        </p:txBody>
      </p:sp>
      <p:sp>
        <p:nvSpPr>
          <p:cNvPr id="5" name="Text Placeholder 4">
            <a:extLst>
              <a:ext uri="{FF2B5EF4-FFF2-40B4-BE49-F238E27FC236}">
                <a16:creationId xmlns:a16="http://schemas.microsoft.com/office/drawing/2014/main" id="{6F3D8F47-4E1B-C551-1C37-E7CB0529A931}"/>
              </a:ext>
            </a:extLst>
          </p:cNvPr>
          <p:cNvSpPr>
            <a:spLocks noGrp="1"/>
          </p:cNvSpPr>
          <p:nvPr>
            <p:ph type="body" sz="quarter" idx="13"/>
          </p:nvPr>
        </p:nvSpPr>
        <p:spPr/>
        <p:txBody>
          <a:bodyPr/>
          <a:lstStyle/>
          <a:p>
            <a:r>
              <a:rPr lang="en-US" b="1" dirty="0"/>
              <a:t>Prompt engineering</a:t>
            </a:r>
            <a:r>
              <a:rPr lang="en-US" dirty="0"/>
              <a:t>: The process of refining an input prompt until it produces a desired output from a generative AI model.</a:t>
            </a:r>
          </a:p>
        </p:txBody>
      </p:sp>
      <p:grpSp>
        <p:nvGrpSpPr>
          <p:cNvPr id="6" name="Group 5">
            <a:extLst>
              <a:ext uri="{FF2B5EF4-FFF2-40B4-BE49-F238E27FC236}">
                <a16:creationId xmlns:a16="http://schemas.microsoft.com/office/drawing/2014/main" id="{5F956F86-12B0-D675-AC60-6EAF524A1560}"/>
              </a:ext>
            </a:extLst>
          </p:cNvPr>
          <p:cNvGrpSpPr/>
          <p:nvPr/>
        </p:nvGrpSpPr>
        <p:grpSpPr>
          <a:xfrm>
            <a:off x="7646125" y="2130826"/>
            <a:ext cx="4177937" cy="4177937"/>
            <a:chOff x="7646125" y="2130826"/>
            <a:chExt cx="4177937" cy="4177937"/>
          </a:xfrm>
        </p:grpSpPr>
        <p:pic>
          <p:nvPicPr>
            <p:cNvPr id="7" name="Picture 6">
              <a:extLst>
                <a:ext uri="{FF2B5EF4-FFF2-40B4-BE49-F238E27FC236}">
                  <a16:creationId xmlns:a16="http://schemas.microsoft.com/office/drawing/2014/main" id="{8C39CA57-9A05-8EEE-D98F-CD631F2FA9C5}"/>
                </a:ext>
              </a:extLst>
            </p:cNvPr>
            <p:cNvPicPr>
              <a:picLocks noChangeAspect="1"/>
            </p:cNvPicPr>
            <p:nvPr/>
          </p:nvPicPr>
          <p:blipFill>
            <a:blip r:embed="rId2"/>
            <a:srcRect/>
            <a:stretch/>
          </p:blipFill>
          <p:spPr>
            <a:xfrm>
              <a:off x="7646125" y="2130826"/>
              <a:ext cx="4177937" cy="4177937"/>
            </a:xfrm>
            <a:prstGeom prst="rect">
              <a:avLst/>
            </a:prstGeom>
            <a:effectLst>
              <a:softEdge rad="31750"/>
            </a:effectLst>
          </p:spPr>
        </p:pic>
        <p:sp>
          <p:nvSpPr>
            <p:cNvPr id="8" name="TextBox 7">
              <a:extLst>
                <a:ext uri="{FF2B5EF4-FFF2-40B4-BE49-F238E27FC236}">
                  <a16:creationId xmlns:a16="http://schemas.microsoft.com/office/drawing/2014/main" id="{4A51120C-C12B-57E9-5A44-5D42D8C1FA08}"/>
                </a:ext>
              </a:extLst>
            </p:cNvPr>
            <p:cNvSpPr txBox="1"/>
            <p:nvPr/>
          </p:nvSpPr>
          <p:spPr>
            <a:xfrm>
              <a:off x="8846253" y="4884421"/>
              <a:ext cx="1421809" cy="646331"/>
            </a:xfrm>
            <a:prstGeom prst="rect">
              <a:avLst/>
            </a:prstGeom>
            <a:noFill/>
            <a:effectLst>
              <a:outerShdw blurRad="50800" dist="38100" dir="10800000" algn="r" rotWithShape="0">
                <a:prstClr val="black">
                  <a:alpha val="40000"/>
                </a:prstClr>
              </a:outerShdw>
            </a:effectLst>
          </p:spPr>
          <p:txBody>
            <a:bodyPr wrap="square" rtlCol="0">
              <a:spAutoFit/>
            </a:bodyPr>
            <a:lstStyle/>
            <a:p>
              <a:pPr algn="ctr"/>
              <a:r>
                <a:rPr lang="en-US" b="1" dirty="0"/>
                <a:t>Prompt Engineer</a:t>
              </a:r>
            </a:p>
          </p:txBody>
        </p:sp>
      </p:grpSp>
    </p:spTree>
    <p:extLst>
      <p:ext uri="{BB962C8B-B14F-4D97-AF65-F5344CB8AC3E}">
        <p14:creationId xmlns:p14="http://schemas.microsoft.com/office/powerpoint/2010/main" val="1188973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6184A2-B4DF-067E-1523-98E1F3EBD62A}"/>
              </a:ext>
            </a:extLst>
          </p:cNvPr>
          <p:cNvSpPr>
            <a:spLocks noGrp="1"/>
          </p:cNvSpPr>
          <p:nvPr>
            <p:ph type="sldNum" sz="quarter" idx="12"/>
          </p:nvPr>
        </p:nvSpPr>
        <p:spPr/>
        <p:txBody>
          <a:bodyPr/>
          <a:lstStyle/>
          <a:p>
            <a:fld id="{A8160BDD-7155-D744-B749-9730458604AD}" type="slidenum">
              <a:rPr lang="en-US" smtClean="0"/>
              <a:pPr/>
              <a:t>27</a:t>
            </a:fld>
            <a:endParaRPr lang="en-US" dirty="0"/>
          </a:p>
        </p:txBody>
      </p:sp>
      <p:sp>
        <p:nvSpPr>
          <p:cNvPr id="5" name="Title 4">
            <a:extLst>
              <a:ext uri="{FF2B5EF4-FFF2-40B4-BE49-F238E27FC236}">
                <a16:creationId xmlns:a16="http://schemas.microsoft.com/office/drawing/2014/main" id="{7D0BAB1B-70E9-FE0C-0270-CCB029931145}"/>
              </a:ext>
            </a:extLst>
          </p:cNvPr>
          <p:cNvSpPr>
            <a:spLocks noGrp="1"/>
          </p:cNvSpPr>
          <p:nvPr>
            <p:ph type="title"/>
          </p:nvPr>
        </p:nvSpPr>
        <p:spPr/>
        <p:txBody>
          <a:bodyPr/>
          <a:lstStyle/>
          <a:p>
            <a:r>
              <a:rPr lang="en-US" dirty="0"/>
              <a:t>In-Context Prompting</a:t>
            </a:r>
          </a:p>
        </p:txBody>
      </p:sp>
      <p:sp>
        <p:nvSpPr>
          <p:cNvPr id="6" name="Text Placeholder 5">
            <a:extLst>
              <a:ext uri="{FF2B5EF4-FFF2-40B4-BE49-F238E27FC236}">
                <a16:creationId xmlns:a16="http://schemas.microsoft.com/office/drawing/2014/main" id="{FF23502E-F698-B8CF-D3F8-0E0C9FCCF80A}"/>
              </a:ext>
            </a:extLst>
          </p:cNvPr>
          <p:cNvSpPr>
            <a:spLocks noGrp="1"/>
          </p:cNvSpPr>
          <p:nvPr>
            <p:ph type="body" sz="quarter" idx="13"/>
          </p:nvPr>
        </p:nvSpPr>
        <p:spPr>
          <a:xfrm>
            <a:off x="948905" y="2156604"/>
            <a:ext cx="9240124" cy="2649076"/>
          </a:xfrm>
        </p:spPr>
        <p:txBody>
          <a:bodyPr/>
          <a:lstStyle/>
          <a:p>
            <a:r>
              <a:rPr lang="en-US" b="1" dirty="0"/>
              <a:t>Zero-shot</a:t>
            </a:r>
            <a:r>
              <a:rPr lang="en-US" dirty="0"/>
              <a:t>:</a:t>
            </a:r>
          </a:p>
          <a:p>
            <a:r>
              <a:rPr lang="en-US" sz="1300" dirty="0">
                <a:latin typeface="Courier New" panose="02070309020205020404" pitchFamily="49" charset="0"/>
                <a:cs typeface="Courier New" panose="02070309020205020404" pitchFamily="49" charset="0"/>
              </a:rPr>
              <a:t>	&lt;Text of customer complaint.&gt; Why is the customer asking for a refund?</a:t>
            </a:r>
          </a:p>
          <a:p>
            <a:r>
              <a:rPr lang="en-US" b="1" dirty="0"/>
              <a:t>One-shot</a:t>
            </a:r>
            <a:r>
              <a:rPr lang="en-US" dirty="0"/>
              <a:t>:</a:t>
            </a:r>
          </a:p>
          <a:p>
            <a:r>
              <a:rPr lang="en-US" sz="1300" dirty="0">
                <a:latin typeface="Courier New" panose="02070309020205020404" pitchFamily="49" charset="0"/>
                <a:cs typeface="Courier New" panose="02070309020205020404" pitchFamily="49" charset="0"/>
              </a:rPr>
              <a:t>	Complaint: The product was broken when it arrived. Reason: Defect.</a:t>
            </a:r>
          </a:p>
          <a:p>
            <a:r>
              <a:rPr lang="en-US" sz="1300" dirty="0">
                <a:latin typeface="Courier New" panose="02070309020205020404" pitchFamily="49" charset="0"/>
                <a:cs typeface="Courier New" panose="02070309020205020404" pitchFamily="49" charset="0"/>
              </a:rPr>
              <a:t>	Complaint: &lt;text of customer complaint.&gt; Reason:</a:t>
            </a:r>
          </a:p>
          <a:p>
            <a:r>
              <a:rPr lang="en-US" b="1" dirty="0"/>
              <a:t>Few-shot</a:t>
            </a:r>
            <a:r>
              <a:rPr lang="en-US" dirty="0"/>
              <a:t>:</a:t>
            </a:r>
          </a:p>
          <a:p>
            <a:r>
              <a:rPr lang="en-US" sz="1300" dirty="0">
                <a:latin typeface="Courier New" panose="02070309020205020404" pitchFamily="49" charset="0"/>
                <a:cs typeface="Courier New" panose="02070309020205020404" pitchFamily="49" charset="0"/>
              </a:rPr>
              <a:t>	Complaint: The product was broken when it arrived. Reason: Defect.</a:t>
            </a:r>
          </a:p>
          <a:p>
            <a:r>
              <a:rPr lang="en-US" sz="1300" dirty="0">
                <a:latin typeface="Courier New" panose="02070309020205020404" pitchFamily="49" charset="0"/>
                <a:cs typeface="Courier New" panose="02070309020205020404" pitchFamily="49" charset="0"/>
              </a:rPr>
              <a:t>	Complaint: I ordered the red version but got the blue one instead. Reason: Wrong color.</a:t>
            </a:r>
          </a:p>
          <a:p>
            <a:r>
              <a:rPr lang="en-US" sz="1300" dirty="0">
                <a:latin typeface="Courier New" panose="02070309020205020404" pitchFamily="49" charset="0"/>
                <a:cs typeface="Courier New" panose="02070309020205020404" pitchFamily="49" charset="0"/>
              </a:rPr>
              <a:t>	Complaint: &lt;text of customer complaint.&gt; Reason:</a:t>
            </a:r>
          </a:p>
        </p:txBody>
      </p:sp>
      <p:sp>
        <p:nvSpPr>
          <p:cNvPr id="4" name="Content Placeholder 2">
            <a:extLst>
              <a:ext uri="{FF2B5EF4-FFF2-40B4-BE49-F238E27FC236}">
                <a16:creationId xmlns:a16="http://schemas.microsoft.com/office/drawing/2014/main" id="{921E4B17-4EB3-5876-B260-6E7EBD0DD56A}"/>
              </a:ext>
            </a:extLst>
          </p:cNvPr>
          <p:cNvSpPr txBox="1">
            <a:spLocks/>
          </p:cNvSpPr>
          <p:nvPr/>
        </p:nvSpPr>
        <p:spPr>
          <a:xfrm>
            <a:off x="948905" y="5768205"/>
            <a:ext cx="7522234" cy="987527"/>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chemeClr val="accent4"/>
              </a:buClr>
              <a:buSzTx/>
              <a:buFont typeface="Arial"/>
              <a:buChar char="•"/>
              <a:tabLst/>
              <a:defRPr sz="1800" kern="1200" baseline="0">
                <a:solidFill>
                  <a:schemeClr val="bg1"/>
                </a:solidFill>
                <a:latin typeface="+mn-lt"/>
                <a:ea typeface="+mn-ea"/>
                <a:cs typeface="+mn-cs"/>
              </a:defRPr>
            </a:lvl1pPr>
            <a:lvl2pPr marL="742950" marR="0" indent="-285750" algn="l" defTabSz="457200" rtl="0" eaLnBrk="1" fontAlgn="auto" latinLnBrk="0" hangingPunct="1">
              <a:lnSpc>
                <a:spcPct val="100000"/>
              </a:lnSpc>
              <a:spcBef>
                <a:spcPct val="20000"/>
              </a:spcBef>
              <a:spcAft>
                <a:spcPts val="0"/>
              </a:spcAft>
              <a:buClr>
                <a:schemeClr val="accent4"/>
              </a:buClr>
              <a:buSzTx/>
              <a:buFont typeface="Arial"/>
              <a:buChar char="•"/>
              <a:tabLst/>
              <a:defRPr sz="1600" kern="1200" baseline="0">
                <a:solidFill>
                  <a:schemeClr val="bg1"/>
                </a:solidFill>
                <a:latin typeface="+mn-lt"/>
                <a:ea typeface="+mn-ea"/>
                <a:cs typeface="+mn-cs"/>
              </a:defRPr>
            </a:lvl2pPr>
            <a:lvl3pPr marL="1143000" marR="0" indent="-228600" algn="l" defTabSz="457200" rtl="0" eaLnBrk="1" fontAlgn="auto" latinLnBrk="0" hangingPunct="1">
              <a:lnSpc>
                <a:spcPct val="100000"/>
              </a:lnSpc>
              <a:spcBef>
                <a:spcPct val="20000"/>
              </a:spcBef>
              <a:spcAft>
                <a:spcPts val="0"/>
              </a:spcAft>
              <a:buClr>
                <a:schemeClr val="accent4"/>
              </a:buClr>
              <a:buSzTx/>
              <a:buFont typeface="Arial"/>
              <a:buChar char="•"/>
              <a:tabLst/>
              <a:defRPr sz="1400" kern="120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1D3764"/>
              </a:buClr>
              <a:defRPr/>
            </a:pPr>
            <a:r>
              <a:rPr lang="en-US" dirty="0"/>
              <a:t>The purpose is to get the model to format the reason in a concise way.</a:t>
            </a:r>
          </a:p>
        </p:txBody>
      </p:sp>
    </p:spTree>
    <p:extLst>
      <p:ext uri="{BB962C8B-B14F-4D97-AF65-F5344CB8AC3E}">
        <p14:creationId xmlns:p14="http://schemas.microsoft.com/office/powerpoint/2010/main" val="13119685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AA7A67-E4C1-7454-8774-B9CC9F151ED7}"/>
              </a:ext>
            </a:extLst>
          </p:cNvPr>
          <p:cNvSpPr>
            <a:spLocks noGrp="1"/>
          </p:cNvSpPr>
          <p:nvPr>
            <p:ph type="sldNum" sz="quarter" idx="12"/>
          </p:nvPr>
        </p:nvSpPr>
        <p:spPr/>
        <p:txBody>
          <a:bodyPr/>
          <a:lstStyle/>
          <a:p>
            <a:fld id="{A8160BDD-7155-D744-B749-9730458604AD}" type="slidenum">
              <a:rPr lang="en-US" smtClean="0"/>
              <a:pPr/>
              <a:t>28</a:t>
            </a:fld>
            <a:endParaRPr lang="en-US" dirty="0"/>
          </a:p>
        </p:txBody>
      </p:sp>
      <p:sp>
        <p:nvSpPr>
          <p:cNvPr id="3" name="Content Placeholder 2">
            <a:extLst>
              <a:ext uri="{FF2B5EF4-FFF2-40B4-BE49-F238E27FC236}">
                <a16:creationId xmlns:a16="http://schemas.microsoft.com/office/drawing/2014/main" id="{2627E15E-7DB3-43B2-5ECA-B7BA5F8F86EB}"/>
              </a:ext>
            </a:extLst>
          </p:cNvPr>
          <p:cNvSpPr>
            <a:spLocks noGrp="1"/>
          </p:cNvSpPr>
          <p:nvPr>
            <p:ph idx="1"/>
          </p:nvPr>
        </p:nvSpPr>
        <p:spPr/>
        <p:txBody>
          <a:bodyPr/>
          <a:lstStyle/>
          <a:p>
            <a:pPr>
              <a:buClr>
                <a:srgbClr val="1D3764"/>
              </a:buClr>
              <a:defRPr/>
            </a:pPr>
            <a:r>
              <a:rPr lang="en-US" dirty="0"/>
              <a:t>Augments model outputs.</a:t>
            </a:r>
          </a:p>
          <a:p>
            <a:pPr>
              <a:buClr>
                <a:srgbClr val="1D3764"/>
              </a:buClr>
              <a:defRPr/>
            </a:pPr>
            <a:r>
              <a:rPr lang="en-US" dirty="0"/>
              <a:t>Customizes model for specialized domains.</a:t>
            </a:r>
          </a:p>
          <a:p>
            <a:pPr>
              <a:buClr>
                <a:srgbClr val="1D3764"/>
              </a:buClr>
              <a:defRPr/>
            </a:pPr>
            <a:r>
              <a:rPr lang="en-US" dirty="0"/>
              <a:t>Reduces need for in-context prompting.</a:t>
            </a:r>
          </a:p>
          <a:p>
            <a:pPr>
              <a:buClr>
                <a:srgbClr val="1D3764"/>
              </a:buClr>
              <a:defRPr/>
            </a:pPr>
            <a:r>
              <a:rPr lang="en-US" dirty="0"/>
              <a:t>Requires data, time, and resources.</a:t>
            </a:r>
          </a:p>
        </p:txBody>
      </p:sp>
      <p:sp>
        <p:nvSpPr>
          <p:cNvPr id="4" name="Title 3">
            <a:extLst>
              <a:ext uri="{FF2B5EF4-FFF2-40B4-BE49-F238E27FC236}">
                <a16:creationId xmlns:a16="http://schemas.microsoft.com/office/drawing/2014/main" id="{91761EBF-53C6-3586-AE46-F5D8781004A8}"/>
              </a:ext>
            </a:extLst>
          </p:cNvPr>
          <p:cNvSpPr>
            <a:spLocks noGrp="1"/>
          </p:cNvSpPr>
          <p:nvPr>
            <p:ph type="title"/>
          </p:nvPr>
        </p:nvSpPr>
        <p:spPr/>
        <p:txBody>
          <a:bodyPr/>
          <a:lstStyle/>
          <a:p>
            <a:r>
              <a:rPr lang="en-US" dirty="0"/>
              <a:t>Fine Tuning</a:t>
            </a:r>
          </a:p>
        </p:txBody>
      </p:sp>
      <p:sp>
        <p:nvSpPr>
          <p:cNvPr id="5" name="Text Placeholder 4">
            <a:extLst>
              <a:ext uri="{FF2B5EF4-FFF2-40B4-BE49-F238E27FC236}">
                <a16:creationId xmlns:a16="http://schemas.microsoft.com/office/drawing/2014/main" id="{6474C2AD-3495-EAA6-C4C3-F8E515AC6047}"/>
              </a:ext>
            </a:extLst>
          </p:cNvPr>
          <p:cNvSpPr>
            <a:spLocks noGrp="1"/>
          </p:cNvSpPr>
          <p:nvPr>
            <p:ph type="body" sz="quarter" idx="13"/>
          </p:nvPr>
        </p:nvSpPr>
        <p:spPr/>
        <p:txBody>
          <a:bodyPr/>
          <a:lstStyle/>
          <a:p>
            <a:r>
              <a:rPr lang="en-US" b="1" dirty="0"/>
              <a:t>Fine tuning</a:t>
            </a:r>
            <a:r>
              <a:rPr lang="en-US" dirty="0"/>
              <a:t>: The process by which an existing model's weights are updated based on new training data.</a:t>
            </a:r>
          </a:p>
        </p:txBody>
      </p:sp>
      <p:pic>
        <p:nvPicPr>
          <p:cNvPr id="6" name="Picture 5" descr="A picture containing mixing console, electronics, music, circuit&#10;&#10;Description automatically generated">
            <a:extLst>
              <a:ext uri="{FF2B5EF4-FFF2-40B4-BE49-F238E27FC236}">
                <a16:creationId xmlns:a16="http://schemas.microsoft.com/office/drawing/2014/main" id="{8F8C63B7-F8AB-3D19-8BCD-7813E0364B3D}"/>
              </a:ext>
            </a:extLst>
          </p:cNvPr>
          <p:cNvPicPr>
            <a:picLocks noChangeAspect="1"/>
          </p:cNvPicPr>
          <p:nvPr/>
        </p:nvPicPr>
        <p:blipFill>
          <a:blip r:embed="rId2"/>
          <a:stretch>
            <a:fillRect/>
          </a:stretch>
        </p:blipFill>
        <p:spPr>
          <a:xfrm>
            <a:off x="7313163" y="2537491"/>
            <a:ext cx="4518563" cy="3012375"/>
          </a:xfrm>
          <a:prstGeom prst="rect">
            <a:avLst/>
          </a:prstGeom>
          <a:effectLst>
            <a:softEdge rad="31750"/>
          </a:effectLst>
        </p:spPr>
      </p:pic>
    </p:spTree>
    <p:extLst>
      <p:ext uri="{BB962C8B-B14F-4D97-AF65-F5344CB8AC3E}">
        <p14:creationId xmlns:p14="http://schemas.microsoft.com/office/powerpoint/2010/main" val="23809193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1078D8-BA65-2EDA-ED4E-938545CB68E4}"/>
              </a:ext>
            </a:extLst>
          </p:cNvPr>
          <p:cNvSpPr>
            <a:spLocks noGrp="1"/>
          </p:cNvSpPr>
          <p:nvPr>
            <p:ph type="sldNum" sz="quarter" idx="12"/>
          </p:nvPr>
        </p:nvSpPr>
        <p:spPr/>
        <p:txBody>
          <a:bodyPr/>
          <a:lstStyle/>
          <a:p>
            <a:fld id="{A8160BDD-7155-D744-B749-9730458604AD}" type="slidenum">
              <a:rPr lang="en-US" smtClean="0"/>
              <a:t>29</a:t>
            </a:fld>
            <a:endParaRPr lang="en-US" dirty="0"/>
          </a:p>
        </p:txBody>
      </p:sp>
      <p:sp>
        <p:nvSpPr>
          <p:cNvPr id="4" name="Content Placeholder 3">
            <a:extLst>
              <a:ext uri="{FF2B5EF4-FFF2-40B4-BE49-F238E27FC236}">
                <a16:creationId xmlns:a16="http://schemas.microsoft.com/office/drawing/2014/main" id="{C8B3DA90-F1E0-53C2-BAA0-960F70A4009D}"/>
              </a:ext>
            </a:extLst>
          </p:cNvPr>
          <p:cNvSpPr>
            <a:spLocks noGrp="1"/>
          </p:cNvSpPr>
          <p:nvPr>
            <p:ph idx="1"/>
          </p:nvPr>
        </p:nvSpPr>
        <p:spPr>
          <a:xfrm>
            <a:off x="455900" y="1302040"/>
            <a:ext cx="5553014" cy="4920960"/>
          </a:xfrm>
        </p:spPr>
        <p:txBody>
          <a:bodyPr/>
          <a:lstStyle/>
          <a:p>
            <a:r>
              <a:rPr lang="en-US" dirty="0"/>
              <a:t>Diffusion models</a:t>
            </a:r>
          </a:p>
          <a:p>
            <a:r>
              <a:rPr lang="en-US" dirty="0"/>
              <a:t>Generative pre-trained transformers (GPTs)</a:t>
            </a:r>
          </a:p>
          <a:p>
            <a:r>
              <a:rPr lang="en-US" dirty="0"/>
              <a:t>Reinforcement learning from human feedback (RLHF)</a:t>
            </a:r>
          </a:p>
        </p:txBody>
      </p:sp>
      <p:sp>
        <p:nvSpPr>
          <p:cNvPr id="3" name="Title 2">
            <a:extLst>
              <a:ext uri="{FF2B5EF4-FFF2-40B4-BE49-F238E27FC236}">
                <a16:creationId xmlns:a16="http://schemas.microsoft.com/office/drawing/2014/main" id="{C8AC326C-7BE1-34F5-156B-D6D38B5CE56F}"/>
              </a:ext>
            </a:extLst>
          </p:cNvPr>
          <p:cNvSpPr>
            <a:spLocks noGrp="1"/>
          </p:cNvSpPr>
          <p:nvPr>
            <p:ph type="title"/>
          </p:nvPr>
        </p:nvSpPr>
        <p:spPr/>
        <p:txBody>
          <a:bodyPr/>
          <a:lstStyle/>
          <a:p>
            <a:r>
              <a:rPr lang="en-US" dirty="0"/>
              <a:t>Generative AI Approaches</a:t>
            </a:r>
          </a:p>
        </p:txBody>
      </p:sp>
      <p:pic>
        <p:nvPicPr>
          <p:cNvPr id="6" name="Picture 5" descr="A picture containing colorfulness, screenshot, art, fractal art&#10;&#10;Description automatically generated">
            <a:extLst>
              <a:ext uri="{FF2B5EF4-FFF2-40B4-BE49-F238E27FC236}">
                <a16:creationId xmlns:a16="http://schemas.microsoft.com/office/drawing/2014/main" id="{DB762E88-1B47-DE51-0AD4-3F2797CC95B5}"/>
              </a:ext>
            </a:extLst>
          </p:cNvPr>
          <p:cNvPicPr>
            <a:picLocks noChangeAspect="1"/>
          </p:cNvPicPr>
          <p:nvPr/>
        </p:nvPicPr>
        <p:blipFill>
          <a:blip r:embed="rId2"/>
          <a:stretch>
            <a:fillRect/>
          </a:stretch>
        </p:blipFill>
        <p:spPr>
          <a:xfrm>
            <a:off x="8107679" y="1302040"/>
            <a:ext cx="3737021" cy="2491347"/>
          </a:xfrm>
          <a:prstGeom prst="rect">
            <a:avLst/>
          </a:prstGeom>
          <a:effectLst>
            <a:softEdge rad="31750"/>
          </a:effectLst>
        </p:spPr>
      </p:pic>
    </p:spTree>
    <p:extLst>
      <p:ext uri="{BB962C8B-B14F-4D97-AF65-F5344CB8AC3E}">
        <p14:creationId xmlns:p14="http://schemas.microsoft.com/office/powerpoint/2010/main" val="25076818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BF6FA-C911-12DB-D0DC-2F59DF62CCBC}"/>
              </a:ext>
            </a:extLst>
          </p:cNvPr>
          <p:cNvSpPr>
            <a:spLocks noGrp="1"/>
          </p:cNvSpPr>
          <p:nvPr>
            <p:ph type="title"/>
          </p:nvPr>
        </p:nvSpPr>
        <p:spPr/>
        <p:txBody>
          <a:bodyPr/>
          <a:lstStyle/>
          <a:p>
            <a:r>
              <a:rPr lang="en-US" dirty="0"/>
              <a:t>Diffusion Models</a:t>
            </a:r>
          </a:p>
        </p:txBody>
      </p:sp>
      <p:sp>
        <p:nvSpPr>
          <p:cNvPr id="3" name="Slide Number Placeholder 2">
            <a:extLst>
              <a:ext uri="{FF2B5EF4-FFF2-40B4-BE49-F238E27FC236}">
                <a16:creationId xmlns:a16="http://schemas.microsoft.com/office/drawing/2014/main" id="{4D336E2C-B1A2-81E0-DAED-565E0E4CB1ED}"/>
              </a:ext>
            </a:extLst>
          </p:cNvPr>
          <p:cNvSpPr>
            <a:spLocks noGrp="1"/>
          </p:cNvSpPr>
          <p:nvPr>
            <p:ph type="sldNum" sz="quarter" idx="12"/>
          </p:nvPr>
        </p:nvSpPr>
        <p:spPr/>
        <p:txBody>
          <a:bodyPr/>
          <a:lstStyle/>
          <a:p>
            <a:fld id="{A8160BDD-7155-D744-B749-9730458604AD}" type="slidenum">
              <a:rPr lang="en-US" smtClean="0"/>
              <a:t>30</a:t>
            </a:fld>
            <a:endParaRPr lang="en-US" dirty="0"/>
          </a:p>
        </p:txBody>
      </p:sp>
      <p:grpSp>
        <p:nvGrpSpPr>
          <p:cNvPr id="35" name="Group 34">
            <a:extLst>
              <a:ext uri="{FF2B5EF4-FFF2-40B4-BE49-F238E27FC236}">
                <a16:creationId xmlns:a16="http://schemas.microsoft.com/office/drawing/2014/main" id="{C4D206A1-B6DA-2A86-CA85-5023398BADCE}"/>
              </a:ext>
            </a:extLst>
          </p:cNvPr>
          <p:cNvGrpSpPr/>
          <p:nvPr/>
        </p:nvGrpSpPr>
        <p:grpSpPr>
          <a:xfrm>
            <a:off x="1230088" y="1087660"/>
            <a:ext cx="9731825" cy="5399671"/>
            <a:chOff x="1230088" y="1087660"/>
            <a:chExt cx="9731825" cy="5399671"/>
          </a:xfrm>
        </p:grpSpPr>
        <p:grpSp>
          <p:nvGrpSpPr>
            <p:cNvPr id="14" name="Group 13">
              <a:extLst>
                <a:ext uri="{FF2B5EF4-FFF2-40B4-BE49-F238E27FC236}">
                  <a16:creationId xmlns:a16="http://schemas.microsoft.com/office/drawing/2014/main" id="{190C8F65-32BB-C34C-B3A6-A59008430416}"/>
                </a:ext>
              </a:extLst>
            </p:cNvPr>
            <p:cNvGrpSpPr/>
            <p:nvPr/>
          </p:nvGrpSpPr>
          <p:grpSpPr>
            <a:xfrm>
              <a:off x="1230088" y="1935549"/>
              <a:ext cx="9731825" cy="1347907"/>
              <a:chOff x="508946" y="2390180"/>
              <a:chExt cx="9731825" cy="1347907"/>
            </a:xfrm>
          </p:grpSpPr>
          <p:pic>
            <p:nvPicPr>
              <p:cNvPr id="4" name="Picture 3">
                <a:extLst>
                  <a:ext uri="{FF2B5EF4-FFF2-40B4-BE49-F238E27FC236}">
                    <a16:creationId xmlns:a16="http://schemas.microsoft.com/office/drawing/2014/main" id="{C4006F46-7B77-D1B3-B0C0-BF5578131D00}"/>
                  </a:ext>
                </a:extLst>
              </p:cNvPr>
              <p:cNvPicPr>
                <a:picLocks noChangeAspect="1"/>
              </p:cNvPicPr>
              <p:nvPr/>
            </p:nvPicPr>
            <p:blipFill rotWithShape="1">
              <a:blip r:embed="rId2"/>
              <a:srcRect r="32042"/>
              <a:stretch/>
            </p:blipFill>
            <p:spPr>
              <a:xfrm>
                <a:off x="508946" y="2390180"/>
                <a:ext cx="1345983" cy="1320416"/>
              </a:xfrm>
              <a:prstGeom prst="rect">
                <a:avLst/>
              </a:prstGeom>
            </p:spPr>
          </p:pic>
          <p:pic>
            <p:nvPicPr>
              <p:cNvPr id="9" name="Picture 8">
                <a:extLst>
                  <a:ext uri="{FF2B5EF4-FFF2-40B4-BE49-F238E27FC236}">
                    <a16:creationId xmlns:a16="http://schemas.microsoft.com/office/drawing/2014/main" id="{9E2A3BAF-9167-7DCF-AD43-35E4D426AAFA}"/>
                  </a:ext>
                </a:extLst>
              </p:cNvPr>
              <p:cNvPicPr>
                <a:picLocks noChangeAspect="1"/>
              </p:cNvPicPr>
              <p:nvPr/>
            </p:nvPicPr>
            <p:blipFill rotWithShape="1">
              <a:blip r:embed="rId3"/>
              <a:srcRect t="41" b="41"/>
              <a:stretch/>
            </p:blipFill>
            <p:spPr>
              <a:xfrm>
                <a:off x="2185345" y="2390180"/>
                <a:ext cx="1345983" cy="1320416"/>
              </a:xfrm>
              <a:prstGeom prst="rect">
                <a:avLst/>
              </a:prstGeom>
            </p:spPr>
          </p:pic>
          <p:pic>
            <p:nvPicPr>
              <p:cNvPr id="10" name="Picture 9">
                <a:extLst>
                  <a:ext uri="{FF2B5EF4-FFF2-40B4-BE49-F238E27FC236}">
                    <a16:creationId xmlns:a16="http://schemas.microsoft.com/office/drawing/2014/main" id="{01F54730-8D38-FE04-E8B5-6DB8084E12D8}"/>
                  </a:ext>
                </a:extLst>
              </p:cNvPr>
              <p:cNvPicPr>
                <a:picLocks noChangeAspect="1"/>
              </p:cNvPicPr>
              <p:nvPr/>
            </p:nvPicPr>
            <p:blipFill rotWithShape="1">
              <a:blip r:embed="rId4"/>
              <a:srcRect t="41" b="41"/>
              <a:stretch/>
            </p:blipFill>
            <p:spPr>
              <a:xfrm>
                <a:off x="3861744" y="2390180"/>
                <a:ext cx="1345983" cy="1320416"/>
              </a:xfrm>
              <a:prstGeom prst="rect">
                <a:avLst/>
              </a:prstGeom>
            </p:spPr>
          </p:pic>
          <p:pic>
            <p:nvPicPr>
              <p:cNvPr id="11" name="Picture 10">
                <a:extLst>
                  <a:ext uri="{FF2B5EF4-FFF2-40B4-BE49-F238E27FC236}">
                    <a16:creationId xmlns:a16="http://schemas.microsoft.com/office/drawing/2014/main" id="{D1D66B7D-1FA9-C741-8DFD-51D8F6F2CE34}"/>
                  </a:ext>
                </a:extLst>
              </p:cNvPr>
              <p:cNvPicPr>
                <a:picLocks noChangeAspect="1"/>
              </p:cNvPicPr>
              <p:nvPr/>
            </p:nvPicPr>
            <p:blipFill rotWithShape="1">
              <a:blip r:embed="rId5"/>
              <a:srcRect t="41" b="41"/>
              <a:stretch/>
            </p:blipFill>
            <p:spPr>
              <a:xfrm>
                <a:off x="5538143" y="2390180"/>
                <a:ext cx="1345983" cy="1320416"/>
              </a:xfrm>
              <a:prstGeom prst="rect">
                <a:avLst/>
              </a:prstGeom>
            </p:spPr>
          </p:pic>
          <p:pic>
            <p:nvPicPr>
              <p:cNvPr id="12" name="Picture 11">
                <a:extLst>
                  <a:ext uri="{FF2B5EF4-FFF2-40B4-BE49-F238E27FC236}">
                    <a16:creationId xmlns:a16="http://schemas.microsoft.com/office/drawing/2014/main" id="{65C41C10-E350-EE85-D2FE-71053766C27B}"/>
                  </a:ext>
                </a:extLst>
              </p:cNvPr>
              <p:cNvPicPr>
                <a:picLocks noChangeAspect="1"/>
              </p:cNvPicPr>
              <p:nvPr/>
            </p:nvPicPr>
            <p:blipFill rotWithShape="1">
              <a:blip r:embed="rId6"/>
              <a:srcRect t="41" b="41"/>
              <a:stretch/>
            </p:blipFill>
            <p:spPr>
              <a:xfrm>
                <a:off x="7218389" y="2398969"/>
                <a:ext cx="1345983" cy="1320416"/>
              </a:xfrm>
              <a:prstGeom prst="rect">
                <a:avLst/>
              </a:prstGeom>
            </p:spPr>
          </p:pic>
          <p:pic>
            <p:nvPicPr>
              <p:cNvPr id="13" name="Picture 12">
                <a:extLst>
                  <a:ext uri="{FF2B5EF4-FFF2-40B4-BE49-F238E27FC236}">
                    <a16:creationId xmlns:a16="http://schemas.microsoft.com/office/drawing/2014/main" id="{699CAF1C-9CC1-8406-A113-EF3AE870AE93}"/>
                  </a:ext>
                </a:extLst>
              </p:cNvPr>
              <p:cNvPicPr>
                <a:picLocks noChangeAspect="1"/>
              </p:cNvPicPr>
              <p:nvPr/>
            </p:nvPicPr>
            <p:blipFill rotWithShape="1">
              <a:blip r:embed="rId7"/>
              <a:srcRect t="41" b="41"/>
              <a:stretch/>
            </p:blipFill>
            <p:spPr>
              <a:xfrm>
                <a:off x="8894788" y="2417671"/>
                <a:ext cx="1345983" cy="1320416"/>
              </a:xfrm>
              <a:prstGeom prst="rect">
                <a:avLst/>
              </a:prstGeom>
            </p:spPr>
          </p:pic>
        </p:grpSp>
        <p:sp>
          <p:nvSpPr>
            <p:cNvPr id="22" name="AutoShape 304">
              <a:extLst>
                <a:ext uri="{FF2B5EF4-FFF2-40B4-BE49-F238E27FC236}">
                  <a16:creationId xmlns:a16="http://schemas.microsoft.com/office/drawing/2014/main" id="{8F3A0A67-A5A6-DE96-43F7-556FE70D779C}"/>
                </a:ext>
              </a:extLst>
            </p:cNvPr>
            <p:cNvSpPr>
              <a:spLocks noChangeArrowheads="1"/>
            </p:cNvSpPr>
            <p:nvPr/>
          </p:nvSpPr>
          <p:spPr bwMode="auto">
            <a:xfrm>
              <a:off x="4201630" y="1087660"/>
              <a:ext cx="3788740" cy="716991"/>
            </a:xfrm>
            <a:prstGeom prst="rightArrow">
              <a:avLst>
                <a:gd name="adj1" fmla="val 52602"/>
                <a:gd name="adj2" fmla="val 59572"/>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defTabSz="914400">
                <a:defRPr/>
              </a:pPr>
              <a:endParaRPr lang="en-US" kern="0" dirty="0">
                <a:solidFill>
                  <a:sysClr val="windowText" lastClr="000000"/>
                </a:solidFill>
              </a:endParaRPr>
            </a:p>
          </p:txBody>
        </p:sp>
        <p:grpSp>
          <p:nvGrpSpPr>
            <p:cNvPr id="24" name="Group 23">
              <a:extLst>
                <a:ext uri="{FF2B5EF4-FFF2-40B4-BE49-F238E27FC236}">
                  <a16:creationId xmlns:a16="http://schemas.microsoft.com/office/drawing/2014/main" id="{E5D77737-0C5A-24A9-9C34-13AB628BEA1D}"/>
                </a:ext>
              </a:extLst>
            </p:cNvPr>
            <p:cNvGrpSpPr/>
            <p:nvPr/>
          </p:nvGrpSpPr>
          <p:grpSpPr>
            <a:xfrm>
              <a:off x="1230088" y="4234752"/>
              <a:ext cx="9731825" cy="1347907"/>
              <a:chOff x="508946" y="2390180"/>
              <a:chExt cx="9731825" cy="1347907"/>
            </a:xfrm>
          </p:grpSpPr>
          <p:pic>
            <p:nvPicPr>
              <p:cNvPr id="25" name="Picture 24">
                <a:extLst>
                  <a:ext uri="{FF2B5EF4-FFF2-40B4-BE49-F238E27FC236}">
                    <a16:creationId xmlns:a16="http://schemas.microsoft.com/office/drawing/2014/main" id="{C1DD3D7D-F84A-C63B-28A6-E7742E2B555B}"/>
                  </a:ext>
                </a:extLst>
              </p:cNvPr>
              <p:cNvPicPr>
                <a:picLocks noChangeAspect="1"/>
              </p:cNvPicPr>
              <p:nvPr/>
            </p:nvPicPr>
            <p:blipFill rotWithShape="1">
              <a:blip r:embed="rId2"/>
              <a:srcRect r="32042"/>
              <a:stretch/>
            </p:blipFill>
            <p:spPr>
              <a:xfrm>
                <a:off x="508946" y="2390180"/>
                <a:ext cx="1345983" cy="1320416"/>
              </a:xfrm>
              <a:prstGeom prst="rect">
                <a:avLst/>
              </a:prstGeom>
            </p:spPr>
          </p:pic>
          <p:pic>
            <p:nvPicPr>
              <p:cNvPr id="26" name="Picture 25">
                <a:extLst>
                  <a:ext uri="{FF2B5EF4-FFF2-40B4-BE49-F238E27FC236}">
                    <a16:creationId xmlns:a16="http://schemas.microsoft.com/office/drawing/2014/main" id="{FB5AAA0A-7237-1A45-C425-1EBB92CDA3B2}"/>
                  </a:ext>
                </a:extLst>
              </p:cNvPr>
              <p:cNvPicPr>
                <a:picLocks noChangeAspect="1"/>
              </p:cNvPicPr>
              <p:nvPr/>
            </p:nvPicPr>
            <p:blipFill rotWithShape="1">
              <a:blip r:embed="rId3"/>
              <a:srcRect t="41" b="41"/>
              <a:stretch/>
            </p:blipFill>
            <p:spPr>
              <a:xfrm>
                <a:off x="2185345" y="2390180"/>
                <a:ext cx="1345983" cy="1320416"/>
              </a:xfrm>
              <a:prstGeom prst="rect">
                <a:avLst/>
              </a:prstGeom>
            </p:spPr>
          </p:pic>
          <p:pic>
            <p:nvPicPr>
              <p:cNvPr id="27" name="Picture 26">
                <a:extLst>
                  <a:ext uri="{FF2B5EF4-FFF2-40B4-BE49-F238E27FC236}">
                    <a16:creationId xmlns:a16="http://schemas.microsoft.com/office/drawing/2014/main" id="{86F0827B-87E1-8987-D1D0-248F718CFCD1}"/>
                  </a:ext>
                </a:extLst>
              </p:cNvPr>
              <p:cNvPicPr>
                <a:picLocks noChangeAspect="1"/>
              </p:cNvPicPr>
              <p:nvPr/>
            </p:nvPicPr>
            <p:blipFill rotWithShape="1">
              <a:blip r:embed="rId4"/>
              <a:srcRect t="41" b="41"/>
              <a:stretch/>
            </p:blipFill>
            <p:spPr>
              <a:xfrm>
                <a:off x="3861744" y="2390180"/>
                <a:ext cx="1345983" cy="1320416"/>
              </a:xfrm>
              <a:prstGeom prst="rect">
                <a:avLst/>
              </a:prstGeom>
            </p:spPr>
          </p:pic>
          <p:pic>
            <p:nvPicPr>
              <p:cNvPr id="28" name="Picture 27">
                <a:extLst>
                  <a:ext uri="{FF2B5EF4-FFF2-40B4-BE49-F238E27FC236}">
                    <a16:creationId xmlns:a16="http://schemas.microsoft.com/office/drawing/2014/main" id="{35A35E15-F590-10C3-720F-F08DAA02A8EF}"/>
                  </a:ext>
                </a:extLst>
              </p:cNvPr>
              <p:cNvPicPr>
                <a:picLocks noChangeAspect="1"/>
              </p:cNvPicPr>
              <p:nvPr/>
            </p:nvPicPr>
            <p:blipFill rotWithShape="1">
              <a:blip r:embed="rId5"/>
              <a:srcRect t="41" b="41"/>
              <a:stretch/>
            </p:blipFill>
            <p:spPr>
              <a:xfrm>
                <a:off x="5538143" y="2390180"/>
                <a:ext cx="1345983" cy="1320416"/>
              </a:xfrm>
              <a:prstGeom prst="rect">
                <a:avLst/>
              </a:prstGeom>
            </p:spPr>
          </p:pic>
          <p:pic>
            <p:nvPicPr>
              <p:cNvPr id="29" name="Picture 28">
                <a:extLst>
                  <a:ext uri="{FF2B5EF4-FFF2-40B4-BE49-F238E27FC236}">
                    <a16:creationId xmlns:a16="http://schemas.microsoft.com/office/drawing/2014/main" id="{E3474CC5-069B-A8E5-0EAD-38313FA9EB6D}"/>
                  </a:ext>
                </a:extLst>
              </p:cNvPr>
              <p:cNvPicPr>
                <a:picLocks noChangeAspect="1"/>
              </p:cNvPicPr>
              <p:nvPr/>
            </p:nvPicPr>
            <p:blipFill rotWithShape="1">
              <a:blip r:embed="rId6"/>
              <a:srcRect t="41" b="41"/>
              <a:stretch/>
            </p:blipFill>
            <p:spPr>
              <a:xfrm>
                <a:off x="7218389" y="2398969"/>
                <a:ext cx="1345983" cy="1320416"/>
              </a:xfrm>
              <a:prstGeom prst="rect">
                <a:avLst/>
              </a:prstGeom>
            </p:spPr>
          </p:pic>
          <p:pic>
            <p:nvPicPr>
              <p:cNvPr id="30" name="Picture 29">
                <a:extLst>
                  <a:ext uri="{FF2B5EF4-FFF2-40B4-BE49-F238E27FC236}">
                    <a16:creationId xmlns:a16="http://schemas.microsoft.com/office/drawing/2014/main" id="{62FAACEC-6B5A-4D47-94DF-5E6BE53D3450}"/>
                  </a:ext>
                </a:extLst>
              </p:cNvPr>
              <p:cNvPicPr>
                <a:picLocks noChangeAspect="1"/>
              </p:cNvPicPr>
              <p:nvPr/>
            </p:nvPicPr>
            <p:blipFill rotWithShape="1">
              <a:blip r:embed="rId8"/>
              <a:srcRect t="46" b="46"/>
              <a:stretch/>
            </p:blipFill>
            <p:spPr>
              <a:xfrm>
                <a:off x="8894788" y="2417671"/>
                <a:ext cx="1345983" cy="1320416"/>
              </a:xfrm>
              <a:prstGeom prst="rect">
                <a:avLst/>
              </a:prstGeom>
            </p:spPr>
          </p:pic>
        </p:grpSp>
        <p:sp>
          <p:nvSpPr>
            <p:cNvPr id="32" name="AutoShape 304">
              <a:extLst>
                <a:ext uri="{FF2B5EF4-FFF2-40B4-BE49-F238E27FC236}">
                  <a16:creationId xmlns:a16="http://schemas.microsoft.com/office/drawing/2014/main" id="{2FF5EB61-25FD-F4BB-AA05-836AD7A4C9EB}"/>
                </a:ext>
              </a:extLst>
            </p:cNvPr>
            <p:cNvSpPr>
              <a:spLocks noChangeArrowheads="1"/>
            </p:cNvSpPr>
            <p:nvPr/>
          </p:nvSpPr>
          <p:spPr bwMode="auto">
            <a:xfrm rot="10800000">
              <a:off x="4201631" y="5770340"/>
              <a:ext cx="3788740" cy="716991"/>
            </a:xfrm>
            <a:prstGeom prst="rightArrow">
              <a:avLst>
                <a:gd name="adj1" fmla="val 52602"/>
                <a:gd name="adj2" fmla="val 59572"/>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defTabSz="914400">
                <a:defRPr/>
              </a:pPr>
              <a:endParaRPr lang="en-US" kern="0" dirty="0">
                <a:solidFill>
                  <a:sysClr val="windowText" lastClr="000000"/>
                </a:solidFill>
              </a:endParaRPr>
            </a:p>
          </p:txBody>
        </p:sp>
        <p:sp>
          <p:nvSpPr>
            <p:cNvPr id="33" name="TextBox 32">
              <a:extLst>
                <a:ext uri="{FF2B5EF4-FFF2-40B4-BE49-F238E27FC236}">
                  <a16:creationId xmlns:a16="http://schemas.microsoft.com/office/drawing/2014/main" id="{D3D39EFD-1A6E-BECE-9DAF-330BE05E4446}"/>
                </a:ext>
              </a:extLst>
            </p:cNvPr>
            <p:cNvSpPr txBox="1"/>
            <p:nvPr/>
          </p:nvSpPr>
          <p:spPr>
            <a:xfrm>
              <a:off x="4439447" y="1254034"/>
              <a:ext cx="3165821" cy="369332"/>
            </a:xfrm>
            <a:prstGeom prst="rect">
              <a:avLst/>
            </a:prstGeom>
            <a:noFill/>
          </p:spPr>
          <p:txBody>
            <a:bodyPr wrap="square" rtlCol="0">
              <a:spAutoFit/>
            </a:bodyPr>
            <a:lstStyle/>
            <a:p>
              <a:pPr algn="ctr"/>
              <a:r>
                <a:rPr lang="en-US" b="1" dirty="0">
                  <a:solidFill>
                    <a:schemeClr val="bg1"/>
                  </a:solidFill>
                </a:rPr>
                <a:t>Forward Diffusion</a:t>
              </a:r>
            </a:p>
          </p:txBody>
        </p:sp>
        <p:sp>
          <p:nvSpPr>
            <p:cNvPr id="34" name="TextBox 33">
              <a:extLst>
                <a:ext uri="{FF2B5EF4-FFF2-40B4-BE49-F238E27FC236}">
                  <a16:creationId xmlns:a16="http://schemas.microsoft.com/office/drawing/2014/main" id="{321F0F01-F6F0-A859-7557-CFBB770B1D25}"/>
                </a:ext>
              </a:extLst>
            </p:cNvPr>
            <p:cNvSpPr txBox="1"/>
            <p:nvPr/>
          </p:nvSpPr>
          <p:spPr>
            <a:xfrm>
              <a:off x="4676374" y="5944170"/>
              <a:ext cx="3165821" cy="369332"/>
            </a:xfrm>
            <a:prstGeom prst="rect">
              <a:avLst/>
            </a:prstGeom>
            <a:noFill/>
          </p:spPr>
          <p:txBody>
            <a:bodyPr wrap="square" rtlCol="0">
              <a:spAutoFit/>
            </a:bodyPr>
            <a:lstStyle/>
            <a:p>
              <a:pPr algn="ctr"/>
              <a:r>
                <a:rPr lang="en-US" b="1" dirty="0">
                  <a:solidFill>
                    <a:schemeClr val="bg1"/>
                  </a:solidFill>
                </a:rPr>
                <a:t>Reverse Denoising</a:t>
              </a:r>
            </a:p>
          </p:txBody>
        </p:sp>
      </p:grpSp>
    </p:spTree>
    <p:extLst>
      <p:ext uri="{BB962C8B-B14F-4D97-AF65-F5344CB8AC3E}">
        <p14:creationId xmlns:p14="http://schemas.microsoft.com/office/powerpoint/2010/main" val="37718182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AE0AD4E-1A9D-A806-6795-AAAAF2D1F641}"/>
              </a:ext>
            </a:extLst>
          </p:cNvPr>
          <p:cNvSpPr>
            <a:spLocks noGrp="1"/>
          </p:cNvSpPr>
          <p:nvPr>
            <p:ph type="sldNum" sz="quarter" idx="12"/>
          </p:nvPr>
        </p:nvSpPr>
        <p:spPr/>
        <p:txBody>
          <a:bodyPr/>
          <a:lstStyle/>
          <a:p>
            <a:fld id="{A8160BDD-7155-D744-B749-9730458604AD}" type="slidenum">
              <a:rPr lang="en-US" smtClean="0"/>
              <a:t>31</a:t>
            </a:fld>
            <a:endParaRPr lang="en-US" dirty="0"/>
          </a:p>
        </p:txBody>
      </p:sp>
      <p:sp>
        <p:nvSpPr>
          <p:cNvPr id="4" name="Content Placeholder 3">
            <a:extLst>
              <a:ext uri="{FF2B5EF4-FFF2-40B4-BE49-F238E27FC236}">
                <a16:creationId xmlns:a16="http://schemas.microsoft.com/office/drawing/2014/main" id="{A5BFC9A1-9E92-622C-47F3-8A149E2FCE5D}"/>
              </a:ext>
            </a:extLst>
          </p:cNvPr>
          <p:cNvSpPr>
            <a:spLocks noGrp="1"/>
          </p:cNvSpPr>
          <p:nvPr>
            <p:ph idx="1"/>
          </p:nvPr>
        </p:nvSpPr>
        <p:spPr/>
        <p:txBody>
          <a:bodyPr/>
          <a:lstStyle/>
          <a:p>
            <a:r>
              <a:rPr lang="en-US" dirty="0"/>
              <a:t>Based on a transformer architecture.</a:t>
            </a:r>
          </a:p>
          <a:p>
            <a:r>
              <a:rPr lang="en-US" dirty="0"/>
              <a:t>Processes sequential input all at once (self-attention).</a:t>
            </a:r>
          </a:p>
          <a:p>
            <a:endParaRPr lang="en-US" dirty="0"/>
          </a:p>
        </p:txBody>
      </p:sp>
      <p:sp>
        <p:nvSpPr>
          <p:cNvPr id="2" name="Title 1">
            <a:extLst>
              <a:ext uri="{FF2B5EF4-FFF2-40B4-BE49-F238E27FC236}">
                <a16:creationId xmlns:a16="http://schemas.microsoft.com/office/drawing/2014/main" id="{62F9051A-215A-8A39-5E2D-FF5B114DCBFF}"/>
              </a:ext>
            </a:extLst>
          </p:cNvPr>
          <p:cNvSpPr>
            <a:spLocks noGrp="1"/>
          </p:cNvSpPr>
          <p:nvPr>
            <p:ph type="title"/>
          </p:nvPr>
        </p:nvSpPr>
        <p:spPr/>
        <p:txBody>
          <a:bodyPr/>
          <a:lstStyle/>
          <a:p>
            <a:r>
              <a:rPr lang="en-US" dirty="0"/>
              <a:t>Generative Pre-trained Transformers (GPT)</a:t>
            </a:r>
          </a:p>
        </p:txBody>
      </p:sp>
      <p:grpSp>
        <p:nvGrpSpPr>
          <p:cNvPr id="33" name="Group 32">
            <a:extLst>
              <a:ext uri="{FF2B5EF4-FFF2-40B4-BE49-F238E27FC236}">
                <a16:creationId xmlns:a16="http://schemas.microsoft.com/office/drawing/2014/main" id="{35A57F8B-27DE-E17B-7B20-4798A295B769}"/>
              </a:ext>
            </a:extLst>
          </p:cNvPr>
          <p:cNvGrpSpPr/>
          <p:nvPr/>
        </p:nvGrpSpPr>
        <p:grpSpPr>
          <a:xfrm>
            <a:off x="1113277" y="2978330"/>
            <a:ext cx="9545199" cy="1280161"/>
            <a:chOff x="1113277" y="2978330"/>
            <a:chExt cx="9545199" cy="1280161"/>
          </a:xfrm>
        </p:grpSpPr>
        <p:grpSp>
          <p:nvGrpSpPr>
            <p:cNvPr id="32" name="Group 31">
              <a:extLst>
                <a:ext uri="{FF2B5EF4-FFF2-40B4-BE49-F238E27FC236}">
                  <a16:creationId xmlns:a16="http://schemas.microsoft.com/office/drawing/2014/main" id="{BF227810-64C4-7787-360B-407B207133D4}"/>
                </a:ext>
              </a:extLst>
            </p:cNvPr>
            <p:cNvGrpSpPr/>
            <p:nvPr/>
          </p:nvGrpSpPr>
          <p:grpSpPr>
            <a:xfrm>
              <a:off x="1113277" y="2978330"/>
              <a:ext cx="9098349" cy="1280161"/>
              <a:chOff x="1113277" y="2978330"/>
              <a:chExt cx="9098349" cy="1280161"/>
            </a:xfrm>
          </p:grpSpPr>
          <p:sp>
            <p:nvSpPr>
              <p:cNvPr id="5" name="Rectangle 4">
                <a:extLst>
                  <a:ext uri="{FF2B5EF4-FFF2-40B4-BE49-F238E27FC236}">
                    <a16:creationId xmlns:a16="http://schemas.microsoft.com/office/drawing/2014/main" id="{C55D1B07-0B23-2EAF-6D35-649D390383D9}"/>
                  </a:ext>
                </a:extLst>
              </p:cNvPr>
              <p:cNvSpPr/>
              <p:nvPr/>
            </p:nvSpPr>
            <p:spPr>
              <a:xfrm>
                <a:off x="1138732" y="3255608"/>
                <a:ext cx="1470409" cy="709530"/>
              </a:xfrm>
              <a:prstGeom prst="rect">
                <a:avLst/>
              </a:prstGeom>
              <a:solidFill>
                <a:schemeClr val="accent1">
                  <a:lumMod val="20000"/>
                  <a:lumOff val="80000"/>
                </a:schemeClr>
              </a:solidFill>
              <a:ln w="28575" cap="flat" cmpd="sng" algn="ctr">
                <a:solidFill>
                  <a:schemeClr val="tx1"/>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6" name="TextBox 5">
                <a:extLst>
                  <a:ext uri="{FF2B5EF4-FFF2-40B4-BE49-F238E27FC236}">
                    <a16:creationId xmlns:a16="http://schemas.microsoft.com/office/drawing/2014/main" id="{5E89D683-C527-7FB3-E2FC-F152A7D3E05A}"/>
                  </a:ext>
                </a:extLst>
              </p:cNvPr>
              <p:cNvSpPr txBox="1"/>
              <p:nvPr/>
            </p:nvSpPr>
            <p:spPr>
              <a:xfrm>
                <a:off x="1113277" y="3277284"/>
                <a:ext cx="1622479" cy="646331"/>
              </a:xfrm>
              <a:prstGeom prst="rect">
                <a:avLst/>
              </a:prstGeom>
              <a:noFill/>
            </p:spPr>
            <p:txBody>
              <a:bodyPr wrap="square" rtlCol="0">
                <a:spAutoFit/>
              </a:bodyPr>
              <a:lstStyle/>
              <a:p>
                <a:r>
                  <a:rPr lang="en-US" dirty="0"/>
                  <a:t>He was tired, so he sat</a:t>
                </a:r>
              </a:p>
            </p:txBody>
          </p:sp>
          <p:sp>
            <p:nvSpPr>
              <p:cNvPr id="8" name="Rectangle 7">
                <a:extLst>
                  <a:ext uri="{FF2B5EF4-FFF2-40B4-BE49-F238E27FC236}">
                    <a16:creationId xmlns:a16="http://schemas.microsoft.com/office/drawing/2014/main" id="{8470DD72-2579-5344-3EF0-1E86428A0C0E}"/>
                  </a:ext>
                </a:extLst>
              </p:cNvPr>
              <p:cNvSpPr/>
              <p:nvPr/>
            </p:nvSpPr>
            <p:spPr>
              <a:xfrm rot="5400000">
                <a:off x="3276045" y="3018466"/>
                <a:ext cx="1280160" cy="1199890"/>
              </a:xfrm>
              <a:prstGeom prst="rect">
                <a:avLst/>
              </a:prstGeom>
              <a:solidFill>
                <a:srgbClr val="009DDC"/>
              </a:solidFill>
              <a:ln w="28575" cap="flat" cmpd="sng" algn="ctr">
                <a:solidFill>
                  <a:schemeClr val="tx1"/>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9" name="Text Box 307">
                <a:extLst>
                  <a:ext uri="{FF2B5EF4-FFF2-40B4-BE49-F238E27FC236}">
                    <a16:creationId xmlns:a16="http://schemas.microsoft.com/office/drawing/2014/main" id="{BD284878-0BEF-E5B5-1613-22DDD1053A49}"/>
                  </a:ext>
                </a:extLst>
              </p:cNvPr>
              <p:cNvSpPr txBox="1">
                <a:spLocks noChangeArrowheads="1"/>
              </p:cNvSpPr>
              <p:nvPr/>
            </p:nvSpPr>
            <p:spPr bwMode="auto">
              <a:xfrm>
                <a:off x="3416510" y="3044316"/>
                <a:ext cx="99923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Calibri"/>
                    <a:cs typeface="Calibri"/>
                  </a:rPr>
                  <a:t>Encoder</a:t>
                </a:r>
              </a:p>
            </p:txBody>
          </p:sp>
          <p:pic>
            <p:nvPicPr>
              <p:cNvPr id="10" name="Graphic 9" descr="Morse Code with solid fill">
                <a:extLst>
                  <a:ext uri="{FF2B5EF4-FFF2-40B4-BE49-F238E27FC236}">
                    <a16:creationId xmlns:a16="http://schemas.microsoft.com/office/drawing/2014/main" id="{6C374059-5D4B-D0DE-5F4D-B578BAE6D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00295" y="3279871"/>
                <a:ext cx="914400" cy="914400"/>
              </a:xfrm>
              <a:prstGeom prst="rect">
                <a:avLst/>
              </a:prstGeom>
            </p:spPr>
          </p:pic>
          <p:sp>
            <p:nvSpPr>
              <p:cNvPr id="11" name="Rectangle 10">
                <a:extLst>
                  <a:ext uri="{FF2B5EF4-FFF2-40B4-BE49-F238E27FC236}">
                    <a16:creationId xmlns:a16="http://schemas.microsoft.com/office/drawing/2014/main" id="{E9C2A937-5B7C-D3A6-88C0-F2361DE38C0E}"/>
                  </a:ext>
                </a:extLst>
              </p:cNvPr>
              <p:cNvSpPr/>
              <p:nvPr/>
            </p:nvSpPr>
            <p:spPr>
              <a:xfrm rot="16200000">
                <a:off x="7635795" y="3018466"/>
                <a:ext cx="1280160" cy="1199890"/>
              </a:xfrm>
              <a:prstGeom prst="rect">
                <a:avLst/>
              </a:prstGeom>
              <a:solidFill>
                <a:srgbClr val="1D3763"/>
              </a:solidFill>
              <a:ln w="28575" cap="flat" cmpd="sng" algn="ctr">
                <a:solidFill>
                  <a:schemeClr val="tx1"/>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12" name="Text Box 307">
                <a:extLst>
                  <a:ext uri="{FF2B5EF4-FFF2-40B4-BE49-F238E27FC236}">
                    <a16:creationId xmlns:a16="http://schemas.microsoft.com/office/drawing/2014/main" id="{0E476A5C-CE8F-E2A4-96A7-8B76720EEC99}"/>
                  </a:ext>
                </a:extLst>
              </p:cNvPr>
              <p:cNvSpPr txBox="1">
                <a:spLocks noChangeArrowheads="1"/>
              </p:cNvSpPr>
              <p:nvPr/>
            </p:nvSpPr>
            <p:spPr bwMode="auto">
              <a:xfrm>
                <a:off x="7776260" y="3044316"/>
                <a:ext cx="99923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Calibri"/>
                    <a:cs typeface="Calibri"/>
                  </a:rPr>
                  <a:t>Decoder</a:t>
                </a:r>
              </a:p>
            </p:txBody>
          </p:sp>
          <p:pic>
            <p:nvPicPr>
              <p:cNvPr id="13" name="Graphic 12" descr="Morse Code with solid fill">
                <a:extLst>
                  <a:ext uri="{FF2B5EF4-FFF2-40B4-BE49-F238E27FC236}">
                    <a16:creationId xmlns:a16="http://schemas.microsoft.com/office/drawing/2014/main" id="{6CBDF9B0-B3EC-F1DF-7427-868201E4203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68962" y="3283758"/>
                <a:ext cx="914400" cy="914400"/>
              </a:xfrm>
              <a:prstGeom prst="rect">
                <a:avLst/>
              </a:prstGeom>
            </p:spPr>
          </p:pic>
          <p:sp>
            <p:nvSpPr>
              <p:cNvPr id="14" name="Rectangle 13">
                <a:extLst>
                  <a:ext uri="{FF2B5EF4-FFF2-40B4-BE49-F238E27FC236}">
                    <a16:creationId xmlns:a16="http://schemas.microsoft.com/office/drawing/2014/main" id="{EB0D8BD9-14D1-533A-C6A8-30C199F66A21}"/>
                  </a:ext>
                </a:extLst>
              </p:cNvPr>
              <p:cNvSpPr/>
              <p:nvPr/>
            </p:nvSpPr>
            <p:spPr>
              <a:xfrm rot="16200000">
                <a:off x="5455920" y="2662644"/>
                <a:ext cx="1280160" cy="1911532"/>
              </a:xfrm>
              <a:prstGeom prst="rect">
                <a:avLst/>
              </a:prstGeom>
              <a:solidFill>
                <a:srgbClr val="198CA8"/>
              </a:solidFill>
              <a:ln w="28575" cap="flat" cmpd="sng" algn="ctr">
                <a:solidFill>
                  <a:schemeClr val="tx1"/>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15" name="Rectangle 14">
                <a:extLst>
                  <a:ext uri="{FF2B5EF4-FFF2-40B4-BE49-F238E27FC236}">
                    <a16:creationId xmlns:a16="http://schemas.microsoft.com/office/drawing/2014/main" id="{3F62F1D8-31BA-9536-F332-011D5AC07A97}"/>
                  </a:ext>
                </a:extLst>
              </p:cNvPr>
              <p:cNvSpPr/>
              <p:nvPr/>
            </p:nvSpPr>
            <p:spPr>
              <a:xfrm>
                <a:off x="9570489" y="3407896"/>
                <a:ext cx="641137" cy="432469"/>
              </a:xfrm>
              <a:prstGeom prst="rect">
                <a:avLst/>
              </a:prstGeom>
              <a:solidFill>
                <a:schemeClr val="accent1">
                  <a:lumMod val="20000"/>
                  <a:lumOff val="80000"/>
                </a:schemeClr>
              </a:solidFill>
              <a:ln w="28575" cap="flat" cmpd="sng" algn="ctr">
                <a:solidFill>
                  <a:schemeClr val="tx1"/>
                </a:solidFill>
                <a:prstDash val="solid"/>
              </a:ln>
              <a:effectLst/>
            </p:spPr>
            <p:txBody>
              <a:bodyPr rtlCol="0" anchor="ctr"/>
              <a:lstStyle/>
              <a:p>
                <a:pPr algn="ctr" defTabSz="914400"/>
                <a:endParaRPr lang="en-US" sz="1100" b="1" kern="0" dirty="0">
                  <a:solidFill>
                    <a:srgbClr val="FF0000"/>
                  </a:solidFill>
                  <a:latin typeface="Arial"/>
                </a:endParaRPr>
              </a:p>
            </p:txBody>
          </p:sp>
          <p:sp>
            <p:nvSpPr>
              <p:cNvPr id="17" name="Text Box 307">
                <a:extLst>
                  <a:ext uri="{FF2B5EF4-FFF2-40B4-BE49-F238E27FC236}">
                    <a16:creationId xmlns:a16="http://schemas.microsoft.com/office/drawing/2014/main" id="{E0A67EE5-D2A5-13BB-7350-468119AFD2D4}"/>
                  </a:ext>
                </a:extLst>
              </p:cNvPr>
              <p:cNvSpPr txBox="1">
                <a:spLocks noChangeArrowheads="1"/>
              </p:cNvSpPr>
              <p:nvPr/>
            </p:nvSpPr>
            <p:spPr bwMode="auto">
              <a:xfrm>
                <a:off x="5442627" y="3044279"/>
                <a:ext cx="1306747"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Calibri"/>
                    <a:cs typeface="Calibri"/>
                  </a:rPr>
                  <a:t>Self-Attention</a:t>
                </a:r>
              </a:p>
            </p:txBody>
          </p:sp>
          <p:cxnSp>
            <p:nvCxnSpPr>
              <p:cNvPr id="18" name="Straight Connector 17">
                <a:extLst>
                  <a:ext uri="{FF2B5EF4-FFF2-40B4-BE49-F238E27FC236}">
                    <a16:creationId xmlns:a16="http://schemas.microsoft.com/office/drawing/2014/main" id="{CE042453-669A-415E-4A9D-8DDFE903BED6}"/>
                  </a:ext>
                </a:extLst>
              </p:cNvPr>
              <p:cNvCxnSpPr>
                <a:cxnSpLocks/>
              </p:cNvCxnSpPr>
              <p:nvPr/>
            </p:nvCxnSpPr>
            <p:spPr>
              <a:xfrm>
                <a:off x="2621509" y="3605623"/>
                <a:ext cx="616991" cy="0"/>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432D9BB2-CDCD-676A-ED1E-64BF56909544}"/>
                  </a:ext>
                </a:extLst>
              </p:cNvPr>
              <p:cNvCxnSpPr>
                <a:cxnSpLocks/>
              </p:cNvCxnSpPr>
              <p:nvPr/>
            </p:nvCxnSpPr>
            <p:spPr>
              <a:xfrm flipV="1">
                <a:off x="4523243" y="3600450"/>
                <a:ext cx="550407" cy="0"/>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228632F-23A7-2BE7-4591-CC7DE961233B}"/>
                  </a:ext>
                </a:extLst>
              </p:cNvPr>
              <p:cNvCxnSpPr>
                <a:cxnSpLocks/>
              </p:cNvCxnSpPr>
              <p:nvPr/>
            </p:nvCxnSpPr>
            <p:spPr>
              <a:xfrm flipV="1">
                <a:off x="7051766" y="3606800"/>
                <a:ext cx="550407" cy="0"/>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1A61548-541E-CCFF-8B67-2183B4EDA86B}"/>
                  </a:ext>
                </a:extLst>
              </p:cNvPr>
              <p:cNvCxnSpPr>
                <a:cxnSpLocks/>
              </p:cNvCxnSpPr>
              <p:nvPr/>
            </p:nvCxnSpPr>
            <p:spPr>
              <a:xfrm>
                <a:off x="8875820" y="3600450"/>
                <a:ext cx="616991" cy="0"/>
              </a:xfrm>
              <a:prstGeom prst="line">
                <a:avLst/>
              </a:prstGeom>
              <a:ln w="28575">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pic>
            <p:nvPicPr>
              <p:cNvPr id="31" name="Graphic 30" descr="Lightbulb and gear with solid fill">
                <a:extLst>
                  <a:ext uri="{FF2B5EF4-FFF2-40B4-BE49-F238E27FC236}">
                    <a16:creationId xmlns:a16="http://schemas.microsoft.com/office/drawing/2014/main" id="{19EC810F-2357-F2E6-4A4F-C0EACD4061B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51810" y="3279871"/>
                <a:ext cx="914400" cy="914400"/>
              </a:xfrm>
              <a:prstGeom prst="rect">
                <a:avLst/>
              </a:prstGeom>
            </p:spPr>
          </p:pic>
        </p:grpSp>
        <p:sp>
          <p:nvSpPr>
            <p:cNvPr id="16" name="TextBox 15">
              <a:extLst>
                <a:ext uri="{FF2B5EF4-FFF2-40B4-BE49-F238E27FC236}">
                  <a16:creationId xmlns:a16="http://schemas.microsoft.com/office/drawing/2014/main" id="{01A5C15A-D615-5038-790E-E2386CDC85FA}"/>
                </a:ext>
              </a:extLst>
            </p:cNvPr>
            <p:cNvSpPr txBox="1"/>
            <p:nvPr/>
          </p:nvSpPr>
          <p:spPr>
            <a:xfrm>
              <a:off x="9535510" y="3429572"/>
              <a:ext cx="1122966" cy="369332"/>
            </a:xfrm>
            <a:prstGeom prst="rect">
              <a:avLst/>
            </a:prstGeom>
            <a:noFill/>
          </p:spPr>
          <p:txBody>
            <a:bodyPr wrap="square" rtlCol="0">
              <a:spAutoFit/>
            </a:bodyPr>
            <a:lstStyle/>
            <a:p>
              <a:r>
                <a:rPr lang="en-US" dirty="0"/>
                <a:t>down</a:t>
              </a:r>
            </a:p>
          </p:txBody>
        </p:sp>
      </p:grpSp>
    </p:spTree>
    <p:extLst>
      <p:ext uri="{BB962C8B-B14F-4D97-AF65-F5344CB8AC3E}">
        <p14:creationId xmlns:p14="http://schemas.microsoft.com/office/powerpoint/2010/main" val="42361023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CE7A90-3B13-CB2F-62D5-6FB1299AB3A1}"/>
              </a:ext>
            </a:extLst>
          </p:cNvPr>
          <p:cNvSpPr>
            <a:spLocks noGrp="1"/>
          </p:cNvSpPr>
          <p:nvPr>
            <p:ph type="sldNum" sz="quarter" idx="12"/>
          </p:nvPr>
        </p:nvSpPr>
        <p:spPr/>
        <p:txBody>
          <a:bodyPr/>
          <a:lstStyle/>
          <a:p>
            <a:fld id="{A8160BDD-7155-D744-B749-9730458604AD}" type="slidenum">
              <a:rPr lang="en-US" smtClean="0"/>
              <a:pPr/>
              <a:t>32</a:t>
            </a:fld>
            <a:endParaRPr lang="en-US" dirty="0"/>
          </a:p>
        </p:txBody>
      </p:sp>
      <p:sp>
        <p:nvSpPr>
          <p:cNvPr id="3" name="Content Placeholder 2">
            <a:extLst>
              <a:ext uri="{FF2B5EF4-FFF2-40B4-BE49-F238E27FC236}">
                <a16:creationId xmlns:a16="http://schemas.microsoft.com/office/drawing/2014/main" id="{0A527F70-3D7A-174E-F093-DA3758BA3069}"/>
              </a:ext>
            </a:extLst>
          </p:cNvPr>
          <p:cNvSpPr>
            <a:spLocks noGrp="1"/>
          </p:cNvSpPr>
          <p:nvPr>
            <p:ph idx="1"/>
          </p:nvPr>
        </p:nvSpPr>
        <p:spPr/>
        <p:txBody>
          <a:bodyPr/>
          <a:lstStyle/>
          <a:p>
            <a:pPr>
              <a:buClr>
                <a:srgbClr val="1D3764"/>
              </a:buClr>
              <a:defRPr/>
            </a:pPr>
            <a:r>
              <a:rPr lang="en-US" dirty="0"/>
              <a:t>Humans rank/score language model's outputs.</a:t>
            </a:r>
          </a:p>
          <a:p>
            <a:pPr>
              <a:buClr>
                <a:srgbClr val="1D3764"/>
              </a:buClr>
              <a:defRPr/>
            </a:pPr>
            <a:r>
              <a:rPr lang="en-US" dirty="0"/>
              <a:t>Reward model predicts scores.</a:t>
            </a:r>
          </a:p>
          <a:p>
            <a:pPr>
              <a:buClr>
                <a:srgbClr val="1D3764"/>
              </a:buClr>
              <a:defRPr/>
            </a:pPr>
            <a:r>
              <a:rPr lang="en-US" dirty="0"/>
              <a:t>Predictions guide language model's outputs.</a:t>
            </a:r>
          </a:p>
          <a:p>
            <a:pPr>
              <a:buClr>
                <a:srgbClr val="1D3764"/>
              </a:buClr>
              <a:defRPr/>
            </a:pPr>
            <a:r>
              <a:rPr lang="en-US" dirty="0"/>
              <a:t>Part of model optimization:</a:t>
            </a:r>
          </a:p>
          <a:p>
            <a:pPr marL="800100" lvl="1" indent="-342900">
              <a:buClr>
                <a:srgbClr val="1D3764"/>
              </a:buClr>
              <a:buFont typeface="+mj-lt"/>
              <a:buAutoNum type="arabicPeriod"/>
              <a:defRPr/>
            </a:pPr>
            <a:r>
              <a:rPr lang="en-US" dirty="0"/>
              <a:t>Pre-train model with unlabeled data.</a:t>
            </a:r>
          </a:p>
          <a:p>
            <a:pPr marL="800100" lvl="1" indent="-342900">
              <a:buClr>
                <a:srgbClr val="1D3764"/>
              </a:buClr>
              <a:buFont typeface="+mj-lt"/>
              <a:buAutoNum type="arabicPeriod"/>
              <a:defRPr/>
            </a:pPr>
            <a:r>
              <a:rPr lang="en-US" dirty="0"/>
              <a:t>Fine tune model with labeled data.</a:t>
            </a:r>
          </a:p>
          <a:p>
            <a:pPr marL="800100" lvl="1" indent="-342900">
              <a:buClr>
                <a:srgbClr val="1D3764"/>
              </a:buClr>
              <a:buFont typeface="+mj-lt"/>
              <a:buAutoNum type="arabicPeriod"/>
              <a:defRPr/>
            </a:pPr>
            <a:r>
              <a:rPr lang="en-US" dirty="0"/>
              <a:t>Apply RLHF.</a:t>
            </a:r>
          </a:p>
        </p:txBody>
      </p:sp>
      <p:sp>
        <p:nvSpPr>
          <p:cNvPr id="4" name="Title 3">
            <a:extLst>
              <a:ext uri="{FF2B5EF4-FFF2-40B4-BE49-F238E27FC236}">
                <a16:creationId xmlns:a16="http://schemas.microsoft.com/office/drawing/2014/main" id="{6E50EDBA-A86D-9590-D42B-91D1B33A2410}"/>
              </a:ext>
            </a:extLst>
          </p:cNvPr>
          <p:cNvSpPr>
            <a:spLocks noGrp="1"/>
          </p:cNvSpPr>
          <p:nvPr>
            <p:ph type="title"/>
          </p:nvPr>
        </p:nvSpPr>
        <p:spPr/>
        <p:txBody>
          <a:bodyPr/>
          <a:lstStyle/>
          <a:p>
            <a:r>
              <a:rPr lang="en-US" dirty="0"/>
              <a:t>Reinforcement Learning from Human Feedback (RLHF)</a:t>
            </a:r>
          </a:p>
        </p:txBody>
      </p:sp>
      <p:sp>
        <p:nvSpPr>
          <p:cNvPr id="5" name="Text Placeholder 4">
            <a:extLst>
              <a:ext uri="{FF2B5EF4-FFF2-40B4-BE49-F238E27FC236}">
                <a16:creationId xmlns:a16="http://schemas.microsoft.com/office/drawing/2014/main" id="{ED808018-3417-26BD-52B6-E714B12D2C82}"/>
              </a:ext>
            </a:extLst>
          </p:cNvPr>
          <p:cNvSpPr>
            <a:spLocks noGrp="1"/>
          </p:cNvSpPr>
          <p:nvPr>
            <p:ph type="body" sz="quarter" idx="13"/>
          </p:nvPr>
        </p:nvSpPr>
        <p:spPr/>
        <p:txBody>
          <a:bodyPr/>
          <a:lstStyle/>
          <a:p>
            <a:r>
              <a:rPr lang="en-US" b="1" dirty="0"/>
              <a:t>RLHF</a:t>
            </a:r>
            <a:r>
              <a:rPr lang="en-US" dirty="0"/>
              <a:t>: A technique used to enhance neural networks through a reward system based on human feedback.</a:t>
            </a:r>
          </a:p>
        </p:txBody>
      </p:sp>
      <p:pic>
        <p:nvPicPr>
          <p:cNvPr id="6" name="Picture 5" descr="A picture containing handwriting, blackboard, chalk&#10;&#10;Description automatically generated">
            <a:extLst>
              <a:ext uri="{FF2B5EF4-FFF2-40B4-BE49-F238E27FC236}">
                <a16:creationId xmlns:a16="http://schemas.microsoft.com/office/drawing/2014/main" id="{BE1A7A3D-2D28-39C2-63BD-6A542633B23B}"/>
              </a:ext>
            </a:extLst>
          </p:cNvPr>
          <p:cNvPicPr>
            <a:picLocks noChangeAspect="1"/>
          </p:cNvPicPr>
          <p:nvPr/>
        </p:nvPicPr>
        <p:blipFill>
          <a:blip r:embed="rId2"/>
          <a:stretch>
            <a:fillRect/>
          </a:stretch>
        </p:blipFill>
        <p:spPr>
          <a:xfrm>
            <a:off x="7458075" y="2495415"/>
            <a:ext cx="4391850" cy="2926756"/>
          </a:xfrm>
          <a:prstGeom prst="rect">
            <a:avLst/>
          </a:prstGeom>
          <a:effectLst>
            <a:softEdge rad="31750"/>
          </a:effectLst>
        </p:spPr>
      </p:pic>
    </p:spTree>
    <p:extLst>
      <p:ext uri="{BB962C8B-B14F-4D97-AF65-F5344CB8AC3E}">
        <p14:creationId xmlns:p14="http://schemas.microsoft.com/office/powerpoint/2010/main" val="24159004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76EB0F-E563-75D0-6DF2-87CA71FCD5CD}"/>
              </a:ext>
            </a:extLst>
          </p:cNvPr>
          <p:cNvSpPr>
            <a:spLocks noGrp="1"/>
          </p:cNvSpPr>
          <p:nvPr>
            <p:ph type="sldNum" sz="quarter" idx="12"/>
          </p:nvPr>
        </p:nvSpPr>
        <p:spPr/>
        <p:txBody>
          <a:bodyPr/>
          <a:lstStyle/>
          <a:p>
            <a:fld id="{A8160BDD-7155-D744-B749-9730458604AD}" type="slidenum">
              <a:rPr lang="en-US" smtClean="0"/>
              <a:pPr/>
              <a:t>33</a:t>
            </a:fld>
            <a:endParaRPr lang="en-US" dirty="0"/>
          </a:p>
        </p:txBody>
      </p:sp>
      <p:sp>
        <p:nvSpPr>
          <p:cNvPr id="3" name="Content Placeholder 2">
            <a:extLst>
              <a:ext uri="{FF2B5EF4-FFF2-40B4-BE49-F238E27FC236}">
                <a16:creationId xmlns:a16="http://schemas.microsoft.com/office/drawing/2014/main" id="{0AA44B19-2388-43A0-ACE5-380FEDEE5EB9}"/>
              </a:ext>
            </a:extLst>
          </p:cNvPr>
          <p:cNvSpPr>
            <a:spLocks noGrp="1"/>
          </p:cNvSpPr>
          <p:nvPr>
            <p:ph idx="1"/>
          </p:nvPr>
        </p:nvSpPr>
        <p:spPr/>
        <p:txBody>
          <a:bodyPr/>
          <a:lstStyle/>
          <a:p>
            <a:pPr>
              <a:buClr>
                <a:srgbClr val="1D3764"/>
              </a:buClr>
              <a:defRPr/>
            </a:pPr>
            <a:r>
              <a:rPr lang="en-US" dirty="0"/>
              <a:t>Minimal human oversight.</a:t>
            </a:r>
          </a:p>
          <a:p>
            <a:pPr>
              <a:buClr>
                <a:srgbClr val="1D3764"/>
              </a:buClr>
              <a:defRPr/>
            </a:pPr>
            <a:r>
              <a:rPr lang="en-US" dirty="0"/>
              <a:t>Context aware, can adapt to changes.</a:t>
            </a:r>
          </a:p>
          <a:p>
            <a:pPr>
              <a:buClr>
                <a:srgbClr val="1D3764"/>
              </a:buClr>
              <a:defRPr/>
            </a:pPr>
            <a:r>
              <a:rPr lang="en-US" dirty="0"/>
              <a:t>Uses same underlying tech as generative AI.</a:t>
            </a:r>
          </a:p>
          <a:p>
            <a:pPr>
              <a:buClr>
                <a:srgbClr val="1D3764"/>
              </a:buClr>
              <a:defRPr/>
            </a:pPr>
            <a:r>
              <a:rPr lang="en-US" dirty="0"/>
              <a:t>The next step beyond generative AI.</a:t>
            </a:r>
          </a:p>
          <a:p>
            <a:pPr>
              <a:buClr>
                <a:srgbClr val="1D3764"/>
              </a:buClr>
              <a:defRPr/>
            </a:pPr>
            <a:r>
              <a:rPr lang="en-US" dirty="0"/>
              <a:t>Benefits:</a:t>
            </a:r>
          </a:p>
          <a:p>
            <a:pPr lvl="1">
              <a:buClr>
                <a:srgbClr val="1D3764"/>
              </a:buClr>
              <a:defRPr/>
            </a:pPr>
            <a:r>
              <a:rPr lang="en-US" dirty="0"/>
              <a:t>Increase speed/scale of tasks.</a:t>
            </a:r>
          </a:p>
          <a:p>
            <a:pPr lvl="1">
              <a:buClr>
                <a:srgbClr val="1D3764"/>
              </a:buClr>
              <a:defRPr/>
            </a:pPr>
            <a:r>
              <a:rPr lang="en-US" dirty="0"/>
              <a:t>Minimize disruptions due to changes.</a:t>
            </a:r>
          </a:p>
          <a:p>
            <a:pPr lvl="1">
              <a:buClr>
                <a:srgbClr val="1D3764"/>
              </a:buClr>
              <a:defRPr/>
            </a:pPr>
            <a:r>
              <a:rPr lang="en-US" dirty="0"/>
              <a:t>Bridge gaps between data and tools.</a:t>
            </a:r>
          </a:p>
          <a:p>
            <a:pPr lvl="1">
              <a:buClr>
                <a:srgbClr val="1D3764"/>
              </a:buClr>
              <a:defRPr/>
            </a:pPr>
            <a:r>
              <a:rPr lang="en-US" dirty="0"/>
              <a:t>Free humans up to focus on creative pursuits.</a:t>
            </a:r>
          </a:p>
        </p:txBody>
      </p:sp>
      <p:sp>
        <p:nvSpPr>
          <p:cNvPr id="4" name="Title 3">
            <a:extLst>
              <a:ext uri="{FF2B5EF4-FFF2-40B4-BE49-F238E27FC236}">
                <a16:creationId xmlns:a16="http://schemas.microsoft.com/office/drawing/2014/main" id="{D8DF7A43-8A67-8901-BDDA-CF946FF923B4}"/>
              </a:ext>
            </a:extLst>
          </p:cNvPr>
          <p:cNvSpPr>
            <a:spLocks noGrp="1"/>
          </p:cNvSpPr>
          <p:nvPr>
            <p:ph type="title"/>
          </p:nvPr>
        </p:nvSpPr>
        <p:spPr/>
        <p:txBody>
          <a:bodyPr/>
          <a:lstStyle/>
          <a:p>
            <a:r>
              <a:rPr lang="en-US" dirty="0"/>
              <a:t>Agentic AI</a:t>
            </a:r>
          </a:p>
        </p:txBody>
      </p:sp>
      <p:sp>
        <p:nvSpPr>
          <p:cNvPr id="5" name="Text Placeholder 4">
            <a:extLst>
              <a:ext uri="{FF2B5EF4-FFF2-40B4-BE49-F238E27FC236}">
                <a16:creationId xmlns:a16="http://schemas.microsoft.com/office/drawing/2014/main" id="{70247033-BD89-0706-9341-B9B2B51DEDA8}"/>
              </a:ext>
            </a:extLst>
          </p:cNvPr>
          <p:cNvSpPr>
            <a:spLocks noGrp="1"/>
          </p:cNvSpPr>
          <p:nvPr>
            <p:ph type="body" sz="quarter" idx="13"/>
          </p:nvPr>
        </p:nvSpPr>
        <p:spPr/>
        <p:txBody>
          <a:bodyPr/>
          <a:lstStyle/>
          <a:p>
            <a:r>
              <a:rPr lang="en-US" b="1" dirty="0"/>
              <a:t>Agentic AI</a:t>
            </a:r>
            <a:r>
              <a:rPr lang="en-US" dirty="0"/>
              <a:t>: The AI discipline in which systems can make decisions based on input and act on them autonomously in the pursuit of one or more goals.</a:t>
            </a:r>
          </a:p>
        </p:txBody>
      </p:sp>
      <p:pic>
        <p:nvPicPr>
          <p:cNvPr id="6" name="Picture 5">
            <a:extLst>
              <a:ext uri="{FF2B5EF4-FFF2-40B4-BE49-F238E27FC236}">
                <a16:creationId xmlns:a16="http://schemas.microsoft.com/office/drawing/2014/main" id="{C347EFA0-1C77-0910-BB56-DE5770D30DFE}"/>
              </a:ext>
            </a:extLst>
          </p:cNvPr>
          <p:cNvPicPr>
            <a:picLocks noChangeAspect="1"/>
          </p:cNvPicPr>
          <p:nvPr/>
        </p:nvPicPr>
        <p:blipFill>
          <a:blip r:embed="rId2"/>
          <a:srcRect/>
          <a:stretch/>
        </p:blipFill>
        <p:spPr>
          <a:xfrm>
            <a:off x="7458933" y="2495415"/>
            <a:ext cx="4390134" cy="2926756"/>
          </a:xfrm>
          <a:prstGeom prst="rect">
            <a:avLst/>
          </a:prstGeom>
          <a:effectLst>
            <a:softEdge rad="31750"/>
          </a:effectLst>
        </p:spPr>
      </p:pic>
    </p:spTree>
    <p:extLst>
      <p:ext uri="{BB962C8B-B14F-4D97-AF65-F5344CB8AC3E}">
        <p14:creationId xmlns:p14="http://schemas.microsoft.com/office/powerpoint/2010/main" val="25062222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ABC12C-FFAB-BEBB-EDC8-194429BF371E}"/>
              </a:ext>
            </a:extLst>
          </p:cNvPr>
          <p:cNvSpPr>
            <a:spLocks noGrp="1"/>
          </p:cNvSpPr>
          <p:nvPr>
            <p:ph type="title"/>
          </p:nvPr>
        </p:nvSpPr>
        <p:spPr/>
        <p:txBody>
          <a:bodyPr/>
          <a:lstStyle/>
          <a:p>
            <a:r>
              <a:rPr lang="en-US" dirty="0"/>
              <a:t>Agentic AI Example</a:t>
            </a:r>
          </a:p>
        </p:txBody>
      </p:sp>
      <p:sp>
        <p:nvSpPr>
          <p:cNvPr id="2" name="Slide Number Placeholder 1">
            <a:extLst>
              <a:ext uri="{FF2B5EF4-FFF2-40B4-BE49-F238E27FC236}">
                <a16:creationId xmlns:a16="http://schemas.microsoft.com/office/drawing/2014/main" id="{1C4180AF-7508-902E-8B11-8E6FB751C3EC}"/>
              </a:ext>
            </a:extLst>
          </p:cNvPr>
          <p:cNvSpPr>
            <a:spLocks noGrp="1"/>
          </p:cNvSpPr>
          <p:nvPr>
            <p:ph type="sldNum" sz="quarter" idx="12"/>
          </p:nvPr>
        </p:nvSpPr>
        <p:spPr/>
        <p:txBody>
          <a:bodyPr/>
          <a:lstStyle/>
          <a:p>
            <a:fld id="{A8160BDD-7155-D744-B749-9730458604AD}" type="slidenum">
              <a:rPr lang="en-US" smtClean="0"/>
              <a:t>34</a:t>
            </a:fld>
            <a:endParaRPr lang="en-US"/>
          </a:p>
        </p:txBody>
      </p:sp>
      <p:grpSp>
        <p:nvGrpSpPr>
          <p:cNvPr id="86" name="Group 85">
            <a:extLst>
              <a:ext uri="{FF2B5EF4-FFF2-40B4-BE49-F238E27FC236}">
                <a16:creationId xmlns:a16="http://schemas.microsoft.com/office/drawing/2014/main" id="{44F89B7B-668E-BFDD-ECF5-14E4B07790AB}"/>
              </a:ext>
            </a:extLst>
          </p:cNvPr>
          <p:cNvGrpSpPr/>
          <p:nvPr/>
        </p:nvGrpSpPr>
        <p:grpSpPr>
          <a:xfrm>
            <a:off x="2258782" y="944500"/>
            <a:ext cx="5057234" cy="5704677"/>
            <a:chOff x="2258782" y="944500"/>
            <a:chExt cx="5057234" cy="5704677"/>
          </a:xfrm>
        </p:grpSpPr>
        <p:sp>
          <p:nvSpPr>
            <p:cNvPr id="8" name="Rectangle: Rounded Corners 7">
              <a:extLst>
                <a:ext uri="{FF2B5EF4-FFF2-40B4-BE49-F238E27FC236}">
                  <a16:creationId xmlns:a16="http://schemas.microsoft.com/office/drawing/2014/main" id="{715C7A2F-B46C-E17E-F9D5-4DAEE6D2E4B0}"/>
                </a:ext>
              </a:extLst>
            </p:cNvPr>
            <p:cNvSpPr/>
            <p:nvPr/>
          </p:nvSpPr>
          <p:spPr>
            <a:xfrm>
              <a:off x="4921159" y="1082261"/>
              <a:ext cx="2394857" cy="502698"/>
            </a:xfrm>
            <a:prstGeom prst="roundRect">
              <a:avLst/>
            </a:prstGeom>
            <a:solidFill>
              <a:srgbClr val="009DDC"/>
            </a:solidFill>
            <a:ln w="28575" cap="flat" cmpd="sng" algn="ctr">
              <a:solidFill>
                <a:schemeClr val="tx1"/>
              </a:solidFill>
              <a:prstDash val="solid"/>
            </a:ln>
            <a:effectLst/>
          </p:spPr>
          <p:txBody>
            <a:bodyPr rtlCol="0" anchor="ctr"/>
            <a:lstStyle/>
            <a:p>
              <a:pPr marL="171450" indent="-171450" defTabSz="914400">
                <a:buFont typeface="Arial" panose="020B0604020202020204" pitchFamily="34" charset="0"/>
                <a:buChar char="•"/>
              </a:pPr>
              <a:r>
                <a:rPr lang="en-US" sz="1100" b="1" kern="0" dirty="0">
                  <a:solidFill>
                    <a:schemeClr val="bg1"/>
                  </a:solidFill>
                  <a:latin typeface="Arial"/>
                </a:rPr>
                <a:t>"Plan my next business trip"</a:t>
              </a:r>
            </a:p>
          </p:txBody>
        </p:sp>
        <p:sp>
          <p:nvSpPr>
            <p:cNvPr id="9" name="Rectangle: Rounded Corners 8">
              <a:extLst>
                <a:ext uri="{FF2B5EF4-FFF2-40B4-BE49-F238E27FC236}">
                  <a16:creationId xmlns:a16="http://schemas.microsoft.com/office/drawing/2014/main" id="{D4DBDE9A-787C-6433-6C3B-5A751431DD75}"/>
                </a:ext>
              </a:extLst>
            </p:cNvPr>
            <p:cNvSpPr/>
            <p:nvPr/>
          </p:nvSpPr>
          <p:spPr>
            <a:xfrm>
              <a:off x="4921159" y="1901969"/>
              <a:ext cx="2394857" cy="502698"/>
            </a:xfrm>
            <a:prstGeom prst="roundRect">
              <a:avLst/>
            </a:prstGeom>
            <a:solidFill>
              <a:srgbClr val="009DDC"/>
            </a:solidFill>
            <a:ln w="28575" cap="flat" cmpd="sng" algn="ctr">
              <a:solidFill>
                <a:schemeClr val="tx1"/>
              </a:solidFill>
              <a:prstDash val="solid"/>
            </a:ln>
            <a:effectLst/>
          </p:spPr>
          <p:txBody>
            <a:bodyPr rtlCol="0" anchor="ctr"/>
            <a:lstStyle/>
            <a:p>
              <a:pPr marL="171450" indent="-171450" defTabSz="914400">
                <a:buFont typeface="Arial" panose="020B0604020202020204" pitchFamily="34" charset="0"/>
                <a:buChar char="•"/>
              </a:pPr>
              <a:r>
                <a:rPr lang="en-US" sz="1100" b="1" kern="0" dirty="0">
                  <a:solidFill>
                    <a:schemeClr val="bg1"/>
                  </a:solidFill>
                  <a:latin typeface="Arial"/>
                </a:rPr>
                <a:t>Evaluates request</a:t>
              </a:r>
            </a:p>
            <a:p>
              <a:pPr marL="171450" indent="-171450" defTabSz="914400">
                <a:buFont typeface="Arial" panose="020B0604020202020204" pitchFamily="34" charset="0"/>
                <a:buChar char="•"/>
              </a:pPr>
              <a:r>
                <a:rPr lang="en-US" sz="1100" b="1" kern="0" dirty="0">
                  <a:solidFill>
                    <a:schemeClr val="bg1"/>
                  </a:solidFill>
                  <a:latin typeface="Arial"/>
                </a:rPr>
                <a:t>Begins planning</a:t>
              </a:r>
            </a:p>
          </p:txBody>
        </p:sp>
        <p:sp>
          <p:nvSpPr>
            <p:cNvPr id="13" name="Rectangle: Rounded Corners 12">
              <a:extLst>
                <a:ext uri="{FF2B5EF4-FFF2-40B4-BE49-F238E27FC236}">
                  <a16:creationId xmlns:a16="http://schemas.microsoft.com/office/drawing/2014/main" id="{07D7C2DC-3C0D-CA9E-8D15-EB6A8E12FBF8}"/>
                </a:ext>
              </a:extLst>
            </p:cNvPr>
            <p:cNvSpPr/>
            <p:nvPr/>
          </p:nvSpPr>
          <p:spPr>
            <a:xfrm>
              <a:off x="4921156" y="3820057"/>
              <a:ext cx="2394857" cy="502698"/>
            </a:xfrm>
            <a:prstGeom prst="roundRect">
              <a:avLst/>
            </a:prstGeom>
            <a:solidFill>
              <a:srgbClr val="009DDC"/>
            </a:solidFill>
            <a:ln w="28575" cap="flat" cmpd="sng" algn="ctr">
              <a:solidFill>
                <a:schemeClr val="tx1"/>
              </a:solidFill>
              <a:prstDash val="solid"/>
            </a:ln>
            <a:effectLst/>
          </p:spPr>
          <p:txBody>
            <a:bodyPr rtlCol="0" anchor="ctr"/>
            <a:lstStyle/>
            <a:p>
              <a:pPr marL="171450" indent="-171450" defTabSz="914400">
                <a:buFont typeface="Arial" panose="020B0604020202020204" pitchFamily="34" charset="0"/>
                <a:buChar char="•"/>
              </a:pPr>
              <a:r>
                <a:rPr lang="en-US" sz="1100" b="1" kern="0" dirty="0">
                  <a:solidFill>
                    <a:schemeClr val="bg1"/>
                  </a:solidFill>
                  <a:latin typeface="Arial"/>
                </a:rPr>
                <a:t>Books flight and hotel</a:t>
              </a:r>
            </a:p>
            <a:p>
              <a:pPr marL="171450" indent="-171450" defTabSz="914400">
                <a:buFont typeface="Arial" panose="020B0604020202020204" pitchFamily="34" charset="0"/>
                <a:buChar char="•"/>
              </a:pPr>
              <a:r>
                <a:rPr lang="en-US" sz="1100" b="1" kern="0" dirty="0">
                  <a:solidFill>
                    <a:schemeClr val="bg1"/>
                  </a:solidFill>
                  <a:latin typeface="Arial"/>
                </a:rPr>
                <a:t>Schedules on calendar</a:t>
              </a:r>
            </a:p>
          </p:txBody>
        </p:sp>
        <p:sp>
          <p:nvSpPr>
            <p:cNvPr id="14" name="Rectangle: Rounded Corners 13">
              <a:extLst>
                <a:ext uri="{FF2B5EF4-FFF2-40B4-BE49-F238E27FC236}">
                  <a16:creationId xmlns:a16="http://schemas.microsoft.com/office/drawing/2014/main" id="{9074F069-A78E-5B8B-0725-C84D3275EDE6}"/>
                </a:ext>
              </a:extLst>
            </p:cNvPr>
            <p:cNvSpPr/>
            <p:nvPr/>
          </p:nvSpPr>
          <p:spPr>
            <a:xfrm>
              <a:off x="4921156" y="4552677"/>
              <a:ext cx="2394857" cy="502698"/>
            </a:xfrm>
            <a:prstGeom prst="roundRect">
              <a:avLst/>
            </a:prstGeom>
            <a:solidFill>
              <a:srgbClr val="009DDC"/>
            </a:solidFill>
            <a:ln w="28575" cap="flat" cmpd="sng" algn="ctr">
              <a:solidFill>
                <a:schemeClr val="tx1"/>
              </a:solidFill>
              <a:prstDash val="solid"/>
            </a:ln>
            <a:effectLst/>
          </p:spPr>
          <p:txBody>
            <a:bodyPr rtlCol="0" anchor="ctr"/>
            <a:lstStyle/>
            <a:p>
              <a:pPr marL="171450" indent="-171450" defTabSz="914400">
                <a:buFont typeface="Arial" panose="020B0604020202020204" pitchFamily="34" charset="0"/>
                <a:buChar char="•"/>
              </a:pPr>
              <a:r>
                <a:rPr lang="en-US" sz="1100" b="1" kern="0" dirty="0">
                  <a:solidFill>
                    <a:schemeClr val="bg1"/>
                  </a:solidFill>
                  <a:latin typeface="Arial"/>
                </a:rPr>
                <a:t>Verifies success</a:t>
              </a:r>
            </a:p>
            <a:p>
              <a:pPr marL="171450" indent="-171450" defTabSz="914400">
                <a:buFont typeface="Arial" panose="020B0604020202020204" pitchFamily="34" charset="0"/>
                <a:buChar char="•"/>
              </a:pPr>
              <a:r>
                <a:rPr lang="en-US" sz="1100" b="1" kern="0" dirty="0">
                  <a:solidFill>
                    <a:schemeClr val="bg1"/>
                  </a:solidFill>
                  <a:latin typeface="Arial"/>
                </a:rPr>
                <a:t>Ensures ticket is valid</a:t>
              </a:r>
            </a:p>
          </p:txBody>
        </p:sp>
        <p:sp>
          <p:nvSpPr>
            <p:cNvPr id="15" name="Rectangle: Rounded Corners 14">
              <a:extLst>
                <a:ext uri="{FF2B5EF4-FFF2-40B4-BE49-F238E27FC236}">
                  <a16:creationId xmlns:a16="http://schemas.microsoft.com/office/drawing/2014/main" id="{2A71B3EE-A05E-819E-F8E3-5A65058112DB}"/>
                </a:ext>
              </a:extLst>
            </p:cNvPr>
            <p:cNvSpPr/>
            <p:nvPr/>
          </p:nvSpPr>
          <p:spPr>
            <a:xfrm>
              <a:off x="4921155" y="5285297"/>
              <a:ext cx="2394857" cy="502698"/>
            </a:xfrm>
            <a:prstGeom prst="roundRect">
              <a:avLst/>
            </a:prstGeom>
            <a:solidFill>
              <a:srgbClr val="009DDC"/>
            </a:solidFill>
            <a:ln w="28575" cap="flat" cmpd="sng" algn="ctr">
              <a:solidFill>
                <a:schemeClr val="tx1"/>
              </a:solidFill>
              <a:prstDash val="solid"/>
            </a:ln>
            <a:effectLst/>
          </p:spPr>
          <p:txBody>
            <a:bodyPr rtlCol="0" anchor="ctr"/>
            <a:lstStyle/>
            <a:p>
              <a:pPr marL="171450" indent="-171450" defTabSz="914400">
                <a:buFont typeface="Arial" panose="020B0604020202020204" pitchFamily="34" charset="0"/>
                <a:buChar char="•"/>
              </a:pPr>
              <a:r>
                <a:rPr lang="en-US" sz="1100" b="1" kern="0" dirty="0">
                  <a:solidFill>
                    <a:schemeClr val="bg1"/>
                  </a:solidFill>
                  <a:latin typeface="Arial"/>
                </a:rPr>
                <a:t>Returns itinerary</a:t>
              </a:r>
            </a:p>
          </p:txBody>
        </p:sp>
        <p:sp>
          <p:nvSpPr>
            <p:cNvPr id="16" name="Rectangle: Rounded Corners 15">
              <a:extLst>
                <a:ext uri="{FF2B5EF4-FFF2-40B4-BE49-F238E27FC236}">
                  <a16:creationId xmlns:a16="http://schemas.microsoft.com/office/drawing/2014/main" id="{0CD64E7A-6C68-6582-D4B4-246EEFDB090B}"/>
                </a:ext>
              </a:extLst>
            </p:cNvPr>
            <p:cNvSpPr/>
            <p:nvPr/>
          </p:nvSpPr>
          <p:spPr>
            <a:xfrm>
              <a:off x="4921155" y="6009208"/>
              <a:ext cx="2394857" cy="502698"/>
            </a:xfrm>
            <a:prstGeom prst="roundRect">
              <a:avLst/>
            </a:prstGeom>
            <a:solidFill>
              <a:srgbClr val="009DDC"/>
            </a:solidFill>
            <a:ln w="28575" cap="flat" cmpd="sng" algn="ctr">
              <a:solidFill>
                <a:schemeClr val="tx1"/>
              </a:solidFill>
              <a:prstDash val="solid"/>
            </a:ln>
            <a:effectLst/>
          </p:spPr>
          <p:txBody>
            <a:bodyPr rtlCol="0" anchor="ctr"/>
            <a:lstStyle/>
            <a:p>
              <a:pPr marL="171450" indent="-171450" defTabSz="914400">
                <a:buFont typeface="Arial" panose="020B0604020202020204" pitchFamily="34" charset="0"/>
                <a:buChar char="•"/>
              </a:pPr>
              <a:r>
                <a:rPr lang="en-US" sz="1100" b="1" kern="0" dirty="0">
                  <a:solidFill>
                    <a:schemeClr val="bg1"/>
                  </a:solidFill>
                  <a:latin typeface="Arial"/>
                </a:rPr>
                <a:t>Tweaks actions/results</a:t>
              </a:r>
            </a:p>
            <a:p>
              <a:pPr marL="171450" indent="-171450" defTabSz="914400">
                <a:buFont typeface="Arial" panose="020B0604020202020204" pitchFamily="34" charset="0"/>
                <a:buChar char="•"/>
              </a:pPr>
              <a:r>
                <a:rPr lang="en-US" sz="1100" b="1" kern="0" dirty="0">
                  <a:solidFill>
                    <a:schemeClr val="bg1"/>
                  </a:solidFill>
                  <a:latin typeface="Arial"/>
                </a:rPr>
                <a:t>Switches to cheaper flight</a:t>
              </a:r>
            </a:p>
          </p:txBody>
        </p:sp>
        <p:sp>
          <p:nvSpPr>
            <p:cNvPr id="17" name="TextBox 16">
              <a:extLst>
                <a:ext uri="{FF2B5EF4-FFF2-40B4-BE49-F238E27FC236}">
                  <a16:creationId xmlns:a16="http://schemas.microsoft.com/office/drawing/2014/main" id="{CB6C517E-125A-30A2-67FA-F7038694034D}"/>
                </a:ext>
              </a:extLst>
            </p:cNvPr>
            <p:cNvSpPr txBox="1"/>
            <p:nvPr/>
          </p:nvSpPr>
          <p:spPr>
            <a:xfrm>
              <a:off x="3249103" y="1148944"/>
              <a:ext cx="1680754" cy="369332"/>
            </a:xfrm>
            <a:prstGeom prst="rect">
              <a:avLst/>
            </a:prstGeom>
            <a:noFill/>
          </p:spPr>
          <p:txBody>
            <a:bodyPr wrap="square" rtlCol="0">
              <a:spAutoFit/>
            </a:bodyPr>
            <a:lstStyle/>
            <a:p>
              <a:r>
                <a:rPr lang="en-US" b="1" dirty="0"/>
                <a:t>1. User Goal</a:t>
              </a:r>
            </a:p>
          </p:txBody>
        </p:sp>
        <p:sp>
          <p:nvSpPr>
            <p:cNvPr id="18" name="TextBox 17">
              <a:extLst>
                <a:ext uri="{FF2B5EF4-FFF2-40B4-BE49-F238E27FC236}">
                  <a16:creationId xmlns:a16="http://schemas.microsoft.com/office/drawing/2014/main" id="{66BCB270-AC79-175F-66FF-88A490525D26}"/>
                </a:ext>
              </a:extLst>
            </p:cNvPr>
            <p:cNvSpPr txBox="1"/>
            <p:nvPr/>
          </p:nvSpPr>
          <p:spPr>
            <a:xfrm>
              <a:off x="3249103" y="1969852"/>
              <a:ext cx="1680754" cy="369332"/>
            </a:xfrm>
            <a:prstGeom prst="rect">
              <a:avLst/>
            </a:prstGeom>
            <a:noFill/>
          </p:spPr>
          <p:txBody>
            <a:bodyPr wrap="square" rtlCol="0">
              <a:spAutoFit/>
            </a:bodyPr>
            <a:lstStyle/>
            <a:p>
              <a:r>
                <a:rPr lang="en-US" b="1" dirty="0"/>
                <a:t>2. Analysis</a:t>
              </a:r>
            </a:p>
          </p:txBody>
        </p:sp>
        <p:sp>
          <p:nvSpPr>
            <p:cNvPr id="19" name="TextBox 18">
              <a:extLst>
                <a:ext uri="{FF2B5EF4-FFF2-40B4-BE49-F238E27FC236}">
                  <a16:creationId xmlns:a16="http://schemas.microsoft.com/office/drawing/2014/main" id="{B574B0A3-F23A-DCA8-DD08-EC387DD589CA}"/>
                </a:ext>
              </a:extLst>
            </p:cNvPr>
            <p:cNvSpPr txBox="1"/>
            <p:nvPr/>
          </p:nvSpPr>
          <p:spPr>
            <a:xfrm>
              <a:off x="3249103" y="2906963"/>
              <a:ext cx="1680754" cy="369332"/>
            </a:xfrm>
            <a:prstGeom prst="rect">
              <a:avLst/>
            </a:prstGeom>
            <a:noFill/>
          </p:spPr>
          <p:txBody>
            <a:bodyPr wrap="square" rtlCol="0">
              <a:spAutoFit/>
            </a:bodyPr>
            <a:lstStyle/>
            <a:p>
              <a:r>
                <a:rPr lang="en-US" b="1" dirty="0"/>
                <a:t>3. Preparation</a:t>
              </a:r>
            </a:p>
          </p:txBody>
        </p:sp>
        <p:sp>
          <p:nvSpPr>
            <p:cNvPr id="20" name="TextBox 19">
              <a:extLst>
                <a:ext uri="{FF2B5EF4-FFF2-40B4-BE49-F238E27FC236}">
                  <a16:creationId xmlns:a16="http://schemas.microsoft.com/office/drawing/2014/main" id="{7A165CB1-E17A-CB29-5A9B-6F4BA92B9562}"/>
                </a:ext>
              </a:extLst>
            </p:cNvPr>
            <p:cNvSpPr txBox="1"/>
            <p:nvPr/>
          </p:nvSpPr>
          <p:spPr>
            <a:xfrm>
              <a:off x="3249103" y="3891673"/>
              <a:ext cx="1680754" cy="369332"/>
            </a:xfrm>
            <a:prstGeom prst="rect">
              <a:avLst/>
            </a:prstGeom>
            <a:noFill/>
          </p:spPr>
          <p:txBody>
            <a:bodyPr wrap="square" rtlCol="0">
              <a:spAutoFit/>
            </a:bodyPr>
            <a:lstStyle/>
            <a:p>
              <a:r>
                <a:rPr lang="en-US" b="1" dirty="0"/>
                <a:t>4. Execution</a:t>
              </a:r>
            </a:p>
          </p:txBody>
        </p:sp>
        <p:sp>
          <p:nvSpPr>
            <p:cNvPr id="21" name="TextBox 20">
              <a:extLst>
                <a:ext uri="{FF2B5EF4-FFF2-40B4-BE49-F238E27FC236}">
                  <a16:creationId xmlns:a16="http://schemas.microsoft.com/office/drawing/2014/main" id="{C0F4A26A-93CF-2D18-E294-31A0D8E97BFE}"/>
                </a:ext>
              </a:extLst>
            </p:cNvPr>
            <p:cNvSpPr txBox="1"/>
            <p:nvPr/>
          </p:nvSpPr>
          <p:spPr>
            <a:xfrm>
              <a:off x="3249103" y="4619360"/>
              <a:ext cx="1680754" cy="369332"/>
            </a:xfrm>
            <a:prstGeom prst="rect">
              <a:avLst/>
            </a:prstGeom>
            <a:noFill/>
          </p:spPr>
          <p:txBody>
            <a:bodyPr wrap="square" rtlCol="0">
              <a:spAutoFit/>
            </a:bodyPr>
            <a:lstStyle/>
            <a:p>
              <a:r>
                <a:rPr lang="en-US" b="1" dirty="0"/>
                <a:t>5. Validation</a:t>
              </a:r>
            </a:p>
          </p:txBody>
        </p:sp>
        <p:sp>
          <p:nvSpPr>
            <p:cNvPr id="22" name="TextBox 21">
              <a:extLst>
                <a:ext uri="{FF2B5EF4-FFF2-40B4-BE49-F238E27FC236}">
                  <a16:creationId xmlns:a16="http://schemas.microsoft.com/office/drawing/2014/main" id="{596F5BB1-1CBD-4018-76EC-4D824FB0CF6C}"/>
                </a:ext>
              </a:extLst>
            </p:cNvPr>
            <p:cNvSpPr txBox="1"/>
            <p:nvPr/>
          </p:nvSpPr>
          <p:spPr>
            <a:xfrm>
              <a:off x="3249103" y="5347623"/>
              <a:ext cx="1680754" cy="369332"/>
            </a:xfrm>
            <a:prstGeom prst="rect">
              <a:avLst/>
            </a:prstGeom>
            <a:noFill/>
          </p:spPr>
          <p:txBody>
            <a:bodyPr wrap="square" rtlCol="0">
              <a:spAutoFit/>
            </a:bodyPr>
            <a:lstStyle/>
            <a:p>
              <a:r>
                <a:rPr lang="en-US" b="1" dirty="0"/>
                <a:t>6. Output</a:t>
              </a:r>
            </a:p>
          </p:txBody>
        </p:sp>
        <p:sp>
          <p:nvSpPr>
            <p:cNvPr id="23" name="TextBox 22">
              <a:extLst>
                <a:ext uri="{FF2B5EF4-FFF2-40B4-BE49-F238E27FC236}">
                  <a16:creationId xmlns:a16="http://schemas.microsoft.com/office/drawing/2014/main" id="{FEA358E9-ED26-27E0-A49B-7AC7B88BFFDB}"/>
                </a:ext>
              </a:extLst>
            </p:cNvPr>
            <p:cNvSpPr txBox="1"/>
            <p:nvPr/>
          </p:nvSpPr>
          <p:spPr>
            <a:xfrm>
              <a:off x="3249103" y="6075891"/>
              <a:ext cx="1680754" cy="369332"/>
            </a:xfrm>
            <a:prstGeom prst="rect">
              <a:avLst/>
            </a:prstGeom>
            <a:noFill/>
          </p:spPr>
          <p:txBody>
            <a:bodyPr wrap="square" rtlCol="0">
              <a:spAutoFit/>
            </a:bodyPr>
            <a:lstStyle/>
            <a:p>
              <a:r>
                <a:rPr lang="en-US" b="1" dirty="0"/>
                <a:t>7. User Review</a:t>
              </a:r>
            </a:p>
          </p:txBody>
        </p:sp>
        <p:cxnSp>
          <p:nvCxnSpPr>
            <p:cNvPr id="25" name="Straight Arrow Connector 24">
              <a:extLst>
                <a:ext uri="{FF2B5EF4-FFF2-40B4-BE49-F238E27FC236}">
                  <a16:creationId xmlns:a16="http://schemas.microsoft.com/office/drawing/2014/main" id="{E5AE9EB2-DA66-6B4A-94B6-5CA4A52842F8}"/>
                </a:ext>
              </a:extLst>
            </p:cNvPr>
            <p:cNvCxnSpPr>
              <a:stCxn id="8" idx="2"/>
              <a:endCxn id="9" idx="0"/>
            </p:cNvCxnSpPr>
            <p:nvPr/>
          </p:nvCxnSpPr>
          <p:spPr>
            <a:xfrm>
              <a:off x="6118588" y="1584959"/>
              <a:ext cx="0" cy="317010"/>
            </a:xfrm>
            <a:prstGeom prst="straightConnector1">
              <a:avLst/>
            </a:prstGeom>
            <a:ln w="190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3927D1A7-40FF-0EE9-EB93-51221AE82EA9}"/>
                </a:ext>
              </a:extLst>
            </p:cNvPr>
            <p:cNvCxnSpPr>
              <a:cxnSpLocks/>
              <a:stCxn id="13" idx="2"/>
              <a:endCxn id="14" idx="0"/>
            </p:cNvCxnSpPr>
            <p:nvPr/>
          </p:nvCxnSpPr>
          <p:spPr>
            <a:xfrm>
              <a:off x="6118585" y="4322755"/>
              <a:ext cx="0" cy="229922"/>
            </a:xfrm>
            <a:prstGeom prst="straightConnector1">
              <a:avLst/>
            </a:prstGeom>
            <a:ln w="190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8D5E03CB-C542-0A85-18F2-0BA740208266}"/>
                </a:ext>
              </a:extLst>
            </p:cNvPr>
            <p:cNvCxnSpPr>
              <a:cxnSpLocks/>
              <a:stCxn id="14" idx="2"/>
              <a:endCxn id="15" idx="0"/>
            </p:cNvCxnSpPr>
            <p:nvPr/>
          </p:nvCxnSpPr>
          <p:spPr>
            <a:xfrm flipH="1">
              <a:off x="6118584" y="5055375"/>
              <a:ext cx="0" cy="229922"/>
            </a:xfrm>
            <a:prstGeom prst="straightConnector1">
              <a:avLst/>
            </a:prstGeom>
            <a:ln w="190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0B71D5D5-88EF-70B2-3F4F-125D22507C49}"/>
                </a:ext>
              </a:extLst>
            </p:cNvPr>
            <p:cNvCxnSpPr>
              <a:stCxn id="15" idx="2"/>
              <a:endCxn id="16" idx="0"/>
            </p:cNvCxnSpPr>
            <p:nvPr/>
          </p:nvCxnSpPr>
          <p:spPr>
            <a:xfrm>
              <a:off x="6118584" y="5787995"/>
              <a:ext cx="0" cy="221213"/>
            </a:xfrm>
            <a:prstGeom prst="straightConnector1">
              <a:avLst/>
            </a:prstGeom>
            <a:ln w="190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Rectangle: Rounded Corners 50">
              <a:extLst>
                <a:ext uri="{FF2B5EF4-FFF2-40B4-BE49-F238E27FC236}">
                  <a16:creationId xmlns:a16="http://schemas.microsoft.com/office/drawing/2014/main" id="{77C989C2-C074-FBB8-B8EB-342DD19015D3}"/>
                </a:ext>
              </a:extLst>
            </p:cNvPr>
            <p:cNvSpPr/>
            <p:nvPr/>
          </p:nvSpPr>
          <p:spPr>
            <a:xfrm>
              <a:off x="4916812" y="2625448"/>
              <a:ext cx="2394857" cy="985939"/>
            </a:xfrm>
            <a:prstGeom prst="roundRect">
              <a:avLst/>
            </a:prstGeom>
            <a:solidFill>
              <a:srgbClr val="009DDC"/>
            </a:solidFill>
            <a:ln w="28575" cap="flat" cmpd="sng" algn="ctr">
              <a:solidFill>
                <a:schemeClr val="tx1"/>
              </a:solidFill>
              <a:prstDash val="solid"/>
            </a:ln>
            <a:effectLst/>
          </p:spPr>
          <p:txBody>
            <a:bodyPr rtlCol="0" anchor="ctr"/>
            <a:lstStyle/>
            <a:p>
              <a:pPr marL="171450" indent="-171450" defTabSz="914400">
                <a:buFont typeface="Arial" panose="020B0604020202020204" pitchFamily="34" charset="0"/>
                <a:buChar char="•"/>
              </a:pPr>
              <a:r>
                <a:rPr lang="en-US" sz="1100" b="1" kern="0" dirty="0">
                  <a:solidFill>
                    <a:schemeClr val="bg1"/>
                  </a:solidFill>
                  <a:latin typeface="Arial"/>
                </a:rPr>
                <a:t>Planner breaks down request into subtasks</a:t>
              </a:r>
            </a:p>
            <a:p>
              <a:pPr marL="171450" indent="-171450" defTabSz="914400">
                <a:buFont typeface="Arial" panose="020B0604020202020204" pitchFamily="34" charset="0"/>
                <a:buChar char="•"/>
              </a:pPr>
              <a:r>
                <a:rPr lang="en-US" sz="1100" b="1" kern="0" dirty="0">
                  <a:solidFill>
                    <a:schemeClr val="bg1"/>
                  </a:solidFill>
                  <a:latin typeface="Arial"/>
                </a:rPr>
                <a:t>Tool runner calls external systems</a:t>
              </a:r>
            </a:p>
            <a:p>
              <a:pPr marL="171450" indent="-171450" defTabSz="914400">
                <a:buFont typeface="Arial" panose="020B0604020202020204" pitchFamily="34" charset="0"/>
                <a:buChar char="•"/>
              </a:pPr>
              <a:r>
                <a:rPr lang="en-US" sz="1100" b="1" kern="0" dirty="0">
                  <a:solidFill>
                    <a:schemeClr val="bg1"/>
                  </a:solidFill>
                  <a:latin typeface="Arial"/>
                </a:rPr>
                <a:t>Monitor watches for changes</a:t>
              </a:r>
            </a:p>
          </p:txBody>
        </p:sp>
        <p:cxnSp>
          <p:nvCxnSpPr>
            <p:cNvPr id="53" name="Straight Arrow Connector 52">
              <a:extLst>
                <a:ext uri="{FF2B5EF4-FFF2-40B4-BE49-F238E27FC236}">
                  <a16:creationId xmlns:a16="http://schemas.microsoft.com/office/drawing/2014/main" id="{4155BE8B-1308-0649-FCDF-458C2920DA75}"/>
                </a:ext>
              </a:extLst>
            </p:cNvPr>
            <p:cNvCxnSpPr>
              <a:stCxn id="9" idx="2"/>
              <a:endCxn id="51" idx="0"/>
            </p:cNvCxnSpPr>
            <p:nvPr/>
          </p:nvCxnSpPr>
          <p:spPr>
            <a:xfrm flipH="1">
              <a:off x="6114241" y="2404667"/>
              <a:ext cx="0" cy="220781"/>
            </a:xfrm>
            <a:prstGeom prst="straightConnector1">
              <a:avLst/>
            </a:prstGeom>
            <a:ln w="190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534C369E-5A4F-E240-A5DB-6597F1B70B1A}"/>
                </a:ext>
              </a:extLst>
            </p:cNvPr>
            <p:cNvCxnSpPr>
              <a:stCxn id="51" idx="2"/>
              <a:endCxn id="13" idx="0"/>
            </p:cNvCxnSpPr>
            <p:nvPr/>
          </p:nvCxnSpPr>
          <p:spPr>
            <a:xfrm>
              <a:off x="6114241" y="3611387"/>
              <a:ext cx="0" cy="208670"/>
            </a:xfrm>
            <a:prstGeom prst="straightConnector1">
              <a:avLst/>
            </a:prstGeom>
            <a:ln w="1905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85" name="Group 84">
              <a:extLst>
                <a:ext uri="{FF2B5EF4-FFF2-40B4-BE49-F238E27FC236}">
                  <a16:creationId xmlns:a16="http://schemas.microsoft.com/office/drawing/2014/main" id="{5C9B66E4-B645-3517-AF28-3383F078C6F9}"/>
                </a:ext>
              </a:extLst>
            </p:cNvPr>
            <p:cNvGrpSpPr/>
            <p:nvPr/>
          </p:nvGrpSpPr>
          <p:grpSpPr>
            <a:xfrm>
              <a:off x="2258782" y="944500"/>
              <a:ext cx="778221" cy="5704677"/>
              <a:chOff x="6564082" y="944500"/>
              <a:chExt cx="778221" cy="5704677"/>
            </a:xfrm>
          </p:grpSpPr>
          <p:pic>
            <p:nvPicPr>
              <p:cNvPr id="57" name="Graphic 56" descr="User with solid fill">
                <a:extLst>
                  <a:ext uri="{FF2B5EF4-FFF2-40B4-BE49-F238E27FC236}">
                    <a16:creationId xmlns:a16="http://schemas.microsoft.com/office/drawing/2014/main" id="{297B36B0-6F8A-1739-6C17-B17A80CFA9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64084" y="944500"/>
                <a:ext cx="778219" cy="778219"/>
              </a:xfrm>
              <a:prstGeom prst="rect">
                <a:avLst/>
              </a:prstGeom>
            </p:spPr>
          </p:pic>
          <p:pic>
            <p:nvPicPr>
              <p:cNvPr id="59" name="Graphic 58" descr="Magnifying glass with solid fill">
                <a:extLst>
                  <a:ext uri="{FF2B5EF4-FFF2-40B4-BE49-F238E27FC236}">
                    <a16:creationId xmlns:a16="http://schemas.microsoft.com/office/drawing/2014/main" id="{05E0353B-EB0A-EC31-C9D1-6D27B79B20A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64084" y="1743464"/>
                <a:ext cx="777240" cy="777240"/>
              </a:xfrm>
              <a:prstGeom prst="rect">
                <a:avLst/>
              </a:prstGeom>
            </p:spPr>
          </p:pic>
          <p:pic>
            <p:nvPicPr>
              <p:cNvPr id="61" name="Graphic 60" descr="Checklist with solid fill">
                <a:extLst>
                  <a:ext uri="{FF2B5EF4-FFF2-40B4-BE49-F238E27FC236}">
                    <a16:creationId xmlns:a16="http://schemas.microsoft.com/office/drawing/2014/main" id="{3CBD9127-B15C-56BC-F9D0-C5F4E191174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64084" y="2703009"/>
                <a:ext cx="777240" cy="777240"/>
              </a:xfrm>
              <a:prstGeom prst="rect">
                <a:avLst/>
              </a:prstGeom>
            </p:spPr>
          </p:pic>
          <p:pic>
            <p:nvPicPr>
              <p:cNvPr id="63" name="Graphic 62" descr="Inbox with solid fill">
                <a:extLst>
                  <a:ext uri="{FF2B5EF4-FFF2-40B4-BE49-F238E27FC236}">
                    <a16:creationId xmlns:a16="http://schemas.microsoft.com/office/drawing/2014/main" id="{EF50C3C7-2642-BF57-90DD-343B8692AFA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64084" y="3682786"/>
                <a:ext cx="777240" cy="777240"/>
              </a:xfrm>
              <a:prstGeom prst="rect">
                <a:avLst/>
              </a:prstGeom>
            </p:spPr>
          </p:pic>
          <p:pic>
            <p:nvPicPr>
              <p:cNvPr id="65" name="Graphic 64" descr="Checkbox Checked with solid fill">
                <a:extLst>
                  <a:ext uri="{FF2B5EF4-FFF2-40B4-BE49-F238E27FC236}">
                    <a16:creationId xmlns:a16="http://schemas.microsoft.com/office/drawing/2014/main" id="{1D70AAFA-50B2-1EFE-02A1-98BF411227C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64083" y="4415406"/>
                <a:ext cx="777240" cy="777240"/>
              </a:xfrm>
              <a:prstGeom prst="rect">
                <a:avLst/>
              </a:prstGeom>
            </p:spPr>
          </p:pic>
          <p:pic>
            <p:nvPicPr>
              <p:cNvPr id="67" name="Graphic 66" descr="Document with solid fill">
                <a:extLst>
                  <a:ext uri="{FF2B5EF4-FFF2-40B4-BE49-F238E27FC236}">
                    <a16:creationId xmlns:a16="http://schemas.microsoft.com/office/drawing/2014/main" id="{8FCAFA28-CF2C-DA7A-2238-CE3AE4B90F7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564082" y="5148026"/>
                <a:ext cx="777240" cy="777240"/>
              </a:xfrm>
              <a:prstGeom prst="rect">
                <a:avLst/>
              </a:prstGeom>
            </p:spPr>
          </p:pic>
          <p:pic>
            <p:nvPicPr>
              <p:cNvPr id="69" name="Graphic 68" descr="Rating with solid fill">
                <a:extLst>
                  <a:ext uri="{FF2B5EF4-FFF2-40B4-BE49-F238E27FC236}">
                    <a16:creationId xmlns:a16="http://schemas.microsoft.com/office/drawing/2014/main" id="{347B2BF6-4FB1-3F34-3D11-21C089F61B8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564082" y="5871937"/>
                <a:ext cx="777240" cy="777240"/>
              </a:xfrm>
              <a:prstGeom prst="rect">
                <a:avLst/>
              </a:prstGeom>
            </p:spPr>
          </p:pic>
        </p:grpSp>
      </p:grpSp>
      <p:pic>
        <p:nvPicPr>
          <p:cNvPr id="75" name="Graphic 74">
            <a:extLst>
              <a:ext uri="{FF2B5EF4-FFF2-40B4-BE49-F238E27FC236}">
                <a16:creationId xmlns:a16="http://schemas.microsoft.com/office/drawing/2014/main" id="{827F1D91-DFEF-4BC3-A7F4-7292E86B8BFB}"/>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874478" y="2008534"/>
            <a:ext cx="3903302" cy="3640158"/>
          </a:xfrm>
          <a:prstGeom prst="rect">
            <a:avLst/>
          </a:prstGeom>
        </p:spPr>
      </p:pic>
    </p:spTree>
    <p:extLst>
      <p:ext uri="{BB962C8B-B14F-4D97-AF65-F5344CB8AC3E}">
        <p14:creationId xmlns:p14="http://schemas.microsoft.com/office/powerpoint/2010/main" val="14934014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B4B959-6878-B987-5146-08E771CC618B}"/>
              </a:ext>
            </a:extLst>
          </p:cNvPr>
          <p:cNvSpPr>
            <a:spLocks noGrp="1"/>
          </p:cNvSpPr>
          <p:nvPr>
            <p:ph type="sldNum" sz="quarter" idx="12"/>
          </p:nvPr>
        </p:nvSpPr>
        <p:spPr/>
        <p:txBody>
          <a:bodyPr/>
          <a:lstStyle/>
          <a:p>
            <a:fld id="{A8160BDD-7155-D744-B749-9730458604AD}" type="slidenum">
              <a:rPr lang="en-US" smtClean="0"/>
              <a:pPr/>
              <a:t>35</a:t>
            </a:fld>
            <a:endParaRPr lang="en-US" dirty="0"/>
          </a:p>
        </p:txBody>
      </p:sp>
      <p:sp>
        <p:nvSpPr>
          <p:cNvPr id="3" name="Content Placeholder 2">
            <a:extLst>
              <a:ext uri="{FF2B5EF4-FFF2-40B4-BE49-F238E27FC236}">
                <a16:creationId xmlns:a16="http://schemas.microsoft.com/office/drawing/2014/main" id="{41082CDC-333F-CDA7-9162-EAFF4C441B1A}"/>
              </a:ext>
            </a:extLst>
          </p:cNvPr>
          <p:cNvSpPr>
            <a:spLocks noGrp="1"/>
          </p:cNvSpPr>
          <p:nvPr>
            <p:ph idx="1"/>
          </p:nvPr>
        </p:nvSpPr>
        <p:spPr/>
        <p:txBody>
          <a:bodyPr/>
          <a:lstStyle/>
          <a:p>
            <a:r>
              <a:rPr lang="en-US" dirty="0"/>
              <a:t>Developers can use external models in their apps.</a:t>
            </a:r>
          </a:p>
          <a:p>
            <a:r>
              <a:rPr lang="en-US" dirty="0"/>
              <a:t>APIs provide connections to those models.</a:t>
            </a:r>
          </a:p>
          <a:p>
            <a:r>
              <a:rPr lang="en-US" dirty="0"/>
              <a:t>Not all providers have APIs.</a:t>
            </a:r>
          </a:p>
          <a:p>
            <a:r>
              <a:rPr lang="en-US" dirty="0"/>
              <a:t>APIs usually have a cost per usage.</a:t>
            </a:r>
          </a:p>
        </p:txBody>
      </p:sp>
      <p:sp>
        <p:nvSpPr>
          <p:cNvPr id="4" name="Title 3">
            <a:extLst>
              <a:ext uri="{FF2B5EF4-FFF2-40B4-BE49-F238E27FC236}">
                <a16:creationId xmlns:a16="http://schemas.microsoft.com/office/drawing/2014/main" id="{E151F646-B196-321E-9501-17F98C7C2039}"/>
              </a:ext>
            </a:extLst>
          </p:cNvPr>
          <p:cNvSpPr>
            <a:spLocks noGrp="1"/>
          </p:cNvSpPr>
          <p:nvPr>
            <p:ph type="title"/>
          </p:nvPr>
        </p:nvSpPr>
        <p:spPr/>
        <p:txBody>
          <a:bodyPr/>
          <a:lstStyle/>
          <a:p>
            <a:r>
              <a:rPr lang="en-US" dirty="0"/>
              <a:t>API Access</a:t>
            </a:r>
          </a:p>
        </p:txBody>
      </p:sp>
      <p:sp>
        <p:nvSpPr>
          <p:cNvPr id="5" name="Text Placeholder 4">
            <a:extLst>
              <a:ext uri="{FF2B5EF4-FFF2-40B4-BE49-F238E27FC236}">
                <a16:creationId xmlns:a16="http://schemas.microsoft.com/office/drawing/2014/main" id="{146D77A5-4477-F2A5-9944-03BF1197BC7B}"/>
              </a:ext>
            </a:extLst>
          </p:cNvPr>
          <p:cNvSpPr>
            <a:spLocks noGrp="1"/>
          </p:cNvSpPr>
          <p:nvPr>
            <p:ph type="body" sz="quarter" idx="13"/>
          </p:nvPr>
        </p:nvSpPr>
        <p:spPr/>
        <p:txBody>
          <a:bodyPr/>
          <a:lstStyle/>
          <a:p>
            <a:r>
              <a:rPr lang="en-US" b="1" dirty="0"/>
              <a:t>API</a:t>
            </a:r>
            <a:r>
              <a:rPr lang="en-US" dirty="0"/>
              <a:t>: A component that connects disparate pieces of software together.</a:t>
            </a:r>
          </a:p>
        </p:txBody>
      </p:sp>
      <p:grpSp>
        <p:nvGrpSpPr>
          <p:cNvPr id="8" name="Group 7">
            <a:extLst>
              <a:ext uri="{FF2B5EF4-FFF2-40B4-BE49-F238E27FC236}">
                <a16:creationId xmlns:a16="http://schemas.microsoft.com/office/drawing/2014/main" id="{25AEF2C1-D6C7-A724-6AA8-86B4831A6D96}"/>
              </a:ext>
            </a:extLst>
          </p:cNvPr>
          <p:cNvGrpSpPr/>
          <p:nvPr/>
        </p:nvGrpSpPr>
        <p:grpSpPr>
          <a:xfrm>
            <a:off x="2512984" y="4076102"/>
            <a:ext cx="7166032" cy="1980583"/>
            <a:chOff x="2296416" y="2159431"/>
            <a:chExt cx="7166032" cy="1980583"/>
          </a:xfrm>
        </p:grpSpPr>
        <p:grpSp>
          <p:nvGrpSpPr>
            <p:cNvPr id="9" name="Group 8">
              <a:extLst>
                <a:ext uri="{FF2B5EF4-FFF2-40B4-BE49-F238E27FC236}">
                  <a16:creationId xmlns:a16="http://schemas.microsoft.com/office/drawing/2014/main" id="{34C60040-20EA-65F8-CE73-591EC150F8C3}"/>
                </a:ext>
              </a:extLst>
            </p:cNvPr>
            <p:cNvGrpSpPr/>
            <p:nvPr/>
          </p:nvGrpSpPr>
          <p:grpSpPr>
            <a:xfrm>
              <a:off x="2296416" y="2159431"/>
              <a:ext cx="7166032" cy="1980583"/>
              <a:chOff x="3729479" y="2417834"/>
              <a:chExt cx="7166032" cy="1980583"/>
            </a:xfrm>
          </p:grpSpPr>
          <p:pic>
            <p:nvPicPr>
              <p:cNvPr id="11" name="Graphic 10" descr="Robot with solid fill">
                <a:extLst>
                  <a:ext uri="{FF2B5EF4-FFF2-40B4-BE49-F238E27FC236}">
                    <a16:creationId xmlns:a16="http://schemas.microsoft.com/office/drawing/2014/main" id="{2787B5CB-A6CB-68F5-B941-CA695982C53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12969" y="2827243"/>
                <a:ext cx="1282542" cy="1282541"/>
              </a:xfrm>
              <a:prstGeom prst="rect">
                <a:avLst/>
              </a:prstGeom>
            </p:spPr>
          </p:pic>
          <p:sp>
            <p:nvSpPr>
              <p:cNvPr id="12" name="Text Box 307">
                <a:extLst>
                  <a:ext uri="{FF2B5EF4-FFF2-40B4-BE49-F238E27FC236}">
                    <a16:creationId xmlns:a16="http://schemas.microsoft.com/office/drawing/2014/main" id="{2A0A2875-9C19-DD93-A23F-AC500915D1CA}"/>
                  </a:ext>
                </a:extLst>
              </p:cNvPr>
              <p:cNvSpPr txBox="1">
                <a:spLocks noChangeArrowheads="1"/>
              </p:cNvSpPr>
              <p:nvPr/>
            </p:nvSpPr>
            <p:spPr bwMode="auto">
              <a:xfrm>
                <a:off x="9667138" y="2417834"/>
                <a:ext cx="117420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600" b="1" kern="0" dirty="0">
                    <a:solidFill>
                      <a:srgbClr val="000000"/>
                    </a:solidFill>
                    <a:latin typeface="Calibri"/>
                    <a:cs typeface="Calibri"/>
                  </a:rPr>
                  <a:t>Model</a:t>
                </a:r>
              </a:p>
            </p:txBody>
          </p:sp>
          <p:pic>
            <p:nvPicPr>
              <p:cNvPr id="13" name="Graphic 12" descr="Web design with solid fill">
                <a:extLst>
                  <a:ext uri="{FF2B5EF4-FFF2-40B4-BE49-F238E27FC236}">
                    <a16:creationId xmlns:a16="http://schemas.microsoft.com/office/drawing/2014/main" id="{DB3B5961-7C46-7ADA-E01C-BB8E8557B53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6009" y="2763775"/>
                <a:ext cx="1280160" cy="1280160"/>
              </a:xfrm>
              <a:prstGeom prst="rect">
                <a:avLst/>
              </a:prstGeom>
            </p:spPr>
          </p:pic>
          <p:sp>
            <p:nvSpPr>
              <p:cNvPr id="14" name="Text Box 307">
                <a:extLst>
                  <a:ext uri="{FF2B5EF4-FFF2-40B4-BE49-F238E27FC236}">
                    <a16:creationId xmlns:a16="http://schemas.microsoft.com/office/drawing/2014/main" id="{91AF7EE6-7D4A-210C-F79E-8DD0434665E7}"/>
                  </a:ext>
                </a:extLst>
              </p:cNvPr>
              <p:cNvSpPr txBox="1">
                <a:spLocks noChangeArrowheads="1"/>
              </p:cNvSpPr>
              <p:nvPr/>
            </p:nvSpPr>
            <p:spPr bwMode="auto">
              <a:xfrm>
                <a:off x="6631046" y="2417834"/>
                <a:ext cx="117420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600" b="1" kern="0" dirty="0">
                    <a:solidFill>
                      <a:srgbClr val="000000"/>
                    </a:solidFill>
                    <a:latin typeface="Calibri"/>
                    <a:cs typeface="Calibri"/>
                  </a:rPr>
                  <a:t>API</a:t>
                </a:r>
              </a:p>
            </p:txBody>
          </p:sp>
          <p:pic>
            <p:nvPicPr>
              <p:cNvPr id="15" name="Graphic 14" descr="Selfie with solid fill">
                <a:extLst>
                  <a:ext uri="{FF2B5EF4-FFF2-40B4-BE49-F238E27FC236}">
                    <a16:creationId xmlns:a16="http://schemas.microsoft.com/office/drawing/2014/main" id="{6481BDDB-D1B9-6C4A-9E84-AEDB7B3E046A}"/>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3729479" y="2829624"/>
                <a:ext cx="1280160" cy="1280160"/>
              </a:xfrm>
              <a:prstGeom prst="rect">
                <a:avLst/>
              </a:prstGeom>
            </p:spPr>
          </p:pic>
          <p:sp>
            <p:nvSpPr>
              <p:cNvPr id="16" name="Text Box 307">
                <a:extLst>
                  <a:ext uri="{FF2B5EF4-FFF2-40B4-BE49-F238E27FC236}">
                    <a16:creationId xmlns:a16="http://schemas.microsoft.com/office/drawing/2014/main" id="{80B7BBBE-FE51-B65C-CE3B-DD5A6E31446A}"/>
                  </a:ext>
                </a:extLst>
              </p:cNvPr>
              <p:cNvSpPr txBox="1">
                <a:spLocks noChangeArrowheads="1"/>
              </p:cNvSpPr>
              <p:nvPr/>
            </p:nvSpPr>
            <p:spPr bwMode="auto">
              <a:xfrm>
                <a:off x="3773770" y="2417834"/>
                <a:ext cx="117420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600" b="1" kern="0" dirty="0">
                    <a:solidFill>
                      <a:srgbClr val="000000"/>
                    </a:solidFill>
                    <a:latin typeface="Calibri"/>
                    <a:cs typeface="Calibri"/>
                  </a:rPr>
                  <a:t>App</a:t>
                </a:r>
              </a:p>
            </p:txBody>
          </p:sp>
          <p:pic>
            <p:nvPicPr>
              <p:cNvPr id="17" name="Graphic 16" descr="Chat bubble outline">
                <a:extLst>
                  <a:ext uri="{FF2B5EF4-FFF2-40B4-BE49-F238E27FC236}">
                    <a16:creationId xmlns:a16="http://schemas.microsoft.com/office/drawing/2014/main" id="{CD250A52-A4B6-D835-54D1-3CE65640C595}"/>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997993" y="3473651"/>
                <a:ext cx="749808" cy="749808"/>
              </a:xfrm>
              <a:prstGeom prst="rect">
                <a:avLst/>
              </a:prstGeom>
            </p:spPr>
          </p:pic>
          <p:pic>
            <p:nvPicPr>
              <p:cNvPr id="18" name="Graphic 17" descr="Chat bubble with solid fill">
                <a:extLst>
                  <a:ext uri="{FF2B5EF4-FFF2-40B4-BE49-F238E27FC236}">
                    <a16:creationId xmlns:a16="http://schemas.microsoft.com/office/drawing/2014/main" id="{3D282274-932C-E9FA-B1D5-80F6112E5434}"/>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4738563" y="2831108"/>
                <a:ext cx="746063" cy="746063"/>
              </a:xfrm>
              <a:prstGeom prst="rect">
                <a:avLst/>
              </a:prstGeom>
            </p:spPr>
          </p:pic>
          <p:sp>
            <p:nvSpPr>
              <p:cNvPr id="19" name="AutoShape 304">
                <a:extLst>
                  <a:ext uri="{FF2B5EF4-FFF2-40B4-BE49-F238E27FC236}">
                    <a16:creationId xmlns:a16="http://schemas.microsoft.com/office/drawing/2014/main" id="{76D4418A-EEBB-4129-E318-76DE6825B466}"/>
                  </a:ext>
                </a:extLst>
              </p:cNvPr>
              <p:cNvSpPr>
                <a:spLocks noChangeArrowheads="1"/>
              </p:cNvSpPr>
              <p:nvPr/>
            </p:nvSpPr>
            <p:spPr bwMode="auto">
              <a:xfrm>
                <a:off x="5438374" y="3002859"/>
                <a:ext cx="1068785" cy="307737"/>
              </a:xfrm>
              <a:prstGeom prst="rightArrow">
                <a:avLst>
                  <a:gd name="adj1" fmla="val 52602"/>
                  <a:gd name="adj2" fmla="val 59572"/>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defTabSz="914400">
                  <a:defRPr/>
                </a:pPr>
                <a:endParaRPr lang="en-US" kern="0" dirty="0">
                  <a:solidFill>
                    <a:sysClr val="windowText" lastClr="000000"/>
                  </a:solidFill>
                </a:endParaRPr>
              </a:p>
            </p:txBody>
          </p:sp>
          <p:sp>
            <p:nvSpPr>
              <p:cNvPr id="20" name="AutoShape 304">
                <a:extLst>
                  <a:ext uri="{FF2B5EF4-FFF2-40B4-BE49-F238E27FC236}">
                    <a16:creationId xmlns:a16="http://schemas.microsoft.com/office/drawing/2014/main" id="{FC478A31-478E-E076-1AED-8C16897EFF08}"/>
                  </a:ext>
                </a:extLst>
              </p:cNvPr>
              <p:cNvSpPr>
                <a:spLocks noChangeArrowheads="1"/>
              </p:cNvSpPr>
              <p:nvPr/>
            </p:nvSpPr>
            <p:spPr bwMode="auto">
              <a:xfrm rot="10800000">
                <a:off x="4950233" y="3659762"/>
                <a:ext cx="1068785" cy="307737"/>
              </a:xfrm>
              <a:prstGeom prst="rightArrow">
                <a:avLst>
                  <a:gd name="adj1" fmla="val 52602"/>
                  <a:gd name="adj2" fmla="val 59572"/>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defTabSz="914400">
                  <a:defRPr/>
                </a:pPr>
                <a:endParaRPr lang="en-US" kern="0" dirty="0">
                  <a:solidFill>
                    <a:sysClr val="windowText" lastClr="000000"/>
                  </a:solidFill>
                </a:endParaRPr>
              </a:p>
            </p:txBody>
          </p:sp>
          <p:pic>
            <p:nvPicPr>
              <p:cNvPr id="21" name="Graphic 20" descr="Chat bubble outline">
                <a:extLst>
                  <a:ext uri="{FF2B5EF4-FFF2-40B4-BE49-F238E27FC236}">
                    <a16:creationId xmlns:a16="http://schemas.microsoft.com/office/drawing/2014/main" id="{99ECA2AF-D7D3-8B11-FCD9-13926737908C}"/>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9057221" y="3473651"/>
                <a:ext cx="749808" cy="749808"/>
              </a:xfrm>
              <a:prstGeom prst="rect">
                <a:avLst/>
              </a:prstGeom>
            </p:spPr>
          </p:pic>
          <p:pic>
            <p:nvPicPr>
              <p:cNvPr id="22" name="Graphic 21" descr="Chat bubble with solid fill">
                <a:extLst>
                  <a:ext uri="{FF2B5EF4-FFF2-40B4-BE49-F238E27FC236}">
                    <a16:creationId xmlns:a16="http://schemas.microsoft.com/office/drawing/2014/main" id="{B0BC0FE9-F7F3-8FDB-4DBB-FA6D251E2E9A}"/>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797791" y="2831108"/>
                <a:ext cx="746063" cy="746063"/>
              </a:xfrm>
              <a:prstGeom prst="rect">
                <a:avLst/>
              </a:prstGeom>
            </p:spPr>
          </p:pic>
          <p:sp>
            <p:nvSpPr>
              <p:cNvPr id="23" name="AutoShape 304">
                <a:extLst>
                  <a:ext uri="{FF2B5EF4-FFF2-40B4-BE49-F238E27FC236}">
                    <a16:creationId xmlns:a16="http://schemas.microsoft.com/office/drawing/2014/main" id="{47BA82D1-D369-5D35-E9DF-7D13FBCA0BB2}"/>
                  </a:ext>
                </a:extLst>
              </p:cNvPr>
              <p:cNvSpPr>
                <a:spLocks noChangeArrowheads="1"/>
              </p:cNvSpPr>
              <p:nvPr/>
            </p:nvSpPr>
            <p:spPr bwMode="auto">
              <a:xfrm>
                <a:off x="8497602" y="3002859"/>
                <a:ext cx="1068785" cy="307737"/>
              </a:xfrm>
              <a:prstGeom prst="rightArrow">
                <a:avLst>
                  <a:gd name="adj1" fmla="val 52602"/>
                  <a:gd name="adj2" fmla="val 59572"/>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defTabSz="914400">
                  <a:defRPr/>
                </a:pPr>
                <a:endParaRPr lang="en-US" kern="0" dirty="0">
                  <a:solidFill>
                    <a:sysClr val="windowText" lastClr="000000"/>
                  </a:solidFill>
                </a:endParaRPr>
              </a:p>
            </p:txBody>
          </p:sp>
          <p:sp>
            <p:nvSpPr>
              <p:cNvPr id="24" name="AutoShape 304">
                <a:extLst>
                  <a:ext uri="{FF2B5EF4-FFF2-40B4-BE49-F238E27FC236}">
                    <a16:creationId xmlns:a16="http://schemas.microsoft.com/office/drawing/2014/main" id="{A28CD5BA-75F0-8BC7-85D7-EDF784DF600F}"/>
                  </a:ext>
                </a:extLst>
              </p:cNvPr>
              <p:cNvSpPr>
                <a:spLocks noChangeArrowheads="1"/>
              </p:cNvSpPr>
              <p:nvPr/>
            </p:nvSpPr>
            <p:spPr bwMode="auto">
              <a:xfrm rot="10800000">
                <a:off x="8009461" y="3659762"/>
                <a:ext cx="1068785" cy="307737"/>
              </a:xfrm>
              <a:prstGeom prst="rightArrow">
                <a:avLst>
                  <a:gd name="adj1" fmla="val 52602"/>
                  <a:gd name="adj2" fmla="val 59572"/>
                </a:avLst>
              </a:prstGeom>
              <a:solidFill>
                <a:srgbClr val="009DDC"/>
              </a:solidFill>
              <a:ln w="9525">
                <a:noFill/>
                <a:miter lim="800000"/>
                <a:headEnd/>
                <a:tailEnd/>
              </a:ln>
              <a:effectLst>
                <a:outerShdw blurRad="38100" dist="25400" dir="2700000" sx="99000" sy="99000" algn="ctr" rotWithShape="0">
                  <a:srgbClr val="000000">
                    <a:alpha val="75000"/>
                  </a:srgbClr>
                </a:outerShdw>
              </a:effectLst>
            </p:spPr>
            <p:txBody>
              <a:bodyPr wrap="none" anchor="ctr"/>
              <a:lstStyle/>
              <a:p>
                <a:pPr defTabSz="914400">
                  <a:defRPr/>
                </a:pPr>
                <a:endParaRPr lang="en-US" kern="0" dirty="0">
                  <a:solidFill>
                    <a:sysClr val="windowText" lastClr="000000"/>
                  </a:solidFill>
                </a:endParaRPr>
              </a:p>
            </p:txBody>
          </p:sp>
          <p:sp>
            <p:nvSpPr>
              <p:cNvPr id="25" name="Text Box 307">
                <a:extLst>
                  <a:ext uri="{FF2B5EF4-FFF2-40B4-BE49-F238E27FC236}">
                    <a16:creationId xmlns:a16="http://schemas.microsoft.com/office/drawing/2014/main" id="{E6DAF252-2A0C-040A-857A-5C6A149147A4}"/>
                  </a:ext>
                </a:extLst>
              </p:cNvPr>
              <p:cNvSpPr txBox="1">
                <a:spLocks noChangeArrowheads="1"/>
              </p:cNvSpPr>
              <p:nvPr/>
            </p:nvSpPr>
            <p:spPr bwMode="auto">
              <a:xfrm>
                <a:off x="8845023" y="4121418"/>
                <a:ext cx="117420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200" b="1" kern="0" dirty="0">
                    <a:solidFill>
                      <a:srgbClr val="000000"/>
                    </a:solidFill>
                    <a:latin typeface="Calibri"/>
                    <a:cs typeface="Calibri"/>
                  </a:rPr>
                  <a:t>Response</a:t>
                </a:r>
              </a:p>
            </p:txBody>
          </p:sp>
        </p:grpSp>
        <p:sp>
          <p:nvSpPr>
            <p:cNvPr id="10" name="Text Box 307">
              <a:extLst>
                <a:ext uri="{FF2B5EF4-FFF2-40B4-BE49-F238E27FC236}">
                  <a16:creationId xmlns:a16="http://schemas.microsoft.com/office/drawing/2014/main" id="{41D39EB1-6016-9F12-DAEA-762422C9ABA9}"/>
                </a:ext>
              </a:extLst>
            </p:cNvPr>
            <p:cNvSpPr txBox="1">
              <a:spLocks noChangeArrowheads="1"/>
            </p:cNvSpPr>
            <p:nvPr/>
          </p:nvSpPr>
          <p:spPr bwMode="auto">
            <a:xfrm>
              <a:off x="3091429" y="2416513"/>
              <a:ext cx="1174203"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200" b="1" kern="0" dirty="0">
                  <a:solidFill>
                    <a:srgbClr val="000000"/>
                  </a:solidFill>
                  <a:latin typeface="Calibri"/>
                  <a:cs typeface="Calibri"/>
                </a:rPr>
                <a:t>Request</a:t>
              </a:r>
            </a:p>
          </p:txBody>
        </p:sp>
      </p:grpSp>
    </p:spTree>
    <p:extLst>
      <p:ext uri="{BB962C8B-B14F-4D97-AF65-F5344CB8AC3E}">
        <p14:creationId xmlns:p14="http://schemas.microsoft.com/office/powerpoint/2010/main" val="1465633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EEDFAE-D68C-1BBA-4E2D-DA076F4DA112}"/>
              </a:ext>
            </a:extLst>
          </p:cNvPr>
          <p:cNvSpPr>
            <a:spLocks noGrp="1"/>
          </p:cNvSpPr>
          <p:nvPr>
            <p:ph type="sldNum" sz="quarter" idx="12"/>
          </p:nvPr>
        </p:nvSpPr>
        <p:spPr/>
        <p:txBody>
          <a:bodyPr/>
          <a:lstStyle/>
          <a:p>
            <a:fld id="{A8160BDD-7155-D744-B749-9730458604AD}" type="slidenum">
              <a:rPr lang="en-US" smtClean="0"/>
              <a:t>36</a:t>
            </a:fld>
            <a:endParaRPr lang="en-US" dirty="0"/>
          </a:p>
        </p:txBody>
      </p:sp>
      <p:sp>
        <p:nvSpPr>
          <p:cNvPr id="5" name="Content Placeholder 4">
            <a:extLst>
              <a:ext uri="{FF2B5EF4-FFF2-40B4-BE49-F238E27FC236}">
                <a16:creationId xmlns:a16="http://schemas.microsoft.com/office/drawing/2014/main" id="{8C31C616-DE47-1B56-E8BF-7701763DCEF4}"/>
              </a:ext>
            </a:extLst>
          </p:cNvPr>
          <p:cNvSpPr>
            <a:spLocks noGrp="1"/>
          </p:cNvSpPr>
          <p:nvPr>
            <p:ph idx="1"/>
          </p:nvPr>
        </p:nvSpPr>
        <p:spPr>
          <a:xfrm>
            <a:off x="455900" y="1302040"/>
            <a:ext cx="5526889" cy="4920960"/>
          </a:xfrm>
        </p:spPr>
        <p:txBody>
          <a:bodyPr/>
          <a:lstStyle/>
          <a:p>
            <a:r>
              <a:rPr lang="en-US" dirty="0"/>
              <a:t>Generative AI always provides satisfactory results.</a:t>
            </a:r>
          </a:p>
          <a:p>
            <a:r>
              <a:rPr lang="en-US" dirty="0"/>
              <a:t>Generative AI never provides satisfactory results.</a:t>
            </a:r>
          </a:p>
          <a:p>
            <a:r>
              <a:rPr lang="en-US" dirty="0"/>
              <a:t>Results don't need to be reviewed by a human.</a:t>
            </a:r>
          </a:p>
          <a:p>
            <a:r>
              <a:rPr lang="en-US" dirty="0"/>
              <a:t>Content generated by AI is plagiarized.</a:t>
            </a:r>
          </a:p>
          <a:p>
            <a:r>
              <a:rPr lang="en-US" dirty="0"/>
              <a:t>Content generated by AI is combined.</a:t>
            </a:r>
          </a:p>
          <a:p>
            <a:r>
              <a:rPr lang="en-US" dirty="0"/>
              <a:t>Tools that detect AI-generated content are reliable.</a:t>
            </a:r>
          </a:p>
          <a:p>
            <a:r>
              <a:rPr lang="en-US" dirty="0"/>
              <a:t>Outputs violate authors' and artists' copyrights.</a:t>
            </a:r>
          </a:p>
          <a:p>
            <a:r>
              <a:rPr lang="en-US" dirty="0"/>
              <a:t>Generative AI will completely replace human labor.</a:t>
            </a:r>
          </a:p>
        </p:txBody>
      </p:sp>
      <p:sp>
        <p:nvSpPr>
          <p:cNvPr id="4" name="Title 3">
            <a:extLst>
              <a:ext uri="{FF2B5EF4-FFF2-40B4-BE49-F238E27FC236}">
                <a16:creationId xmlns:a16="http://schemas.microsoft.com/office/drawing/2014/main" id="{55D2BC80-B3FB-C86B-F5FD-28FF41894961}"/>
              </a:ext>
            </a:extLst>
          </p:cNvPr>
          <p:cNvSpPr>
            <a:spLocks noGrp="1"/>
          </p:cNvSpPr>
          <p:nvPr>
            <p:ph type="title"/>
          </p:nvPr>
        </p:nvSpPr>
        <p:spPr/>
        <p:txBody>
          <a:bodyPr/>
          <a:lstStyle/>
          <a:p>
            <a:r>
              <a:rPr lang="en-US" dirty="0"/>
              <a:t>Myths and Misconceptions About Generative AI</a:t>
            </a:r>
          </a:p>
        </p:txBody>
      </p:sp>
      <p:pic>
        <p:nvPicPr>
          <p:cNvPr id="7" name="Picture 6" descr="A picture containing sign, traffic sign, outdoor&#10;&#10;Description automatically generated">
            <a:extLst>
              <a:ext uri="{FF2B5EF4-FFF2-40B4-BE49-F238E27FC236}">
                <a16:creationId xmlns:a16="http://schemas.microsoft.com/office/drawing/2014/main" id="{438D2584-CEB6-A0A3-8650-47BDADE325AA}"/>
              </a:ext>
            </a:extLst>
          </p:cNvPr>
          <p:cNvPicPr>
            <a:picLocks noChangeAspect="1"/>
          </p:cNvPicPr>
          <p:nvPr/>
        </p:nvPicPr>
        <p:blipFill>
          <a:blip r:embed="rId2"/>
          <a:stretch>
            <a:fillRect/>
          </a:stretch>
        </p:blipFill>
        <p:spPr>
          <a:xfrm flipH="1">
            <a:off x="8333951" y="1302040"/>
            <a:ext cx="3402149" cy="2551612"/>
          </a:xfrm>
          <a:prstGeom prst="rect">
            <a:avLst/>
          </a:prstGeom>
          <a:effectLst>
            <a:softEdge rad="31750"/>
          </a:effectLst>
        </p:spPr>
      </p:pic>
    </p:spTree>
    <p:extLst>
      <p:ext uri="{BB962C8B-B14F-4D97-AF65-F5344CB8AC3E}">
        <p14:creationId xmlns:p14="http://schemas.microsoft.com/office/powerpoint/2010/main" val="40201839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6FE571-ECD1-F817-8896-BA206DD2DA07}"/>
              </a:ext>
            </a:extLst>
          </p:cNvPr>
          <p:cNvSpPr>
            <a:spLocks noGrp="1"/>
          </p:cNvSpPr>
          <p:nvPr>
            <p:ph type="sldNum" sz="quarter" idx="12"/>
          </p:nvPr>
        </p:nvSpPr>
        <p:spPr/>
        <p:txBody>
          <a:bodyPr/>
          <a:lstStyle/>
          <a:p>
            <a:fld id="{A8160BDD-7155-D744-B749-9730458604AD}" type="slidenum">
              <a:rPr lang="en-US" smtClean="0"/>
              <a:pPr/>
              <a:t>37</a:t>
            </a:fld>
            <a:endParaRPr lang="en-US" dirty="0"/>
          </a:p>
        </p:txBody>
      </p:sp>
      <p:sp>
        <p:nvSpPr>
          <p:cNvPr id="8" name="Content Placeholder 7">
            <a:extLst>
              <a:ext uri="{FF2B5EF4-FFF2-40B4-BE49-F238E27FC236}">
                <a16:creationId xmlns:a16="http://schemas.microsoft.com/office/drawing/2014/main" id="{E102E8F0-649D-596B-1BDA-E8B3693042DD}"/>
              </a:ext>
            </a:extLst>
          </p:cNvPr>
          <p:cNvSpPr>
            <a:spLocks noGrp="1"/>
          </p:cNvSpPr>
          <p:nvPr>
            <p:ph idx="1"/>
          </p:nvPr>
        </p:nvSpPr>
        <p:spPr/>
        <p:txBody>
          <a:bodyPr/>
          <a:lstStyle/>
          <a:p>
            <a:pPr>
              <a:buFont typeface="+mj-lt"/>
              <a:buAutoNum type="arabicPeriod"/>
            </a:pPr>
            <a:r>
              <a:rPr lang="en-US" dirty="0"/>
              <a:t>Read the question scenario in the text. Which generative AI modality or modalities would be relevant to solving this problem, and how?</a:t>
            </a:r>
          </a:p>
          <a:p>
            <a:pPr>
              <a:buFont typeface="+mj-lt"/>
              <a:buAutoNum type="arabicPeriod"/>
            </a:pPr>
            <a:r>
              <a:rPr lang="en-US" dirty="0"/>
              <a:t>Read the question scenario in the text. How can you guide the AI's outputs using prompt engineering?</a:t>
            </a:r>
          </a:p>
          <a:p>
            <a:pPr>
              <a:buFont typeface="+mj-lt"/>
              <a:buAutoNum type="arabicPeriod"/>
            </a:pPr>
            <a:r>
              <a:rPr lang="en-US" dirty="0"/>
              <a:t>Read the question scenario in the text. How might you use your data to improve the AI's relevance to your specialized field?</a:t>
            </a:r>
          </a:p>
          <a:p>
            <a:pPr>
              <a:buFont typeface="+mj-lt"/>
              <a:buAutoNum type="arabicPeriod"/>
            </a:pPr>
            <a:r>
              <a:rPr lang="en-US" dirty="0"/>
              <a:t>Read the question and select an answer.</a:t>
            </a:r>
          </a:p>
        </p:txBody>
      </p:sp>
      <p:sp>
        <p:nvSpPr>
          <p:cNvPr id="5" name="Title 4">
            <a:extLst>
              <a:ext uri="{FF2B5EF4-FFF2-40B4-BE49-F238E27FC236}">
                <a16:creationId xmlns:a16="http://schemas.microsoft.com/office/drawing/2014/main" id="{E0F87133-EFF4-9E97-8795-6E48CE538C3A}"/>
              </a:ext>
            </a:extLst>
          </p:cNvPr>
          <p:cNvSpPr>
            <a:spLocks noGrp="1"/>
          </p:cNvSpPr>
          <p:nvPr>
            <p:ph type="title"/>
          </p:nvPr>
        </p:nvSpPr>
        <p:spPr/>
        <p:txBody>
          <a:bodyPr/>
          <a:lstStyle/>
          <a:p>
            <a:r>
              <a:rPr lang="en-US" dirty="0"/>
              <a:t>Activity: Discussing Generative AI Concepts</a:t>
            </a:r>
          </a:p>
        </p:txBody>
      </p:sp>
    </p:spTree>
    <p:extLst>
      <p:ext uri="{BB962C8B-B14F-4D97-AF65-F5344CB8AC3E}">
        <p14:creationId xmlns:p14="http://schemas.microsoft.com/office/powerpoint/2010/main" val="15881322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66C9B1-39AE-C744-9CCB-B1B902A6F342}"/>
              </a:ext>
            </a:extLst>
          </p:cNvPr>
          <p:cNvSpPr>
            <a:spLocks noGrp="1"/>
          </p:cNvSpPr>
          <p:nvPr>
            <p:ph type="sldNum" sz="quarter" idx="12"/>
          </p:nvPr>
        </p:nvSpPr>
        <p:spPr/>
        <p:txBody>
          <a:bodyPr/>
          <a:lstStyle/>
          <a:p>
            <a:fld id="{A8160BDD-7155-D744-B749-9730458604AD}" type="slidenum">
              <a:rPr lang="en-US" smtClean="0"/>
              <a:pPr/>
              <a:t>38</a:t>
            </a:fld>
            <a:endParaRPr lang="en-US" dirty="0"/>
          </a:p>
        </p:txBody>
      </p:sp>
      <p:sp>
        <p:nvSpPr>
          <p:cNvPr id="3" name="Text Placeholder 2">
            <a:extLst>
              <a:ext uri="{FF2B5EF4-FFF2-40B4-BE49-F238E27FC236}">
                <a16:creationId xmlns:a16="http://schemas.microsoft.com/office/drawing/2014/main" id="{17BE0E2B-4E33-CB49-95F1-AC0E74888D2F}"/>
              </a:ext>
            </a:extLst>
          </p:cNvPr>
          <p:cNvSpPr>
            <a:spLocks noGrp="1"/>
          </p:cNvSpPr>
          <p:nvPr>
            <p:ph type="body" sz="quarter" idx="13"/>
          </p:nvPr>
        </p:nvSpPr>
        <p:spPr/>
        <p:txBody>
          <a:bodyPr/>
          <a:lstStyle/>
          <a:p>
            <a:r>
              <a:rPr lang="en-US" dirty="0"/>
              <a:t>What sort of additional research, if any, do you plan on doing to learn more about the concepts behind AI?</a:t>
            </a:r>
          </a:p>
          <a:p>
            <a:r>
              <a:rPr lang="en-US" dirty="0"/>
              <a:t>Does your organization currently use, or plan to use, generative AI or agentic AI? How?</a:t>
            </a:r>
          </a:p>
        </p:txBody>
      </p:sp>
    </p:spTree>
    <p:extLst>
      <p:ext uri="{BB962C8B-B14F-4D97-AF65-F5344CB8AC3E}">
        <p14:creationId xmlns:p14="http://schemas.microsoft.com/office/powerpoint/2010/main" val="4093992310"/>
      </p:ext>
    </p:extLst>
  </p:cSld>
  <p:clrMapOvr>
    <a:masterClrMapping/>
  </p:clrMapOvr>
</p:sld>
</file>

<file path=ppt/theme/theme1.xml><?xml version="1.0" encoding="utf-8"?>
<a:theme xmlns:a="http://schemas.openxmlformats.org/drawingml/2006/main" name="CNX">
  <a:themeElements>
    <a:clrScheme name="CNX 1">
      <a:dk1>
        <a:srgbClr val="000000"/>
      </a:dk1>
      <a:lt1>
        <a:srgbClr val="FFFFFF"/>
      </a:lt1>
      <a:dk2>
        <a:srgbClr val="000000"/>
      </a:dk2>
      <a:lt2>
        <a:srgbClr val="FFFFFF"/>
      </a:lt2>
      <a:accent1>
        <a:srgbClr val="009DDC"/>
      </a:accent1>
      <a:accent2>
        <a:srgbClr val="1D76BB"/>
      </a:accent2>
      <a:accent3>
        <a:srgbClr val="F05323"/>
      </a:accent3>
      <a:accent4>
        <a:srgbClr val="1D3764"/>
      </a:accent4>
      <a:accent5>
        <a:srgbClr val="C1C5C9"/>
      </a:accent5>
      <a:accent6>
        <a:srgbClr val="009DDC"/>
      </a:accent6>
      <a:hlink>
        <a:srgbClr val="009DDC"/>
      </a:hlink>
      <a:folHlink>
        <a:srgbClr val="009DD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NX_OV_Template_BIZ_1.4.potx" id="{FC8E00D4-5C18-4A7B-A267-D7664A2A2578}" vid="{0731E515-B91B-47E2-8213-240CAD6364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A3E69E70E30E468993238898FCF574" ma:contentTypeVersion="4" ma:contentTypeDescription="Create a new document." ma:contentTypeScope="" ma:versionID="dc0a16b6a225e328636b89082a0fd4a9">
  <xsd:schema xmlns:xsd="http://www.w3.org/2001/XMLSchema" xmlns:xs="http://www.w3.org/2001/XMLSchema" xmlns:p="http://schemas.microsoft.com/office/2006/metadata/properties" xmlns:ns2="64dd2cb5-7863-47d4-b3f2-5b70c1925be2" targetNamespace="http://schemas.microsoft.com/office/2006/metadata/properties" ma:root="true" ma:fieldsID="b5d20a745309770a795a0694b6cd691c" ns2:_="">
    <xsd:import namespace="64dd2cb5-7863-47d4-b3f2-5b70c1925be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dd2cb5-7863-47d4-b3f2-5b70c1925b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5412840-34B3-43D0-9071-24C4F0CCE5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4dd2cb5-7863-47d4-b3f2-5b70c1925b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EE0D89E-233E-41F5-B369-92342F4EEEF8}">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77BBCB1-D0C3-46F8-A7FC-B2722C0802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CNX_OV_Template_BIZ_1.4</Template>
  <TotalTime>752</TotalTime>
  <Words>1621</Words>
  <Application>Microsoft Office PowerPoint</Application>
  <PresentationFormat>Widescreen</PresentationFormat>
  <Paragraphs>378</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Courier New</vt:lpstr>
      <vt:lpstr>Wingdings</vt:lpstr>
      <vt:lpstr>CNX</vt:lpstr>
      <vt:lpstr>AI Fundamentals</vt:lpstr>
      <vt:lpstr>AI Fundamentals</vt:lpstr>
      <vt:lpstr>PowerPoint Presentation</vt:lpstr>
      <vt:lpstr>What Is Artificial Intelligence (AI)?</vt:lpstr>
      <vt:lpstr>PowerPoint Presentation</vt:lpstr>
      <vt:lpstr>Recent Timeline of AI</vt:lpstr>
      <vt:lpstr>AI-Enabling Technologies</vt:lpstr>
      <vt:lpstr>General AI and Narrow AI</vt:lpstr>
      <vt:lpstr>Machine Learning</vt:lpstr>
      <vt:lpstr>Machine Learning Datasets</vt:lpstr>
      <vt:lpstr>Deep Learning</vt:lpstr>
      <vt:lpstr>Artificial Neural Networks (ANN)</vt:lpstr>
      <vt:lpstr>Parameters and Weights</vt:lpstr>
      <vt:lpstr>Model Checkpoints</vt:lpstr>
      <vt:lpstr>Deep Learning Applications</vt:lpstr>
      <vt:lpstr>Machine Learning vs. Deep Learning</vt:lpstr>
      <vt:lpstr>How AI Concepts Relate</vt:lpstr>
      <vt:lpstr>Machine Learning Approaches</vt:lpstr>
      <vt:lpstr>Activity: Discussing AI Concepts</vt:lpstr>
      <vt:lpstr>PowerPoint Presentation</vt:lpstr>
      <vt:lpstr>Generative AI</vt:lpstr>
      <vt:lpstr>Key Generative AI Organizations</vt:lpstr>
      <vt:lpstr>Generative AI Resources</vt:lpstr>
      <vt:lpstr>Generative AI Modalities</vt:lpstr>
      <vt:lpstr>Generative AI Prompting</vt:lpstr>
      <vt:lpstr>Prompt Engineering</vt:lpstr>
      <vt:lpstr>In-Context Prompting</vt:lpstr>
      <vt:lpstr>Fine Tuning</vt:lpstr>
      <vt:lpstr>Generative AI Approaches</vt:lpstr>
      <vt:lpstr>Diffusion Models</vt:lpstr>
      <vt:lpstr>Generative Pre-trained Transformers (GPT)</vt:lpstr>
      <vt:lpstr>Reinforcement Learning from Human Feedback (RLHF)</vt:lpstr>
      <vt:lpstr>Agentic AI</vt:lpstr>
      <vt:lpstr>Agentic AI Example</vt:lpstr>
      <vt:lpstr>API Access</vt:lpstr>
      <vt:lpstr>Myths and Misconceptions About Generative AI</vt:lpstr>
      <vt:lpstr>Activity: Discussing Generative AI Concepts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Jason Nufryk</dc:creator>
  <cp:lastModifiedBy>Michelle Farney</cp:lastModifiedBy>
  <cp:revision>15</cp:revision>
  <dcterms:created xsi:type="dcterms:W3CDTF">2025-07-16T12:32:27Z</dcterms:created>
  <dcterms:modified xsi:type="dcterms:W3CDTF">2025-08-19T20:45:41Z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0x0101000FA3E69E70E30E468993238898FCF574</vt:lpwstr>
  </property>
</Properties>
</file>
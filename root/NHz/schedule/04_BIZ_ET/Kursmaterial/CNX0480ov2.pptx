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44"/>
  </p:notesMasterIdLst>
  <p:handoutMasterIdLst>
    <p:handoutMasterId r:id="rId45"/>
  </p:handoutMasterIdLst>
  <p:sldIdLst>
    <p:sldId id="274" r:id="rId5"/>
    <p:sldId id="272" r:id="rId6"/>
    <p:sldId id="264" r:id="rId7"/>
    <p:sldId id="275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8" r:id="rId19"/>
    <p:sldId id="287" r:id="rId20"/>
    <p:sldId id="289" r:id="rId21"/>
    <p:sldId id="290" r:id="rId22"/>
    <p:sldId id="291" r:id="rId23"/>
    <p:sldId id="292" r:id="rId24"/>
    <p:sldId id="294" r:id="rId25"/>
    <p:sldId id="295" r:id="rId26"/>
    <p:sldId id="273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8" r:id="rId39"/>
    <p:sldId id="307" r:id="rId40"/>
    <p:sldId id="309" r:id="rId41"/>
    <p:sldId id="310" r:id="rId42"/>
    <p:sldId id="27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4"/>
    <a:srgbClr val="009DDC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69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Smart city</c:v>
                </c:pt>
                <c:pt idx="1">
                  <c:v>Connected industry</c:v>
                </c:pt>
                <c:pt idx="2">
                  <c:v>Connected buildings</c:v>
                </c:pt>
                <c:pt idx="3">
                  <c:v>Connected cars</c:v>
                </c:pt>
                <c:pt idx="4">
                  <c:v>Smart energy</c:v>
                </c:pt>
                <c:pt idx="5">
                  <c:v>Connected health</c:v>
                </c:pt>
                <c:pt idx="6">
                  <c:v>Smart supply chain</c:v>
                </c:pt>
                <c:pt idx="7">
                  <c:v>Smart agriculture</c:v>
                </c:pt>
                <c:pt idx="8">
                  <c:v>Smart retail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0.23</c:v>
                </c:pt>
                <c:pt idx="1">
                  <c:v>0.17</c:v>
                </c:pt>
                <c:pt idx="2">
                  <c:v>0.12</c:v>
                </c:pt>
                <c:pt idx="3">
                  <c:v>0.11</c:v>
                </c:pt>
                <c:pt idx="4">
                  <c:v>0.1</c:v>
                </c:pt>
                <c:pt idx="5">
                  <c:v>0.06</c:v>
                </c:pt>
                <c:pt idx="6">
                  <c:v>0.05</c:v>
                </c:pt>
                <c:pt idx="7">
                  <c:v>0.04</c:v>
                </c:pt>
                <c:pt idx="8">
                  <c:v>0.04</c:v>
                </c:pt>
                <c:pt idx="9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B-4FF9-B4D6-8DE92FCA93E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46524608"/>
        <c:axId val="1341186272"/>
      </c:barChart>
      <c:catAx>
        <c:axId val="12465246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1186272"/>
        <c:crosses val="autoZero"/>
        <c:auto val="1"/>
        <c:lblAlgn val="ctr"/>
        <c:lblOffset val="100"/>
        <c:noMultiLvlLbl val="0"/>
      </c:catAx>
      <c:valAx>
        <c:axId val="1341186272"/>
        <c:scaling>
          <c:orientation val="minMax"/>
        </c:scaling>
        <c:delete val="0"/>
        <c:axPos val="t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524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image" Target="../media/image33.jpg"/><Relationship Id="rId4" Type="http://schemas.openxmlformats.org/officeDocument/2006/relationships/image" Target="../media/image36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image" Target="../media/image33.jpg"/><Relationship Id="rId4" Type="http://schemas.openxmlformats.org/officeDocument/2006/relationships/image" Target="../media/image36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DF84D1-05DB-4516-987D-7BA0C856D4B5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C31CAC-4248-4B17-93E1-3B73200896EE}">
      <dgm:prSet phldrT="[Text]"/>
      <dgm:spPr/>
      <dgm:t>
        <a:bodyPr/>
        <a:lstStyle/>
        <a:p>
          <a:r>
            <a:rPr lang="en-US" dirty="0"/>
            <a:t>Building Traffic</a:t>
          </a:r>
        </a:p>
      </dgm:t>
    </dgm:pt>
    <dgm:pt modelId="{C83CB244-6559-4B57-AA90-7801A849F644}" type="parTrans" cxnId="{4B518B89-FF5F-4FF3-B1E9-5A2C94DF8D24}">
      <dgm:prSet/>
      <dgm:spPr/>
      <dgm:t>
        <a:bodyPr/>
        <a:lstStyle/>
        <a:p>
          <a:endParaRPr lang="en-US"/>
        </a:p>
      </dgm:t>
    </dgm:pt>
    <dgm:pt modelId="{44DAC842-8AB1-4448-9DF8-1B93FAC1CCF9}" type="sibTrans" cxnId="{4B518B89-FF5F-4FF3-B1E9-5A2C94DF8D24}">
      <dgm:prSet/>
      <dgm:spPr/>
      <dgm:t>
        <a:bodyPr/>
        <a:lstStyle/>
        <a:p>
          <a:endParaRPr lang="en-US"/>
        </a:p>
      </dgm:t>
    </dgm:pt>
    <dgm:pt modelId="{D5804DA6-69E1-415C-83C6-243E4D321A9B}">
      <dgm:prSet phldrT="[Text]"/>
      <dgm:spPr/>
      <dgm:t>
        <a:bodyPr/>
        <a:lstStyle/>
        <a:p>
          <a:r>
            <a:rPr lang="en-US" dirty="0"/>
            <a:t>Occupants</a:t>
          </a:r>
        </a:p>
      </dgm:t>
    </dgm:pt>
    <dgm:pt modelId="{C1C0AD3F-C977-4700-B0BD-56D7751630C8}" type="parTrans" cxnId="{B3EC4746-3AE5-4773-A1E0-F1D717537B77}">
      <dgm:prSet/>
      <dgm:spPr/>
      <dgm:t>
        <a:bodyPr/>
        <a:lstStyle/>
        <a:p>
          <a:endParaRPr lang="en-US"/>
        </a:p>
      </dgm:t>
    </dgm:pt>
    <dgm:pt modelId="{AF25DEDD-7AD0-4E71-A9A3-1141EE299CED}" type="sibTrans" cxnId="{B3EC4746-3AE5-4773-A1E0-F1D717537B77}">
      <dgm:prSet/>
      <dgm:spPr/>
      <dgm:t>
        <a:bodyPr/>
        <a:lstStyle/>
        <a:p>
          <a:endParaRPr lang="en-US"/>
        </a:p>
      </dgm:t>
    </dgm:pt>
    <dgm:pt modelId="{C188C125-3BEF-4DEF-8F88-59721FDC8D2B}">
      <dgm:prSet phldrT="[Text]"/>
      <dgm:spPr/>
      <dgm:t>
        <a:bodyPr/>
        <a:lstStyle/>
        <a:p>
          <a:r>
            <a:rPr lang="en-US" dirty="0"/>
            <a:t>Safety and Security</a:t>
          </a:r>
        </a:p>
      </dgm:t>
    </dgm:pt>
    <dgm:pt modelId="{D0200CA0-8831-4EA6-81D5-6C6FE5DD6672}" type="parTrans" cxnId="{09C40F3C-3BE9-44DB-816A-E89B64F9084A}">
      <dgm:prSet/>
      <dgm:spPr/>
      <dgm:t>
        <a:bodyPr/>
        <a:lstStyle/>
        <a:p>
          <a:endParaRPr lang="en-US"/>
        </a:p>
      </dgm:t>
    </dgm:pt>
    <dgm:pt modelId="{6DE08D1A-2415-47D7-923F-09DB8D78A372}" type="sibTrans" cxnId="{09C40F3C-3BE9-44DB-816A-E89B64F9084A}">
      <dgm:prSet/>
      <dgm:spPr/>
      <dgm:t>
        <a:bodyPr/>
        <a:lstStyle/>
        <a:p>
          <a:endParaRPr lang="en-US"/>
        </a:p>
      </dgm:t>
    </dgm:pt>
    <dgm:pt modelId="{F0356753-E53B-437F-973C-BE2A977D351E}">
      <dgm:prSet phldrT="[Text]"/>
      <dgm:spPr/>
      <dgm:t>
        <a:bodyPr/>
        <a:lstStyle/>
        <a:p>
          <a:r>
            <a:rPr lang="en-US" dirty="0"/>
            <a:t>Building Infrastructure</a:t>
          </a:r>
        </a:p>
      </dgm:t>
    </dgm:pt>
    <dgm:pt modelId="{6F272D4D-883E-47BC-B800-308A872031A2}" type="parTrans" cxnId="{B9189345-F5BE-4378-864F-A84182B8D60D}">
      <dgm:prSet/>
      <dgm:spPr/>
      <dgm:t>
        <a:bodyPr/>
        <a:lstStyle/>
        <a:p>
          <a:endParaRPr lang="en-US"/>
        </a:p>
      </dgm:t>
    </dgm:pt>
    <dgm:pt modelId="{BB2BC98B-25BF-4EAD-89B6-05A38964835A}" type="sibTrans" cxnId="{B9189345-F5BE-4378-864F-A84182B8D60D}">
      <dgm:prSet/>
      <dgm:spPr/>
      <dgm:t>
        <a:bodyPr/>
        <a:lstStyle/>
        <a:p>
          <a:endParaRPr lang="en-US"/>
        </a:p>
      </dgm:t>
    </dgm:pt>
    <dgm:pt modelId="{60CE95FB-C196-44A2-AE0A-2EB724AFE92D}" type="pres">
      <dgm:prSet presAssocID="{DCDF84D1-05DB-4516-987D-7BA0C856D4B5}" presName="Name0" presStyleCnt="0">
        <dgm:presLayoutVars>
          <dgm:dir/>
          <dgm:resizeHandles val="exact"/>
        </dgm:presLayoutVars>
      </dgm:prSet>
      <dgm:spPr/>
    </dgm:pt>
    <dgm:pt modelId="{9D1AAAF2-C995-4C30-98E7-5C33DEB1E1F2}" type="pres">
      <dgm:prSet presAssocID="{18C31CAC-4248-4B17-93E1-3B73200896EE}" presName="compNode" presStyleCnt="0"/>
      <dgm:spPr/>
    </dgm:pt>
    <dgm:pt modelId="{09A423C3-17EF-4CC7-BDF6-56032F78D285}" type="pres">
      <dgm:prSet presAssocID="{18C31CAC-4248-4B17-93E1-3B73200896EE}" presName="pictRect" presStyleLbl="node1" presStyleIdx="0" presStyleCnt="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780" b="-22780"/>
          </a:stretch>
        </a:blipFill>
      </dgm:spPr>
    </dgm:pt>
    <dgm:pt modelId="{2596EAC7-3516-4DE6-B2B0-F6151B3611D9}" type="pres">
      <dgm:prSet presAssocID="{18C31CAC-4248-4B17-93E1-3B73200896EE}" presName="textRect" presStyleLbl="revTx" presStyleIdx="0" presStyleCnt="4">
        <dgm:presLayoutVars>
          <dgm:bulletEnabled val="1"/>
        </dgm:presLayoutVars>
      </dgm:prSet>
      <dgm:spPr/>
    </dgm:pt>
    <dgm:pt modelId="{D3AA7922-A10C-4C48-AD3F-44B597AC5218}" type="pres">
      <dgm:prSet presAssocID="{44DAC842-8AB1-4448-9DF8-1B93FAC1CCF9}" presName="sibTrans" presStyleLbl="sibTrans2D1" presStyleIdx="0" presStyleCnt="0"/>
      <dgm:spPr/>
    </dgm:pt>
    <dgm:pt modelId="{E3511662-AE8A-4596-B46B-80624B7FEB3D}" type="pres">
      <dgm:prSet presAssocID="{D5804DA6-69E1-415C-83C6-243E4D321A9B}" presName="compNode" presStyleCnt="0"/>
      <dgm:spPr/>
    </dgm:pt>
    <dgm:pt modelId="{B3F55D92-FF45-4FDD-AE91-E20E7768ABA8}" type="pres">
      <dgm:prSet presAssocID="{D5804DA6-69E1-415C-83C6-243E4D321A9B}" presName="pictRect" presStyleLbl="node1" presStyleIdx="1" presStyleCnt="4" custLinFactNeighborX="1289" custLinFactNeighborY="-447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1F10D04F-0882-4707-BC4A-B804CC366DE3}" type="pres">
      <dgm:prSet presAssocID="{D5804DA6-69E1-415C-83C6-243E4D321A9B}" presName="textRect" presStyleLbl="revTx" presStyleIdx="1" presStyleCnt="4">
        <dgm:presLayoutVars>
          <dgm:bulletEnabled val="1"/>
        </dgm:presLayoutVars>
      </dgm:prSet>
      <dgm:spPr/>
    </dgm:pt>
    <dgm:pt modelId="{94C6DADE-7879-4376-A878-D1FC11500742}" type="pres">
      <dgm:prSet presAssocID="{AF25DEDD-7AD0-4E71-A9A3-1141EE299CED}" presName="sibTrans" presStyleLbl="sibTrans2D1" presStyleIdx="0" presStyleCnt="0"/>
      <dgm:spPr/>
    </dgm:pt>
    <dgm:pt modelId="{7F151AAD-A264-44C9-827B-31BCD0D61732}" type="pres">
      <dgm:prSet presAssocID="{C188C125-3BEF-4DEF-8F88-59721FDC8D2B}" presName="compNode" presStyleCnt="0"/>
      <dgm:spPr/>
    </dgm:pt>
    <dgm:pt modelId="{58F32E47-4F0F-4F59-9A5F-5663AD5FD041}" type="pres">
      <dgm:prSet presAssocID="{C188C125-3BEF-4DEF-8F88-59721FDC8D2B}" presName="pict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F6719750-DEFA-4814-83FF-5C47EE6765DC}" type="pres">
      <dgm:prSet presAssocID="{C188C125-3BEF-4DEF-8F88-59721FDC8D2B}" presName="textRect" presStyleLbl="revTx" presStyleIdx="2" presStyleCnt="4">
        <dgm:presLayoutVars>
          <dgm:bulletEnabled val="1"/>
        </dgm:presLayoutVars>
      </dgm:prSet>
      <dgm:spPr/>
    </dgm:pt>
    <dgm:pt modelId="{9D58635E-C643-40D6-ABB7-C01A9AA8B510}" type="pres">
      <dgm:prSet presAssocID="{6DE08D1A-2415-47D7-923F-09DB8D78A372}" presName="sibTrans" presStyleLbl="sibTrans2D1" presStyleIdx="0" presStyleCnt="0"/>
      <dgm:spPr/>
    </dgm:pt>
    <dgm:pt modelId="{54F3AA8A-5073-41DD-9EF9-611C6BAF3334}" type="pres">
      <dgm:prSet presAssocID="{F0356753-E53B-437F-973C-BE2A977D351E}" presName="compNode" presStyleCnt="0"/>
      <dgm:spPr/>
    </dgm:pt>
    <dgm:pt modelId="{2C2C3E60-AA7E-49A8-BF7E-415798EE374D}" type="pres">
      <dgm:prSet presAssocID="{F0356753-E53B-437F-973C-BE2A977D351E}" presName="pictRect" presStyleLbl="nod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446541BC-C63A-43D2-9F86-BD86E22831D5}" type="pres">
      <dgm:prSet presAssocID="{F0356753-E53B-437F-973C-BE2A977D351E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2DE4B804-8C09-4390-8EFA-BD7E3DBBD771}" type="presOf" srcId="{AF25DEDD-7AD0-4E71-A9A3-1141EE299CED}" destId="{94C6DADE-7879-4376-A878-D1FC11500742}" srcOrd="0" destOrd="0" presId="urn:microsoft.com/office/officeart/2005/8/layout/pList1"/>
    <dgm:cxn modelId="{86EF3B13-1522-46C9-971F-D744AEFAFDF1}" type="presOf" srcId="{F0356753-E53B-437F-973C-BE2A977D351E}" destId="{446541BC-C63A-43D2-9F86-BD86E22831D5}" srcOrd="0" destOrd="0" presId="urn:microsoft.com/office/officeart/2005/8/layout/pList1"/>
    <dgm:cxn modelId="{69735D20-4025-4B69-9A8B-5E06475FBDC3}" type="presOf" srcId="{6DE08D1A-2415-47D7-923F-09DB8D78A372}" destId="{9D58635E-C643-40D6-ABB7-C01A9AA8B510}" srcOrd="0" destOrd="0" presId="urn:microsoft.com/office/officeart/2005/8/layout/pList1"/>
    <dgm:cxn modelId="{6FEBB33B-EF16-4368-B00A-CFB4FAADB1D8}" type="presOf" srcId="{D5804DA6-69E1-415C-83C6-243E4D321A9B}" destId="{1F10D04F-0882-4707-BC4A-B804CC366DE3}" srcOrd="0" destOrd="0" presId="urn:microsoft.com/office/officeart/2005/8/layout/pList1"/>
    <dgm:cxn modelId="{09C40F3C-3BE9-44DB-816A-E89B64F9084A}" srcId="{DCDF84D1-05DB-4516-987D-7BA0C856D4B5}" destId="{C188C125-3BEF-4DEF-8F88-59721FDC8D2B}" srcOrd="2" destOrd="0" parTransId="{D0200CA0-8831-4EA6-81D5-6C6FE5DD6672}" sibTransId="{6DE08D1A-2415-47D7-923F-09DB8D78A372}"/>
    <dgm:cxn modelId="{B9189345-F5BE-4378-864F-A84182B8D60D}" srcId="{DCDF84D1-05DB-4516-987D-7BA0C856D4B5}" destId="{F0356753-E53B-437F-973C-BE2A977D351E}" srcOrd="3" destOrd="0" parTransId="{6F272D4D-883E-47BC-B800-308A872031A2}" sibTransId="{BB2BC98B-25BF-4EAD-89B6-05A38964835A}"/>
    <dgm:cxn modelId="{B3EC4746-3AE5-4773-A1E0-F1D717537B77}" srcId="{DCDF84D1-05DB-4516-987D-7BA0C856D4B5}" destId="{D5804DA6-69E1-415C-83C6-243E4D321A9B}" srcOrd="1" destOrd="0" parTransId="{C1C0AD3F-C977-4700-B0BD-56D7751630C8}" sibTransId="{AF25DEDD-7AD0-4E71-A9A3-1141EE299CED}"/>
    <dgm:cxn modelId="{4B518B89-FF5F-4FF3-B1E9-5A2C94DF8D24}" srcId="{DCDF84D1-05DB-4516-987D-7BA0C856D4B5}" destId="{18C31CAC-4248-4B17-93E1-3B73200896EE}" srcOrd="0" destOrd="0" parTransId="{C83CB244-6559-4B57-AA90-7801A849F644}" sibTransId="{44DAC842-8AB1-4448-9DF8-1B93FAC1CCF9}"/>
    <dgm:cxn modelId="{88108FCE-8CB1-4161-AD63-E26703729A6F}" type="presOf" srcId="{18C31CAC-4248-4B17-93E1-3B73200896EE}" destId="{2596EAC7-3516-4DE6-B2B0-F6151B3611D9}" srcOrd="0" destOrd="0" presId="urn:microsoft.com/office/officeart/2005/8/layout/pList1"/>
    <dgm:cxn modelId="{053896EA-BDE0-43CC-ABB7-6AC9406F7409}" type="presOf" srcId="{C188C125-3BEF-4DEF-8F88-59721FDC8D2B}" destId="{F6719750-DEFA-4814-83FF-5C47EE6765DC}" srcOrd="0" destOrd="0" presId="urn:microsoft.com/office/officeart/2005/8/layout/pList1"/>
    <dgm:cxn modelId="{446D3FF2-3BA2-410C-9125-A2D9DEFF764B}" type="presOf" srcId="{DCDF84D1-05DB-4516-987D-7BA0C856D4B5}" destId="{60CE95FB-C196-44A2-AE0A-2EB724AFE92D}" srcOrd="0" destOrd="0" presId="urn:microsoft.com/office/officeart/2005/8/layout/pList1"/>
    <dgm:cxn modelId="{F4B4A3F3-A833-4DE2-9B71-63AD726603A3}" type="presOf" srcId="{44DAC842-8AB1-4448-9DF8-1B93FAC1CCF9}" destId="{D3AA7922-A10C-4C48-AD3F-44B597AC5218}" srcOrd="0" destOrd="0" presId="urn:microsoft.com/office/officeart/2005/8/layout/pList1"/>
    <dgm:cxn modelId="{DDAD203C-52FE-447D-B623-C2CA079D42D3}" type="presParOf" srcId="{60CE95FB-C196-44A2-AE0A-2EB724AFE92D}" destId="{9D1AAAF2-C995-4C30-98E7-5C33DEB1E1F2}" srcOrd="0" destOrd="0" presId="urn:microsoft.com/office/officeart/2005/8/layout/pList1"/>
    <dgm:cxn modelId="{B57A3808-EDFE-46D2-8350-53B0CB9D30BD}" type="presParOf" srcId="{9D1AAAF2-C995-4C30-98E7-5C33DEB1E1F2}" destId="{09A423C3-17EF-4CC7-BDF6-56032F78D285}" srcOrd="0" destOrd="0" presId="urn:microsoft.com/office/officeart/2005/8/layout/pList1"/>
    <dgm:cxn modelId="{4A889D02-4F1D-4275-B6BA-8EB44D5AE70F}" type="presParOf" srcId="{9D1AAAF2-C995-4C30-98E7-5C33DEB1E1F2}" destId="{2596EAC7-3516-4DE6-B2B0-F6151B3611D9}" srcOrd="1" destOrd="0" presId="urn:microsoft.com/office/officeart/2005/8/layout/pList1"/>
    <dgm:cxn modelId="{CE22809C-D24A-4DC7-A180-F2069CFD1A00}" type="presParOf" srcId="{60CE95FB-C196-44A2-AE0A-2EB724AFE92D}" destId="{D3AA7922-A10C-4C48-AD3F-44B597AC5218}" srcOrd="1" destOrd="0" presId="urn:microsoft.com/office/officeart/2005/8/layout/pList1"/>
    <dgm:cxn modelId="{C6FA3869-EE50-47B2-9F31-8FBF3779E45E}" type="presParOf" srcId="{60CE95FB-C196-44A2-AE0A-2EB724AFE92D}" destId="{E3511662-AE8A-4596-B46B-80624B7FEB3D}" srcOrd="2" destOrd="0" presId="urn:microsoft.com/office/officeart/2005/8/layout/pList1"/>
    <dgm:cxn modelId="{99EE9BF9-0C4A-40F1-AF6D-C68345D75566}" type="presParOf" srcId="{E3511662-AE8A-4596-B46B-80624B7FEB3D}" destId="{B3F55D92-FF45-4FDD-AE91-E20E7768ABA8}" srcOrd="0" destOrd="0" presId="urn:microsoft.com/office/officeart/2005/8/layout/pList1"/>
    <dgm:cxn modelId="{BAB5363E-FDF4-4335-9714-E3F1742FD464}" type="presParOf" srcId="{E3511662-AE8A-4596-B46B-80624B7FEB3D}" destId="{1F10D04F-0882-4707-BC4A-B804CC366DE3}" srcOrd="1" destOrd="0" presId="urn:microsoft.com/office/officeart/2005/8/layout/pList1"/>
    <dgm:cxn modelId="{691A4CDF-381A-406F-ABC4-4595BF4FCD90}" type="presParOf" srcId="{60CE95FB-C196-44A2-AE0A-2EB724AFE92D}" destId="{94C6DADE-7879-4376-A878-D1FC11500742}" srcOrd="3" destOrd="0" presId="urn:microsoft.com/office/officeart/2005/8/layout/pList1"/>
    <dgm:cxn modelId="{8DEB6303-AAD7-482A-99BE-E0172A976110}" type="presParOf" srcId="{60CE95FB-C196-44A2-AE0A-2EB724AFE92D}" destId="{7F151AAD-A264-44C9-827B-31BCD0D61732}" srcOrd="4" destOrd="0" presId="urn:microsoft.com/office/officeart/2005/8/layout/pList1"/>
    <dgm:cxn modelId="{8C29CD76-DACD-4F6D-9646-34238D337F52}" type="presParOf" srcId="{7F151AAD-A264-44C9-827B-31BCD0D61732}" destId="{58F32E47-4F0F-4F59-9A5F-5663AD5FD041}" srcOrd="0" destOrd="0" presId="urn:microsoft.com/office/officeart/2005/8/layout/pList1"/>
    <dgm:cxn modelId="{D82B8436-2C66-497E-8186-CA05C1C5AB4D}" type="presParOf" srcId="{7F151AAD-A264-44C9-827B-31BCD0D61732}" destId="{F6719750-DEFA-4814-83FF-5C47EE6765DC}" srcOrd="1" destOrd="0" presId="urn:microsoft.com/office/officeart/2005/8/layout/pList1"/>
    <dgm:cxn modelId="{2AEEC2AB-9C46-493D-B3C3-E2BFA0979D89}" type="presParOf" srcId="{60CE95FB-C196-44A2-AE0A-2EB724AFE92D}" destId="{9D58635E-C643-40D6-ABB7-C01A9AA8B510}" srcOrd="5" destOrd="0" presId="urn:microsoft.com/office/officeart/2005/8/layout/pList1"/>
    <dgm:cxn modelId="{6A7A1640-7608-423C-83FA-6CCD1CFBB7AF}" type="presParOf" srcId="{60CE95FB-C196-44A2-AE0A-2EB724AFE92D}" destId="{54F3AA8A-5073-41DD-9EF9-611C6BAF3334}" srcOrd="6" destOrd="0" presId="urn:microsoft.com/office/officeart/2005/8/layout/pList1"/>
    <dgm:cxn modelId="{3805BD46-B4B3-44D3-8F03-6F28E9784A6B}" type="presParOf" srcId="{54F3AA8A-5073-41DD-9EF9-611C6BAF3334}" destId="{2C2C3E60-AA7E-49A8-BF7E-415798EE374D}" srcOrd="0" destOrd="0" presId="urn:microsoft.com/office/officeart/2005/8/layout/pList1"/>
    <dgm:cxn modelId="{6061BFF0-703C-4CDA-9DC5-B9E0FBAA5333}" type="presParOf" srcId="{54F3AA8A-5073-41DD-9EF9-611C6BAF3334}" destId="{446541BC-C63A-43D2-9F86-BD86E22831D5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DF84D1-05DB-4516-987D-7BA0C856D4B5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C31CAC-4248-4B17-93E1-3B73200896EE}">
      <dgm:prSet phldrT="[Text]"/>
      <dgm:spPr/>
      <dgm:t>
        <a:bodyPr/>
        <a:lstStyle/>
        <a:p>
          <a:r>
            <a:rPr lang="en-US" dirty="0"/>
            <a:t>Personal Health and Welfare</a:t>
          </a:r>
        </a:p>
      </dgm:t>
    </dgm:pt>
    <dgm:pt modelId="{C83CB244-6559-4B57-AA90-7801A849F644}" type="parTrans" cxnId="{4B518B89-FF5F-4FF3-B1E9-5A2C94DF8D24}">
      <dgm:prSet/>
      <dgm:spPr/>
      <dgm:t>
        <a:bodyPr/>
        <a:lstStyle/>
        <a:p>
          <a:endParaRPr lang="en-US"/>
        </a:p>
      </dgm:t>
    </dgm:pt>
    <dgm:pt modelId="{44DAC842-8AB1-4448-9DF8-1B93FAC1CCF9}" type="sibTrans" cxnId="{4B518B89-FF5F-4FF3-B1E9-5A2C94DF8D24}">
      <dgm:prSet/>
      <dgm:spPr/>
      <dgm:t>
        <a:bodyPr/>
        <a:lstStyle/>
        <a:p>
          <a:endParaRPr lang="en-US"/>
        </a:p>
      </dgm:t>
    </dgm:pt>
    <dgm:pt modelId="{3EE965F3-DF61-4FC3-8092-6EB1F302F5C6}">
      <dgm:prSet phldrT="[Text]"/>
      <dgm:spPr/>
      <dgm:t>
        <a:bodyPr/>
        <a:lstStyle/>
        <a:p>
          <a:r>
            <a:rPr lang="en-US" dirty="0"/>
            <a:t>Medical Devices</a:t>
          </a:r>
        </a:p>
      </dgm:t>
    </dgm:pt>
    <dgm:pt modelId="{EAC1F769-099A-4282-9BE5-1798D870A469}" type="parTrans" cxnId="{050D7381-9172-4D25-93CF-D6132FAD0BE1}">
      <dgm:prSet/>
      <dgm:spPr/>
      <dgm:t>
        <a:bodyPr/>
        <a:lstStyle/>
        <a:p>
          <a:endParaRPr lang="en-US"/>
        </a:p>
      </dgm:t>
    </dgm:pt>
    <dgm:pt modelId="{0A37564D-3EB6-45FD-81EB-D01CD997D856}" type="sibTrans" cxnId="{050D7381-9172-4D25-93CF-D6132FAD0BE1}">
      <dgm:prSet/>
      <dgm:spPr/>
      <dgm:t>
        <a:bodyPr/>
        <a:lstStyle/>
        <a:p>
          <a:endParaRPr lang="en-US"/>
        </a:p>
      </dgm:t>
    </dgm:pt>
    <dgm:pt modelId="{137CD7C4-AAB1-4BF0-88FB-9424A0723E1D}">
      <dgm:prSet phldrT="[Text]"/>
      <dgm:spPr/>
      <dgm:t>
        <a:bodyPr/>
        <a:lstStyle/>
        <a:p>
          <a:r>
            <a:rPr lang="en-US" dirty="0"/>
            <a:t>Hospital Logistics</a:t>
          </a:r>
        </a:p>
      </dgm:t>
    </dgm:pt>
    <dgm:pt modelId="{8FC98492-208B-4F0D-B8BC-9C95319328CB}" type="parTrans" cxnId="{5838D9CA-DBC2-4B3D-83B9-A3F7AE44F78C}">
      <dgm:prSet/>
      <dgm:spPr/>
      <dgm:t>
        <a:bodyPr/>
        <a:lstStyle/>
        <a:p>
          <a:endParaRPr lang="en-US"/>
        </a:p>
      </dgm:t>
    </dgm:pt>
    <dgm:pt modelId="{5172C89A-274E-40BF-89E4-E8325ECAC241}" type="sibTrans" cxnId="{5838D9CA-DBC2-4B3D-83B9-A3F7AE44F78C}">
      <dgm:prSet/>
      <dgm:spPr/>
      <dgm:t>
        <a:bodyPr/>
        <a:lstStyle/>
        <a:p>
          <a:endParaRPr lang="en-US"/>
        </a:p>
      </dgm:t>
    </dgm:pt>
    <dgm:pt modelId="{DB94CC80-24E5-42D5-884B-1A6B984DED43}">
      <dgm:prSet phldrT="[Text]"/>
      <dgm:spPr/>
      <dgm:t>
        <a:bodyPr/>
        <a:lstStyle/>
        <a:p>
          <a:r>
            <a:rPr lang="en-US" dirty="0"/>
            <a:t>Medical Services</a:t>
          </a:r>
        </a:p>
      </dgm:t>
    </dgm:pt>
    <dgm:pt modelId="{ACC2EA8F-F71C-4CD0-89DF-E49951F283B0}" type="parTrans" cxnId="{60CDA48F-5B8A-4E89-B866-26AF4010B33C}">
      <dgm:prSet/>
      <dgm:spPr/>
      <dgm:t>
        <a:bodyPr/>
        <a:lstStyle/>
        <a:p>
          <a:endParaRPr lang="en-US"/>
        </a:p>
      </dgm:t>
    </dgm:pt>
    <dgm:pt modelId="{8400EF89-B2B0-44D8-93C9-CC15525116CC}" type="sibTrans" cxnId="{60CDA48F-5B8A-4E89-B866-26AF4010B33C}">
      <dgm:prSet/>
      <dgm:spPr/>
      <dgm:t>
        <a:bodyPr/>
        <a:lstStyle/>
        <a:p>
          <a:endParaRPr lang="en-US"/>
        </a:p>
      </dgm:t>
    </dgm:pt>
    <dgm:pt modelId="{C76B13A7-46A4-41E1-B9C8-038D26A3F55C}" type="pres">
      <dgm:prSet presAssocID="{DCDF84D1-05DB-4516-987D-7BA0C856D4B5}" presName="Name0" presStyleCnt="0">
        <dgm:presLayoutVars>
          <dgm:chMax/>
          <dgm:chPref/>
          <dgm:dir/>
        </dgm:presLayoutVars>
      </dgm:prSet>
      <dgm:spPr/>
    </dgm:pt>
    <dgm:pt modelId="{62600B5A-EBF9-43B8-8514-CAE02D081990}" type="pres">
      <dgm:prSet presAssocID="{18C31CAC-4248-4B17-93E1-3B73200896EE}" presName="composite" presStyleCnt="0">
        <dgm:presLayoutVars>
          <dgm:chMax val="1"/>
          <dgm:chPref val="1"/>
        </dgm:presLayoutVars>
      </dgm:prSet>
      <dgm:spPr/>
    </dgm:pt>
    <dgm:pt modelId="{76759CD8-E75B-4015-A6A8-AD2BE2BF3931}" type="pres">
      <dgm:prSet presAssocID="{18C31CAC-4248-4B17-93E1-3B73200896EE}" presName="Accent" presStyleLbl="trAlignAcc1" presStyleIdx="0" presStyleCnt="4">
        <dgm:presLayoutVars>
          <dgm:chMax val="0"/>
          <dgm:chPref val="0"/>
        </dgm:presLayoutVars>
      </dgm:prSet>
      <dgm:spPr/>
    </dgm:pt>
    <dgm:pt modelId="{D62DF73C-9EBE-400B-9D07-E75974C434CC}" type="pres">
      <dgm:prSet presAssocID="{18C31CAC-4248-4B17-93E1-3B73200896EE}" presName="Image" presStyleLbl="alignImgPlace1" presStyleIdx="0" presStyleCnt="4">
        <dgm:presLayoutVars>
          <dgm:chMax val="0"/>
          <dgm:chPref val="0"/>
        </dgm:presLayoutVars>
      </dgm:prSet>
      <dgm:spPr>
        <a:blipFill dpi="0" rotWithShape="1">
          <a:blip xmlns:r="http://schemas.openxmlformats.org/officeDocument/2006/relationships" r:embed="rId1"/>
          <a:srcRect/>
          <a:stretch>
            <a:fillRect l="-22780" b="-22780"/>
          </a:stretch>
        </a:blipFill>
      </dgm:spPr>
    </dgm:pt>
    <dgm:pt modelId="{21D71F24-3615-44AF-8959-06A50A1A83F7}" type="pres">
      <dgm:prSet presAssocID="{18C31CAC-4248-4B17-93E1-3B73200896EE}" presName="ChildComposite" presStyleCnt="0"/>
      <dgm:spPr/>
    </dgm:pt>
    <dgm:pt modelId="{693101ED-08C7-4596-9992-AC6A84106DC9}" type="pres">
      <dgm:prSet presAssocID="{18C31CAC-4248-4B17-93E1-3B73200896EE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69BBD41-1494-45BD-A0C5-794F73389C0A}" type="pres">
      <dgm:prSet presAssocID="{18C31CAC-4248-4B17-93E1-3B73200896EE}" presName="Parent" presStyleLbl="revTx" presStyleIdx="0" presStyleCnt="4">
        <dgm:presLayoutVars>
          <dgm:chMax val="1"/>
          <dgm:chPref val="0"/>
          <dgm:bulletEnabled val="1"/>
        </dgm:presLayoutVars>
      </dgm:prSet>
      <dgm:spPr/>
    </dgm:pt>
    <dgm:pt modelId="{31E4B35A-1727-44B9-AF92-D75F7BB2CC6F}" type="pres">
      <dgm:prSet presAssocID="{44DAC842-8AB1-4448-9DF8-1B93FAC1CCF9}" presName="sibTrans" presStyleCnt="0"/>
      <dgm:spPr/>
    </dgm:pt>
    <dgm:pt modelId="{8AF787BD-B95B-4417-ACCD-14BF761F8408}" type="pres">
      <dgm:prSet presAssocID="{3EE965F3-DF61-4FC3-8092-6EB1F302F5C6}" presName="composite" presStyleCnt="0">
        <dgm:presLayoutVars>
          <dgm:chMax val="1"/>
          <dgm:chPref val="1"/>
        </dgm:presLayoutVars>
      </dgm:prSet>
      <dgm:spPr/>
    </dgm:pt>
    <dgm:pt modelId="{EB8810F1-F8A6-411D-A948-B06BF2A9207B}" type="pres">
      <dgm:prSet presAssocID="{3EE965F3-DF61-4FC3-8092-6EB1F302F5C6}" presName="Accent" presStyleLbl="trAlignAcc1" presStyleIdx="1" presStyleCnt="4">
        <dgm:presLayoutVars>
          <dgm:chMax val="0"/>
          <dgm:chPref val="0"/>
        </dgm:presLayoutVars>
      </dgm:prSet>
      <dgm:spPr/>
    </dgm:pt>
    <dgm:pt modelId="{AEEF0EF1-88AC-467D-AAEF-86E37D61C453}" type="pres">
      <dgm:prSet presAssocID="{3EE965F3-DF61-4FC3-8092-6EB1F302F5C6}" presName="Image" presStyleLbl="alignImgPlace1" presStyleIdx="1" presStyleCnt="4">
        <dgm:presLayoutVars>
          <dgm:chMax val="0"/>
          <dgm:chPref val="0"/>
        </dgm:presLayoutVars>
      </dgm:prSet>
      <dgm:spPr>
        <a:blipFill dpi="0" rotWithShape="1">
          <a:blip xmlns:r="http://schemas.openxmlformats.org/officeDocument/2006/relationships" r:embed="rId2"/>
          <a:srcRect/>
          <a:stretch>
            <a:fillRect l="-1294" t="3478" r="3401" b="5609"/>
          </a:stretch>
        </a:blipFill>
      </dgm:spPr>
    </dgm:pt>
    <dgm:pt modelId="{A3CBE65E-86A1-4162-AB35-F137D7DB78EE}" type="pres">
      <dgm:prSet presAssocID="{3EE965F3-DF61-4FC3-8092-6EB1F302F5C6}" presName="ChildComposite" presStyleCnt="0"/>
      <dgm:spPr/>
    </dgm:pt>
    <dgm:pt modelId="{9EAB3166-66BC-49A6-883F-EF883C7F60D5}" type="pres">
      <dgm:prSet presAssocID="{3EE965F3-DF61-4FC3-8092-6EB1F302F5C6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9EDE310-BD4F-4CC6-8478-267DEB0D2644}" type="pres">
      <dgm:prSet presAssocID="{3EE965F3-DF61-4FC3-8092-6EB1F302F5C6}" presName="Parent" presStyleLbl="revTx" presStyleIdx="1" presStyleCnt="4">
        <dgm:presLayoutVars>
          <dgm:chMax val="1"/>
          <dgm:chPref val="0"/>
          <dgm:bulletEnabled val="1"/>
        </dgm:presLayoutVars>
      </dgm:prSet>
      <dgm:spPr/>
    </dgm:pt>
    <dgm:pt modelId="{74065970-7C45-40EA-807D-E221745DBDA1}" type="pres">
      <dgm:prSet presAssocID="{0A37564D-3EB6-45FD-81EB-D01CD997D856}" presName="sibTrans" presStyleCnt="0"/>
      <dgm:spPr/>
    </dgm:pt>
    <dgm:pt modelId="{9C4EA1CD-31C9-4904-B463-8FAF129EA826}" type="pres">
      <dgm:prSet presAssocID="{137CD7C4-AAB1-4BF0-88FB-9424A0723E1D}" presName="composite" presStyleCnt="0">
        <dgm:presLayoutVars>
          <dgm:chMax val="1"/>
          <dgm:chPref val="1"/>
        </dgm:presLayoutVars>
      </dgm:prSet>
      <dgm:spPr/>
    </dgm:pt>
    <dgm:pt modelId="{C0408448-3730-440D-99FD-FC6864BB4DB7}" type="pres">
      <dgm:prSet presAssocID="{137CD7C4-AAB1-4BF0-88FB-9424A0723E1D}" presName="Accent" presStyleLbl="trAlignAcc1" presStyleIdx="2" presStyleCnt="4">
        <dgm:presLayoutVars>
          <dgm:chMax val="0"/>
          <dgm:chPref val="0"/>
        </dgm:presLayoutVars>
      </dgm:prSet>
      <dgm:spPr/>
    </dgm:pt>
    <dgm:pt modelId="{2E35B0EE-CAE3-41A4-BB80-0E6951834415}" type="pres">
      <dgm:prSet presAssocID="{137CD7C4-AAB1-4BF0-88FB-9424A0723E1D}" presName="Image" presStyleLbl="alignImgPlace1" presStyleIdx="2" presStyleCnt="4">
        <dgm:presLayoutVars>
          <dgm:chMax val="0"/>
          <dgm:chPref val="0"/>
        </dgm:presLayoutVars>
      </dgm:prSet>
      <dgm:spPr>
        <a:blipFill dpi="0" rotWithShape="1">
          <a:blip xmlns:r="http://schemas.openxmlformats.org/officeDocument/2006/relationships" r:embed="rId3"/>
          <a:srcRect/>
          <a:stretch>
            <a:fillRect l="-23" t="1545" r="1775" b="1278"/>
          </a:stretch>
        </a:blipFill>
      </dgm:spPr>
    </dgm:pt>
    <dgm:pt modelId="{4BCD78C6-6668-4CCA-ACA0-DEC2CF1248AD}" type="pres">
      <dgm:prSet presAssocID="{137CD7C4-AAB1-4BF0-88FB-9424A0723E1D}" presName="ChildComposite" presStyleCnt="0"/>
      <dgm:spPr/>
    </dgm:pt>
    <dgm:pt modelId="{45FD3113-8B13-4B6D-9A85-DDCA25624527}" type="pres">
      <dgm:prSet presAssocID="{137CD7C4-AAB1-4BF0-88FB-9424A0723E1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63032DB-37B2-419C-BE99-AF72913F6267}" type="pres">
      <dgm:prSet presAssocID="{137CD7C4-AAB1-4BF0-88FB-9424A0723E1D}" presName="Parent" presStyleLbl="revTx" presStyleIdx="2" presStyleCnt="4">
        <dgm:presLayoutVars>
          <dgm:chMax val="1"/>
          <dgm:chPref val="0"/>
          <dgm:bulletEnabled val="1"/>
        </dgm:presLayoutVars>
      </dgm:prSet>
      <dgm:spPr/>
    </dgm:pt>
    <dgm:pt modelId="{247A4479-C209-4B4D-9266-A7998E1EE5E2}" type="pres">
      <dgm:prSet presAssocID="{5172C89A-274E-40BF-89E4-E8325ECAC241}" presName="sibTrans" presStyleCnt="0"/>
      <dgm:spPr/>
    </dgm:pt>
    <dgm:pt modelId="{EF9515AD-71D8-4EDB-8109-5C16DAD502F8}" type="pres">
      <dgm:prSet presAssocID="{DB94CC80-24E5-42D5-884B-1A6B984DED43}" presName="composite" presStyleCnt="0">
        <dgm:presLayoutVars>
          <dgm:chMax val="1"/>
          <dgm:chPref val="1"/>
        </dgm:presLayoutVars>
      </dgm:prSet>
      <dgm:spPr/>
    </dgm:pt>
    <dgm:pt modelId="{22D1240E-9BC3-48BC-949F-81E2653E9583}" type="pres">
      <dgm:prSet presAssocID="{DB94CC80-24E5-42D5-884B-1A6B984DED43}" presName="Accent" presStyleLbl="trAlignAcc1" presStyleIdx="3" presStyleCnt="4">
        <dgm:presLayoutVars>
          <dgm:chMax val="0"/>
          <dgm:chPref val="0"/>
        </dgm:presLayoutVars>
      </dgm:prSet>
      <dgm:spPr/>
    </dgm:pt>
    <dgm:pt modelId="{EA25A6B2-27EB-4271-B9AA-E0C460A9D703}" type="pres">
      <dgm:prSet presAssocID="{DB94CC80-24E5-42D5-884B-1A6B984DED43}" presName="Image" presStyleLbl="alignImgPlace1" presStyleIdx="3" presStyleCnt="4">
        <dgm:presLayoutVars>
          <dgm:chMax val="0"/>
          <dgm:chPref val="0"/>
        </dgm:presLayoutVars>
      </dgm:prSet>
      <dgm:spPr>
        <a:blipFill dpi="0" rotWithShape="1">
          <a:blip xmlns:r="http://schemas.openxmlformats.org/officeDocument/2006/relationships" r:embed="rId4"/>
          <a:srcRect/>
          <a:stretch>
            <a:fillRect l="-22131" t="-10849" r="-28126" b="-5260"/>
          </a:stretch>
        </a:blipFill>
      </dgm:spPr>
    </dgm:pt>
    <dgm:pt modelId="{FB1D8075-B27D-4565-8B5B-D7DED539CBD4}" type="pres">
      <dgm:prSet presAssocID="{DB94CC80-24E5-42D5-884B-1A6B984DED43}" presName="ChildComposite" presStyleCnt="0"/>
      <dgm:spPr/>
    </dgm:pt>
    <dgm:pt modelId="{ABF807F5-22DE-412E-96D0-FBB1452FBAD0}" type="pres">
      <dgm:prSet presAssocID="{DB94CC80-24E5-42D5-884B-1A6B984DED43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A20DF3D-B799-4717-A055-257B854AE992}" type="pres">
      <dgm:prSet presAssocID="{DB94CC80-24E5-42D5-884B-1A6B984DED43}" presName="Parent" presStyleLbl="revTx" presStyleIdx="3" presStyleCnt="4">
        <dgm:presLayoutVars>
          <dgm:chMax val="1"/>
          <dgm:chPref val="0"/>
          <dgm:bulletEnabled val="1"/>
        </dgm:presLayoutVars>
      </dgm:prSet>
      <dgm:spPr/>
    </dgm:pt>
  </dgm:ptLst>
  <dgm:cxnLst>
    <dgm:cxn modelId="{2A08B931-DE5A-4114-856E-21A366DC037F}" type="presOf" srcId="{DCDF84D1-05DB-4516-987D-7BA0C856D4B5}" destId="{C76B13A7-46A4-41E1-B9C8-038D26A3F55C}" srcOrd="0" destOrd="0" presId="urn:microsoft.com/office/officeart/2008/layout/CaptionedPictures"/>
    <dgm:cxn modelId="{8842ED37-94A1-4930-9481-FF30EBAF7A0B}" type="presOf" srcId="{DB94CC80-24E5-42D5-884B-1A6B984DED43}" destId="{CA20DF3D-B799-4717-A055-257B854AE992}" srcOrd="0" destOrd="0" presId="urn:microsoft.com/office/officeart/2008/layout/CaptionedPictures"/>
    <dgm:cxn modelId="{B3DF313C-74EA-4037-9819-C823058DED5B}" type="presOf" srcId="{137CD7C4-AAB1-4BF0-88FB-9424A0723E1D}" destId="{263032DB-37B2-419C-BE99-AF72913F6267}" srcOrd="0" destOrd="0" presId="urn:microsoft.com/office/officeart/2008/layout/CaptionedPictures"/>
    <dgm:cxn modelId="{93FC1348-89F5-48E4-A0EB-63DE32973344}" type="presOf" srcId="{18C31CAC-4248-4B17-93E1-3B73200896EE}" destId="{969BBD41-1494-45BD-A0C5-794F73389C0A}" srcOrd="0" destOrd="0" presId="urn:microsoft.com/office/officeart/2008/layout/CaptionedPictures"/>
    <dgm:cxn modelId="{050D7381-9172-4D25-93CF-D6132FAD0BE1}" srcId="{DCDF84D1-05DB-4516-987D-7BA0C856D4B5}" destId="{3EE965F3-DF61-4FC3-8092-6EB1F302F5C6}" srcOrd="1" destOrd="0" parTransId="{EAC1F769-099A-4282-9BE5-1798D870A469}" sibTransId="{0A37564D-3EB6-45FD-81EB-D01CD997D856}"/>
    <dgm:cxn modelId="{4B518B89-FF5F-4FF3-B1E9-5A2C94DF8D24}" srcId="{DCDF84D1-05DB-4516-987D-7BA0C856D4B5}" destId="{18C31CAC-4248-4B17-93E1-3B73200896EE}" srcOrd="0" destOrd="0" parTransId="{C83CB244-6559-4B57-AA90-7801A849F644}" sibTransId="{44DAC842-8AB1-4448-9DF8-1B93FAC1CCF9}"/>
    <dgm:cxn modelId="{60CDA48F-5B8A-4E89-B866-26AF4010B33C}" srcId="{DCDF84D1-05DB-4516-987D-7BA0C856D4B5}" destId="{DB94CC80-24E5-42D5-884B-1A6B984DED43}" srcOrd="3" destOrd="0" parTransId="{ACC2EA8F-F71C-4CD0-89DF-E49951F283B0}" sibTransId="{8400EF89-B2B0-44D8-93C9-CC15525116CC}"/>
    <dgm:cxn modelId="{5838D9CA-DBC2-4B3D-83B9-A3F7AE44F78C}" srcId="{DCDF84D1-05DB-4516-987D-7BA0C856D4B5}" destId="{137CD7C4-AAB1-4BF0-88FB-9424A0723E1D}" srcOrd="2" destOrd="0" parTransId="{8FC98492-208B-4F0D-B8BC-9C95319328CB}" sibTransId="{5172C89A-274E-40BF-89E4-E8325ECAC241}"/>
    <dgm:cxn modelId="{31C63BEC-7F0B-4F23-BFC9-6472F5750DB1}" type="presOf" srcId="{3EE965F3-DF61-4FC3-8092-6EB1F302F5C6}" destId="{C9EDE310-BD4F-4CC6-8478-267DEB0D2644}" srcOrd="0" destOrd="0" presId="urn:microsoft.com/office/officeart/2008/layout/CaptionedPictures"/>
    <dgm:cxn modelId="{EA92125B-7ECB-4C00-962E-AA7BC02F7DFB}" type="presParOf" srcId="{C76B13A7-46A4-41E1-B9C8-038D26A3F55C}" destId="{62600B5A-EBF9-43B8-8514-CAE02D081990}" srcOrd="0" destOrd="0" presId="urn:microsoft.com/office/officeart/2008/layout/CaptionedPictures"/>
    <dgm:cxn modelId="{A6DF89BA-CDF7-40F8-966F-2869757D61D3}" type="presParOf" srcId="{62600B5A-EBF9-43B8-8514-CAE02D081990}" destId="{76759CD8-E75B-4015-A6A8-AD2BE2BF3931}" srcOrd="0" destOrd="0" presId="urn:microsoft.com/office/officeart/2008/layout/CaptionedPictures"/>
    <dgm:cxn modelId="{17D17FED-1264-443F-B8A3-F05304868B4A}" type="presParOf" srcId="{62600B5A-EBF9-43B8-8514-CAE02D081990}" destId="{D62DF73C-9EBE-400B-9D07-E75974C434CC}" srcOrd="1" destOrd="0" presId="urn:microsoft.com/office/officeart/2008/layout/CaptionedPictures"/>
    <dgm:cxn modelId="{1ADE2B99-7567-4AB9-9E29-8291EE05F759}" type="presParOf" srcId="{62600B5A-EBF9-43B8-8514-CAE02D081990}" destId="{21D71F24-3615-44AF-8959-06A50A1A83F7}" srcOrd="2" destOrd="0" presId="urn:microsoft.com/office/officeart/2008/layout/CaptionedPictures"/>
    <dgm:cxn modelId="{B0D7D51F-45E3-4249-A402-2B1E0333A466}" type="presParOf" srcId="{21D71F24-3615-44AF-8959-06A50A1A83F7}" destId="{693101ED-08C7-4596-9992-AC6A84106DC9}" srcOrd="0" destOrd="0" presId="urn:microsoft.com/office/officeart/2008/layout/CaptionedPictures"/>
    <dgm:cxn modelId="{0F2587A5-E34A-4B5B-AE6C-A594DFF06EC4}" type="presParOf" srcId="{21D71F24-3615-44AF-8959-06A50A1A83F7}" destId="{969BBD41-1494-45BD-A0C5-794F73389C0A}" srcOrd="1" destOrd="0" presId="urn:microsoft.com/office/officeart/2008/layout/CaptionedPictures"/>
    <dgm:cxn modelId="{469C6979-AB6D-4AE6-8AC2-E4488BEED474}" type="presParOf" srcId="{C76B13A7-46A4-41E1-B9C8-038D26A3F55C}" destId="{31E4B35A-1727-44B9-AF92-D75F7BB2CC6F}" srcOrd="1" destOrd="0" presId="urn:microsoft.com/office/officeart/2008/layout/CaptionedPictures"/>
    <dgm:cxn modelId="{1B7C7DE1-A5BD-4FDF-97AD-E84EA6175816}" type="presParOf" srcId="{C76B13A7-46A4-41E1-B9C8-038D26A3F55C}" destId="{8AF787BD-B95B-4417-ACCD-14BF761F8408}" srcOrd="2" destOrd="0" presId="urn:microsoft.com/office/officeart/2008/layout/CaptionedPictures"/>
    <dgm:cxn modelId="{EA61E022-A1FD-4E19-89B5-F0F09C2758E8}" type="presParOf" srcId="{8AF787BD-B95B-4417-ACCD-14BF761F8408}" destId="{EB8810F1-F8A6-411D-A948-B06BF2A9207B}" srcOrd="0" destOrd="0" presId="urn:microsoft.com/office/officeart/2008/layout/CaptionedPictures"/>
    <dgm:cxn modelId="{0B7D2AC9-0D7C-466F-8EDA-C1329F5B348E}" type="presParOf" srcId="{8AF787BD-B95B-4417-ACCD-14BF761F8408}" destId="{AEEF0EF1-88AC-467D-AAEF-86E37D61C453}" srcOrd="1" destOrd="0" presId="urn:microsoft.com/office/officeart/2008/layout/CaptionedPictures"/>
    <dgm:cxn modelId="{BF669459-ABED-4430-AE75-55EAA233D26D}" type="presParOf" srcId="{8AF787BD-B95B-4417-ACCD-14BF761F8408}" destId="{A3CBE65E-86A1-4162-AB35-F137D7DB78EE}" srcOrd="2" destOrd="0" presId="urn:microsoft.com/office/officeart/2008/layout/CaptionedPictures"/>
    <dgm:cxn modelId="{4ABDA135-26B0-4BFD-9E27-0CE333D7CA3D}" type="presParOf" srcId="{A3CBE65E-86A1-4162-AB35-F137D7DB78EE}" destId="{9EAB3166-66BC-49A6-883F-EF883C7F60D5}" srcOrd="0" destOrd="0" presId="urn:microsoft.com/office/officeart/2008/layout/CaptionedPictures"/>
    <dgm:cxn modelId="{F68C990E-AEAA-4B7B-85CD-02A4230D8136}" type="presParOf" srcId="{A3CBE65E-86A1-4162-AB35-F137D7DB78EE}" destId="{C9EDE310-BD4F-4CC6-8478-267DEB0D2644}" srcOrd="1" destOrd="0" presId="urn:microsoft.com/office/officeart/2008/layout/CaptionedPictures"/>
    <dgm:cxn modelId="{6F5B7090-0213-4D43-89C6-C838AF31C511}" type="presParOf" srcId="{C76B13A7-46A4-41E1-B9C8-038D26A3F55C}" destId="{74065970-7C45-40EA-807D-E221745DBDA1}" srcOrd="3" destOrd="0" presId="urn:microsoft.com/office/officeart/2008/layout/CaptionedPictures"/>
    <dgm:cxn modelId="{DE98AB04-DEEE-410E-A18C-9FE50E6DF6E7}" type="presParOf" srcId="{C76B13A7-46A4-41E1-B9C8-038D26A3F55C}" destId="{9C4EA1CD-31C9-4904-B463-8FAF129EA826}" srcOrd="4" destOrd="0" presId="urn:microsoft.com/office/officeart/2008/layout/CaptionedPictures"/>
    <dgm:cxn modelId="{AE1CDD48-2464-4022-90A7-2C53815F804E}" type="presParOf" srcId="{9C4EA1CD-31C9-4904-B463-8FAF129EA826}" destId="{C0408448-3730-440D-99FD-FC6864BB4DB7}" srcOrd="0" destOrd="0" presId="urn:microsoft.com/office/officeart/2008/layout/CaptionedPictures"/>
    <dgm:cxn modelId="{B37338DC-7986-461A-BC86-5B59690F9087}" type="presParOf" srcId="{9C4EA1CD-31C9-4904-B463-8FAF129EA826}" destId="{2E35B0EE-CAE3-41A4-BB80-0E6951834415}" srcOrd="1" destOrd="0" presId="urn:microsoft.com/office/officeart/2008/layout/CaptionedPictures"/>
    <dgm:cxn modelId="{59950BCE-D066-44FF-A397-EA10CDBDF409}" type="presParOf" srcId="{9C4EA1CD-31C9-4904-B463-8FAF129EA826}" destId="{4BCD78C6-6668-4CCA-ACA0-DEC2CF1248AD}" srcOrd="2" destOrd="0" presId="urn:microsoft.com/office/officeart/2008/layout/CaptionedPictures"/>
    <dgm:cxn modelId="{6939C450-1B7E-4129-8913-9F3DDCF42F72}" type="presParOf" srcId="{4BCD78C6-6668-4CCA-ACA0-DEC2CF1248AD}" destId="{45FD3113-8B13-4B6D-9A85-DDCA25624527}" srcOrd="0" destOrd="0" presId="urn:microsoft.com/office/officeart/2008/layout/CaptionedPictures"/>
    <dgm:cxn modelId="{03255AF7-D26B-4B6F-AC6B-8AAA9F7C492D}" type="presParOf" srcId="{4BCD78C6-6668-4CCA-ACA0-DEC2CF1248AD}" destId="{263032DB-37B2-419C-BE99-AF72913F6267}" srcOrd="1" destOrd="0" presId="urn:microsoft.com/office/officeart/2008/layout/CaptionedPictures"/>
    <dgm:cxn modelId="{E4B6D9A5-2988-46D3-91F7-26E33D44912E}" type="presParOf" srcId="{C76B13A7-46A4-41E1-B9C8-038D26A3F55C}" destId="{247A4479-C209-4B4D-9266-A7998E1EE5E2}" srcOrd="5" destOrd="0" presId="urn:microsoft.com/office/officeart/2008/layout/CaptionedPictures"/>
    <dgm:cxn modelId="{531B55A4-BDB1-4628-A528-3C6E0961BD31}" type="presParOf" srcId="{C76B13A7-46A4-41E1-B9C8-038D26A3F55C}" destId="{EF9515AD-71D8-4EDB-8109-5C16DAD502F8}" srcOrd="6" destOrd="0" presId="urn:microsoft.com/office/officeart/2008/layout/CaptionedPictures"/>
    <dgm:cxn modelId="{6F901E27-4635-4D7C-9AB5-211C2A94877F}" type="presParOf" srcId="{EF9515AD-71D8-4EDB-8109-5C16DAD502F8}" destId="{22D1240E-9BC3-48BC-949F-81E2653E9583}" srcOrd="0" destOrd="0" presId="urn:microsoft.com/office/officeart/2008/layout/CaptionedPictures"/>
    <dgm:cxn modelId="{A62479D8-6AAD-41E0-AA57-551DFDE0AD5F}" type="presParOf" srcId="{EF9515AD-71D8-4EDB-8109-5C16DAD502F8}" destId="{EA25A6B2-27EB-4271-B9AA-E0C460A9D703}" srcOrd="1" destOrd="0" presId="urn:microsoft.com/office/officeart/2008/layout/CaptionedPictures"/>
    <dgm:cxn modelId="{E6776E4C-3F01-4146-84D0-483CAFAEC961}" type="presParOf" srcId="{EF9515AD-71D8-4EDB-8109-5C16DAD502F8}" destId="{FB1D8075-B27D-4565-8B5B-D7DED539CBD4}" srcOrd="2" destOrd="0" presId="urn:microsoft.com/office/officeart/2008/layout/CaptionedPictures"/>
    <dgm:cxn modelId="{A1437B1C-32C8-42FC-88C2-677B34BAA3CE}" type="presParOf" srcId="{FB1D8075-B27D-4565-8B5B-D7DED539CBD4}" destId="{ABF807F5-22DE-412E-96D0-FBB1452FBAD0}" srcOrd="0" destOrd="0" presId="urn:microsoft.com/office/officeart/2008/layout/CaptionedPictures"/>
    <dgm:cxn modelId="{70A45EE3-B785-42AA-AD25-B7716616D9B4}" type="presParOf" srcId="{FB1D8075-B27D-4565-8B5B-D7DED539CBD4}" destId="{CA20DF3D-B799-4717-A055-257B854AE992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DF84D1-05DB-4516-987D-7BA0C856D4B5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C31CAC-4248-4B17-93E1-3B73200896EE}">
      <dgm:prSet phldrT="[Text]"/>
      <dgm:spPr/>
      <dgm:t>
        <a:bodyPr/>
        <a:lstStyle/>
        <a:p>
          <a:r>
            <a:rPr lang="en-US" dirty="0"/>
            <a:t>Monitoring Shipping Conditions</a:t>
          </a:r>
        </a:p>
      </dgm:t>
    </dgm:pt>
    <dgm:pt modelId="{C83CB244-6559-4B57-AA90-7801A849F644}" type="parTrans" cxnId="{4B518B89-FF5F-4FF3-B1E9-5A2C94DF8D24}">
      <dgm:prSet/>
      <dgm:spPr/>
      <dgm:t>
        <a:bodyPr/>
        <a:lstStyle/>
        <a:p>
          <a:endParaRPr lang="en-US"/>
        </a:p>
      </dgm:t>
    </dgm:pt>
    <dgm:pt modelId="{44DAC842-8AB1-4448-9DF8-1B93FAC1CCF9}" type="sibTrans" cxnId="{4B518B89-FF5F-4FF3-B1E9-5A2C94DF8D24}">
      <dgm:prSet/>
      <dgm:spPr/>
      <dgm:t>
        <a:bodyPr/>
        <a:lstStyle/>
        <a:p>
          <a:endParaRPr lang="en-US"/>
        </a:p>
      </dgm:t>
    </dgm:pt>
    <dgm:pt modelId="{0240B52C-9CDD-4852-BB6B-1DC7BBD957DB}">
      <dgm:prSet phldrT="[Text]"/>
      <dgm:spPr/>
      <dgm:t>
        <a:bodyPr/>
        <a:lstStyle/>
        <a:p>
          <a:r>
            <a:rPr lang="en-US" dirty="0"/>
            <a:t>Managing Inventory</a:t>
          </a:r>
        </a:p>
      </dgm:t>
    </dgm:pt>
    <dgm:pt modelId="{1BB4A2B2-9D91-462F-A486-647E1F57A097}" type="parTrans" cxnId="{9D52E5CD-965B-46B9-B62C-1ABFC988EC78}">
      <dgm:prSet/>
      <dgm:spPr/>
      <dgm:t>
        <a:bodyPr/>
        <a:lstStyle/>
        <a:p>
          <a:endParaRPr lang="en-US"/>
        </a:p>
      </dgm:t>
    </dgm:pt>
    <dgm:pt modelId="{87798485-D039-4691-9518-D556129BCDAC}" type="sibTrans" cxnId="{9D52E5CD-965B-46B9-B62C-1ABFC988EC78}">
      <dgm:prSet/>
      <dgm:spPr/>
      <dgm:t>
        <a:bodyPr/>
        <a:lstStyle/>
        <a:p>
          <a:endParaRPr lang="en-US"/>
        </a:p>
      </dgm:t>
    </dgm:pt>
    <dgm:pt modelId="{E6B9D6A2-4548-4B06-AA94-505A73108753}">
      <dgm:prSet phldrT="[Text]"/>
      <dgm:spPr/>
      <dgm:t>
        <a:bodyPr/>
        <a:lstStyle/>
        <a:p>
          <a:r>
            <a:rPr lang="en-US"/>
            <a:t>Tracking Shipments</a:t>
          </a:r>
          <a:endParaRPr lang="en-US" dirty="0"/>
        </a:p>
      </dgm:t>
    </dgm:pt>
    <dgm:pt modelId="{11FC5D24-E618-43A5-88C3-10E1552CE1F7}" type="parTrans" cxnId="{58E90BE5-069C-40CC-8B8B-6FEB95365B1B}">
      <dgm:prSet/>
      <dgm:spPr/>
      <dgm:t>
        <a:bodyPr/>
        <a:lstStyle/>
        <a:p>
          <a:endParaRPr lang="en-US"/>
        </a:p>
      </dgm:t>
    </dgm:pt>
    <dgm:pt modelId="{5458F633-5508-4186-BC88-B74F8416FEAC}" type="sibTrans" cxnId="{58E90BE5-069C-40CC-8B8B-6FEB95365B1B}">
      <dgm:prSet/>
      <dgm:spPr/>
      <dgm:t>
        <a:bodyPr/>
        <a:lstStyle/>
        <a:p>
          <a:endParaRPr lang="en-US"/>
        </a:p>
      </dgm:t>
    </dgm:pt>
    <dgm:pt modelId="{8FEBA5B3-B2D8-423E-BFB5-CD1DB3F8021F}">
      <dgm:prSet phldrT="[Text]"/>
      <dgm:spPr/>
      <dgm:t>
        <a:bodyPr/>
        <a:lstStyle/>
        <a:p>
          <a:r>
            <a:rPr lang="en-US" dirty="0"/>
            <a:t>Telematics</a:t>
          </a:r>
        </a:p>
      </dgm:t>
    </dgm:pt>
    <dgm:pt modelId="{8E5F800B-1043-458D-A114-AA639E0138B1}" type="parTrans" cxnId="{B72AF724-49B3-43DC-914F-FEF5DBB48E64}">
      <dgm:prSet/>
      <dgm:spPr/>
      <dgm:t>
        <a:bodyPr/>
        <a:lstStyle/>
        <a:p>
          <a:endParaRPr lang="en-US"/>
        </a:p>
      </dgm:t>
    </dgm:pt>
    <dgm:pt modelId="{B7A1AE3A-14E2-4A35-B9E8-3E7D4814037C}" type="sibTrans" cxnId="{B72AF724-49B3-43DC-914F-FEF5DBB48E64}">
      <dgm:prSet/>
      <dgm:spPr/>
      <dgm:t>
        <a:bodyPr/>
        <a:lstStyle/>
        <a:p>
          <a:endParaRPr lang="en-US"/>
        </a:p>
      </dgm:t>
    </dgm:pt>
    <dgm:pt modelId="{60CE95FB-C196-44A2-AE0A-2EB724AFE92D}" type="pres">
      <dgm:prSet presAssocID="{DCDF84D1-05DB-4516-987D-7BA0C856D4B5}" presName="Name0" presStyleCnt="0">
        <dgm:presLayoutVars>
          <dgm:dir/>
          <dgm:resizeHandles val="exact"/>
        </dgm:presLayoutVars>
      </dgm:prSet>
      <dgm:spPr/>
    </dgm:pt>
    <dgm:pt modelId="{9D1AAAF2-C995-4C30-98E7-5C33DEB1E1F2}" type="pres">
      <dgm:prSet presAssocID="{18C31CAC-4248-4B17-93E1-3B73200896EE}" presName="compNode" presStyleCnt="0"/>
      <dgm:spPr/>
    </dgm:pt>
    <dgm:pt modelId="{09A423C3-17EF-4CC7-BDF6-56032F78D285}" type="pres">
      <dgm:prSet presAssocID="{18C31CAC-4248-4B17-93E1-3B73200896EE}" presName="pict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2596EAC7-3516-4DE6-B2B0-F6151B3611D9}" type="pres">
      <dgm:prSet presAssocID="{18C31CAC-4248-4B17-93E1-3B73200896EE}" presName="textRect" presStyleLbl="revTx" presStyleIdx="0" presStyleCnt="4">
        <dgm:presLayoutVars>
          <dgm:bulletEnabled val="1"/>
        </dgm:presLayoutVars>
      </dgm:prSet>
      <dgm:spPr/>
    </dgm:pt>
    <dgm:pt modelId="{54CF0B10-00CB-414E-9E49-42678394FB54}" type="pres">
      <dgm:prSet presAssocID="{44DAC842-8AB1-4448-9DF8-1B93FAC1CCF9}" presName="sibTrans" presStyleLbl="sibTrans2D1" presStyleIdx="0" presStyleCnt="0"/>
      <dgm:spPr/>
    </dgm:pt>
    <dgm:pt modelId="{4116B05A-2438-421E-AE99-4B1D1296382D}" type="pres">
      <dgm:prSet presAssocID="{0240B52C-9CDD-4852-BB6B-1DC7BBD957DB}" presName="compNode" presStyleCnt="0"/>
      <dgm:spPr/>
    </dgm:pt>
    <dgm:pt modelId="{305C90D7-72E7-4C85-8ABD-0EFD6488B010}" type="pres">
      <dgm:prSet presAssocID="{0240B52C-9CDD-4852-BB6B-1DC7BBD957DB}" presName="pictRect" presStyleLbl="nod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FB8C6EE3-D6E9-438B-9A80-04D6AD778DDE}" type="pres">
      <dgm:prSet presAssocID="{0240B52C-9CDD-4852-BB6B-1DC7BBD957DB}" presName="textRect" presStyleLbl="revTx" presStyleIdx="1" presStyleCnt="4">
        <dgm:presLayoutVars>
          <dgm:bulletEnabled val="1"/>
        </dgm:presLayoutVars>
      </dgm:prSet>
      <dgm:spPr/>
    </dgm:pt>
    <dgm:pt modelId="{32ECAFE7-32C4-42E3-BA20-268672CC0552}" type="pres">
      <dgm:prSet presAssocID="{87798485-D039-4691-9518-D556129BCDAC}" presName="sibTrans" presStyleLbl="sibTrans2D1" presStyleIdx="0" presStyleCnt="0"/>
      <dgm:spPr/>
    </dgm:pt>
    <dgm:pt modelId="{846E48A5-B9B3-4054-AD3A-582050F7C23D}" type="pres">
      <dgm:prSet presAssocID="{E6B9D6A2-4548-4B06-AA94-505A73108753}" presName="compNode" presStyleCnt="0"/>
      <dgm:spPr/>
    </dgm:pt>
    <dgm:pt modelId="{AE5A05B0-C968-4FDD-845C-68F54BEB2B1C}" type="pres">
      <dgm:prSet presAssocID="{E6B9D6A2-4548-4B06-AA94-505A73108753}" presName="pict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4E405881-B4D8-40B0-80E3-AEB88516D6E4}" type="pres">
      <dgm:prSet presAssocID="{E6B9D6A2-4548-4B06-AA94-505A73108753}" presName="textRect" presStyleLbl="revTx" presStyleIdx="2" presStyleCnt="4">
        <dgm:presLayoutVars>
          <dgm:bulletEnabled val="1"/>
        </dgm:presLayoutVars>
      </dgm:prSet>
      <dgm:spPr/>
    </dgm:pt>
    <dgm:pt modelId="{30D67831-28B7-4F3D-8B56-032ECE0E8421}" type="pres">
      <dgm:prSet presAssocID="{5458F633-5508-4186-BC88-B74F8416FEAC}" presName="sibTrans" presStyleLbl="sibTrans2D1" presStyleIdx="0" presStyleCnt="0"/>
      <dgm:spPr/>
    </dgm:pt>
    <dgm:pt modelId="{97E9A5DB-DBCA-4298-ACF4-11264D819519}" type="pres">
      <dgm:prSet presAssocID="{8FEBA5B3-B2D8-423E-BFB5-CD1DB3F8021F}" presName="compNode" presStyleCnt="0"/>
      <dgm:spPr/>
    </dgm:pt>
    <dgm:pt modelId="{8818E33E-69FA-412D-B5C7-5AD47647366D}" type="pres">
      <dgm:prSet presAssocID="{8FEBA5B3-B2D8-423E-BFB5-CD1DB3F8021F}" presName="pictRect" presStyleLbl="node1" presStyleIdx="3" presStyleCnt="4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4704" t="-14715" r="2671" b="-20517"/>
          </a:stretch>
        </a:blipFill>
      </dgm:spPr>
    </dgm:pt>
    <dgm:pt modelId="{636D9C9E-40EA-45E3-A25B-72476A67DEB9}" type="pres">
      <dgm:prSet presAssocID="{8FEBA5B3-B2D8-423E-BFB5-CD1DB3F8021F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B72AF724-49B3-43DC-914F-FEF5DBB48E64}" srcId="{DCDF84D1-05DB-4516-987D-7BA0C856D4B5}" destId="{8FEBA5B3-B2D8-423E-BFB5-CD1DB3F8021F}" srcOrd="3" destOrd="0" parTransId="{8E5F800B-1043-458D-A114-AA639E0138B1}" sibTransId="{B7A1AE3A-14E2-4A35-B9E8-3E7D4814037C}"/>
    <dgm:cxn modelId="{3322A039-A47A-429D-A78B-647C31FD51BA}" type="presOf" srcId="{0240B52C-9CDD-4852-BB6B-1DC7BBD957DB}" destId="{FB8C6EE3-D6E9-438B-9A80-04D6AD778DDE}" srcOrd="0" destOrd="0" presId="urn:microsoft.com/office/officeart/2005/8/layout/pList1"/>
    <dgm:cxn modelId="{9FC57372-B597-4CB2-A2CC-801A1C0BE7E8}" type="presOf" srcId="{E6B9D6A2-4548-4B06-AA94-505A73108753}" destId="{4E405881-B4D8-40B0-80E3-AEB88516D6E4}" srcOrd="0" destOrd="0" presId="urn:microsoft.com/office/officeart/2005/8/layout/pList1"/>
    <dgm:cxn modelId="{4B518B89-FF5F-4FF3-B1E9-5A2C94DF8D24}" srcId="{DCDF84D1-05DB-4516-987D-7BA0C856D4B5}" destId="{18C31CAC-4248-4B17-93E1-3B73200896EE}" srcOrd="0" destOrd="0" parTransId="{C83CB244-6559-4B57-AA90-7801A849F644}" sibTransId="{44DAC842-8AB1-4448-9DF8-1B93FAC1CCF9}"/>
    <dgm:cxn modelId="{8F89EA9F-68ED-4906-94BA-8956CBF308E9}" type="presOf" srcId="{5458F633-5508-4186-BC88-B74F8416FEAC}" destId="{30D67831-28B7-4F3D-8B56-032ECE0E8421}" srcOrd="0" destOrd="0" presId="urn:microsoft.com/office/officeart/2005/8/layout/pList1"/>
    <dgm:cxn modelId="{D9DEA7A4-3EE5-4B6B-95CB-CFE530F90512}" type="presOf" srcId="{87798485-D039-4691-9518-D556129BCDAC}" destId="{32ECAFE7-32C4-42E3-BA20-268672CC0552}" srcOrd="0" destOrd="0" presId="urn:microsoft.com/office/officeart/2005/8/layout/pList1"/>
    <dgm:cxn modelId="{9D52E5CD-965B-46B9-B62C-1ABFC988EC78}" srcId="{DCDF84D1-05DB-4516-987D-7BA0C856D4B5}" destId="{0240B52C-9CDD-4852-BB6B-1DC7BBD957DB}" srcOrd="1" destOrd="0" parTransId="{1BB4A2B2-9D91-462F-A486-647E1F57A097}" sibTransId="{87798485-D039-4691-9518-D556129BCDAC}"/>
    <dgm:cxn modelId="{88108FCE-8CB1-4161-AD63-E26703729A6F}" type="presOf" srcId="{18C31CAC-4248-4B17-93E1-3B73200896EE}" destId="{2596EAC7-3516-4DE6-B2B0-F6151B3611D9}" srcOrd="0" destOrd="0" presId="urn:microsoft.com/office/officeart/2005/8/layout/pList1"/>
    <dgm:cxn modelId="{58E90BE5-069C-40CC-8B8B-6FEB95365B1B}" srcId="{DCDF84D1-05DB-4516-987D-7BA0C856D4B5}" destId="{E6B9D6A2-4548-4B06-AA94-505A73108753}" srcOrd="2" destOrd="0" parTransId="{11FC5D24-E618-43A5-88C3-10E1552CE1F7}" sibTransId="{5458F633-5508-4186-BC88-B74F8416FEAC}"/>
    <dgm:cxn modelId="{446D3FF2-3BA2-410C-9125-A2D9DEFF764B}" type="presOf" srcId="{DCDF84D1-05DB-4516-987D-7BA0C856D4B5}" destId="{60CE95FB-C196-44A2-AE0A-2EB724AFE92D}" srcOrd="0" destOrd="0" presId="urn:microsoft.com/office/officeart/2005/8/layout/pList1"/>
    <dgm:cxn modelId="{638E9BF2-32DD-4867-AEDE-F557973438BA}" type="presOf" srcId="{8FEBA5B3-B2D8-423E-BFB5-CD1DB3F8021F}" destId="{636D9C9E-40EA-45E3-A25B-72476A67DEB9}" srcOrd="0" destOrd="0" presId="urn:microsoft.com/office/officeart/2005/8/layout/pList1"/>
    <dgm:cxn modelId="{440DA3F4-DE56-4A79-8DAC-F23C0665D917}" type="presOf" srcId="{44DAC842-8AB1-4448-9DF8-1B93FAC1CCF9}" destId="{54CF0B10-00CB-414E-9E49-42678394FB54}" srcOrd="0" destOrd="0" presId="urn:microsoft.com/office/officeart/2005/8/layout/pList1"/>
    <dgm:cxn modelId="{DDAD203C-52FE-447D-B623-C2CA079D42D3}" type="presParOf" srcId="{60CE95FB-C196-44A2-AE0A-2EB724AFE92D}" destId="{9D1AAAF2-C995-4C30-98E7-5C33DEB1E1F2}" srcOrd="0" destOrd="0" presId="urn:microsoft.com/office/officeart/2005/8/layout/pList1"/>
    <dgm:cxn modelId="{B57A3808-EDFE-46D2-8350-53B0CB9D30BD}" type="presParOf" srcId="{9D1AAAF2-C995-4C30-98E7-5C33DEB1E1F2}" destId="{09A423C3-17EF-4CC7-BDF6-56032F78D285}" srcOrd="0" destOrd="0" presId="urn:microsoft.com/office/officeart/2005/8/layout/pList1"/>
    <dgm:cxn modelId="{4A889D02-4F1D-4275-B6BA-8EB44D5AE70F}" type="presParOf" srcId="{9D1AAAF2-C995-4C30-98E7-5C33DEB1E1F2}" destId="{2596EAC7-3516-4DE6-B2B0-F6151B3611D9}" srcOrd="1" destOrd="0" presId="urn:microsoft.com/office/officeart/2005/8/layout/pList1"/>
    <dgm:cxn modelId="{7DF68F9F-94BC-442D-9153-A26E58AE5575}" type="presParOf" srcId="{60CE95FB-C196-44A2-AE0A-2EB724AFE92D}" destId="{54CF0B10-00CB-414E-9E49-42678394FB54}" srcOrd="1" destOrd="0" presId="urn:microsoft.com/office/officeart/2005/8/layout/pList1"/>
    <dgm:cxn modelId="{6AB5E764-F62E-419C-81CA-2FE2D7FF3959}" type="presParOf" srcId="{60CE95FB-C196-44A2-AE0A-2EB724AFE92D}" destId="{4116B05A-2438-421E-AE99-4B1D1296382D}" srcOrd="2" destOrd="0" presId="urn:microsoft.com/office/officeart/2005/8/layout/pList1"/>
    <dgm:cxn modelId="{7CFF25D0-649A-4836-A24D-135EA16274F6}" type="presParOf" srcId="{4116B05A-2438-421E-AE99-4B1D1296382D}" destId="{305C90D7-72E7-4C85-8ABD-0EFD6488B010}" srcOrd="0" destOrd="0" presId="urn:microsoft.com/office/officeart/2005/8/layout/pList1"/>
    <dgm:cxn modelId="{433272BC-FC0D-445A-AFC0-295F1A1FEF24}" type="presParOf" srcId="{4116B05A-2438-421E-AE99-4B1D1296382D}" destId="{FB8C6EE3-D6E9-438B-9A80-04D6AD778DDE}" srcOrd="1" destOrd="0" presId="urn:microsoft.com/office/officeart/2005/8/layout/pList1"/>
    <dgm:cxn modelId="{91D47A57-96A5-4E75-819C-DEE2BCCE13BB}" type="presParOf" srcId="{60CE95FB-C196-44A2-AE0A-2EB724AFE92D}" destId="{32ECAFE7-32C4-42E3-BA20-268672CC0552}" srcOrd="3" destOrd="0" presId="urn:microsoft.com/office/officeart/2005/8/layout/pList1"/>
    <dgm:cxn modelId="{90C8ADFB-A495-45F6-A15F-57FDD369F86E}" type="presParOf" srcId="{60CE95FB-C196-44A2-AE0A-2EB724AFE92D}" destId="{846E48A5-B9B3-4054-AD3A-582050F7C23D}" srcOrd="4" destOrd="0" presId="urn:microsoft.com/office/officeart/2005/8/layout/pList1"/>
    <dgm:cxn modelId="{FA7B8C1C-276B-49DA-9A1E-BF82C7F3C48F}" type="presParOf" srcId="{846E48A5-B9B3-4054-AD3A-582050F7C23D}" destId="{AE5A05B0-C968-4FDD-845C-68F54BEB2B1C}" srcOrd="0" destOrd="0" presId="urn:microsoft.com/office/officeart/2005/8/layout/pList1"/>
    <dgm:cxn modelId="{ADC4C126-44B6-498B-8208-E8657927CAF4}" type="presParOf" srcId="{846E48A5-B9B3-4054-AD3A-582050F7C23D}" destId="{4E405881-B4D8-40B0-80E3-AEB88516D6E4}" srcOrd="1" destOrd="0" presId="urn:microsoft.com/office/officeart/2005/8/layout/pList1"/>
    <dgm:cxn modelId="{454D894B-E92B-4884-8E70-F341E3CC0BFD}" type="presParOf" srcId="{60CE95FB-C196-44A2-AE0A-2EB724AFE92D}" destId="{30D67831-28B7-4F3D-8B56-032ECE0E8421}" srcOrd="5" destOrd="0" presId="urn:microsoft.com/office/officeart/2005/8/layout/pList1"/>
    <dgm:cxn modelId="{A06B4B32-74E4-4505-AF5F-865FA1892B64}" type="presParOf" srcId="{60CE95FB-C196-44A2-AE0A-2EB724AFE92D}" destId="{97E9A5DB-DBCA-4298-ACF4-11264D819519}" srcOrd="6" destOrd="0" presId="urn:microsoft.com/office/officeart/2005/8/layout/pList1"/>
    <dgm:cxn modelId="{478745F4-DDAA-41E4-838D-F8E63BBF44C0}" type="presParOf" srcId="{97E9A5DB-DBCA-4298-ACF4-11264D819519}" destId="{8818E33E-69FA-412D-B5C7-5AD47647366D}" srcOrd="0" destOrd="0" presId="urn:microsoft.com/office/officeart/2005/8/layout/pList1"/>
    <dgm:cxn modelId="{728CD869-9B0B-4D27-B3CF-C4E186CD487E}" type="presParOf" srcId="{97E9A5DB-DBCA-4298-ACF4-11264D819519}" destId="{636D9C9E-40EA-45E3-A25B-72476A67DEB9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DF84D1-05DB-4516-987D-7BA0C856D4B5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C31CAC-4248-4B17-93E1-3B73200896EE}">
      <dgm:prSet phldrT="[Text]"/>
      <dgm:spPr/>
      <dgm:t>
        <a:bodyPr/>
        <a:lstStyle/>
        <a:p>
          <a:r>
            <a:rPr lang="en-US" dirty="0"/>
            <a:t>Matériel</a:t>
          </a:r>
        </a:p>
      </dgm:t>
    </dgm:pt>
    <dgm:pt modelId="{C83CB244-6559-4B57-AA90-7801A849F644}" type="parTrans" cxnId="{4B518B89-FF5F-4FF3-B1E9-5A2C94DF8D24}">
      <dgm:prSet/>
      <dgm:spPr/>
      <dgm:t>
        <a:bodyPr/>
        <a:lstStyle/>
        <a:p>
          <a:endParaRPr lang="en-US"/>
        </a:p>
      </dgm:t>
    </dgm:pt>
    <dgm:pt modelId="{44DAC842-8AB1-4448-9DF8-1B93FAC1CCF9}" type="sibTrans" cxnId="{4B518B89-FF5F-4FF3-B1E9-5A2C94DF8D24}">
      <dgm:prSet/>
      <dgm:spPr/>
      <dgm:t>
        <a:bodyPr/>
        <a:lstStyle/>
        <a:p>
          <a:endParaRPr lang="en-US"/>
        </a:p>
      </dgm:t>
    </dgm:pt>
    <dgm:pt modelId="{D532E15B-641A-43D4-A403-525E74CE6E84}">
      <dgm:prSet phldrT="[Text]"/>
      <dgm:spPr/>
      <dgm:t>
        <a:bodyPr/>
        <a:lstStyle/>
        <a:p>
          <a:r>
            <a:rPr lang="en-US" dirty="0"/>
            <a:t>Connected Warfighter</a:t>
          </a:r>
        </a:p>
      </dgm:t>
    </dgm:pt>
    <dgm:pt modelId="{6161BE03-0749-43A7-B8E2-5C0A3B48C27F}" type="parTrans" cxnId="{0F13A6B9-3FEB-4362-BA87-CBDAAED96B31}">
      <dgm:prSet/>
      <dgm:spPr/>
      <dgm:t>
        <a:bodyPr/>
        <a:lstStyle/>
        <a:p>
          <a:endParaRPr lang="en-US"/>
        </a:p>
      </dgm:t>
    </dgm:pt>
    <dgm:pt modelId="{29CD6ACC-33F1-4491-A2BA-07C9054CB227}" type="sibTrans" cxnId="{0F13A6B9-3FEB-4362-BA87-CBDAAED96B31}">
      <dgm:prSet/>
      <dgm:spPr/>
      <dgm:t>
        <a:bodyPr/>
        <a:lstStyle/>
        <a:p>
          <a:endParaRPr lang="en-US"/>
        </a:p>
      </dgm:t>
    </dgm:pt>
    <dgm:pt modelId="{4321761C-AA5A-4B75-95FB-CF7AB4C56E50}">
      <dgm:prSet phldrT="[Text]"/>
      <dgm:spPr/>
      <dgm:t>
        <a:bodyPr/>
        <a:lstStyle/>
        <a:p>
          <a:r>
            <a:rPr lang="en-US" dirty="0"/>
            <a:t>Logistics</a:t>
          </a:r>
        </a:p>
      </dgm:t>
    </dgm:pt>
    <dgm:pt modelId="{9ABE0F26-4C56-48F5-8534-1B41F7D54BB9}" type="parTrans" cxnId="{BC192D58-0574-4A7A-B753-C40A721F9069}">
      <dgm:prSet/>
      <dgm:spPr/>
      <dgm:t>
        <a:bodyPr/>
        <a:lstStyle/>
        <a:p>
          <a:endParaRPr lang="en-US"/>
        </a:p>
      </dgm:t>
    </dgm:pt>
    <dgm:pt modelId="{697C47F1-780B-4A16-9868-214B13D656DD}" type="sibTrans" cxnId="{BC192D58-0574-4A7A-B753-C40A721F9069}">
      <dgm:prSet/>
      <dgm:spPr/>
      <dgm:t>
        <a:bodyPr/>
        <a:lstStyle/>
        <a:p>
          <a:endParaRPr lang="en-US"/>
        </a:p>
      </dgm:t>
    </dgm:pt>
    <dgm:pt modelId="{60CE95FB-C196-44A2-AE0A-2EB724AFE92D}" type="pres">
      <dgm:prSet presAssocID="{DCDF84D1-05DB-4516-987D-7BA0C856D4B5}" presName="Name0" presStyleCnt="0">
        <dgm:presLayoutVars>
          <dgm:dir/>
          <dgm:resizeHandles val="exact"/>
        </dgm:presLayoutVars>
      </dgm:prSet>
      <dgm:spPr/>
    </dgm:pt>
    <dgm:pt modelId="{9D1AAAF2-C995-4C30-98E7-5C33DEB1E1F2}" type="pres">
      <dgm:prSet presAssocID="{18C31CAC-4248-4B17-93E1-3B73200896EE}" presName="compNode" presStyleCnt="0"/>
      <dgm:spPr/>
    </dgm:pt>
    <dgm:pt modelId="{09A423C3-17EF-4CC7-BDF6-56032F78D285}" type="pres">
      <dgm:prSet presAssocID="{18C31CAC-4248-4B17-93E1-3B73200896EE}" presName="pictRect" presStyleLbl="nod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l="-5529" t="-28120" r="-4786" b="-32940"/>
          </a:stretch>
        </a:blipFill>
      </dgm:spPr>
    </dgm:pt>
    <dgm:pt modelId="{2596EAC7-3516-4DE6-B2B0-F6151B3611D9}" type="pres">
      <dgm:prSet presAssocID="{18C31CAC-4248-4B17-93E1-3B73200896EE}" presName="textRect" presStyleLbl="revTx" presStyleIdx="0" presStyleCnt="3">
        <dgm:presLayoutVars>
          <dgm:bulletEnabled val="1"/>
        </dgm:presLayoutVars>
      </dgm:prSet>
      <dgm:spPr/>
    </dgm:pt>
    <dgm:pt modelId="{AEA108DE-221C-44E2-B956-0E925357CA7E}" type="pres">
      <dgm:prSet presAssocID="{44DAC842-8AB1-4448-9DF8-1B93FAC1CCF9}" presName="sibTrans" presStyleLbl="sibTrans2D1" presStyleIdx="0" presStyleCnt="0"/>
      <dgm:spPr/>
    </dgm:pt>
    <dgm:pt modelId="{57CD2691-6161-4A1D-90D3-5AAEF92C6ECB}" type="pres">
      <dgm:prSet presAssocID="{D532E15B-641A-43D4-A403-525E74CE6E84}" presName="compNode" presStyleCnt="0"/>
      <dgm:spPr/>
    </dgm:pt>
    <dgm:pt modelId="{B26CE825-3A67-494C-A2B0-8794F08FE1D0}" type="pres">
      <dgm:prSet presAssocID="{D532E15B-641A-43D4-A403-525E74CE6E84}" presName="pict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</dgm:spPr>
    </dgm:pt>
    <dgm:pt modelId="{2072556D-45B7-4C63-8E31-1D15EA69DCFD}" type="pres">
      <dgm:prSet presAssocID="{D532E15B-641A-43D4-A403-525E74CE6E84}" presName="textRect" presStyleLbl="revTx" presStyleIdx="1" presStyleCnt="3">
        <dgm:presLayoutVars>
          <dgm:bulletEnabled val="1"/>
        </dgm:presLayoutVars>
      </dgm:prSet>
      <dgm:spPr/>
    </dgm:pt>
    <dgm:pt modelId="{3AA76A6B-25CD-4432-AD57-83295A773CDB}" type="pres">
      <dgm:prSet presAssocID="{29CD6ACC-33F1-4491-A2BA-07C9054CB227}" presName="sibTrans" presStyleLbl="sibTrans2D1" presStyleIdx="0" presStyleCnt="0"/>
      <dgm:spPr/>
    </dgm:pt>
    <dgm:pt modelId="{1E3CA3FF-6BDD-4975-946B-F4185BB1B940}" type="pres">
      <dgm:prSet presAssocID="{4321761C-AA5A-4B75-95FB-CF7AB4C56E50}" presName="compNode" presStyleCnt="0"/>
      <dgm:spPr/>
    </dgm:pt>
    <dgm:pt modelId="{08CD94E4-0E74-4468-8069-C0EC4C6DAA60}" type="pres">
      <dgm:prSet presAssocID="{4321761C-AA5A-4B75-95FB-CF7AB4C56E50}" presName="pictRect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  <dgm:pt modelId="{A4AB2F4D-102B-4711-B14C-A755B818F937}" type="pres">
      <dgm:prSet presAssocID="{4321761C-AA5A-4B75-95FB-CF7AB4C56E50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5C61941C-6200-4978-9FD6-8650A6337947}" type="presOf" srcId="{29CD6ACC-33F1-4491-A2BA-07C9054CB227}" destId="{3AA76A6B-25CD-4432-AD57-83295A773CDB}" srcOrd="0" destOrd="0" presId="urn:microsoft.com/office/officeart/2005/8/layout/pList1"/>
    <dgm:cxn modelId="{BC192D58-0574-4A7A-B753-C40A721F9069}" srcId="{DCDF84D1-05DB-4516-987D-7BA0C856D4B5}" destId="{4321761C-AA5A-4B75-95FB-CF7AB4C56E50}" srcOrd="2" destOrd="0" parTransId="{9ABE0F26-4C56-48F5-8534-1B41F7D54BB9}" sibTransId="{697C47F1-780B-4A16-9868-214B13D656DD}"/>
    <dgm:cxn modelId="{4B518B89-FF5F-4FF3-B1E9-5A2C94DF8D24}" srcId="{DCDF84D1-05DB-4516-987D-7BA0C856D4B5}" destId="{18C31CAC-4248-4B17-93E1-3B73200896EE}" srcOrd="0" destOrd="0" parTransId="{C83CB244-6559-4B57-AA90-7801A849F644}" sibTransId="{44DAC842-8AB1-4448-9DF8-1B93FAC1CCF9}"/>
    <dgm:cxn modelId="{57D42D97-DBC2-48BD-BAF2-0F0566B07492}" type="presOf" srcId="{4321761C-AA5A-4B75-95FB-CF7AB4C56E50}" destId="{A4AB2F4D-102B-4711-B14C-A755B818F937}" srcOrd="0" destOrd="0" presId="urn:microsoft.com/office/officeart/2005/8/layout/pList1"/>
    <dgm:cxn modelId="{F8D4CFA4-1B3F-429C-826C-0DD7B3307DA9}" type="presOf" srcId="{D532E15B-641A-43D4-A403-525E74CE6E84}" destId="{2072556D-45B7-4C63-8E31-1D15EA69DCFD}" srcOrd="0" destOrd="0" presId="urn:microsoft.com/office/officeart/2005/8/layout/pList1"/>
    <dgm:cxn modelId="{0F13A6B9-3FEB-4362-BA87-CBDAAED96B31}" srcId="{DCDF84D1-05DB-4516-987D-7BA0C856D4B5}" destId="{D532E15B-641A-43D4-A403-525E74CE6E84}" srcOrd="1" destOrd="0" parTransId="{6161BE03-0749-43A7-B8E2-5C0A3B48C27F}" sibTransId="{29CD6ACC-33F1-4491-A2BA-07C9054CB227}"/>
    <dgm:cxn modelId="{88108FCE-8CB1-4161-AD63-E26703729A6F}" type="presOf" srcId="{18C31CAC-4248-4B17-93E1-3B73200896EE}" destId="{2596EAC7-3516-4DE6-B2B0-F6151B3611D9}" srcOrd="0" destOrd="0" presId="urn:microsoft.com/office/officeart/2005/8/layout/pList1"/>
    <dgm:cxn modelId="{87C747EC-91B9-4ADE-B47D-F8FB12F435C0}" type="presOf" srcId="{44DAC842-8AB1-4448-9DF8-1B93FAC1CCF9}" destId="{AEA108DE-221C-44E2-B956-0E925357CA7E}" srcOrd="0" destOrd="0" presId="urn:microsoft.com/office/officeart/2005/8/layout/pList1"/>
    <dgm:cxn modelId="{446D3FF2-3BA2-410C-9125-A2D9DEFF764B}" type="presOf" srcId="{DCDF84D1-05DB-4516-987D-7BA0C856D4B5}" destId="{60CE95FB-C196-44A2-AE0A-2EB724AFE92D}" srcOrd="0" destOrd="0" presId="urn:microsoft.com/office/officeart/2005/8/layout/pList1"/>
    <dgm:cxn modelId="{DDAD203C-52FE-447D-B623-C2CA079D42D3}" type="presParOf" srcId="{60CE95FB-C196-44A2-AE0A-2EB724AFE92D}" destId="{9D1AAAF2-C995-4C30-98E7-5C33DEB1E1F2}" srcOrd="0" destOrd="0" presId="urn:microsoft.com/office/officeart/2005/8/layout/pList1"/>
    <dgm:cxn modelId="{B57A3808-EDFE-46D2-8350-53B0CB9D30BD}" type="presParOf" srcId="{9D1AAAF2-C995-4C30-98E7-5C33DEB1E1F2}" destId="{09A423C3-17EF-4CC7-BDF6-56032F78D285}" srcOrd="0" destOrd="0" presId="urn:microsoft.com/office/officeart/2005/8/layout/pList1"/>
    <dgm:cxn modelId="{4A889D02-4F1D-4275-B6BA-8EB44D5AE70F}" type="presParOf" srcId="{9D1AAAF2-C995-4C30-98E7-5C33DEB1E1F2}" destId="{2596EAC7-3516-4DE6-B2B0-F6151B3611D9}" srcOrd="1" destOrd="0" presId="urn:microsoft.com/office/officeart/2005/8/layout/pList1"/>
    <dgm:cxn modelId="{8638278D-D0FE-4B20-BEBD-30B318ED0D67}" type="presParOf" srcId="{60CE95FB-C196-44A2-AE0A-2EB724AFE92D}" destId="{AEA108DE-221C-44E2-B956-0E925357CA7E}" srcOrd="1" destOrd="0" presId="urn:microsoft.com/office/officeart/2005/8/layout/pList1"/>
    <dgm:cxn modelId="{436B78B8-7888-41D5-AF09-585E5EFCFD4E}" type="presParOf" srcId="{60CE95FB-C196-44A2-AE0A-2EB724AFE92D}" destId="{57CD2691-6161-4A1D-90D3-5AAEF92C6ECB}" srcOrd="2" destOrd="0" presId="urn:microsoft.com/office/officeart/2005/8/layout/pList1"/>
    <dgm:cxn modelId="{023AE80D-6DAB-45A9-A68E-6E6C002A7068}" type="presParOf" srcId="{57CD2691-6161-4A1D-90D3-5AAEF92C6ECB}" destId="{B26CE825-3A67-494C-A2B0-8794F08FE1D0}" srcOrd="0" destOrd="0" presId="urn:microsoft.com/office/officeart/2005/8/layout/pList1"/>
    <dgm:cxn modelId="{ACE0ACFF-3569-4631-B8A6-4782D9F7A83D}" type="presParOf" srcId="{57CD2691-6161-4A1D-90D3-5AAEF92C6ECB}" destId="{2072556D-45B7-4C63-8E31-1D15EA69DCFD}" srcOrd="1" destOrd="0" presId="urn:microsoft.com/office/officeart/2005/8/layout/pList1"/>
    <dgm:cxn modelId="{79672F5A-4AD6-429E-8B85-9CB3CB4F6D2E}" type="presParOf" srcId="{60CE95FB-C196-44A2-AE0A-2EB724AFE92D}" destId="{3AA76A6B-25CD-4432-AD57-83295A773CDB}" srcOrd="3" destOrd="0" presId="urn:microsoft.com/office/officeart/2005/8/layout/pList1"/>
    <dgm:cxn modelId="{B701A45F-7D1A-4DD6-B7AE-F821452C116B}" type="presParOf" srcId="{60CE95FB-C196-44A2-AE0A-2EB724AFE92D}" destId="{1E3CA3FF-6BDD-4975-946B-F4185BB1B940}" srcOrd="4" destOrd="0" presId="urn:microsoft.com/office/officeart/2005/8/layout/pList1"/>
    <dgm:cxn modelId="{0D2C6188-625F-4E64-99FF-C66813DF95FB}" type="presParOf" srcId="{1E3CA3FF-6BDD-4975-946B-F4185BB1B940}" destId="{08CD94E4-0E74-4468-8069-C0EC4C6DAA60}" srcOrd="0" destOrd="0" presId="urn:microsoft.com/office/officeart/2005/8/layout/pList1"/>
    <dgm:cxn modelId="{10A1436E-C041-4CD4-9E0E-8B77F2D3758E}" type="presParOf" srcId="{1E3CA3FF-6BDD-4975-946B-F4185BB1B940}" destId="{A4AB2F4D-102B-4711-B14C-A755B818F93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84893D-6F10-4985-B9F0-D2B8AE6DF98F}" type="doc">
      <dgm:prSet loTypeId="urn:microsoft.com/office/officeart/2005/8/layout/radial6" loCatId="cycle" qsTypeId="urn:microsoft.com/office/officeart/2005/8/quickstyle/simple3" qsCatId="simple" csTypeId="urn:microsoft.com/office/officeart/2005/8/colors/accent1_2" csCatId="accent1" phldr="1"/>
      <dgm:spPr/>
    </dgm:pt>
    <dgm:pt modelId="{3E04B106-F654-4928-8E1C-A39D79953DB0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n/>
              <a:effectLst/>
              <a:latin typeface="Calibri"/>
              <a:ea typeface="+mn-ea"/>
              <a:cs typeface="+mn-cs"/>
            </a:rPr>
            <a:t>IoT Lifecycle</a:t>
          </a:r>
        </a:p>
      </dgm:t>
    </dgm:pt>
    <dgm:pt modelId="{F72CEBF0-D2AC-4440-899F-237B682511DD}" type="parTrans" cxnId="{E145B857-3646-46F8-9792-F63D2478A0EC}">
      <dgm:prSet/>
      <dgm:spPr/>
      <dgm:t>
        <a:bodyPr/>
        <a:lstStyle/>
        <a:p>
          <a:endParaRPr lang="en-US" sz="3200"/>
        </a:p>
      </dgm:t>
    </dgm:pt>
    <dgm:pt modelId="{8409C2F4-8F4D-4214-9242-83C3B76FC33D}" type="sibTrans" cxnId="{E145B857-3646-46F8-9792-F63D2478A0EC}">
      <dgm:prSet/>
      <dgm:spPr/>
      <dgm:t>
        <a:bodyPr/>
        <a:lstStyle/>
        <a:p>
          <a:endParaRPr lang="en-US" sz="3200"/>
        </a:p>
      </dgm:t>
    </dgm:pt>
    <dgm:pt modelId="{0FBD757F-E850-4732-A0D3-5E753691A047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Integrate and Test</a:t>
          </a:r>
        </a:p>
      </dgm:t>
    </dgm:pt>
    <dgm:pt modelId="{B2507A80-321B-4528-BD2F-EBA6593F62AF}" type="parTrans" cxnId="{2A26FD85-5722-4324-8A31-A0B83F84B759}">
      <dgm:prSet/>
      <dgm:spPr/>
      <dgm:t>
        <a:bodyPr/>
        <a:lstStyle/>
        <a:p>
          <a:endParaRPr lang="en-US" sz="3200"/>
        </a:p>
      </dgm:t>
    </dgm:pt>
    <dgm:pt modelId="{5CDB8A2C-88C1-4342-B602-DFE2BCA975CD}" type="sibTrans" cxnId="{2A26FD85-5722-4324-8A31-A0B83F84B759}">
      <dgm:prSet/>
      <dgm:spPr/>
      <dgm:t>
        <a:bodyPr/>
        <a:lstStyle/>
        <a:p>
          <a:endParaRPr lang="en-US" sz="3200"/>
        </a:p>
      </dgm:t>
    </dgm:pt>
    <dgm:pt modelId="{4382EF0A-3ADF-4BA7-86EC-DF748FA385D3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Develop</a:t>
          </a:r>
        </a:p>
      </dgm:t>
    </dgm:pt>
    <dgm:pt modelId="{C7E74235-268A-4286-A2C5-F8ED089E8588}" type="parTrans" cxnId="{55CA2D04-A368-4974-97A1-FD0FD0D04011}">
      <dgm:prSet/>
      <dgm:spPr/>
      <dgm:t>
        <a:bodyPr/>
        <a:lstStyle/>
        <a:p>
          <a:endParaRPr lang="en-US" sz="1800"/>
        </a:p>
      </dgm:t>
    </dgm:pt>
    <dgm:pt modelId="{1C5064FA-65EA-4973-BBC0-9CE3E1D53C45}" type="sibTrans" cxnId="{55CA2D04-A368-4974-97A1-FD0FD0D04011}">
      <dgm:prSet/>
      <dgm:spPr/>
      <dgm:t>
        <a:bodyPr/>
        <a:lstStyle/>
        <a:p>
          <a:endParaRPr lang="en-US" sz="1800"/>
        </a:p>
      </dgm:t>
    </dgm:pt>
    <dgm:pt modelId="{D97D7AFF-F122-43B1-85AC-3539E7A474D1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Design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gm:t>
    </dgm:pt>
    <dgm:pt modelId="{4515789C-E6BD-4650-9355-4B4C1F5D7229}" type="parTrans" cxnId="{A9E47712-43C5-4033-B0C6-F5A9DAA9269A}">
      <dgm:prSet/>
      <dgm:spPr/>
      <dgm:t>
        <a:bodyPr/>
        <a:lstStyle/>
        <a:p>
          <a:endParaRPr lang="en-US" sz="1800"/>
        </a:p>
      </dgm:t>
    </dgm:pt>
    <dgm:pt modelId="{A3EE8B7C-10F9-471B-8131-497CC78A758B}" type="sibTrans" cxnId="{A9E47712-43C5-4033-B0C6-F5A9DAA9269A}">
      <dgm:prSet/>
      <dgm:spPr/>
      <dgm:t>
        <a:bodyPr/>
        <a:lstStyle/>
        <a:p>
          <a:endParaRPr lang="en-US" sz="1800"/>
        </a:p>
      </dgm:t>
    </dgm:pt>
    <dgm:pt modelId="{46E82D7E-0127-4098-AC76-281B4BCE3D50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Implement</a:t>
          </a:r>
        </a:p>
      </dgm:t>
    </dgm:pt>
    <dgm:pt modelId="{2EB2C32A-4437-401A-A6B5-467BB43D26D5}" type="parTrans" cxnId="{EB26C686-E818-4E94-8558-A3178F39F1A5}">
      <dgm:prSet/>
      <dgm:spPr/>
      <dgm:t>
        <a:bodyPr/>
        <a:lstStyle/>
        <a:p>
          <a:endParaRPr lang="en-US" sz="1800"/>
        </a:p>
      </dgm:t>
    </dgm:pt>
    <dgm:pt modelId="{07963BE7-74C0-498F-A3BC-90E772C2DA29}" type="sibTrans" cxnId="{EB26C686-E818-4E94-8558-A3178F39F1A5}">
      <dgm:prSet/>
      <dgm:spPr/>
      <dgm:t>
        <a:bodyPr/>
        <a:lstStyle/>
        <a:p>
          <a:endParaRPr lang="en-US" sz="1800"/>
        </a:p>
      </dgm:t>
    </dgm:pt>
    <dgm:pt modelId="{82E35926-AC06-41C2-995A-99E2B0AEE36D}">
      <dgm:prSet phldrT="[Text]" custT="1"/>
      <dgm:spPr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Operate and Maintain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gm:t>
    </dgm:pt>
    <dgm:pt modelId="{CE146817-9DB8-4E26-8031-1AD466272486}" type="parTrans" cxnId="{70C90CB0-E14E-4488-B01B-20B9F80722E6}">
      <dgm:prSet/>
      <dgm:spPr/>
      <dgm:t>
        <a:bodyPr/>
        <a:lstStyle/>
        <a:p>
          <a:endParaRPr lang="en-US"/>
        </a:p>
      </dgm:t>
    </dgm:pt>
    <dgm:pt modelId="{853558E2-49ED-4658-BFC0-0ABA9F56AC56}" type="sibTrans" cxnId="{70C90CB0-E14E-4488-B01B-20B9F80722E6}">
      <dgm:prSet/>
      <dgm:spPr/>
      <dgm:t>
        <a:bodyPr/>
        <a:lstStyle/>
        <a:p>
          <a:endParaRPr lang="en-US"/>
        </a:p>
      </dgm:t>
    </dgm:pt>
    <dgm:pt modelId="{0BB93A93-9646-48C7-B9D2-CA08BEEFAC31}">
      <dgm:prSet phldrT="[Text]" custT="1"/>
      <dgm:spPr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>
            <a:buNone/>
          </a:pPr>
          <a:r>
            <a:rPr lang="en-US" sz="1100" b="0" dirty="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Dispose</a:t>
          </a:r>
        </a:p>
      </dgm:t>
    </dgm:pt>
    <dgm:pt modelId="{0A1A32A4-580F-4E77-86FD-C9B97CC96A87}" type="parTrans" cxnId="{2E685D77-9EEC-4A21-8955-477ED8C686F4}">
      <dgm:prSet/>
      <dgm:spPr/>
      <dgm:t>
        <a:bodyPr/>
        <a:lstStyle/>
        <a:p>
          <a:endParaRPr lang="en-US"/>
        </a:p>
      </dgm:t>
    </dgm:pt>
    <dgm:pt modelId="{90F4DE25-909C-453C-8D55-A180C267696C}" type="sibTrans" cxnId="{2E685D77-9EEC-4A21-8955-477ED8C686F4}">
      <dgm:prSet/>
      <dgm:spPr/>
      <dgm:t>
        <a:bodyPr/>
        <a:lstStyle/>
        <a:p>
          <a:endParaRPr lang="en-US"/>
        </a:p>
      </dgm:t>
    </dgm:pt>
    <dgm:pt modelId="{ECCD2440-7B0C-4F88-ADFA-E8B28643C0FD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>
            <a:buNone/>
          </a:pPr>
          <a:r>
            <a:rPr lang="en-US" sz="1100" b="0" dirty="0">
              <a:ln/>
              <a:effectLst/>
              <a:latin typeface="Calibri"/>
              <a:ea typeface="+mn-ea"/>
              <a:cs typeface="+mn-cs"/>
            </a:rPr>
            <a:t>Initiate</a:t>
          </a:r>
        </a:p>
      </dgm:t>
    </dgm:pt>
    <dgm:pt modelId="{8AEAB288-C115-4ED8-A3D1-6D2A636BCF67}" type="parTrans" cxnId="{1F75ECA7-9CB1-4C48-AA20-9C772BA84DA1}">
      <dgm:prSet/>
      <dgm:spPr/>
      <dgm:t>
        <a:bodyPr/>
        <a:lstStyle/>
        <a:p>
          <a:endParaRPr lang="en-US"/>
        </a:p>
      </dgm:t>
    </dgm:pt>
    <dgm:pt modelId="{69A9A7B2-7A16-4FF6-8DD9-1E09EF9177CE}" type="sibTrans" cxnId="{1F75ECA7-9CB1-4C48-AA20-9C772BA84DA1}">
      <dgm:prSet/>
      <dgm:spPr/>
      <dgm:t>
        <a:bodyPr/>
        <a:lstStyle/>
        <a:p>
          <a:endParaRPr lang="en-US"/>
        </a:p>
      </dgm:t>
    </dgm:pt>
    <dgm:pt modelId="{1246710A-CCFA-4EE9-A1C2-583F7ECEC676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Plan</a:t>
          </a:r>
        </a:p>
      </dgm:t>
    </dgm:pt>
    <dgm:pt modelId="{A8758502-EF54-4C23-B7CC-8D08FFBB865E}" type="sibTrans" cxnId="{5B817E7C-E39F-4DCB-B680-A8ACE6385E84}">
      <dgm:prSet/>
      <dgm:spPr/>
      <dgm:t>
        <a:bodyPr/>
        <a:lstStyle/>
        <a:p>
          <a:endParaRPr lang="en-US" sz="1800"/>
        </a:p>
      </dgm:t>
    </dgm:pt>
    <dgm:pt modelId="{5584B14D-EAD4-4330-9DBD-A02498BBD882}" type="parTrans" cxnId="{5B817E7C-E39F-4DCB-B680-A8ACE6385E84}">
      <dgm:prSet/>
      <dgm:spPr/>
      <dgm:t>
        <a:bodyPr/>
        <a:lstStyle/>
        <a:p>
          <a:endParaRPr lang="en-US" sz="1800"/>
        </a:p>
      </dgm:t>
    </dgm:pt>
    <dgm:pt modelId="{02CE8823-08ED-426D-BAAD-E303526ED6EB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Analyze </a:t>
          </a: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Requirements</a:t>
          </a:r>
        </a:p>
      </dgm:t>
    </dgm:pt>
    <dgm:pt modelId="{2C086B76-6B26-4A55-B053-96A8E0FB16B7}" type="parTrans" cxnId="{8293F6B6-8D20-4267-8D5E-DA1D8AFB70EA}">
      <dgm:prSet/>
      <dgm:spPr/>
      <dgm:t>
        <a:bodyPr/>
        <a:lstStyle/>
        <a:p>
          <a:endParaRPr lang="en-US"/>
        </a:p>
      </dgm:t>
    </dgm:pt>
    <dgm:pt modelId="{37FA7887-A2AF-4D8C-BE7A-16387D18D739}" type="sibTrans" cxnId="{8293F6B6-8D20-4267-8D5E-DA1D8AFB70EA}">
      <dgm:prSet/>
      <dgm:spPr/>
      <dgm:t>
        <a:bodyPr/>
        <a:lstStyle/>
        <a:p>
          <a:endParaRPr lang="en-US"/>
        </a:p>
      </dgm:t>
    </dgm:pt>
    <dgm:pt modelId="{85010652-FA53-47DB-BC37-618C61915E23}" type="pres">
      <dgm:prSet presAssocID="{6784893D-6F10-4985-B9F0-D2B8AE6DF98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0190F8D-0EB5-4295-9044-580A4D97C9D3}" type="pres">
      <dgm:prSet presAssocID="{3E04B106-F654-4928-8E1C-A39D79953DB0}" presName="centerShape" presStyleLbl="node0" presStyleIdx="0" presStyleCnt="1" custScaleX="152145" custScaleY="152145"/>
      <dgm:spPr/>
    </dgm:pt>
    <dgm:pt modelId="{8F3ACDB6-7912-42E8-8FAC-114D02C43787}" type="pres">
      <dgm:prSet presAssocID="{1246710A-CCFA-4EE9-A1C2-583F7ECEC676}" presName="node" presStyleLbl="node1" presStyleIdx="0" presStyleCnt="9" custScaleX="141278" custScaleY="141278">
        <dgm:presLayoutVars>
          <dgm:bulletEnabled val="1"/>
        </dgm:presLayoutVars>
      </dgm:prSet>
      <dgm:spPr/>
    </dgm:pt>
    <dgm:pt modelId="{6D44E1CC-BC45-4644-BA07-916074A8C5EB}" type="pres">
      <dgm:prSet presAssocID="{1246710A-CCFA-4EE9-A1C2-583F7ECEC676}" presName="dummy" presStyleCnt="0"/>
      <dgm:spPr/>
    </dgm:pt>
    <dgm:pt modelId="{A8B77585-8E20-4B7B-9FE1-8215659E1ADF}" type="pres">
      <dgm:prSet presAssocID="{A8758502-EF54-4C23-B7CC-8D08FFBB865E}" presName="sibTrans" presStyleLbl="sibTrans2D1" presStyleIdx="0" presStyleCnt="9"/>
      <dgm:spPr/>
    </dgm:pt>
    <dgm:pt modelId="{E4CB859A-A41A-4822-B352-77CD6EE79C03}" type="pres">
      <dgm:prSet presAssocID="{02CE8823-08ED-426D-BAAD-E303526ED6EB}" presName="node" presStyleLbl="node1" presStyleIdx="1" presStyleCnt="9" custScaleX="141278" custScaleY="141278">
        <dgm:presLayoutVars>
          <dgm:bulletEnabled val="1"/>
        </dgm:presLayoutVars>
      </dgm:prSet>
      <dgm:spPr/>
    </dgm:pt>
    <dgm:pt modelId="{54DE8BF4-8B41-4548-8AD2-CEB909826588}" type="pres">
      <dgm:prSet presAssocID="{02CE8823-08ED-426D-BAAD-E303526ED6EB}" presName="dummy" presStyleCnt="0"/>
      <dgm:spPr/>
    </dgm:pt>
    <dgm:pt modelId="{487DC976-2C32-431C-96C6-FB30EEA11E4A}" type="pres">
      <dgm:prSet presAssocID="{37FA7887-A2AF-4D8C-BE7A-16387D18D739}" presName="sibTrans" presStyleLbl="sibTrans2D1" presStyleIdx="1" presStyleCnt="9"/>
      <dgm:spPr/>
    </dgm:pt>
    <dgm:pt modelId="{DC4EDD1A-588B-476D-888B-2F8ACC01E18B}" type="pres">
      <dgm:prSet presAssocID="{D97D7AFF-F122-43B1-85AC-3539E7A474D1}" presName="node" presStyleLbl="node1" presStyleIdx="2" presStyleCnt="9" custScaleX="141278" custScaleY="141278">
        <dgm:presLayoutVars>
          <dgm:bulletEnabled val="1"/>
        </dgm:presLayoutVars>
      </dgm:prSet>
      <dgm:spPr/>
    </dgm:pt>
    <dgm:pt modelId="{E3DC1E44-9D6B-4384-AC13-8EE3FAEF6C7B}" type="pres">
      <dgm:prSet presAssocID="{D97D7AFF-F122-43B1-85AC-3539E7A474D1}" presName="dummy" presStyleCnt="0"/>
      <dgm:spPr/>
    </dgm:pt>
    <dgm:pt modelId="{BC8E1E9F-3EEB-457D-9340-31A626F7068F}" type="pres">
      <dgm:prSet presAssocID="{A3EE8B7C-10F9-471B-8131-497CC78A758B}" presName="sibTrans" presStyleLbl="sibTrans2D1" presStyleIdx="2" presStyleCnt="9"/>
      <dgm:spPr/>
    </dgm:pt>
    <dgm:pt modelId="{DC60A229-4D86-4881-9900-B5AD40932FD9}" type="pres">
      <dgm:prSet presAssocID="{4382EF0A-3ADF-4BA7-86EC-DF748FA385D3}" presName="node" presStyleLbl="node1" presStyleIdx="3" presStyleCnt="9" custScaleX="141278" custScaleY="141278">
        <dgm:presLayoutVars>
          <dgm:bulletEnabled val="1"/>
        </dgm:presLayoutVars>
      </dgm:prSet>
      <dgm:spPr/>
    </dgm:pt>
    <dgm:pt modelId="{298C16A4-5514-449E-8F53-6806193062F9}" type="pres">
      <dgm:prSet presAssocID="{4382EF0A-3ADF-4BA7-86EC-DF748FA385D3}" presName="dummy" presStyleCnt="0"/>
      <dgm:spPr/>
    </dgm:pt>
    <dgm:pt modelId="{F2D3C021-A2C4-4C15-B187-5A5A4A932EBF}" type="pres">
      <dgm:prSet presAssocID="{1C5064FA-65EA-4973-BBC0-9CE3E1D53C45}" presName="sibTrans" presStyleLbl="sibTrans2D1" presStyleIdx="3" presStyleCnt="9"/>
      <dgm:spPr/>
    </dgm:pt>
    <dgm:pt modelId="{FCF0486C-3051-4CB2-A962-CA2835D6A82E}" type="pres">
      <dgm:prSet presAssocID="{0FBD757F-E850-4732-A0D3-5E753691A047}" presName="node" presStyleLbl="node1" presStyleIdx="4" presStyleCnt="9" custScaleX="141278" custScaleY="141278">
        <dgm:presLayoutVars>
          <dgm:bulletEnabled val="1"/>
        </dgm:presLayoutVars>
      </dgm:prSet>
      <dgm:spPr/>
    </dgm:pt>
    <dgm:pt modelId="{0F9D81F6-F58C-4FF4-92D6-3C872FC5A254}" type="pres">
      <dgm:prSet presAssocID="{0FBD757F-E850-4732-A0D3-5E753691A047}" presName="dummy" presStyleCnt="0"/>
      <dgm:spPr/>
    </dgm:pt>
    <dgm:pt modelId="{5B32FAE2-3FF8-4CA5-A243-6757ECC510A2}" type="pres">
      <dgm:prSet presAssocID="{5CDB8A2C-88C1-4342-B602-DFE2BCA975CD}" presName="sibTrans" presStyleLbl="sibTrans2D1" presStyleIdx="4" presStyleCnt="9"/>
      <dgm:spPr/>
    </dgm:pt>
    <dgm:pt modelId="{CE0C6631-D958-4586-8916-1D66A09A62C6}" type="pres">
      <dgm:prSet presAssocID="{46E82D7E-0127-4098-AC76-281B4BCE3D50}" presName="node" presStyleLbl="node1" presStyleIdx="5" presStyleCnt="9" custScaleX="141278" custScaleY="141278">
        <dgm:presLayoutVars>
          <dgm:bulletEnabled val="1"/>
        </dgm:presLayoutVars>
      </dgm:prSet>
      <dgm:spPr/>
    </dgm:pt>
    <dgm:pt modelId="{CF5810F1-6B84-4C20-A184-2A4BB5C6D8B6}" type="pres">
      <dgm:prSet presAssocID="{46E82D7E-0127-4098-AC76-281B4BCE3D50}" presName="dummy" presStyleCnt="0"/>
      <dgm:spPr/>
    </dgm:pt>
    <dgm:pt modelId="{0AE775E3-7242-46EA-B7BE-ABD59414EA5F}" type="pres">
      <dgm:prSet presAssocID="{07963BE7-74C0-498F-A3BC-90E772C2DA29}" presName="sibTrans" presStyleLbl="sibTrans2D1" presStyleIdx="5" presStyleCnt="9"/>
      <dgm:spPr/>
    </dgm:pt>
    <dgm:pt modelId="{2C73AD8E-76F3-439E-A2BF-7450774B3D70}" type="pres">
      <dgm:prSet presAssocID="{82E35926-AC06-41C2-995A-99E2B0AEE36D}" presName="node" presStyleLbl="node1" presStyleIdx="6" presStyleCnt="9" custScaleX="141278" custScaleY="141278">
        <dgm:presLayoutVars>
          <dgm:bulletEnabled val="1"/>
        </dgm:presLayoutVars>
      </dgm:prSet>
      <dgm:spPr>
        <a:prstGeom prst="ellipse">
          <a:avLst/>
        </a:prstGeom>
      </dgm:spPr>
    </dgm:pt>
    <dgm:pt modelId="{F5F890E4-C0BE-43CA-AC9A-5AEA630CFC7E}" type="pres">
      <dgm:prSet presAssocID="{82E35926-AC06-41C2-995A-99E2B0AEE36D}" presName="dummy" presStyleCnt="0"/>
      <dgm:spPr/>
    </dgm:pt>
    <dgm:pt modelId="{8F49D829-E574-48C8-AF12-D475E1326D2C}" type="pres">
      <dgm:prSet presAssocID="{853558E2-49ED-4658-BFC0-0ABA9F56AC56}" presName="sibTrans" presStyleLbl="sibTrans2D1" presStyleIdx="6" presStyleCnt="9"/>
      <dgm:spPr/>
    </dgm:pt>
    <dgm:pt modelId="{E80B587C-D301-4ECB-A20E-5B8AB252FA7E}" type="pres">
      <dgm:prSet presAssocID="{0BB93A93-9646-48C7-B9D2-CA08BEEFAC31}" presName="node" presStyleLbl="node1" presStyleIdx="7" presStyleCnt="9" custScaleX="141278" custScaleY="141278">
        <dgm:presLayoutVars>
          <dgm:bulletEnabled val="1"/>
        </dgm:presLayoutVars>
      </dgm:prSet>
      <dgm:spPr>
        <a:prstGeom prst="ellipse">
          <a:avLst/>
        </a:prstGeom>
      </dgm:spPr>
    </dgm:pt>
    <dgm:pt modelId="{CA71A821-D6BD-40E1-BADE-5339CE9FD4C4}" type="pres">
      <dgm:prSet presAssocID="{0BB93A93-9646-48C7-B9D2-CA08BEEFAC31}" presName="dummy" presStyleCnt="0"/>
      <dgm:spPr/>
    </dgm:pt>
    <dgm:pt modelId="{08011D00-B97F-4542-9E03-940D4E548157}" type="pres">
      <dgm:prSet presAssocID="{90F4DE25-909C-453C-8D55-A180C267696C}" presName="sibTrans" presStyleLbl="sibTrans2D1" presStyleIdx="7" presStyleCnt="9"/>
      <dgm:spPr/>
    </dgm:pt>
    <dgm:pt modelId="{059EDD6C-AB59-4A65-8E8D-DC767766399E}" type="pres">
      <dgm:prSet presAssocID="{ECCD2440-7B0C-4F88-ADFA-E8B28643C0FD}" presName="node" presStyleLbl="node1" presStyleIdx="8" presStyleCnt="9" custScaleX="141278" custScaleY="141278">
        <dgm:presLayoutVars>
          <dgm:bulletEnabled val="1"/>
        </dgm:presLayoutVars>
      </dgm:prSet>
      <dgm:spPr/>
    </dgm:pt>
    <dgm:pt modelId="{FDBB7BE1-BF51-47DC-8C82-785136A31A90}" type="pres">
      <dgm:prSet presAssocID="{ECCD2440-7B0C-4F88-ADFA-E8B28643C0FD}" presName="dummy" presStyleCnt="0"/>
      <dgm:spPr/>
    </dgm:pt>
    <dgm:pt modelId="{1EC5222A-9F82-420E-B98D-C185B324BAE7}" type="pres">
      <dgm:prSet presAssocID="{69A9A7B2-7A16-4FF6-8DD9-1E09EF9177CE}" presName="sibTrans" presStyleLbl="sibTrans2D1" presStyleIdx="8" presStyleCnt="9"/>
      <dgm:spPr/>
    </dgm:pt>
  </dgm:ptLst>
  <dgm:cxnLst>
    <dgm:cxn modelId="{55CA2D04-A368-4974-97A1-FD0FD0D04011}" srcId="{3E04B106-F654-4928-8E1C-A39D79953DB0}" destId="{4382EF0A-3ADF-4BA7-86EC-DF748FA385D3}" srcOrd="3" destOrd="0" parTransId="{C7E74235-268A-4286-A2C5-F8ED089E8588}" sibTransId="{1C5064FA-65EA-4973-BBC0-9CE3E1D53C45}"/>
    <dgm:cxn modelId="{A9E47712-43C5-4033-B0C6-F5A9DAA9269A}" srcId="{3E04B106-F654-4928-8E1C-A39D79953DB0}" destId="{D97D7AFF-F122-43B1-85AC-3539E7A474D1}" srcOrd="2" destOrd="0" parTransId="{4515789C-E6BD-4650-9355-4B4C1F5D7229}" sibTransId="{A3EE8B7C-10F9-471B-8131-497CC78A758B}"/>
    <dgm:cxn modelId="{A134472E-6AE8-4CD7-BC37-4845A5399704}" type="presOf" srcId="{46E82D7E-0127-4098-AC76-281B4BCE3D50}" destId="{CE0C6631-D958-4586-8916-1D66A09A62C6}" srcOrd="0" destOrd="0" presId="urn:microsoft.com/office/officeart/2005/8/layout/radial6"/>
    <dgm:cxn modelId="{8D40BD32-FCC1-4ABF-81C5-0F692FD98A44}" type="presOf" srcId="{37FA7887-A2AF-4D8C-BE7A-16387D18D739}" destId="{487DC976-2C32-431C-96C6-FB30EEA11E4A}" srcOrd="0" destOrd="0" presId="urn:microsoft.com/office/officeart/2005/8/layout/radial6"/>
    <dgm:cxn modelId="{F5551B3E-CA87-4AEF-9FB8-6E71336F4B25}" type="presOf" srcId="{853558E2-49ED-4658-BFC0-0ABA9F56AC56}" destId="{8F49D829-E574-48C8-AF12-D475E1326D2C}" srcOrd="0" destOrd="0" presId="urn:microsoft.com/office/officeart/2005/8/layout/radial6"/>
    <dgm:cxn modelId="{399A1E64-9903-4A5A-98D7-23EC1F0A4F8A}" type="presOf" srcId="{3E04B106-F654-4928-8E1C-A39D79953DB0}" destId="{40190F8D-0EB5-4295-9044-580A4D97C9D3}" srcOrd="0" destOrd="0" presId="urn:microsoft.com/office/officeart/2005/8/layout/radial6"/>
    <dgm:cxn modelId="{C1369445-0BA5-44A3-8F5D-26710695E950}" type="presOf" srcId="{1C5064FA-65EA-4973-BBC0-9CE3E1D53C45}" destId="{F2D3C021-A2C4-4C15-B187-5A5A4A932EBF}" srcOrd="0" destOrd="0" presId="urn:microsoft.com/office/officeart/2005/8/layout/radial6"/>
    <dgm:cxn modelId="{82AA784E-48C8-48DB-AD75-8461F8356D5C}" type="presOf" srcId="{A8758502-EF54-4C23-B7CC-8D08FFBB865E}" destId="{A8B77585-8E20-4B7B-9FE1-8215659E1ADF}" srcOrd="0" destOrd="0" presId="urn:microsoft.com/office/officeart/2005/8/layout/radial6"/>
    <dgm:cxn modelId="{88387D6E-C5E4-4328-A7C1-8318EE577414}" type="presOf" srcId="{D97D7AFF-F122-43B1-85AC-3539E7A474D1}" destId="{DC4EDD1A-588B-476D-888B-2F8ACC01E18B}" srcOrd="0" destOrd="0" presId="urn:microsoft.com/office/officeart/2005/8/layout/radial6"/>
    <dgm:cxn modelId="{2E685D77-9EEC-4A21-8955-477ED8C686F4}" srcId="{3E04B106-F654-4928-8E1C-A39D79953DB0}" destId="{0BB93A93-9646-48C7-B9D2-CA08BEEFAC31}" srcOrd="7" destOrd="0" parTransId="{0A1A32A4-580F-4E77-86FD-C9B97CC96A87}" sibTransId="{90F4DE25-909C-453C-8D55-A180C267696C}"/>
    <dgm:cxn modelId="{E145B857-3646-46F8-9792-F63D2478A0EC}" srcId="{6784893D-6F10-4985-B9F0-D2B8AE6DF98F}" destId="{3E04B106-F654-4928-8E1C-A39D79953DB0}" srcOrd="0" destOrd="0" parTransId="{F72CEBF0-D2AC-4440-899F-237B682511DD}" sibTransId="{8409C2F4-8F4D-4214-9242-83C3B76FC33D}"/>
    <dgm:cxn modelId="{5B817E7C-E39F-4DCB-B680-A8ACE6385E84}" srcId="{3E04B106-F654-4928-8E1C-A39D79953DB0}" destId="{1246710A-CCFA-4EE9-A1C2-583F7ECEC676}" srcOrd="0" destOrd="0" parTransId="{5584B14D-EAD4-4330-9DBD-A02498BBD882}" sibTransId="{A8758502-EF54-4C23-B7CC-8D08FFBB865E}"/>
    <dgm:cxn modelId="{2A26FD85-5722-4324-8A31-A0B83F84B759}" srcId="{3E04B106-F654-4928-8E1C-A39D79953DB0}" destId="{0FBD757F-E850-4732-A0D3-5E753691A047}" srcOrd="4" destOrd="0" parTransId="{B2507A80-321B-4528-BD2F-EBA6593F62AF}" sibTransId="{5CDB8A2C-88C1-4342-B602-DFE2BCA975CD}"/>
    <dgm:cxn modelId="{EB26C686-E818-4E94-8558-A3178F39F1A5}" srcId="{3E04B106-F654-4928-8E1C-A39D79953DB0}" destId="{46E82D7E-0127-4098-AC76-281B4BCE3D50}" srcOrd="5" destOrd="0" parTransId="{2EB2C32A-4437-401A-A6B5-467BB43D26D5}" sibTransId="{07963BE7-74C0-498F-A3BC-90E772C2DA29}"/>
    <dgm:cxn modelId="{6A31D48A-08CA-4334-A514-8812B779AB00}" type="presOf" srcId="{ECCD2440-7B0C-4F88-ADFA-E8B28643C0FD}" destId="{059EDD6C-AB59-4A65-8E8D-DC767766399E}" srcOrd="0" destOrd="0" presId="urn:microsoft.com/office/officeart/2005/8/layout/radial6"/>
    <dgm:cxn modelId="{5ECA498F-E5ED-4AE5-9E1A-A6B960AF224D}" type="presOf" srcId="{82E35926-AC06-41C2-995A-99E2B0AEE36D}" destId="{2C73AD8E-76F3-439E-A2BF-7450774B3D70}" srcOrd="0" destOrd="0" presId="urn:microsoft.com/office/officeart/2005/8/layout/radial6"/>
    <dgm:cxn modelId="{473D09A2-3161-43E4-A332-4AE30270584B}" type="presOf" srcId="{5CDB8A2C-88C1-4342-B602-DFE2BCA975CD}" destId="{5B32FAE2-3FF8-4CA5-A243-6757ECC510A2}" srcOrd="0" destOrd="0" presId="urn:microsoft.com/office/officeart/2005/8/layout/radial6"/>
    <dgm:cxn modelId="{1F75ECA7-9CB1-4C48-AA20-9C772BA84DA1}" srcId="{3E04B106-F654-4928-8E1C-A39D79953DB0}" destId="{ECCD2440-7B0C-4F88-ADFA-E8B28643C0FD}" srcOrd="8" destOrd="0" parTransId="{8AEAB288-C115-4ED8-A3D1-6D2A636BCF67}" sibTransId="{69A9A7B2-7A16-4FF6-8DD9-1E09EF9177CE}"/>
    <dgm:cxn modelId="{70C90CB0-E14E-4488-B01B-20B9F80722E6}" srcId="{3E04B106-F654-4928-8E1C-A39D79953DB0}" destId="{82E35926-AC06-41C2-995A-99E2B0AEE36D}" srcOrd="6" destOrd="0" parTransId="{CE146817-9DB8-4E26-8031-1AD466272486}" sibTransId="{853558E2-49ED-4658-BFC0-0ABA9F56AC56}"/>
    <dgm:cxn modelId="{8293F6B6-8D20-4267-8D5E-DA1D8AFB70EA}" srcId="{3E04B106-F654-4928-8E1C-A39D79953DB0}" destId="{02CE8823-08ED-426D-BAAD-E303526ED6EB}" srcOrd="1" destOrd="0" parTransId="{2C086B76-6B26-4A55-B053-96A8E0FB16B7}" sibTransId="{37FA7887-A2AF-4D8C-BE7A-16387D18D739}"/>
    <dgm:cxn modelId="{E6A76ABA-204D-41D9-91B7-B99C5FF897F2}" type="presOf" srcId="{6784893D-6F10-4985-B9F0-D2B8AE6DF98F}" destId="{85010652-FA53-47DB-BC37-618C61915E23}" srcOrd="0" destOrd="0" presId="urn:microsoft.com/office/officeart/2005/8/layout/radial6"/>
    <dgm:cxn modelId="{3FCBF7BC-5029-4794-B8BB-4840E931C462}" type="presOf" srcId="{07963BE7-74C0-498F-A3BC-90E772C2DA29}" destId="{0AE775E3-7242-46EA-B7BE-ABD59414EA5F}" srcOrd="0" destOrd="0" presId="urn:microsoft.com/office/officeart/2005/8/layout/radial6"/>
    <dgm:cxn modelId="{1E2C9FCB-99F3-41E7-AE01-7E6197D0B98A}" type="presOf" srcId="{4382EF0A-3ADF-4BA7-86EC-DF748FA385D3}" destId="{DC60A229-4D86-4881-9900-B5AD40932FD9}" srcOrd="0" destOrd="0" presId="urn:microsoft.com/office/officeart/2005/8/layout/radial6"/>
    <dgm:cxn modelId="{5422CDD1-6B80-4F5D-8D02-FFA54F65540F}" type="presOf" srcId="{90F4DE25-909C-453C-8D55-A180C267696C}" destId="{08011D00-B97F-4542-9E03-940D4E548157}" srcOrd="0" destOrd="0" presId="urn:microsoft.com/office/officeart/2005/8/layout/radial6"/>
    <dgm:cxn modelId="{B7A9F7D8-8F64-46F6-84F0-1F5A9EA3BCE1}" type="presOf" srcId="{0FBD757F-E850-4732-A0D3-5E753691A047}" destId="{FCF0486C-3051-4CB2-A962-CA2835D6A82E}" srcOrd="0" destOrd="0" presId="urn:microsoft.com/office/officeart/2005/8/layout/radial6"/>
    <dgm:cxn modelId="{470302DB-C89F-42AD-A0EA-7B84D25FA470}" type="presOf" srcId="{02CE8823-08ED-426D-BAAD-E303526ED6EB}" destId="{E4CB859A-A41A-4822-B352-77CD6EE79C03}" srcOrd="0" destOrd="0" presId="urn:microsoft.com/office/officeart/2005/8/layout/radial6"/>
    <dgm:cxn modelId="{E02325E4-1115-4697-876B-9C55A2F14FF0}" type="presOf" srcId="{0BB93A93-9646-48C7-B9D2-CA08BEEFAC31}" destId="{E80B587C-D301-4ECB-A20E-5B8AB252FA7E}" srcOrd="0" destOrd="0" presId="urn:microsoft.com/office/officeart/2005/8/layout/radial6"/>
    <dgm:cxn modelId="{7408EFE9-E31C-4F69-8968-2E934051A918}" type="presOf" srcId="{1246710A-CCFA-4EE9-A1C2-583F7ECEC676}" destId="{8F3ACDB6-7912-42E8-8FAC-114D02C43787}" srcOrd="0" destOrd="0" presId="urn:microsoft.com/office/officeart/2005/8/layout/radial6"/>
    <dgm:cxn modelId="{BA8544EC-1F95-467E-8C22-21AAAD4333A6}" type="presOf" srcId="{A3EE8B7C-10F9-471B-8131-497CC78A758B}" destId="{BC8E1E9F-3EEB-457D-9340-31A626F7068F}" srcOrd="0" destOrd="0" presId="urn:microsoft.com/office/officeart/2005/8/layout/radial6"/>
    <dgm:cxn modelId="{2054D4F2-77D3-48FF-84F8-506E61F7FFDB}" type="presOf" srcId="{69A9A7B2-7A16-4FF6-8DD9-1E09EF9177CE}" destId="{1EC5222A-9F82-420E-B98D-C185B324BAE7}" srcOrd="0" destOrd="0" presId="urn:microsoft.com/office/officeart/2005/8/layout/radial6"/>
    <dgm:cxn modelId="{93A40F07-7136-4B30-A885-97589F5667F4}" type="presParOf" srcId="{85010652-FA53-47DB-BC37-618C61915E23}" destId="{40190F8D-0EB5-4295-9044-580A4D97C9D3}" srcOrd="0" destOrd="0" presId="urn:microsoft.com/office/officeart/2005/8/layout/radial6"/>
    <dgm:cxn modelId="{48535E07-57FD-4B3E-B8F0-113DED380C95}" type="presParOf" srcId="{85010652-FA53-47DB-BC37-618C61915E23}" destId="{8F3ACDB6-7912-42E8-8FAC-114D02C43787}" srcOrd="1" destOrd="0" presId="urn:microsoft.com/office/officeart/2005/8/layout/radial6"/>
    <dgm:cxn modelId="{38919F9B-66A4-414D-B71A-8D69A730674D}" type="presParOf" srcId="{85010652-FA53-47DB-BC37-618C61915E23}" destId="{6D44E1CC-BC45-4644-BA07-916074A8C5EB}" srcOrd="2" destOrd="0" presId="urn:microsoft.com/office/officeart/2005/8/layout/radial6"/>
    <dgm:cxn modelId="{D3A5AA62-523A-4CB3-BD21-5739BC12EE67}" type="presParOf" srcId="{85010652-FA53-47DB-BC37-618C61915E23}" destId="{A8B77585-8E20-4B7B-9FE1-8215659E1ADF}" srcOrd="3" destOrd="0" presId="urn:microsoft.com/office/officeart/2005/8/layout/radial6"/>
    <dgm:cxn modelId="{0C724DDA-76BA-41BA-A032-B30A42B1C70F}" type="presParOf" srcId="{85010652-FA53-47DB-BC37-618C61915E23}" destId="{E4CB859A-A41A-4822-B352-77CD6EE79C03}" srcOrd="4" destOrd="0" presId="urn:microsoft.com/office/officeart/2005/8/layout/radial6"/>
    <dgm:cxn modelId="{42FF10D4-E1B7-4302-89F8-95F7E0C0EB50}" type="presParOf" srcId="{85010652-FA53-47DB-BC37-618C61915E23}" destId="{54DE8BF4-8B41-4548-8AD2-CEB909826588}" srcOrd="5" destOrd="0" presId="urn:microsoft.com/office/officeart/2005/8/layout/radial6"/>
    <dgm:cxn modelId="{E11C8F62-04F1-4BC6-8414-88D7F5F89568}" type="presParOf" srcId="{85010652-FA53-47DB-BC37-618C61915E23}" destId="{487DC976-2C32-431C-96C6-FB30EEA11E4A}" srcOrd="6" destOrd="0" presId="urn:microsoft.com/office/officeart/2005/8/layout/radial6"/>
    <dgm:cxn modelId="{F4ECB705-E349-4BDD-8DBB-D0A7E1FF3AB1}" type="presParOf" srcId="{85010652-FA53-47DB-BC37-618C61915E23}" destId="{DC4EDD1A-588B-476D-888B-2F8ACC01E18B}" srcOrd="7" destOrd="0" presId="urn:microsoft.com/office/officeart/2005/8/layout/radial6"/>
    <dgm:cxn modelId="{3DB7BE33-0C4E-4E41-821E-614660305494}" type="presParOf" srcId="{85010652-FA53-47DB-BC37-618C61915E23}" destId="{E3DC1E44-9D6B-4384-AC13-8EE3FAEF6C7B}" srcOrd="8" destOrd="0" presId="urn:microsoft.com/office/officeart/2005/8/layout/radial6"/>
    <dgm:cxn modelId="{EC35A861-8456-4604-95BF-B0008F18A62D}" type="presParOf" srcId="{85010652-FA53-47DB-BC37-618C61915E23}" destId="{BC8E1E9F-3EEB-457D-9340-31A626F7068F}" srcOrd="9" destOrd="0" presId="urn:microsoft.com/office/officeart/2005/8/layout/radial6"/>
    <dgm:cxn modelId="{AEA19434-BAC5-47D0-9AF4-BA850A4C0BE7}" type="presParOf" srcId="{85010652-FA53-47DB-BC37-618C61915E23}" destId="{DC60A229-4D86-4881-9900-B5AD40932FD9}" srcOrd="10" destOrd="0" presId="urn:microsoft.com/office/officeart/2005/8/layout/radial6"/>
    <dgm:cxn modelId="{98C45732-D7E7-4BBF-8105-B9A7203C578F}" type="presParOf" srcId="{85010652-FA53-47DB-BC37-618C61915E23}" destId="{298C16A4-5514-449E-8F53-6806193062F9}" srcOrd="11" destOrd="0" presId="urn:microsoft.com/office/officeart/2005/8/layout/radial6"/>
    <dgm:cxn modelId="{A38DCF0A-5741-4B98-BDEE-EDD25DD6E3F1}" type="presParOf" srcId="{85010652-FA53-47DB-BC37-618C61915E23}" destId="{F2D3C021-A2C4-4C15-B187-5A5A4A932EBF}" srcOrd="12" destOrd="0" presId="urn:microsoft.com/office/officeart/2005/8/layout/radial6"/>
    <dgm:cxn modelId="{0405C653-1618-42B3-82FB-83BD3230D825}" type="presParOf" srcId="{85010652-FA53-47DB-BC37-618C61915E23}" destId="{FCF0486C-3051-4CB2-A962-CA2835D6A82E}" srcOrd="13" destOrd="0" presId="urn:microsoft.com/office/officeart/2005/8/layout/radial6"/>
    <dgm:cxn modelId="{9B8B1956-5220-4F70-BAC4-D39007094E14}" type="presParOf" srcId="{85010652-FA53-47DB-BC37-618C61915E23}" destId="{0F9D81F6-F58C-4FF4-92D6-3C872FC5A254}" srcOrd="14" destOrd="0" presId="urn:microsoft.com/office/officeart/2005/8/layout/radial6"/>
    <dgm:cxn modelId="{1C59CE21-5488-45D5-A451-D07F3BC0AE32}" type="presParOf" srcId="{85010652-FA53-47DB-BC37-618C61915E23}" destId="{5B32FAE2-3FF8-4CA5-A243-6757ECC510A2}" srcOrd="15" destOrd="0" presId="urn:microsoft.com/office/officeart/2005/8/layout/radial6"/>
    <dgm:cxn modelId="{BADED8ED-2354-44CC-9927-5D0CB81A6C3F}" type="presParOf" srcId="{85010652-FA53-47DB-BC37-618C61915E23}" destId="{CE0C6631-D958-4586-8916-1D66A09A62C6}" srcOrd="16" destOrd="0" presId="urn:microsoft.com/office/officeart/2005/8/layout/radial6"/>
    <dgm:cxn modelId="{B1C2BB40-FC67-4AA1-AC07-33FE245F7B65}" type="presParOf" srcId="{85010652-FA53-47DB-BC37-618C61915E23}" destId="{CF5810F1-6B84-4C20-A184-2A4BB5C6D8B6}" srcOrd="17" destOrd="0" presId="urn:microsoft.com/office/officeart/2005/8/layout/radial6"/>
    <dgm:cxn modelId="{BE01BA37-B8B0-4E6D-A517-100BC5D2B0DE}" type="presParOf" srcId="{85010652-FA53-47DB-BC37-618C61915E23}" destId="{0AE775E3-7242-46EA-B7BE-ABD59414EA5F}" srcOrd="18" destOrd="0" presId="urn:microsoft.com/office/officeart/2005/8/layout/radial6"/>
    <dgm:cxn modelId="{6F871AD0-07B1-4B8B-B96A-07D3879934D9}" type="presParOf" srcId="{85010652-FA53-47DB-BC37-618C61915E23}" destId="{2C73AD8E-76F3-439E-A2BF-7450774B3D70}" srcOrd="19" destOrd="0" presId="urn:microsoft.com/office/officeart/2005/8/layout/radial6"/>
    <dgm:cxn modelId="{4860DB50-887D-459D-9211-6D8A9C89EE4A}" type="presParOf" srcId="{85010652-FA53-47DB-BC37-618C61915E23}" destId="{F5F890E4-C0BE-43CA-AC9A-5AEA630CFC7E}" srcOrd="20" destOrd="0" presId="urn:microsoft.com/office/officeart/2005/8/layout/radial6"/>
    <dgm:cxn modelId="{45E2CC57-ACE0-4E62-99D1-6EA3AB6B5495}" type="presParOf" srcId="{85010652-FA53-47DB-BC37-618C61915E23}" destId="{8F49D829-E574-48C8-AF12-D475E1326D2C}" srcOrd="21" destOrd="0" presId="urn:microsoft.com/office/officeart/2005/8/layout/radial6"/>
    <dgm:cxn modelId="{13DB866C-EA98-4318-A308-686A3B3A0ACB}" type="presParOf" srcId="{85010652-FA53-47DB-BC37-618C61915E23}" destId="{E80B587C-D301-4ECB-A20E-5B8AB252FA7E}" srcOrd="22" destOrd="0" presId="urn:microsoft.com/office/officeart/2005/8/layout/radial6"/>
    <dgm:cxn modelId="{12E7CF08-4453-481B-8A9B-F71837B14575}" type="presParOf" srcId="{85010652-FA53-47DB-BC37-618C61915E23}" destId="{CA71A821-D6BD-40E1-BADE-5339CE9FD4C4}" srcOrd="23" destOrd="0" presId="urn:microsoft.com/office/officeart/2005/8/layout/radial6"/>
    <dgm:cxn modelId="{AEF48617-27F4-4C9D-B04E-B49EF8333039}" type="presParOf" srcId="{85010652-FA53-47DB-BC37-618C61915E23}" destId="{08011D00-B97F-4542-9E03-940D4E548157}" srcOrd="24" destOrd="0" presId="urn:microsoft.com/office/officeart/2005/8/layout/radial6"/>
    <dgm:cxn modelId="{B9F81C3A-B252-465D-8874-CEC21A2508D3}" type="presParOf" srcId="{85010652-FA53-47DB-BC37-618C61915E23}" destId="{059EDD6C-AB59-4A65-8E8D-DC767766399E}" srcOrd="25" destOrd="0" presId="urn:microsoft.com/office/officeart/2005/8/layout/radial6"/>
    <dgm:cxn modelId="{9B3FE480-77C7-418C-86B8-6A968AD78951}" type="presParOf" srcId="{85010652-FA53-47DB-BC37-618C61915E23}" destId="{FDBB7BE1-BF51-47DC-8C82-785136A31A90}" srcOrd="26" destOrd="0" presId="urn:microsoft.com/office/officeart/2005/8/layout/radial6"/>
    <dgm:cxn modelId="{D41F3C46-8DAF-4F18-B427-CEAE52E82B32}" type="presParOf" srcId="{85010652-FA53-47DB-BC37-618C61915E23}" destId="{1EC5222A-9F82-420E-B98D-C185B324BAE7}" srcOrd="27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84893D-6F10-4985-B9F0-D2B8AE6DF98F}" type="doc">
      <dgm:prSet loTypeId="urn:microsoft.com/office/officeart/2005/8/layout/radial6" loCatId="cycle" qsTypeId="urn:microsoft.com/office/officeart/2005/8/quickstyle/simple3" qsCatId="simple" csTypeId="urn:microsoft.com/office/officeart/2005/8/colors/accent1_2" csCatId="accent1" phldr="1"/>
      <dgm:spPr/>
    </dgm:pt>
    <dgm:pt modelId="{3E04B106-F654-4928-8E1C-A39D79953DB0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n/>
              <a:effectLst/>
              <a:latin typeface="Calibri"/>
              <a:ea typeface="+mn-ea"/>
              <a:cs typeface="+mn-cs"/>
            </a:rPr>
            <a:t>IoT Lifecycle</a:t>
          </a:r>
        </a:p>
      </dgm:t>
    </dgm:pt>
    <dgm:pt modelId="{F72CEBF0-D2AC-4440-899F-237B682511DD}" type="parTrans" cxnId="{E145B857-3646-46F8-9792-F63D2478A0EC}">
      <dgm:prSet/>
      <dgm:spPr/>
      <dgm:t>
        <a:bodyPr/>
        <a:lstStyle/>
        <a:p>
          <a:endParaRPr lang="en-US" sz="3200"/>
        </a:p>
      </dgm:t>
    </dgm:pt>
    <dgm:pt modelId="{8409C2F4-8F4D-4214-9242-83C3B76FC33D}" type="sibTrans" cxnId="{E145B857-3646-46F8-9792-F63D2478A0EC}">
      <dgm:prSet/>
      <dgm:spPr/>
      <dgm:t>
        <a:bodyPr/>
        <a:lstStyle/>
        <a:p>
          <a:endParaRPr lang="en-US" sz="3200"/>
        </a:p>
      </dgm:t>
    </dgm:pt>
    <dgm:pt modelId="{0FBD757F-E850-4732-A0D3-5E753691A047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Integrate and Test</a:t>
          </a:r>
        </a:p>
      </dgm:t>
    </dgm:pt>
    <dgm:pt modelId="{B2507A80-321B-4528-BD2F-EBA6593F62AF}" type="parTrans" cxnId="{2A26FD85-5722-4324-8A31-A0B83F84B759}">
      <dgm:prSet/>
      <dgm:spPr/>
      <dgm:t>
        <a:bodyPr/>
        <a:lstStyle/>
        <a:p>
          <a:endParaRPr lang="en-US" sz="3200"/>
        </a:p>
      </dgm:t>
    </dgm:pt>
    <dgm:pt modelId="{5CDB8A2C-88C1-4342-B602-DFE2BCA975CD}" type="sibTrans" cxnId="{2A26FD85-5722-4324-8A31-A0B83F84B759}">
      <dgm:prSet/>
      <dgm:spPr/>
      <dgm:t>
        <a:bodyPr/>
        <a:lstStyle/>
        <a:p>
          <a:endParaRPr lang="en-US" sz="3200"/>
        </a:p>
      </dgm:t>
    </dgm:pt>
    <dgm:pt modelId="{4382EF0A-3ADF-4BA7-86EC-DF748FA385D3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Develop</a:t>
          </a:r>
        </a:p>
      </dgm:t>
    </dgm:pt>
    <dgm:pt modelId="{C7E74235-268A-4286-A2C5-F8ED089E8588}" type="parTrans" cxnId="{55CA2D04-A368-4974-97A1-FD0FD0D04011}">
      <dgm:prSet/>
      <dgm:spPr/>
      <dgm:t>
        <a:bodyPr/>
        <a:lstStyle/>
        <a:p>
          <a:endParaRPr lang="en-US" sz="1800"/>
        </a:p>
      </dgm:t>
    </dgm:pt>
    <dgm:pt modelId="{1C5064FA-65EA-4973-BBC0-9CE3E1D53C45}" type="sibTrans" cxnId="{55CA2D04-A368-4974-97A1-FD0FD0D04011}">
      <dgm:prSet/>
      <dgm:spPr/>
      <dgm:t>
        <a:bodyPr/>
        <a:lstStyle/>
        <a:p>
          <a:endParaRPr lang="en-US" sz="1800"/>
        </a:p>
      </dgm:t>
    </dgm:pt>
    <dgm:pt modelId="{D97D7AFF-F122-43B1-85AC-3539E7A474D1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Design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gm:t>
    </dgm:pt>
    <dgm:pt modelId="{4515789C-E6BD-4650-9355-4B4C1F5D7229}" type="parTrans" cxnId="{A9E47712-43C5-4033-B0C6-F5A9DAA9269A}">
      <dgm:prSet/>
      <dgm:spPr/>
      <dgm:t>
        <a:bodyPr/>
        <a:lstStyle/>
        <a:p>
          <a:endParaRPr lang="en-US" sz="1800"/>
        </a:p>
      </dgm:t>
    </dgm:pt>
    <dgm:pt modelId="{A3EE8B7C-10F9-471B-8131-497CC78A758B}" type="sibTrans" cxnId="{A9E47712-43C5-4033-B0C6-F5A9DAA9269A}">
      <dgm:prSet/>
      <dgm:spPr/>
      <dgm:t>
        <a:bodyPr/>
        <a:lstStyle/>
        <a:p>
          <a:endParaRPr lang="en-US" sz="1800"/>
        </a:p>
      </dgm:t>
    </dgm:pt>
    <dgm:pt modelId="{46E82D7E-0127-4098-AC76-281B4BCE3D50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Implement</a:t>
          </a:r>
        </a:p>
      </dgm:t>
    </dgm:pt>
    <dgm:pt modelId="{2EB2C32A-4437-401A-A6B5-467BB43D26D5}" type="parTrans" cxnId="{EB26C686-E818-4E94-8558-A3178F39F1A5}">
      <dgm:prSet/>
      <dgm:spPr/>
      <dgm:t>
        <a:bodyPr/>
        <a:lstStyle/>
        <a:p>
          <a:endParaRPr lang="en-US" sz="1800"/>
        </a:p>
      </dgm:t>
    </dgm:pt>
    <dgm:pt modelId="{07963BE7-74C0-498F-A3BC-90E772C2DA29}" type="sibTrans" cxnId="{EB26C686-E818-4E94-8558-A3178F39F1A5}">
      <dgm:prSet/>
      <dgm:spPr/>
      <dgm:t>
        <a:bodyPr/>
        <a:lstStyle/>
        <a:p>
          <a:endParaRPr lang="en-US" sz="1800"/>
        </a:p>
      </dgm:t>
    </dgm:pt>
    <dgm:pt modelId="{82E35926-AC06-41C2-995A-99E2B0AEE36D}">
      <dgm:prSet phldrT="[Text]" custT="1"/>
      <dgm:spPr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Operate and Maintain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gm:t>
    </dgm:pt>
    <dgm:pt modelId="{CE146817-9DB8-4E26-8031-1AD466272486}" type="parTrans" cxnId="{70C90CB0-E14E-4488-B01B-20B9F80722E6}">
      <dgm:prSet/>
      <dgm:spPr/>
      <dgm:t>
        <a:bodyPr/>
        <a:lstStyle/>
        <a:p>
          <a:endParaRPr lang="en-US"/>
        </a:p>
      </dgm:t>
    </dgm:pt>
    <dgm:pt modelId="{853558E2-49ED-4658-BFC0-0ABA9F56AC56}" type="sibTrans" cxnId="{70C90CB0-E14E-4488-B01B-20B9F80722E6}">
      <dgm:prSet/>
      <dgm:spPr/>
      <dgm:t>
        <a:bodyPr/>
        <a:lstStyle/>
        <a:p>
          <a:endParaRPr lang="en-US"/>
        </a:p>
      </dgm:t>
    </dgm:pt>
    <dgm:pt modelId="{0BB93A93-9646-48C7-B9D2-CA08BEEFAC31}">
      <dgm:prSet phldrT="[Text]" custT="1"/>
      <dgm:spPr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>
            <a:buNone/>
          </a:pPr>
          <a:r>
            <a:rPr lang="en-US" sz="1100" b="0" dirty="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Dispose</a:t>
          </a:r>
        </a:p>
      </dgm:t>
    </dgm:pt>
    <dgm:pt modelId="{0A1A32A4-580F-4E77-86FD-C9B97CC96A87}" type="parTrans" cxnId="{2E685D77-9EEC-4A21-8955-477ED8C686F4}">
      <dgm:prSet/>
      <dgm:spPr/>
      <dgm:t>
        <a:bodyPr/>
        <a:lstStyle/>
        <a:p>
          <a:endParaRPr lang="en-US"/>
        </a:p>
      </dgm:t>
    </dgm:pt>
    <dgm:pt modelId="{90F4DE25-909C-453C-8D55-A180C267696C}" type="sibTrans" cxnId="{2E685D77-9EEC-4A21-8955-477ED8C686F4}">
      <dgm:prSet/>
      <dgm:spPr/>
      <dgm:t>
        <a:bodyPr/>
        <a:lstStyle/>
        <a:p>
          <a:endParaRPr lang="en-US"/>
        </a:p>
      </dgm:t>
    </dgm:pt>
    <dgm:pt modelId="{ECCD2440-7B0C-4F88-ADFA-E8B28643C0FD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>
            <a:buNone/>
          </a:pPr>
          <a:r>
            <a:rPr lang="en-US" sz="1100" b="0" dirty="0">
              <a:ln/>
              <a:effectLst/>
              <a:latin typeface="Calibri"/>
              <a:ea typeface="+mn-ea"/>
              <a:cs typeface="+mn-cs"/>
            </a:rPr>
            <a:t>Initiate</a:t>
          </a:r>
        </a:p>
      </dgm:t>
    </dgm:pt>
    <dgm:pt modelId="{8AEAB288-C115-4ED8-A3D1-6D2A636BCF67}" type="parTrans" cxnId="{1F75ECA7-9CB1-4C48-AA20-9C772BA84DA1}">
      <dgm:prSet/>
      <dgm:spPr/>
      <dgm:t>
        <a:bodyPr/>
        <a:lstStyle/>
        <a:p>
          <a:endParaRPr lang="en-US"/>
        </a:p>
      </dgm:t>
    </dgm:pt>
    <dgm:pt modelId="{69A9A7B2-7A16-4FF6-8DD9-1E09EF9177CE}" type="sibTrans" cxnId="{1F75ECA7-9CB1-4C48-AA20-9C772BA84DA1}">
      <dgm:prSet/>
      <dgm:spPr/>
      <dgm:t>
        <a:bodyPr/>
        <a:lstStyle/>
        <a:p>
          <a:endParaRPr lang="en-US"/>
        </a:p>
      </dgm:t>
    </dgm:pt>
    <dgm:pt modelId="{1246710A-CCFA-4EE9-A1C2-583F7ECEC676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Plan</a:t>
          </a:r>
        </a:p>
      </dgm:t>
    </dgm:pt>
    <dgm:pt modelId="{A8758502-EF54-4C23-B7CC-8D08FFBB865E}" type="sibTrans" cxnId="{5B817E7C-E39F-4DCB-B680-A8ACE6385E84}">
      <dgm:prSet/>
      <dgm:spPr/>
      <dgm:t>
        <a:bodyPr/>
        <a:lstStyle/>
        <a:p>
          <a:endParaRPr lang="en-US" sz="1800"/>
        </a:p>
      </dgm:t>
    </dgm:pt>
    <dgm:pt modelId="{5584B14D-EAD4-4330-9DBD-A02498BBD882}" type="parTrans" cxnId="{5B817E7C-E39F-4DCB-B680-A8ACE6385E84}">
      <dgm:prSet/>
      <dgm:spPr/>
      <dgm:t>
        <a:bodyPr/>
        <a:lstStyle/>
        <a:p>
          <a:endParaRPr lang="en-US" sz="1800"/>
        </a:p>
      </dgm:t>
    </dgm:pt>
    <dgm:pt modelId="{02CE8823-08ED-426D-BAAD-E303526ED6EB}">
      <dgm:prSet phldrT="[Text]" custT="1"/>
      <dgm:spPr/>
      <dgm:t>
        <a:bodyPr spcFirstLastPara="0" vert="horz" wrap="square" lIns="0" tIns="0" rIns="0" bIns="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Analyze </a:t>
          </a: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Requirements</a:t>
          </a:r>
        </a:p>
      </dgm:t>
    </dgm:pt>
    <dgm:pt modelId="{2C086B76-6B26-4A55-B053-96A8E0FB16B7}" type="parTrans" cxnId="{8293F6B6-8D20-4267-8D5E-DA1D8AFB70EA}">
      <dgm:prSet/>
      <dgm:spPr/>
      <dgm:t>
        <a:bodyPr/>
        <a:lstStyle/>
        <a:p>
          <a:endParaRPr lang="en-US"/>
        </a:p>
      </dgm:t>
    </dgm:pt>
    <dgm:pt modelId="{37FA7887-A2AF-4D8C-BE7A-16387D18D739}" type="sibTrans" cxnId="{8293F6B6-8D20-4267-8D5E-DA1D8AFB70EA}">
      <dgm:prSet/>
      <dgm:spPr/>
      <dgm:t>
        <a:bodyPr/>
        <a:lstStyle/>
        <a:p>
          <a:endParaRPr lang="en-US"/>
        </a:p>
      </dgm:t>
    </dgm:pt>
    <dgm:pt modelId="{85010652-FA53-47DB-BC37-618C61915E23}" type="pres">
      <dgm:prSet presAssocID="{6784893D-6F10-4985-B9F0-D2B8AE6DF98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0190F8D-0EB5-4295-9044-580A4D97C9D3}" type="pres">
      <dgm:prSet presAssocID="{3E04B106-F654-4928-8E1C-A39D79953DB0}" presName="centerShape" presStyleLbl="node0" presStyleIdx="0" presStyleCnt="1" custScaleX="152145" custScaleY="152145"/>
      <dgm:spPr/>
    </dgm:pt>
    <dgm:pt modelId="{8F3ACDB6-7912-42E8-8FAC-114D02C43787}" type="pres">
      <dgm:prSet presAssocID="{1246710A-CCFA-4EE9-A1C2-583F7ECEC676}" presName="node" presStyleLbl="node1" presStyleIdx="0" presStyleCnt="9" custScaleX="141278" custScaleY="141278">
        <dgm:presLayoutVars>
          <dgm:bulletEnabled val="1"/>
        </dgm:presLayoutVars>
      </dgm:prSet>
      <dgm:spPr/>
    </dgm:pt>
    <dgm:pt modelId="{6D44E1CC-BC45-4644-BA07-916074A8C5EB}" type="pres">
      <dgm:prSet presAssocID="{1246710A-CCFA-4EE9-A1C2-583F7ECEC676}" presName="dummy" presStyleCnt="0"/>
      <dgm:spPr/>
    </dgm:pt>
    <dgm:pt modelId="{A8B77585-8E20-4B7B-9FE1-8215659E1ADF}" type="pres">
      <dgm:prSet presAssocID="{A8758502-EF54-4C23-B7CC-8D08FFBB865E}" presName="sibTrans" presStyleLbl="sibTrans2D1" presStyleIdx="0" presStyleCnt="9"/>
      <dgm:spPr/>
    </dgm:pt>
    <dgm:pt modelId="{E4CB859A-A41A-4822-B352-77CD6EE79C03}" type="pres">
      <dgm:prSet presAssocID="{02CE8823-08ED-426D-BAAD-E303526ED6EB}" presName="node" presStyleLbl="node1" presStyleIdx="1" presStyleCnt="9" custScaleX="141278" custScaleY="141278">
        <dgm:presLayoutVars>
          <dgm:bulletEnabled val="1"/>
        </dgm:presLayoutVars>
      </dgm:prSet>
      <dgm:spPr/>
    </dgm:pt>
    <dgm:pt modelId="{54DE8BF4-8B41-4548-8AD2-CEB909826588}" type="pres">
      <dgm:prSet presAssocID="{02CE8823-08ED-426D-BAAD-E303526ED6EB}" presName="dummy" presStyleCnt="0"/>
      <dgm:spPr/>
    </dgm:pt>
    <dgm:pt modelId="{487DC976-2C32-431C-96C6-FB30EEA11E4A}" type="pres">
      <dgm:prSet presAssocID="{37FA7887-A2AF-4D8C-BE7A-16387D18D739}" presName="sibTrans" presStyleLbl="sibTrans2D1" presStyleIdx="1" presStyleCnt="9"/>
      <dgm:spPr/>
    </dgm:pt>
    <dgm:pt modelId="{DC4EDD1A-588B-476D-888B-2F8ACC01E18B}" type="pres">
      <dgm:prSet presAssocID="{D97D7AFF-F122-43B1-85AC-3539E7A474D1}" presName="node" presStyleLbl="node1" presStyleIdx="2" presStyleCnt="9" custScaleX="141278" custScaleY="141278">
        <dgm:presLayoutVars>
          <dgm:bulletEnabled val="1"/>
        </dgm:presLayoutVars>
      </dgm:prSet>
      <dgm:spPr/>
    </dgm:pt>
    <dgm:pt modelId="{E3DC1E44-9D6B-4384-AC13-8EE3FAEF6C7B}" type="pres">
      <dgm:prSet presAssocID="{D97D7AFF-F122-43B1-85AC-3539E7A474D1}" presName="dummy" presStyleCnt="0"/>
      <dgm:spPr/>
    </dgm:pt>
    <dgm:pt modelId="{BC8E1E9F-3EEB-457D-9340-31A626F7068F}" type="pres">
      <dgm:prSet presAssocID="{A3EE8B7C-10F9-471B-8131-497CC78A758B}" presName="sibTrans" presStyleLbl="sibTrans2D1" presStyleIdx="2" presStyleCnt="9"/>
      <dgm:spPr/>
    </dgm:pt>
    <dgm:pt modelId="{DC60A229-4D86-4881-9900-B5AD40932FD9}" type="pres">
      <dgm:prSet presAssocID="{4382EF0A-3ADF-4BA7-86EC-DF748FA385D3}" presName="node" presStyleLbl="node1" presStyleIdx="3" presStyleCnt="9" custScaleX="141278" custScaleY="141278">
        <dgm:presLayoutVars>
          <dgm:bulletEnabled val="1"/>
        </dgm:presLayoutVars>
      </dgm:prSet>
      <dgm:spPr/>
    </dgm:pt>
    <dgm:pt modelId="{298C16A4-5514-449E-8F53-6806193062F9}" type="pres">
      <dgm:prSet presAssocID="{4382EF0A-3ADF-4BA7-86EC-DF748FA385D3}" presName="dummy" presStyleCnt="0"/>
      <dgm:spPr/>
    </dgm:pt>
    <dgm:pt modelId="{F2D3C021-A2C4-4C15-B187-5A5A4A932EBF}" type="pres">
      <dgm:prSet presAssocID="{1C5064FA-65EA-4973-BBC0-9CE3E1D53C45}" presName="sibTrans" presStyleLbl="sibTrans2D1" presStyleIdx="3" presStyleCnt="9"/>
      <dgm:spPr/>
    </dgm:pt>
    <dgm:pt modelId="{FCF0486C-3051-4CB2-A962-CA2835D6A82E}" type="pres">
      <dgm:prSet presAssocID="{0FBD757F-E850-4732-A0D3-5E753691A047}" presName="node" presStyleLbl="node1" presStyleIdx="4" presStyleCnt="9" custScaleX="141278" custScaleY="141278">
        <dgm:presLayoutVars>
          <dgm:bulletEnabled val="1"/>
        </dgm:presLayoutVars>
      </dgm:prSet>
      <dgm:spPr/>
    </dgm:pt>
    <dgm:pt modelId="{0F9D81F6-F58C-4FF4-92D6-3C872FC5A254}" type="pres">
      <dgm:prSet presAssocID="{0FBD757F-E850-4732-A0D3-5E753691A047}" presName="dummy" presStyleCnt="0"/>
      <dgm:spPr/>
    </dgm:pt>
    <dgm:pt modelId="{5B32FAE2-3FF8-4CA5-A243-6757ECC510A2}" type="pres">
      <dgm:prSet presAssocID="{5CDB8A2C-88C1-4342-B602-DFE2BCA975CD}" presName="sibTrans" presStyleLbl="sibTrans2D1" presStyleIdx="4" presStyleCnt="9"/>
      <dgm:spPr/>
    </dgm:pt>
    <dgm:pt modelId="{CE0C6631-D958-4586-8916-1D66A09A62C6}" type="pres">
      <dgm:prSet presAssocID="{46E82D7E-0127-4098-AC76-281B4BCE3D50}" presName="node" presStyleLbl="node1" presStyleIdx="5" presStyleCnt="9" custScaleX="141278" custScaleY="141278">
        <dgm:presLayoutVars>
          <dgm:bulletEnabled val="1"/>
        </dgm:presLayoutVars>
      </dgm:prSet>
      <dgm:spPr/>
    </dgm:pt>
    <dgm:pt modelId="{CF5810F1-6B84-4C20-A184-2A4BB5C6D8B6}" type="pres">
      <dgm:prSet presAssocID="{46E82D7E-0127-4098-AC76-281B4BCE3D50}" presName="dummy" presStyleCnt="0"/>
      <dgm:spPr/>
    </dgm:pt>
    <dgm:pt modelId="{0AE775E3-7242-46EA-B7BE-ABD59414EA5F}" type="pres">
      <dgm:prSet presAssocID="{07963BE7-74C0-498F-A3BC-90E772C2DA29}" presName="sibTrans" presStyleLbl="sibTrans2D1" presStyleIdx="5" presStyleCnt="9"/>
      <dgm:spPr/>
    </dgm:pt>
    <dgm:pt modelId="{2C73AD8E-76F3-439E-A2BF-7450774B3D70}" type="pres">
      <dgm:prSet presAssocID="{82E35926-AC06-41C2-995A-99E2B0AEE36D}" presName="node" presStyleLbl="node1" presStyleIdx="6" presStyleCnt="9" custScaleX="141278" custScaleY="141278">
        <dgm:presLayoutVars>
          <dgm:bulletEnabled val="1"/>
        </dgm:presLayoutVars>
      </dgm:prSet>
      <dgm:spPr>
        <a:prstGeom prst="ellipse">
          <a:avLst/>
        </a:prstGeom>
      </dgm:spPr>
    </dgm:pt>
    <dgm:pt modelId="{F5F890E4-C0BE-43CA-AC9A-5AEA630CFC7E}" type="pres">
      <dgm:prSet presAssocID="{82E35926-AC06-41C2-995A-99E2B0AEE36D}" presName="dummy" presStyleCnt="0"/>
      <dgm:spPr/>
    </dgm:pt>
    <dgm:pt modelId="{8F49D829-E574-48C8-AF12-D475E1326D2C}" type="pres">
      <dgm:prSet presAssocID="{853558E2-49ED-4658-BFC0-0ABA9F56AC56}" presName="sibTrans" presStyleLbl="sibTrans2D1" presStyleIdx="6" presStyleCnt="9"/>
      <dgm:spPr/>
    </dgm:pt>
    <dgm:pt modelId="{E80B587C-D301-4ECB-A20E-5B8AB252FA7E}" type="pres">
      <dgm:prSet presAssocID="{0BB93A93-9646-48C7-B9D2-CA08BEEFAC31}" presName="node" presStyleLbl="node1" presStyleIdx="7" presStyleCnt="9" custScaleX="141278" custScaleY="141278">
        <dgm:presLayoutVars>
          <dgm:bulletEnabled val="1"/>
        </dgm:presLayoutVars>
      </dgm:prSet>
      <dgm:spPr>
        <a:prstGeom prst="ellipse">
          <a:avLst/>
        </a:prstGeom>
      </dgm:spPr>
    </dgm:pt>
    <dgm:pt modelId="{CA71A821-D6BD-40E1-BADE-5339CE9FD4C4}" type="pres">
      <dgm:prSet presAssocID="{0BB93A93-9646-48C7-B9D2-CA08BEEFAC31}" presName="dummy" presStyleCnt="0"/>
      <dgm:spPr/>
    </dgm:pt>
    <dgm:pt modelId="{08011D00-B97F-4542-9E03-940D4E548157}" type="pres">
      <dgm:prSet presAssocID="{90F4DE25-909C-453C-8D55-A180C267696C}" presName="sibTrans" presStyleLbl="sibTrans2D1" presStyleIdx="7" presStyleCnt="9"/>
      <dgm:spPr/>
    </dgm:pt>
    <dgm:pt modelId="{059EDD6C-AB59-4A65-8E8D-DC767766399E}" type="pres">
      <dgm:prSet presAssocID="{ECCD2440-7B0C-4F88-ADFA-E8B28643C0FD}" presName="node" presStyleLbl="node1" presStyleIdx="8" presStyleCnt="9" custScaleX="141278" custScaleY="141278">
        <dgm:presLayoutVars>
          <dgm:bulletEnabled val="1"/>
        </dgm:presLayoutVars>
      </dgm:prSet>
      <dgm:spPr/>
    </dgm:pt>
    <dgm:pt modelId="{FDBB7BE1-BF51-47DC-8C82-785136A31A90}" type="pres">
      <dgm:prSet presAssocID="{ECCD2440-7B0C-4F88-ADFA-E8B28643C0FD}" presName="dummy" presStyleCnt="0"/>
      <dgm:spPr/>
    </dgm:pt>
    <dgm:pt modelId="{1EC5222A-9F82-420E-B98D-C185B324BAE7}" type="pres">
      <dgm:prSet presAssocID="{69A9A7B2-7A16-4FF6-8DD9-1E09EF9177CE}" presName="sibTrans" presStyleLbl="sibTrans2D1" presStyleIdx="8" presStyleCnt="9"/>
      <dgm:spPr/>
    </dgm:pt>
  </dgm:ptLst>
  <dgm:cxnLst>
    <dgm:cxn modelId="{55CA2D04-A368-4974-97A1-FD0FD0D04011}" srcId="{3E04B106-F654-4928-8E1C-A39D79953DB0}" destId="{4382EF0A-3ADF-4BA7-86EC-DF748FA385D3}" srcOrd="3" destOrd="0" parTransId="{C7E74235-268A-4286-A2C5-F8ED089E8588}" sibTransId="{1C5064FA-65EA-4973-BBC0-9CE3E1D53C45}"/>
    <dgm:cxn modelId="{A9E47712-43C5-4033-B0C6-F5A9DAA9269A}" srcId="{3E04B106-F654-4928-8E1C-A39D79953DB0}" destId="{D97D7AFF-F122-43B1-85AC-3539E7A474D1}" srcOrd="2" destOrd="0" parTransId="{4515789C-E6BD-4650-9355-4B4C1F5D7229}" sibTransId="{A3EE8B7C-10F9-471B-8131-497CC78A758B}"/>
    <dgm:cxn modelId="{A134472E-6AE8-4CD7-BC37-4845A5399704}" type="presOf" srcId="{46E82D7E-0127-4098-AC76-281B4BCE3D50}" destId="{CE0C6631-D958-4586-8916-1D66A09A62C6}" srcOrd="0" destOrd="0" presId="urn:microsoft.com/office/officeart/2005/8/layout/radial6"/>
    <dgm:cxn modelId="{8D40BD32-FCC1-4ABF-81C5-0F692FD98A44}" type="presOf" srcId="{37FA7887-A2AF-4D8C-BE7A-16387D18D739}" destId="{487DC976-2C32-431C-96C6-FB30EEA11E4A}" srcOrd="0" destOrd="0" presId="urn:microsoft.com/office/officeart/2005/8/layout/radial6"/>
    <dgm:cxn modelId="{F5551B3E-CA87-4AEF-9FB8-6E71336F4B25}" type="presOf" srcId="{853558E2-49ED-4658-BFC0-0ABA9F56AC56}" destId="{8F49D829-E574-48C8-AF12-D475E1326D2C}" srcOrd="0" destOrd="0" presId="urn:microsoft.com/office/officeart/2005/8/layout/radial6"/>
    <dgm:cxn modelId="{399A1E64-9903-4A5A-98D7-23EC1F0A4F8A}" type="presOf" srcId="{3E04B106-F654-4928-8E1C-A39D79953DB0}" destId="{40190F8D-0EB5-4295-9044-580A4D97C9D3}" srcOrd="0" destOrd="0" presId="urn:microsoft.com/office/officeart/2005/8/layout/radial6"/>
    <dgm:cxn modelId="{C1369445-0BA5-44A3-8F5D-26710695E950}" type="presOf" srcId="{1C5064FA-65EA-4973-BBC0-9CE3E1D53C45}" destId="{F2D3C021-A2C4-4C15-B187-5A5A4A932EBF}" srcOrd="0" destOrd="0" presId="urn:microsoft.com/office/officeart/2005/8/layout/radial6"/>
    <dgm:cxn modelId="{82AA784E-48C8-48DB-AD75-8461F8356D5C}" type="presOf" srcId="{A8758502-EF54-4C23-B7CC-8D08FFBB865E}" destId="{A8B77585-8E20-4B7B-9FE1-8215659E1ADF}" srcOrd="0" destOrd="0" presId="urn:microsoft.com/office/officeart/2005/8/layout/radial6"/>
    <dgm:cxn modelId="{88387D6E-C5E4-4328-A7C1-8318EE577414}" type="presOf" srcId="{D97D7AFF-F122-43B1-85AC-3539E7A474D1}" destId="{DC4EDD1A-588B-476D-888B-2F8ACC01E18B}" srcOrd="0" destOrd="0" presId="urn:microsoft.com/office/officeart/2005/8/layout/radial6"/>
    <dgm:cxn modelId="{2E685D77-9EEC-4A21-8955-477ED8C686F4}" srcId="{3E04B106-F654-4928-8E1C-A39D79953DB0}" destId="{0BB93A93-9646-48C7-B9D2-CA08BEEFAC31}" srcOrd="7" destOrd="0" parTransId="{0A1A32A4-580F-4E77-86FD-C9B97CC96A87}" sibTransId="{90F4DE25-909C-453C-8D55-A180C267696C}"/>
    <dgm:cxn modelId="{E145B857-3646-46F8-9792-F63D2478A0EC}" srcId="{6784893D-6F10-4985-B9F0-D2B8AE6DF98F}" destId="{3E04B106-F654-4928-8E1C-A39D79953DB0}" srcOrd="0" destOrd="0" parTransId="{F72CEBF0-D2AC-4440-899F-237B682511DD}" sibTransId="{8409C2F4-8F4D-4214-9242-83C3B76FC33D}"/>
    <dgm:cxn modelId="{5B817E7C-E39F-4DCB-B680-A8ACE6385E84}" srcId="{3E04B106-F654-4928-8E1C-A39D79953DB0}" destId="{1246710A-CCFA-4EE9-A1C2-583F7ECEC676}" srcOrd="0" destOrd="0" parTransId="{5584B14D-EAD4-4330-9DBD-A02498BBD882}" sibTransId="{A8758502-EF54-4C23-B7CC-8D08FFBB865E}"/>
    <dgm:cxn modelId="{2A26FD85-5722-4324-8A31-A0B83F84B759}" srcId="{3E04B106-F654-4928-8E1C-A39D79953DB0}" destId="{0FBD757F-E850-4732-A0D3-5E753691A047}" srcOrd="4" destOrd="0" parTransId="{B2507A80-321B-4528-BD2F-EBA6593F62AF}" sibTransId="{5CDB8A2C-88C1-4342-B602-DFE2BCA975CD}"/>
    <dgm:cxn modelId="{EB26C686-E818-4E94-8558-A3178F39F1A5}" srcId="{3E04B106-F654-4928-8E1C-A39D79953DB0}" destId="{46E82D7E-0127-4098-AC76-281B4BCE3D50}" srcOrd="5" destOrd="0" parTransId="{2EB2C32A-4437-401A-A6B5-467BB43D26D5}" sibTransId="{07963BE7-74C0-498F-A3BC-90E772C2DA29}"/>
    <dgm:cxn modelId="{6A31D48A-08CA-4334-A514-8812B779AB00}" type="presOf" srcId="{ECCD2440-7B0C-4F88-ADFA-E8B28643C0FD}" destId="{059EDD6C-AB59-4A65-8E8D-DC767766399E}" srcOrd="0" destOrd="0" presId="urn:microsoft.com/office/officeart/2005/8/layout/radial6"/>
    <dgm:cxn modelId="{5ECA498F-E5ED-4AE5-9E1A-A6B960AF224D}" type="presOf" srcId="{82E35926-AC06-41C2-995A-99E2B0AEE36D}" destId="{2C73AD8E-76F3-439E-A2BF-7450774B3D70}" srcOrd="0" destOrd="0" presId="urn:microsoft.com/office/officeart/2005/8/layout/radial6"/>
    <dgm:cxn modelId="{473D09A2-3161-43E4-A332-4AE30270584B}" type="presOf" srcId="{5CDB8A2C-88C1-4342-B602-DFE2BCA975CD}" destId="{5B32FAE2-3FF8-4CA5-A243-6757ECC510A2}" srcOrd="0" destOrd="0" presId="urn:microsoft.com/office/officeart/2005/8/layout/radial6"/>
    <dgm:cxn modelId="{1F75ECA7-9CB1-4C48-AA20-9C772BA84DA1}" srcId="{3E04B106-F654-4928-8E1C-A39D79953DB0}" destId="{ECCD2440-7B0C-4F88-ADFA-E8B28643C0FD}" srcOrd="8" destOrd="0" parTransId="{8AEAB288-C115-4ED8-A3D1-6D2A636BCF67}" sibTransId="{69A9A7B2-7A16-4FF6-8DD9-1E09EF9177CE}"/>
    <dgm:cxn modelId="{70C90CB0-E14E-4488-B01B-20B9F80722E6}" srcId="{3E04B106-F654-4928-8E1C-A39D79953DB0}" destId="{82E35926-AC06-41C2-995A-99E2B0AEE36D}" srcOrd="6" destOrd="0" parTransId="{CE146817-9DB8-4E26-8031-1AD466272486}" sibTransId="{853558E2-49ED-4658-BFC0-0ABA9F56AC56}"/>
    <dgm:cxn modelId="{8293F6B6-8D20-4267-8D5E-DA1D8AFB70EA}" srcId="{3E04B106-F654-4928-8E1C-A39D79953DB0}" destId="{02CE8823-08ED-426D-BAAD-E303526ED6EB}" srcOrd="1" destOrd="0" parTransId="{2C086B76-6B26-4A55-B053-96A8E0FB16B7}" sibTransId="{37FA7887-A2AF-4D8C-BE7A-16387D18D739}"/>
    <dgm:cxn modelId="{E6A76ABA-204D-41D9-91B7-B99C5FF897F2}" type="presOf" srcId="{6784893D-6F10-4985-B9F0-D2B8AE6DF98F}" destId="{85010652-FA53-47DB-BC37-618C61915E23}" srcOrd="0" destOrd="0" presId="urn:microsoft.com/office/officeart/2005/8/layout/radial6"/>
    <dgm:cxn modelId="{3FCBF7BC-5029-4794-B8BB-4840E931C462}" type="presOf" srcId="{07963BE7-74C0-498F-A3BC-90E772C2DA29}" destId="{0AE775E3-7242-46EA-B7BE-ABD59414EA5F}" srcOrd="0" destOrd="0" presId="urn:microsoft.com/office/officeart/2005/8/layout/radial6"/>
    <dgm:cxn modelId="{1E2C9FCB-99F3-41E7-AE01-7E6197D0B98A}" type="presOf" srcId="{4382EF0A-3ADF-4BA7-86EC-DF748FA385D3}" destId="{DC60A229-4D86-4881-9900-B5AD40932FD9}" srcOrd="0" destOrd="0" presId="urn:microsoft.com/office/officeart/2005/8/layout/radial6"/>
    <dgm:cxn modelId="{5422CDD1-6B80-4F5D-8D02-FFA54F65540F}" type="presOf" srcId="{90F4DE25-909C-453C-8D55-A180C267696C}" destId="{08011D00-B97F-4542-9E03-940D4E548157}" srcOrd="0" destOrd="0" presId="urn:microsoft.com/office/officeart/2005/8/layout/radial6"/>
    <dgm:cxn modelId="{B7A9F7D8-8F64-46F6-84F0-1F5A9EA3BCE1}" type="presOf" srcId="{0FBD757F-E850-4732-A0D3-5E753691A047}" destId="{FCF0486C-3051-4CB2-A962-CA2835D6A82E}" srcOrd="0" destOrd="0" presId="urn:microsoft.com/office/officeart/2005/8/layout/radial6"/>
    <dgm:cxn modelId="{470302DB-C89F-42AD-A0EA-7B84D25FA470}" type="presOf" srcId="{02CE8823-08ED-426D-BAAD-E303526ED6EB}" destId="{E4CB859A-A41A-4822-B352-77CD6EE79C03}" srcOrd="0" destOrd="0" presId="urn:microsoft.com/office/officeart/2005/8/layout/radial6"/>
    <dgm:cxn modelId="{E02325E4-1115-4697-876B-9C55A2F14FF0}" type="presOf" srcId="{0BB93A93-9646-48C7-B9D2-CA08BEEFAC31}" destId="{E80B587C-D301-4ECB-A20E-5B8AB252FA7E}" srcOrd="0" destOrd="0" presId="urn:microsoft.com/office/officeart/2005/8/layout/radial6"/>
    <dgm:cxn modelId="{7408EFE9-E31C-4F69-8968-2E934051A918}" type="presOf" srcId="{1246710A-CCFA-4EE9-A1C2-583F7ECEC676}" destId="{8F3ACDB6-7912-42E8-8FAC-114D02C43787}" srcOrd="0" destOrd="0" presId="urn:microsoft.com/office/officeart/2005/8/layout/radial6"/>
    <dgm:cxn modelId="{BA8544EC-1F95-467E-8C22-21AAAD4333A6}" type="presOf" srcId="{A3EE8B7C-10F9-471B-8131-497CC78A758B}" destId="{BC8E1E9F-3EEB-457D-9340-31A626F7068F}" srcOrd="0" destOrd="0" presId="urn:microsoft.com/office/officeart/2005/8/layout/radial6"/>
    <dgm:cxn modelId="{2054D4F2-77D3-48FF-84F8-506E61F7FFDB}" type="presOf" srcId="{69A9A7B2-7A16-4FF6-8DD9-1E09EF9177CE}" destId="{1EC5222A-9F82-420E-B98D-C185B324BAE7}" srcOrd="0" destOrd="0" presId="urn:microsoft.com/office/officeart/2005/8/layout/radial6"/>
    <dgm:cxn modelId="{93A40F07-7136-4B30-A885-97589F5667F4}" type="presParOf" srcId="{85010652-FA53-47DB-BC37-618C61915E23}" destId="{40190F8D-0EB5-4295-9044-580A4D97C9D3}" srcOrd="0" destOrd="0" presId="urn:microsoft.com/office/officeart/2005/8/layout/radial6"/>
    <dgm:cxn modelId="{48535E07-57FD-4B3E-B8F0-113DED380C95}" type="presParOf" srcId="{85010652-FA53-47DB-BC37-618C61915E23}" destId="{8F3ACDB6-7912-42E8-8FAC-114D02C43787}" srcOrd="1" destOrd="0" presId="urn:microsoft.com/office/officeart/2005/8/layout/radial6"/>
    <dgm:cxn modelId="{38919F9B-66A4-414D-B71A-8D69A730674D}" type="presParOf" srcId="{85010652-FA53-47DB-BC37-618C61915E23}" destId="{6D44E1CC-BC45-4644-BA07-916074A8C5EB}" srcOrd="2" destOrd="0" presId="urn:microsoft.com/office/officeart/2005/8/layout/radial6"/>
    <dgm:cxn modelId="{D3A5AA62-523A-4CB3-BD21-5739BC12EE67}" type="presParOf" srcId="{85010652-FA53-47DB-BC37-618C61915E23}" destId="{A8B77585-8E20-4B7B-9FE1-8215659E1ADF}" srcOrd="3" destOrd="0" presId="urn:microsoft.com/office/officeart/2005/8/layout/radial6"/>
    <dgm:cxn modelId="{0C724DDA-76BA-41BA-A032-B30A42B1C70F}" type="presParOf" srcId="{85010652-FA53-47DB-BC37-618C61915E23}" destId="{E4CB859A-A41A-4822-B352-77CD6EE79C03}" srcOrd="4" destOrd="0" presId="urn:microsoft.com/office/officeart/2005/8/layout/radial6"/>
    <dgm:cxn modelId="{42FF10D4-E1B7-4302-89F8-95F7E0C0EB50}" type="presParOf" srcId="{85010652-FA53-47DB-BC37-618C61915E23}" destId="{54DE8BF4-8B41-4548-8AD2-CEB909826588}" srcOrd="5" destOrd="0" presId="urn:microsoft.com/office/officeart/2005/8/layout/radial6"/>
    <dgm:cxn modelId="{E11C8F62-04F1-4BC6-8414-88D7F5F89568}" type="presParOf" srcId="{85010652-FA53-47DB-BC37-618C61915E23}" destId="{487DC976-2C32-431C-96C6-FB30EEA11E4A}" srcOrd="6" destOrd="0" presId="urn:microsoft.com/office/officeart/2005/8/layout/radial6"/>
    <dgm:cxn modelId="{F4ECB705-E349-4BDD-8DBB-D0A7E1FF3AB1}" type="presParOf" srcId="{85010652-FA53-47DB-BC37-618C61915E23}" destId="{DC4EDD1A-588B-476D-888B-2F8ACC01E18B}" srcOrd="7" destOrd="0" presId="urn:microsoft.com/office/officeart/2005/8/layout/radial6"/>
    <dgm:cxn modelId="{3DB7BE33-0C4E-4E41-821E-614660305494}" type="presParOf" srcId="{85010652-FA53-47DB-BC37-618C61915E23}" destId="{E3DC1E44-9D6B-4384-AC13-8EE3FAEF6C7B}" srcOrd="8" destOrd="0" presId="urn:microsoft.com/office/officeart/2005/8/layout/radial6"/>
    <dgm:cxn modelId="{EC35A861-8456-4604-95BF-B0008F18A62D}" type="presParOf" srcId="{85010652-FA53-47DB-BC37-618C61915E23}" destId="{BC8E1E9F-3EEB-457D-9340-31A626F7068F}" srcOrd="9" destOrd="0" presId="urn:microsoft.com/office/officeart/2005/8/layout/radial6"/>
    <dgm:cxn modelId="{AEA19434-BAC5-47D0-9AF4-BA850A4C0BE7}" type="presParOf" srcId="{85010652-FA53-47DB-BC37-618C61915E23}" destId="{DC60A229-4D86-4881-9900-B5AD40932FD9}" srcOrd="10" destOrd="0" presId="urn:microsoft.com/office/officeart/2005/8/layout/radial6"/>
    <dgm:cxn modelId="{98C45732-D7E7-4BBF-8105-B9A7203C578F}" type="presParOf" srcId="{85010652-FA53-47DB-BC37-618C61915E23}" destId="{298C16A4-5514-449E-8F53-6806193062F9}" srcOrd="11" destOrd="0" presId="urn:microsoft.com/office/officeart/2005/8/layout/radial6"/>
    <dgm:cxn modelId="{A38DCF0A-5741-4B98-BDEE-EDD25DD6E3F1}" type="presParOf" srcId="{85010652-FA53-47DB-BC37-618C61915E23}" destId="{F2D3C021-A2C4-4C15-B187-5A5A4A932EBF}" srcOrd="12" destOrd="0" presId="urn:microsoft.com/office/officeart/2005/8/layout/radial6"/>
    <dgm:cxn modelId="{0405C653-1618-42B3-82FB-83BD3230D825}" type="presParOf" srcId="{85010652-FA53-47DB-BC37-618C61915E23}" destId="{FCF0486C-3051-4CB2-A962-CA2835D6A82E}" srcOrd="13" destOrd="0" presId="urn:microsoft.com/office/officeart/2005/8/layout/radial6"/>
    <dgm:cxn modelId="{9B8B1956-5220-4F70-BAC4-D39007094E14}" type="presParOf" srcId="{85010652-FA53-47DB-BC37-618C61915E23}" destId="{0F9D81F6-F58C-4FF4-92D6-3C872FC5A254}" srcOrd="14" destOrd="0" presId="urn:microsoft.com/office/officeart/2005/8/layout/radial6"/>
    <dgm:cxn modelId="{1C59CE21-5488-45D5-A451-D07F3BC0AE32}" type="presParOf" srcId="{85010652-FA53-47DB-BC37-618C61915E23}" destId="{5B32FAE2-3FF8-4CA5-A243-6757ECC510A2}" srcOrd="15" destOrd="0" presId="urn:microsoft.com/office/officeart/2005/8/layout/radial6"/>
    <dgm:cxn modelId="{BADED8ED-2354-44CC-9927-5D0CB81A6C3F}" type="presParOf" srcId="{85010652-FA53-47DB-BC37-618C61915E23}" destId="{CE0C6631-D958-4586-8916-1D66A09A62C6}" srcOrd="16" destOrd="0" presId="urn:microsoft.com/office/officeart/2005/8/layout/radial6"/>
    <dgm:cxn modelId="{B1C2BB40-FC67-4AA1-AC07-33FE245F7B65}" type="presParOf" srcId="{85010652-FA53-47DB-BC37-618C61915E23}" destId="{CF5810F1-6B84-4C20-A184-2A4BB5C6D8B6}" srcOrd="17" destOrd="0" presId="urn:microsoft.com/office/officeart/2005/8/layout/radial6"/>
    <dgm:cxn modelId="{BE01BA37-B8B0-4E6D-A517-100BC5D2B0DE}" type="presParOf" srcId="{85010652-FA53-47DB-BC37-618C61915E23}" destId="{0AE775E3-7242-46EA-B7BE-ABD59414EA5F}" srcOrd="18" destOrd="0" presId="urn:microsoft.com/office/officeart/2005/8/layout/radial6"/>
    <dgm:cxn modelId="{6F871AD0-07B1-4B8B-B96A-07D3879934D9}" type="presParOf" srcId="{85010652-FA53-47DB-BC37-618C61915E23}" destId="{2C73AD8E-76F3-439E-A2BF-7450774B3D70}" srcOrd="19" destOrd="0" presId="urn:microsoft.com/office/officeart/2005/8/layout/radial6"/>
    <dgm:cxn modelId="{4860DB50-887D-459D-9211-6D8A9C89EE4A}" type="presParOf" srcId="{85010652-FA53-47DB-BC37-618C61915E23}" destId="{F5F890E4-C0BE-43CA-AC9A-5AEA630CFC7E}" srcOrd="20" destOrd="0" presId="urn:microsoft.com/office/officeart/2005/8/layout/radial6"/>
    <dgm:cxn modelId="{45E2CC57-ACE0-4E62-99D1-6EA3AB6B5495}" type="presParOf" srcId="{85010652-FA53-47DB-BC37-618C61915E23}" destId="{8F49D829-E574-48C8-AF12-D475E1326D2C}" srcOrd="21" destOrd="0" presId="urn:microsoft.com/office/officeart/2005/8/layout/radial6"/>
    <dgm:cxn modelId="{13DB866C-EA98-4318-A308-686A3B3A0ACB}" type="presParOf" srcId="{85010652-FA53-47DB-BC37-618C61915E23}" destId="{E80B587C-D301-4ECB-A20E-5B8AB252FA7E}" srcOrd="22" destOrd="0" presId="urn:microsoft.com/office/officeart/2005/8/layout/radial6"/>
    <dgm:cxn modelId="{12E7CF08-4453-481B-8A9B-F71837B14575}" type="presParOf" srcId="{85010652-FA53-47DB-BC37-618C61915E23}" destId="{CA71A821-D6BD-40E1-BADE-5339CE9FD4C4}" srcOrd="23" destOrd="0" presId="urn:microsoft.com/office/officeart/2005/8/layout/radial6"/>
    <dgm:cxn modelId="{AEF48617-27F4-4C9D-B04E-B49EF8333039}" type="presParOf" srcId="{85010652-FA53-47DB-BC37-618C61915E23}" destId="{08011D00-B97F-4542-9E03-940D4E548157}" srcOrd="24" destOrd="0" presId="urn:microsoft.com/office/officeart/2005/8/layout/radial6"/>
    <dgm:cxn modelId="{B9F81C3A-B252-465D-8874-CEC21A2508D3}" type="presParOf" srcId="{85010652-FA53-47DB-BC37-618C61915E23}" destId="{059EDD6C-AB59-4A65-8E8D-DC767766399E}" srcOrd="25" destOrd="0" presId="urn:microsoft.com/office/officeart/2005/8/layout/radial6"/>
    <dgm:cxn modelId="{9B3FE480-77C7-418C-86B8-6A968AD78951}" type="presParOf" srcId="{85010652-FA53-47DB-BC37-618C61915E23}" destId="{FDBB7BE1-BF51-47DC-8C82-785136A31A90}" srcOrd="26" destOrd="0" presId="urn:microsoft.com/office/officeart/2005/8/layout/radial6"/>
    <dgm:cxn modelId="{D41F3C46-8DAF-4F18-B427-CEAE52E82B32}" type="presParOf" srcId="{85010652-FA53-47DB-BC37-618C61915E23}" destId="{1EC5222A-9F82-420E-B98D-C185B324BAE7}" srcOrd="27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423C3-17EF-4CC7-BDF6-56032F78D285}">
      <dsp:nvSpPr>
        <dsp:cNvPr id="0" name=""/>
        <dsp:cNvSpPr/>
      </dsp:nvSpPr>
      <dsp:spPr>
        <a:xfrm>
          <a:off x="340174" y="330"/>
          <a:ext cx="1760557" cy="1213024"/>
        </a:xfrm>
        <a:prstGeom prst="round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780" b="-2278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6EAC7-3516-4DE6-B2B0-F6151B3611D9}">
      <dsp:nvSpPr>
        <dsp:cNvPr id="0" name=""/>
        <dsp:cNvSpPr/>
      </dsp:nvSpPr>
      <dsp:spPr>
        <a:xfrm>
          <a:off x="340174" y="1213354"/>
          <a:ext cx="1760557" cy="6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Building Traffic</a:t>
          </a:r>
        </a:p>
      </dsp:txBody>
      <dsp:txXfrm>
        <a:off x="340174" y="1213354"/>
        <a:ext cx="1760557" cy="653166"/>
      </dsp:txXfrm>
    </dsp:sp>
    <dsp:sp modelId="{B3F55D92-FF45-4FDD-AE91-E20E7768ABA8}">
      <dsp:nvSpPr>
        <dsp:cNvPr id="0" name=""/>
        <dsp:cNvSpPr/>
      </dsp:nvSpPr>
      <dsp:spPr>
        <a:xfrm>
          <a:off x="2299555" y="0"/>
          <a:ext cx="1760557" cy="1213024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0D04F-0882-4707-BC4A-B804CC366DE3}">
      <dsp:nvSpPr>
        <dsp:cNvPr id="0" name=""/>
        <dsp:cNvSpPr/>
      </dsp:nvSpPr>
      <dsp:spPr>
        <a:xfrm>
          <a:off x="2276861" y="1213354"/>
          <a:ext cx="1760557" cy="6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Occupants</a:t>
          </a:r>
        </a:p>
      </dsp:txBody>
      <dsp:txXfrm>
        <a:off x="2276861" y="1213354"/>
        <a:ext cx="1760557" cy="653166"/>
      </dsp:txXfrm>
    </dsp:sp>
    <dsp:sp modelId="{58F32E47-4F0F-4F59-9A5F-5663AD5FD041}">
      <dsp:nvSpPr>
        <dsp:cNvPr id="0" name=""/>
        <dsp:cNvSpPr/>
      </dsp:nvSpPr>
      <dsp:spPr>
        <a:xfrm>
          <a:off x="340174" y="2042577"/>
          <a:ext cx="1760557" cy="1213024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19750-DEFA-4814-83FF-5C47EE6765DC}">
      <dsp:nvSpPr>
        <dsp:cNvPr id="0" name=""/>
        <dsp:cNvSpPr/>
      </dsp:nvSpPr>
      <dsp:spPr>
        <a:xfrm>
          <a:off x="340174" y="3255601"/>
          <a:ext cx="1760557" cy="6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Safety and Security</a:t>
          </a:r>
        </a:p>
      </dsp:txBody>
      <dsp:txXfrm>
        <a:off x="340174" y="3255601"/>
        <a:ext cx="1760557" cy="653166"/>
      </dsp:txXfrm>
    </dsp:sp>
    <dsp:sp modelId="{2C2C3E60-AA7E-49A8-BF7E-415798EE374D}">
      <dsp:nvSpPr>
        <dsp:cNvPr id="0" name=""/>
        <dsp:cNvSpPr/>
      </dsp:nvSpPr>
      <dsp:spPr>
        <a:xfrm>
          <a:off x="2276861" y="2042577"/>
          <a:ext cx="1760557" cy="1213024"/>
        </a:xfrm>
        <a:prstGeom prst="round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541BC-C63A-43D2-9F86-BD86E22831D5}">
      <dsp:nvSpPr>
        <dsp:cNvPr id="0" name=""/>
        <dsp:cNvSpPr/>
      </dsp:nvSpPr>
      <dsp:spPr>
        <a:xfrm>
          <a:off x="2276861" y="3255601"/>
          <a:ext cx="1760557" cy="653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Building Infrastructure</a:t>
          </a:r>
        </a:p>
      </dsp:txBody>
      <dsp:txXfrm>
        <a:off x="2276861" y="3255601"/>
        <a:ext cx="1760557" cy="653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59CD8-E75B-4015-A6A8-AD2BE2BF3931}">
      <dsp:nvSpPr>
        <dsp:cNvPr id="0" name=""/>
        <dsp:cNvSpPr/>
      </dsp:nvSpPr>
      <dsp:spPr>
        <a:xfrm>
          <a:off x="369" y="701222"/>
          <a:ext cx="1440740" cy="1694988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DF73C-9EBE-400B-9D07-E75974C434CC}">
      <dsp:nvSpPr>
        <dsp:cNvPr id="0" name=""/>
        <dsp:cNvSpPr/>
      </dsp:nvSpPr>
      <dsp:spPr>
        <a:xfrm>
          <a:off x="72406" y="769022"/>
          <a:ext cx="1296666" cy="1101742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22780" b="-2278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BBD41-1494-45BD-A0C5-794F73389C0A}">
      <dsp:nvSpPr>
        <dsp:cNvPr id="0" name=""/>
        <dsp:cNvSpPr/>
      </dsp:nvSpPr>
      <dsp:spPr>
        <a:xfrm>
          <a:off x="72406" y="1870764"/>
          <a:ext cx="1296666" cy="45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Personal Health and Welfare</a:t>
          </a:r>
        </a:p>
      </dsp:txBody>
      <dsp:txXfrm>
        <a:off x="72406" y="1870764"/>
        <a:ext cx="1296666" cy="457646"/>
      </dsp:txXfrm>
    </dsp:sp>
    <dsp:sp modelId="{EB8810F1-F8A6-411D-A948-B06BF2A9207B}">
      <dsp:nvSpPr>
        <dsp:cNvPr id="0" name=""/>
        <dsp:cNvSpPr/>
      </dsp:nvSpPr>
      <dsp:spPr>
        <a:xfrm>
          <a:off x="1585183" y="701222"/>
          <a:ext cx="1440740" cy="1694988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F0EF1-88AC-467D-AAEF-86E37D61C453}">
      <dsp:nvSpPr>
        <dsp:cNvPr id="0" name=""/>
        <dsp:cNvSpPr/>
      </dsp:nvSpPr>
      <dsp:spPr>
        <a:xfrm>
          <a:off x="1657220" y="769022"/>
          <a:ext cx="1296666" cy="1101742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-1294" t="3478" r="3401" b="5609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DE310-BD4F-4CC6-8478-267DEB0D2644}">
      <dsp:nvSpPr>
        <dsp:cNvPr id="0" name=""/>
        <dsp:cNvSpPr/>
      </dsp:nvSpPr>
      <dsp:spPr>
        <a:xfrm>
          <a:off x="1657220" y="1870764"/>
          <a:ext cx="1296666" cy="45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Medical Devices</a:t>
          </a:r>
        </a:p>
      </dsp:txBody>
      <dsp:txXfrm>
        <a:off x="1657220" y="1870764"/>
        <a:ext cx="1296666" cy="457646"/>
      </dsp:txXfrm>
    </dsp:sp>
    <dsp:sp modelId="{C0408448-3730-440D-99FD-FC6864BB4DB7}">
      <dsp:nvSpPr>
        <dsp:cNvPr id="0" name=""/>
        <dsp:cNvSpPr/>
      </dsp:nvSpPr>
      <dsp:spPr>
        <a:xfrm>
          <a:off x="369" y="2540285"/>
          <a:ext cx="1440740" cy="1694988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5B0EE-CAE3-41A4-BB80-0E6951834415}">
      <dsp:nvSpPr>
        <dsp:cNvPr id="0" name=""/>
        <dsp:cNvSpPr/>
      </dsp:nvSpPr>
      <dsp:spPr>
        <a:xfrm>
          <a:off x="72406" y="2608084"/>
          <a:ext cx="1296666" cy="1101742"/>
        </a:xfrm>
        <a:prstGeom prst="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-23" t="1545" r="1775" b="1278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032DB-37B2-419C-BE99-AF72913F6267}">
      <dsp:nvSpPr>
        <dsp:cNvPr id="0" name=""/>
        <dsp:cNvSpPr/>
      </dsp:nvSpPr>
      <dsp:spPr>
        <a:xfrm>
          <a:off x="72406" y="3709826"/>
          <a:ext cx="1296666" cy="45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Hospital Logistics</a:t>
          </a:r>
        </a:p>
      </dsp:txBody>
      <dsp:txXfrm>
        <a:off x="72406" y="3709826"/>
        <a:ext cx="1296666" cy="457646"/>
      </dsp:txXfrm>
    </dsp:sp>
    <dsp:sp modelId="{22D1240E-9BC3-48BC-949F-81E2653E9583}">
      <dsp:nvSpPr>
        <dsp:cNvPr id="0" name=""/>
        <dsp:cNvSpPr/>
      </dsp:nvSpPr>
      <dsp:spPr>
        <a:xfrm>
          <a:off x="1585183" y="2540285"/>
          <a:ext cx="1440740" cy="1694988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5A6B2-27EB-4271-B9AA-E0C460A9D703}">
      <dsp:nvSpPr>
        <dsp:cNvPr id="0" name=""/>
        <dsp:cNvSpPr/>
      </dsp:nvSpPr>
      <dsp:spPr>
        <a:xfrm>
          <a:off x="1657220" y="2608084"/>
          <a:ext cx="1296666" cy="1101742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-22131" t="-10849" r="-28126" b="-526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0DF3D-B799-4717-A055-257B854AE992}">
      <dsp:nvSpPr>
        <dsp:cNvPr id="0" name=""/>
        <dsp:cNvSpPr/>
      </dsp:nvSpPr>
      <dsp:spPr>
        <a:xfrm>
          <a:off x="1657220" y="3709826"/>
          <a:ext cx="1296666" cy="45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Medical Services</a:t>
          </a:r>
        </a:p>
      </dsp:txBody>
      <dsp:txXfrm>
        <a:off x="1657220" y="3709826"/>
        <a:ext cx="1296666" cy="457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423C3-17EF-4CC7-BDF6-56032F78D285}">
      <dsp:nvSpPr>
        <dsp:cNvPr id="0" name=""/>
        <dsp:cNvSpPr/>
      </dsp:nvSpPr>
      <dsp:spPr>
        <a:xfrm>
          <a:off x="382946" y="2482"/>
          <a:ext cx="1836739" cy="1265513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6EAC7-3516-4DE6-B2B0-F6151B3611D9}">
      <dsp:nvSpPr>
        <dsp:cNvPr id="0" name=""/>
        <dsp:cNvSpPr/>
      </dsp:nvSpPr>
      <dsp:spPr>
        <a:xfrm>
          <a:off x="382946" y="1267996"/>
          <a:ext cx="183673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Monitoring Shipping Conditions</a:t>
          </a:r>
        </a:p>
      </dsp:txBody>
      <dsp:txXfrm>
        <a:off x="382946" y="1267996"/>
        <a:ext cx="1836739" cy="681430"/>
      </dsp:txXfrm>
    </dsp:sp>
    <dsp:sp modelId="{305C90D7-72E7-4C85-8ABD-0EFD6488B010}">
      <dsp:nvSpPr>
        <dsp:cNvPr id="0" name=""/>
        <dsp:cNvSpPr/>
      </dsp:nvSpPr>
      <dsp:spPr>
        <a:xfrm>
          <a:off x="2403437" y="2482"/>
          <a:ext cx="1836739" cy="1265513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C6EE3-D6E9-438B-9A80-04D6AD778DDE}">
      <dsp:nvSpPr>
        <dsp:cNvPr id="0" name=""/>
        <dsp:cNvSpPr/>
      </dsp:nvSpPr>
      <dsp:spPr>
        <a:xfrm>
          <a:off x="2403437" y="1267996"/>
          <a:ext cx="183673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Managing Inventory</a:t>
          </a:r>
        </a:p>
      </dsp:txBody>
      <dsp:txXfrm>
        <a:off x="2403437" y="1267996"/>
        <a:ext cx="1836739" cy="681430"/>
      </dsp:txXfrm>
    </dsp:sp>
    <dsp:sp modelId="{AE5A05B0-C968-4FDD-845C-68F54BEB2B1C}">
      <dsp:nvSpPr>
        <dsp:cNvPr id="0" name=""/>
        <dsp:cNvSpPr/>
      </dsp:nvSpPr>
      <dsp:spPr>
        <a:xfrm>
          <a:off x="382946" y="2133100"/>
          <a:ext cx="1836739" cy="1265513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05881-B4D8-40B0-80E3-AEB88516D6E4}">
      <dsp:nvSpPr>
        <dsp:cNvPr id="0" name=""/>
        <dsp:cNvSpPr/>
      </dsp:nvSpPr>
      <dsp:spPr>
        <a:xfrm>
          <a:off x="382946" y="3398613"/>
          <a:ext cx="183673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Tracking Shipments</a:t>
          </a:r>
          <a:endParaRPr lang="en-US" sz="1500" kern="1200" dirty="0"/>
        </a:p>
      </dsp:txBody>
      <dsp:txXfrm>
        <a:off x="382946" y="3398613"/>
        <a:ext cx="1836739" cy="681430"/>
      </dsp:txXfrm>
    </dsp:sp>
    <dsp:sp modelId="{8818E33E-69FA-412D-B5C7-5AD47647366D}">
      <dsp:nvSpPr>
        <dsp:cNvPr id="0" name=""/>
        <dsp:cNvSpPr/>
      </dsp:nvSpPr>
      <dsp:spPr>
        <a:xfrm>
          <a:off x="2403437" y="2133100"/>
          <a:ext cx="1836739" cy="1265513"/>
        </a:xfrm>
        <a:prstGeom prst="roundRect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4704" t="-14715" r="2671" b="-20517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D9C9E-40EA-45E3-A25B-72476A67DEB9}">
      <dsp:nvSpPr>
        <dsp:cNvPr id="0" name=""/>
        <dsp:cNvSpPr/>
      </dsp:nvSpPr>
      <dsp:spPr>
        <a:xfrm>
          <a:off x="2403437" y="3398613"/>
          <a:ext cx="1836739" cy="68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Telematics</a:t>
          </a:r>
        </a:p>
      </dsp:txBody>
      <dsp:txXfrm>
        <a:off x="2403437" y="3398613"/>
        <a:ext cx="1836739" cy="6814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423C3-17EF-4CC7-BDF6-56032F78D285}">
      <dsp:nvSpPr>
        <dsp:cNvPr id="0" name=""/>
        <dsp:cNvSpPr/>
      </dsp:nvSpPr>
      <dsp:spPr>
        <a:xfrm>
          <a:off x="1094" y="383920"/>
          <a:ext cx="1617123" cy="1114197"/>
        </a:xfrm>
        <a:prstGeom prst="round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5529" t="-28120" r="-4786" b="-3294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6EAC7-3516-4DE6-B2B0-F6151B3611D9}">
      <dsp:nvSpPr>
        <dsp:cNvPr id="0" name=""/>
        <dsp:cNvSpPr/>
      </dsp:nvSpPr>
      <dsp:spPr>
        <a:xfrm>
          <a:off x="1094" y="1498118"/>
          <a:ext cx="1617123" cy="5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Matériel</a:t>
          </a:r>
        </a:p>
      </dsp:txBody>
      <dsp:txXfrm>
        <a:off x="1094" y="1498118"/>
        <a:ext cx="1617123" cy="599952"/>
      </dsp:txXfrm>
    </dsp:sp>
    <dsp:sp modelId="{B26CE825-3A67-494C-A2B0-8794F08FE1D0}">
      <dsp:nvSpPr>
        <dsp:cNvPr id="0" name=""/>
        <dsp:cNvSpPr/>
      </dsp:nvSpPr>
      <dsp:spPr>
        <a:xfrm>
          <a:off x="1779997" y="383920"/>
          <a:ext cx="1617123" cy="1114197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2556D-45B7-4C63-8E31-1D15EA69DCFD}">
      <dsp:nvSpPr>
        <dsp:cNvPr id="0" name=""/>
        <dsp:cNvSpPr/>
      </dsp:nvSpPr>
      <dsp:spPr>
        <a:xfrm>
          <a:off x="1779997" y="1498118"/>
          <a:ext cx="1617123" cy="5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Connected Warfighter</a:t>
          </a:r>
        </a:p>
      </dsp:txBody>
      <dsp:txXfrm>
        <a:off x="1779997" y="1498118"/>
        <a:ext cx="1617123" cy="599952"/>
      </dsp:txXfrm>
    </dsp:sp>
    <dsp:sp modelId="{08CD94E4-0E74-4468-8069-C0EC4C6DAA60}">
      <dsp:nvSpPr>
        <dsp:cNvPr id="0" name=""/>
        <dsp:cNvSpPr/>
      </dsp:nvSpPr>
      <dsp:spPr>
        <a:xfrm>
          <a:off x="890545" y="2259783"/>
          <a:ext cx="1617123" cy="1114197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B2F4D-102B-4711-B14C-A755B818F937}">
      <dsp:nvSpPr>
        <dsp:cNvPr id="0" name=""/>
        <dsp:cNvSpPr/>
      </dsp:nvSpPr>
      <dsp:spPr>
        <a:xfrm>
          <a:off x="890545" y="3373980"/>
          <a:ext cx="1617123" cy="59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Logistics</a:t>
          </a:r>
        </a:p>
      </dsp:txBody>
      <dsp:txXfrm>
        <a:off x="890545" y="3373980"/>
        <a:ext cx="1617123" cy="5999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5222A-9F82-420E-B98D-C185B324BAE7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3800000"/>
            <a:gd name="adj2" fmla="val 162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8011D00-B97F-4542-9E03-940D4E548157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1400000"/>
            <a:gd name="adj2" fmla="val 138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F49D829-E574-48C8-AF12-D475E1326D2C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9000000"/>
            <a:gd name="adj2" fmla="val 114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E775E3-7242-46EA-B7BE-ABD59414EA5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6600000"/>
            <a:gd name="adj2" fmla="val 90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B32FAE2-3FF8-4CA5-A243-6757ECC510A2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4200000"/>
            <a:gd name="adj2" fmla="val 66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D3C021-A2C4-4C15-B187-5A5A4A932EB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800000"/>
            <a:gd name="adj2" fmla="val 42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C8E1E9F-3EEB-457D-9340-31A626F7068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21000000"/>
            <a:gd name="adj2" fmla="val 18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7DC976-2C32-431C-96C6-FB30EEA11E4A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8600000"/>
            <a:gd name="adj2" fmla="val 210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8B77585-8E20-4B7B-9FE1-8215659E1AD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6200000"/>
            <a:gd name="adj2" fmla="val 186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0190F8D-0EB5-4295-9044-580A4D97C9D3}">
      <dsp:nvSpPr>
        <dsp:cNvPr id="0" name=""/>
        <dsp:cNvSpPr/>
      </dsp:nvSpPr>
      <dsp:spPr>
        <a:xfrm>
          <a:off x="3379814" y="1404258"/>
          <a:ext cx="1763379" cy="17633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n/>
              <a:effectLst/>
              <a:latin typeface="Calibri"/>
              <a:ea typeface="+mn-ea"/>
              <a:cs typeface="+mn-cs"/>
            </a:rPr>
            <a:t>IoT Lifecycle</a:t>
          </a:r>
        </a:p>
      </dsp:txBody>
      <dsp:txXfrm>
        <a:off x="3638055" y="1662499"/>
        <a:ext cx="1246897" cy="1246897"/>
      </dsp:txXfrm>
    </dsp:sp>
    <dsp:sp modelId="{8F3ACDB6-7912-42E8-8FAC-114D02C43787}">
      <dsp:nvSpPr>
        <dsp:cNvPr id="0" name=""/>
        <dsp:cNvSpPr/>
      </dsp:nvSpPr>
      <dsp:spPr>
        <a:xfrm>
          <a:off x="3688403" y="-165444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Plan</a:t>
          </a:r>
        </a:p>
      </dsp:txBody>
      <dsp:txXfrm>
        <a:off x="3856260" y="2413"/>
        <a:ext cx="810486" cy="810486"/>
      </dsp:txXfrm>
    </dsp:sp>
    <dsp:sp modelId="{E4CB859A-A41A-4822-B352-77CD6EE79C03}">
      <dsp:nvSpPr>
        <dsp:cNvPr id="0" name=""/>
        <dsp:cNvSpPr/>
      </dsp:nvSpPr>
      <dsp:spPr>
        <a:xfrm>
          <a:off x="4895746" y="273992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Analyze </a:t>
          </a: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Requirements</a:t>
          </a:r>
        </a:p>
      </dsp:txBody>
      <dsp:txXfrm>
        <a:off x="5063603" y="441849"/>
        <a:ext cx="810486" cy="810486"/>
      </dsp:txXfrm>
    </dsp:sp>
    <dsp:sp modelId="{DC4EDD1A-588B-476D-888B-2F8ACC01E18B}">
      <dsp:nvSpPr>
        <dsp:cNvPr id="0" name=""/>
        <dsp:cNvSpPr/>
      </dsp:nvSpPr>
      <dsp:spPr>
        <a:xfrm>
          <a:off x="5538160" y="1386685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Design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sp:txBody>
      <dsp:txXfrm>
        <a:off x="5706017" y="1554542"/>
        <a:ext cx="810486" cy="810486"/>
      </dsp:txXfrm>
    </dsp:sp>
    <dsp:sp modelId="{DC60A229-4D86-4881-9900-B5AD40932FD9}">
      <dsp:nvSpPr>
        <dsp:cNvPr id="0" name=""/>
        <dsp:cNvSpPr/>
      </dsp:nvSpPr>
      <dsp:spPr>
        <a:xfrm>
          <a:off x="5315052" y="2651994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Develop</a:t>
          </a:r>
        </a:p>
      </dsp:txBody>
      <dsp:txXfrm>
        <a:off x="5482909" y="2819851"/>
        <a:ext cx="810486" cy="810486"/>
      </dsp:txXfrm>
    </dsp:sp>
    <dsp:sp modelId="{FCF0486C-3051-4CB2-A962-CA2835D6A82E}">
      <dsp:nvSpPr>
        <dsp:cNvPr id="0" name=""/>
        <dsp:cNvSpPr/>
      </dsp:nvSpPr>
      <dsp:spPr>
        <a:xfrm>
          <a:off x="4330817" y="3477865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Integrate and Test</a:t>
          </a:r>
        </a:p>
      </dsp:txBody>
      <dsp:txXfrm>
        <a:off x="4498674" y="3645722"/>
        <a:ext cx="810486" cy="810486"/>
      </dsp:txXfrm>
    </dsp:sp>
    <dsp:sp modelId="{CE0C6631-D958-4586-8916-1D66A09A62C6}">
      <dsp:nvSpPr>
        <dsp:cNvPr id="0" name=""/>
        <dsp:cNvSpPr/>
      </dsp:nvSpPr>
      <dsp:spPr>
        <a:xfrm>
          <a:off x="3045989" y="3477865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Implement</a:t>
          </a:r>
        </a:p>
      </dsp:txBody>
      <dsp:txXfrm>
        <a:off x="3213846" y="3645722"/>
        <a:ext cx="810486" cy="810486"/>
      </dsp:txXfrm>
    </dsp:sp>
    <dsp:sp modelId="{2C73AD8E-76F3-439E-A2BF-7450774B3D70}">
      <dsp:nvSpPr>
        <dsp:cNvPr id="0" name=""/>
        <dsp:cNvSpPr/>
      </dsp:nvSpPr>
      <dsp:spPr>
        <a:xfrm>
          <a:off x="2061754" y="2651994"/>
          <a:ext cx="1146200" cy="1146200"/>
        </a:xfrm>
        <a:prstGeom prst="ellipse">
          <a:avLst/>
        </a:prstGeom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Operate and Maintain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sp:txBody>
      <dsp:txXfrm>
        <a:off x="2229611" y="2819851"/>
        <a:ext cx="810486" cy="810486"/>
      </dsp:txXfrm>
    </dsp:sp>
    <dsp:sp modelId="{E80B587C-D301-4ECB-A20E-5B8AB252FA7E}">
      <dsp:nvSpPr>
        <dsp:cNvPr id="0" name=""/>
        <dsp:cNvSpPr/>
      </dsp:nvSpPr>
      <dsp:spPr>
        <a:xfrm>
          <a:off x="1838646" y="1386685"/>
          <a:ext cx="1146200" cy="1146200"/>
        </a:xfrm>
        <a:prstGeom prst="ellipse">
          <a:avLst/>
        </a:prstGeom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Dispose</a:t>
          </a:r>
        </a:p>
      </dsp:txBody>
      <dsp:txXfrm>
        <a:off x="2006503" y="1554542"/>
        <a:ext cx="810486" cy="810486"/>
      </dsp:txXfrm>
    </dsp:sp>
    <dsp:sp modelId="{059EDD6C-AB59-4A65-8E8D-DC767766399E}">
      <dsp:nvSpPr>
        <dsp:cNvPr id="0" name=""/>
        <dsp:cNvSpPr/>
      </dsp:nvSpPr>
      <dsp:spPr>
        <a:xfrm>
          <a:off x="2481060" y="273992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Initiate</a:t>
          </a:r>
        </a:p>
      </dsp:txBody>
      <dsp:txXfrm>
        <a:off x="2648917" y="441849"/>
        <a:ext cx="810486" cy="8104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5222A-9F82-420E-B98D-C185B324BAE7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3800000"/>
            <a:gd name="adj2" fmla="val 162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8011D00-B97F-4542-9E03-940D4E548157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1400000"/>
            <a:gd name="adj2" fmla="val 138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F49D829-E574-48C8-AF12-D475E1326D2C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9000000"/>
            <a:gd name="adj2" fmla="val 114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E775E3-7242-46EA-B7BE-ABD59414EA5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6600000"/>
            <a:gd name="adj2" fmla="val 90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B32FAE2-3FF8-4CA5-A243-6757ECC510A2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4200000"/>
            <a:gd name="adj2" fmla="val 66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D3C021-A2C4-4C15-B187-5A5A4A932EB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800000"/>
            <a:gd name="adj2" fmla="val 42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C8E1E9F-3EEB-457D-9340-31A626F7068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21000000"/>
            <a:gd name="adj2" fmla="val 18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7DC976-2C32-431C-96C6-FB30EEA11E4A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8600000"/>
            <a:gd name="adj2" fmla="val 210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8B77585-8E20-4B7B-9FE1-8215659E1ADF}">
      <dsp:nvSpPr>
        <dsp:cNvPr id="0" name=""/>
        <dsp:cNvSpPr/>
      </dsp:nvSpPr>
      <dsp:spPr>
        <a:xfrm>
          <a:off x="2354004" y="378449"/>
          <a:ext cx="3814998" cy="3814998"/>
        </a:xfrm>
        <a:prstGeom prst="blockArc">
          <a:avLst>
            <a:gd name="adj1" fmla="val 16200000"/>
            <a:gd name="adj2" fmla="val 18600000"/>
            <a:gd name="adj3" fmla="val 306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0190F8D-0EB5-4295-9044-580A4D97C9D3}">
      <dsp:nvSpPr>
        <dsp:cNvPr id="0" name=""/>
        <dsp:cNvSpPr/>
      </dsp:nvSpPr>
      <dsp:spPr>
        <a:xfrm>
          <a:off x="3379814" y="1404258"/>
          <a:ext cx="1763379" cy="176337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n/>
              <a:effectLst/>
              <a:latin typeface="Calibri"/>
              <a:ea typeface="+mn-ea"/>
              <a:cs typeface="+mn-cs"/>
            </a:rPr>
            <a:t>IoT Lifecycle</a:t>
          </a:r>
        </a:p>
      </dsp:txBody>
      <dsp:txXfrm>
        <a:off x="3638055" y="1662499"/>
        <a:ext cx="1246897" cy="1246897"/>
      </dsp:txXfrm>
    </dsp:sp>
    <dsp:sp modelId="{8F3ACDB6-7912-42E8-8FAC-114D02C43787}">
      <dsp:nvSpPr>
        <dsp:cNvPr id="0" name=""/>
        <dsp:cNvSpPr/>
      </dsp:nvSpPr>
      <dsp:spPr>
        <a:xfrm>
          <a:off x="3688403" y="-165444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Plan</a:t>
          </a:r>
        </a:p>
      </dsp:txBody>
      <dsp:txXfrm>
        <a:off x="3856260" y="2413"/>
        <a:ext cx="810486" cy="810486"/>
      </dsp:txXfrm>
    </dsp:sp>
    <dsp:sp modelId="{E4CB859A-A41A-4822-B352-77CD6EE79C03}">
      <dsp:nvSpPr>
        <dsp:cNvPr id="0" name=""/>
        <dsp:cNvSpPr/>
      </dsp:nvSpPr>
      <dsp:spPr>
        <a:xfrm>
          <a:off x="4895746" y="273992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Analyze </a:t>
          </a: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Requirements</a:t>
          </a:r>
        </a:p>
      </dsp:txBody>
      <dsp:txXfrm>
        <a:off x="5063603" y="441849"/>
        <a:ext cx="810486" cy="810486"/>
      </dsp:txXfrm>
    </dsp:sp>
    <dsp:sp modelId="{DC4EDD1A-588B-476D-888B-2F8ACC01E18B}">
      <dsp:nvSpPr>
        <dsp:cNvPr id="0" name=""/>
        <dsp:cNvSpPr/>
      </dsp:nvSpPr>
      <dsp:spPr>
        <a:xfrm>
          <a:off x="5538160" y="1386685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effectLst/>
              <a:latin typeface="Calibri"/>
              <a:ea typeface="+mn-ea"/>
              <a:cs typeface="+mn-cs"/>
            </a:rPr>
            <a:t>Design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sp:txBody>
      <dsp:txXfrm>
        <a:off x="5706017" y="1554542"/>
        <a:ext cx="810486" cy="810486"/>
      </dsp:txXfrm>
    </dsp:sp>
    <dsp:sp modelId="{DC60A229-4D86-4881-9900-B5AD40932FD9}">
      <dsp:nvSpPr>
        <dsp:cNvPr id="0" name=""/>
        <dsp:cNvSpPr/>
      </dsp:nvSpPr>
      <dsp:spPr>
        <a:xfrm>
          <a:off x="5315052" y="2651994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Develop</a:t>
          </a:r>
        </a:p>
      </dsp:txBody>
      <dsp:txXfrm>
        <a:off x="5482909" y="2819851"/>
        <a:ext cx="810486" cy="810486"/>
      </dsp:txXfrm>
    </dsp:sp>
    <dsp:sp modelId="{FCF0486C-3051-4CB2-A962-CA2835D6A82E}">
      <dsp:nvSpPr>
        <dsp:cNvPr id="0" name=""/>
        <dsp:cNvSpPr/>
      </dsp:nvSpPr>
      <dsp:spPr>
        <a:xfrm>
          <a:off x="4330817" y="3477865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Integrate and Test</a:t>
          </a:r>
        </a:p>
      </dsp:txBody>
      <dsp:txXfrm>
        <a:off x="4498674" y="3645722"/>
        <a:ext cx="810486" cy="810486"/>
      </dsp:txXfrm>
    </dsp:sp>
    <dsp:sp modelId="{CE0C6631-D958-4586-8916-1D66A09A62C6}">
      <dsp:nvSpPr>
        <dsp:cNvPr id="0" name=""/>
        <dsp:cNvSpPr/>
      </dsp:nvSpPr>
      <dsp:spPr>
        <a:xfrm>
          <a:off x="3045989" y="3477865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Implement</a:t>
          </a:r>
        </a:p>
      </dsp:txBody>
      <dsp:txXfrm>
        <a:off x="3213846" y="3645722"/>
        <a:ext cx="810486" cy="810486"/>
      </dsp:txXfrm>
    </dsp:sp>
    <dsp:sp modelId="{2C73AD8E-76F3-439E-A2BF-7450774B3D70}">
      <dsp:nvSpPr>
        <dsp:cNvPr id="0" name=""/>
        <dsp:cNvSpPr/>
      </dsp:nvSpPr>
      <dsp:spPr>
        <a:xfrm>
          <a:off x="2061754" y="2651994"/>
          <a:ext cx="1146200" cy="1146200"/>
        </a:xfrm>
        <a:prstGeom prst="ellipse">
          <a:avLst/>
        </a:prstGeom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Operate and Maintain</a:t>
          </a:r>
          <a:endParaRPr lang="en-US" sz="1100" b="0" kern="1200" dirty="0">
            <a:ln/>
            <a:effectLst/>
            <a:latin typeface="Calibri"/>
            <a:ea typeface="+mn-ea"/>
            <a:cs typeface="+mn-cs"/>
          </a:endParaRPr>
        </a:p>
      </dsp:txBody>
      <dsp:txXfrm>
        <a:off x="2229611" y="2819851"/>
        <a:ext cx="810486" cy="810486"/>
      </dsp:txXfrm>
    </dsp:sp>
    <dsp:sp modelId="{E80B587C-D301-4ECB-A20E-5B8AB252FA7E}">
      <dsp:nvSpPr>
        <dsp:cNvPr id="0" name=""/>
        <dsp:cNvSpPr/>
      </dsp:nvSpPr>
      <dsp:spPr>
        <a:xfrm>
          <a:off x="1838646" y="1386685"/>
          <a:ext cx="1146200" cy="1146200"/>
        </a:xfrm>
        <a:prstGeom prst="ellipse">
          <a:avLst/>
        </a:prstGeom>
        <a:gradFill rotWithShape="0">
          <a:gsLst>
            <a:gs pos="0">
              <a:srgbClr val="009DDC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009DDC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009DDC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solidFill>
                <a:prstClr val="black"/>
              </a:solidFill>
              <a:effectLst/>
              <a:latin typeface="Calibri"/>
              <a:ea typeface="+mn-ea"/>
              <a:cs typeface="+mn-cs"/>
            </a:rPr>
            <a:t>Dispose</a:t>
          </a:r>
        </a:p>
      </dsp:txBody>
      <dsp:txXfrm>
        <a:off x="2006503" y="1554542"/>
        <a:ext cx="810486" cy="810486"/>
      </dsp:txXfrm>
    </dsp:sp>
    <dsp:sp modelId="{059EDD6C-AB59-4A65-8E8D-DC767766399E}">
      <dsp:nvSpPr>
        <dsp:cNvPr id="0" name=""/>
        <dsp:cNvSpPr/>
      </dsp:nvSpPr>
      <dsp:spPr>
        <a:xfrm>
          <a:off x="2481060" y="273992"/>
          <a:ext cx="1146200" cy="11462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n/>
              <a:effectLst/>
              <a:latin typeface="Calibri"/>
              <a:ea typeface="+mn-ea"/>
              <a:cs typeface="+mn-cs"/>
            </a:rPr>
            <a:t>Initiate</a:t>
          </a:r>
        </a:p>
      </dsp:txBody>
      <dsp:txXfrm>
        <a:off x="2648917" y="441849"/>
        <a:ext cx="810486" cy="810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51" r:id="rId10"/>
    <p:sldLayoutId id="2147483936" r:id="rId11"/>
    <p:sldLayoutId id="2147483937" r:id="rId12"/>
    <p:sldLayoutId id="2147483934" r:id="rId13"/>
    <p:sldLayoutId id="2147483935" r:id="rId14"/>
    <p:sldLayoutId id="2147483939" r:id="rId15"/>
    <p:sldLayoutId id="2147483940" r:id="rId16"/>
    <p:sldLayoutId id="2147483955" r:id="rId17"/>
    <p:sldLayoutId id="2147483950" r:id="rId18"/>
    <p:sldLayoutId id="2147483942" r:id="rId19"/>
    <p:sldLayoutId id="2147483943" r:id="rId20"/>
    <p:sldLayoutId id="2147483944" r:id="rId21"/>
    <p:sldLayoutId id="2147483945" r:id="rId22"/>
    <p:sldLayoutId id="2147483946" r:id="rId23"/>
    <p:sldLayoutId id="2147483947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jp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7" Type="http://schemas.openxmlformats.org/officeDocument/2006/relationships/image" Target="../media/image49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9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1.png"/><Relationship Id="rId7" Type="http://schemas.openxmlformats.org/officeDocument/2006/relationships/image" Target="../media/image65.jpe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jpeg"/><Relationship Id="rId5" Type="http://schemas.openxmlformats.org/officeDocument/2006/relationships/image" Target="../media/image63.png"/><Relationship Id="rId4" Type="http://schemas.openxmlformats.org/officeDocument/2006/relationships/image" Target="../media/image6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76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60A3CA-078A-ECBD-9F9C-88BFE2D4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Undertaking an </a:t>
            </a:r>
            <a:r>
              <a:rPr lang="en-US"/>
              <a:t>IoT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D3A359-4DE9-C46E-BF85-71E4F5B8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13">
            <a:extLst>
              <a:ext uri="{FF2B5EF4-FFF2-40B4-BE49-F238E27FC236}">
                <a16:creationId xmlns:a16="http://schemas.microsoft.com/office/drawing/2014/main" id="{49131288-0DAB-8D49-5931-8EBA601B0E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1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Real-World Applications for IoT</a:t>
            </a:r>
          </a:p>
          <a:p>
            <a:r>
              <a:rPr lang="en-US" dirty="0"/>
              <a:t>The IoT Development Lifecycle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Undertaking an IoT Project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Real-World Applications for I</a:t>
            </a:r>
            <a:r>
              <a:rPr lang="en-US" cap="none" dirty="0"/>
              <a:t>o</a:t>
            </a:r>
            <a:r>
              <a:rPr lang="en-US" dirty="0"/>
              <a:t>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7BDCA99-8DFC-5213-83E7-14B142E0D7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236129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A0F1F7-427A-D766-0121-0F6B92EF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Market Sectors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DCFC8-570F-CBFF-1B57-3F5EC896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803E84-0A00-026A-CF39-178787009AF8}"/>
              </a:ext>
            </a:extLst>
          </p:cNvPr>
          <p:cNvGrpSpPr/>
          <p:nvPr/>
        </p:nvGrpSpPr>
        <p:grpSpPr>
          <a:xfrm>
            <a:off x="2182813" y="1247775"/>
            <a:ext cx="7826375" cy="5076104"/>
            <a:chOff x="2182813" y="1247775"/>
            <a:chExt cx="7826375" cy="5076104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FECD93D3-4AA4-3F93-D326-ACB2340F7AF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27149687"/>
                </p:ext>
              </p:extLst>
            </p:nvPr>
          </p:nvGraphicFramePr>
          <p:xfrm>
            <a:off x="2182813" y="1247775"/>
            <a:ext cx="7826375" cy="507610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38BD8-D41E-1516-56CA-541303249451}"/>
                </a:ext>
              </a:extLst>
            </p:cNvPr>
            <p:cNvSpPr txBox="1"/>
            <p:nvPr/>
          </p:nvSpPr>
          <p:spPr>
            <a:xfrm>
              <a:off x="8018462" y="5974262"/>
              <a:ext cx="1990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Source: IoT Analytics (2018)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1088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2E5-DB4B-44DE-7402-3B4B700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74027-0120-FF03-37C6-23B89833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54CA2A-8C0B-ADF0-3DCE-C7672EE421CE}"/>
              </a:ext>
            </a:extLst>
          </p:cNvPr>
          <p:cNvGrpSpPr>
            <a:grpSpLocks noChangeAspect="1"/>
          </p:cNvGrpSpPr>
          <p:nvPr/>
        </p:nvGrpSpPr>
        <p:grpSpPr>
          <a:xfrm>
            <a:off x="2554363" y="1676400"/>
            <a:ext cx="7083273" cy="4070760"/>
            <a:chOff x="1028700" y="1776802"/>
            <a:chExt cx="6444502" cy="3703658"/>
          </a:xfrm>
        </p:grpSpPr>
        <p:pic>
          <p:nvPicPr>
            <p:cNvPr id="4" name="Picture 2" descr="buildings, city, city view">
              <a:extLst>
                <a:ext uri="{FF2B5EF4-FFF2-40B4-BE49-F238E27FC236}">
                  <a16:creationId xmlns:a16="http://schemas.microsoft.com/office/drawing/2014/main" id="{FCF0F467-6B8E-4295-816E-488DDD5E53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64" r="2530" b="4306"/>
            <a:stretch/>
          </p:blipFill>
          <p:spPr bwMode="auto">
            <a:xfrm>
              <a:off x="1028700" y="1778437"/>
              <a:ext cx="2857500" cy="3620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0A6E43-7F25-C300-52E7-99825CB38176}"/>
                </a:ext>
              </a:extLst>
            </p:cNvPr>
            <p:cNvGrpSpPr/>
            <p:nvPr/>
          </p:nvGrpSpPr>
          <p:grpSpPr>
            <a:xfrm>
              <a:off x="4229102" y="1776802"/>
              <a:ext cx="993094" cy="1168346"/>
              <a:chOff x="4114800" y="1226070"/>
              <a:chExt cx="1324125" cy="155779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AFC725-9E89-5A6A-1096-8EC0CBD14476}"/>
                  </a:ext>
                </a:extLst>
              </p:cNvPr>
              <p:cNvSpPr/>
              <p:nvPr/>
            </p:nvSpPr>
            <p:spPr>
              <a:xfrm>
                <a:off x="4114800" y="1226070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CB37B2-C8DE-C4C2-AAF3-E5F947DC899C}"/>
                  </a:ext>
                </a:extLst>
              </p:cNvPr>
              <p:cNvSpPr/>
              <p:nvPr/>
            </p:nvSpPr>
            <p:spPr>
              <a:xfrm>
                <a:off x="4181006" y="1288382"/>
                <a:ext cx="1191712" cy="1012566"/>
              </a:xfrm>
              <a:prstGeom prst="rect">
                <a:avLst/>
              </a:prstGeom>
              <a:blipFill dpi="0" rotWithShape="1">
                <a:blip r:embed="rId3"/>
                <a:srcRect/>
                <a:stretch>
                  <a:fillRect l="-3" t="-10784" r="-3596" b="-61934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56F8646-1A41-684C-F944-AFCBFD83587C}"/>
                  </a:ext>
                </a:extLst>
              </p:cNvPr>
              <p:cNvSpPr/>
              <p:nvPr/>
            </p:nvSpPr>
            <p:spPr>
              <a:xfrm>
                <a:off x="4181006" y="2300949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Garbage and Waste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1FA1547-A3DB-9CC2-F212-79D2565DA85B}"/>
                </a:ext>
              </a:extLst>
            </p:cNvPr>
            <p:cNvGrpSpPr/>
            <p:nvPr/>
          </p:nvGrpSpPr>
          <p:grpSpPr>
            <a:xfrm>
              <a:off x="5354604" y="1776802"/>
              <a:ext cx="993094" cy="1168346"/>
              <a:chOff x="5615471" y="1226070"/>
              <a:chExt cx="1324125" cy="155779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7E8A7F1-CFE0-8B02-1FEE-598D9ED061E0}"/>
                  </a:ext>
                </a:extLst>
              </p:cNvPr>
              <p:cNvSpPr/>
              <p:nvPr/>
            </p:nvSpPr>
            <p:spPr>
              <a:xfrm>
                <a:off x="5615471" y="1226070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ED9C9EA-B6EE-38B1-1EB7-C1C345B7777C}"/>
                  </a:ext>
                </a:extLst>
              </p:cNvPr>
              <p:cNvSpPr/>
              <p:nvPr/>
            </p:nvSpPr>
            <p:spPr>
              <a:xfrm>
                <a:off x="5681678" y="1288382"/>
                <a:ext cx="1191712" cy="1012566"/>
              </a:xfrm>
              <a:prstGeom prst="rect">
                <a:avLst/>
              </a:prstGeom>
              <a:blipFill dpi="0" rotWithShape="1">
                <a:blip r:embed="rId4"/>
                <a:srcRect/>
                <a:stretch>
                  <a:fillRect l="-19061" t="-4940" r="-15691" b="-5134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918B52A-19F1-FA5F-74B1-4C3159BFDF83}"/>
                  </a:ext>
                </a:extLst>
              </p:cNvPr>
              <p:cNvSpPr/>
              <p:nvPr/>
            </p:nvSpPr>
            <p:spPr>
              <a:xfrm>
                <a:off x="5681678" y="2300949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Lighting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2A7D48-795A-65FC-FC83-F65CD37D2874}"/>
                </a:ext>
              </a:extLst>
            </p:cNvPr>
            <p:cNvGrpSpPr/>
            <p:nvPr/>
          </p:nvGrpSpPr>
          <p:grpSpPr>
            <a:xfrm>
              <a:off x="6480108" y="1776802"/>
              <a:ext cx="993094" cy="1168346"/>
              <a:chOff x="7116143" y="1226070"/>
              <a:chExt cx="1324125" cy="155779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C7C1D9A-9E1C-DF25-5E5A-79B18B4E7236}"/>
                  </a:ext>
                </a:extLst>
              </p:cNvPr>
              <p:cNvSpPr/>
              <p:nvPr/>
            </p:nvSpPr>
            <p:spPr>
              <a:xfrm>
                <a:off x="7116143" y="1226070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B8A88C-731A-FD53-F4C8-B2B8E2EB653E}"/>
                  </a:ext>
                </a:extLst>
              </p:cNvPr>
              <p:cNvSpPr/>
              <p:nvPr/>
            </p:nvSpPr>
            <p:spPr>
              <a:xfrm>
                <a:off x="7182349" y="1288382"/>
                <a:ext cx="1191712" cy="1012566"/>
              </a:xfrm>
              <a:prstGeom prst="rect">
                <a:avLst/>
              </a:pr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13116" t="2561" r="19890" b="-28512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C8FF4E6-EFCA-B11D-77FC-2685DA9DE3E9}"/>
                  </a:ext>
                </a:extLst>
              </p:cNvPr>
              <p:cNvSpPr/>
              <p:nvPr/>
            </p:nvSpPr>
            <p:spPr>
              <a:xfrm>
                <a:off x="7182349" y="2300949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Streets and Traffic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229BCD1-6A18-3A74-A134-0582074A1A18}"/>
                </a:ext>
              </a:extLst>
            </p:cNvPr>
            <p:cNvGrpSpPr/>
            <p:nvPr/>
          </p:nvGrpSpPr>
          <p:grpSpPr>
            <a:xfrm>
              <a:off x="4229102" y="3044458"/>
              <a:ext cx="993094" cy="1168346"/>
              <a:chOff x="4114800" y="2916278"/>
              <a:chExt cx="1324125" cy="155779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B4EE9B1-0DB3-E739-DAA2-68D344F3BDD7}"/>
                  </a:ext>
                </a:extLst>
              </p:cNvPr>
              <p:cNvSpPr/>
              <p:nvPr/>
            </p:nvSpPr>
            <p:spPr>
              <a:xfrm>
                <a:off x="4114800" y="2916278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55A229B-D2B6-71A1-59EF-6E57E5E6AEDF}"/>
                  </a:ext>
                </a:extLst>
              </p:cNvPr>
              <p:cNvSpPr/>
              <p:nvPr/>
            </p:nvSpPr>
            <p:spPr>
              <a:xfrm>
                <a:off x="4181006" y="2978589"/>
                <a:ext cx="1191712" cy="1012566"/>
              </a:xfrm>
              <a:prstGeom prst="rect">
                <a:avLst/>
              </a:prstGeom>
              <a:blipFill dpi="0" rotWithShape="1">
                <a:blip r:embed="rId6"/>
                <a:srcRect/>
                <a:stretch>
                  <a:fillRect l="-602" t="-11504" r="-61726" b="-2840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82EAEA5-DF21-1DFB-9BD7-874CC60BCEE6}"/>
                  </a:ext>
                </a:extLst>
              </p:cNvPr>
              <p:cNvSpPr/>
              <p:nvPr/>
            </p:nvSpPr>
            <p:spPr>
              <a:xfrm>
                <a:off x="4181006" y="3991156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Connected Vehicles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8F978C1-D038-3601-19CF-D634E252963E}"/>
                </a:ext>
              </a:extLst>
            </p:cNvPr>
            <p:cNvGrpSpPr/>
            <p:nvPr/>
          </p:nvGrpSpPr>
          <p:grpSpPr>
            <a:xfrm>
              <a:off x="5354604" y="3044458"/>
              <a:ext cx="993094" cy="1168346"/>
              <a:chOff x="5615471" y="2916278"/>
              <a:chExt cx="1324125" cy="155779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ED372-729D-74BB-AAA9-5848CA05D8D2}"/>
                  </a:ext>
                </a:extLst>
              </p:cNvPr>
              <p:cNvSpPr/>
              <p:nvPr/>
            </p:nvSpPr>
            <p:spPr>
              <a:xfrm>
                <a:off x="5615471" y="2916278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418899F-2E34-FADC-8FBB-5B08DB04E89F}"/>
                  </a:ext>
                </a:extLst>
              </p:cNvPr>
              <p:cNvSpPr/>
              <p:nvPr/>
            </p:nvSpPr>
            <p:spPr>
              <a:xfrm>
                <a:off x="5681678" y="2978589"/>
                <a:ext cx="1191712" cy="1012566"/>
              </a:xfrm>
              <a:prstGeom prst="rect">
                <a:avLst/>
              </a:prstGeom>
              <a:blipFill dpi="0" rotWithShape="1">
                <a:blip r:embed="rId7"/>
                <a:srcRect/>
                <a:stretch>
                  <a:fillRect l="-4812" t="1590" r="-15143" b="-3226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1CFE11B-91A0-9A00-25BF-9AF572B05AA9}"/>
                  </a:ext>
                </a:extLst>
              </p:cNvPr>
              <p:cNvSpPr/>
              <p:nvPr/>
            </p:nvSpPr>
            <p:spPr>
              <a:xfrm>
                <a:off x="5681678" y="3991156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Connected Manhole Covers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878F149-C028-1FEF-CE1F-B924170AFE3D}"/>
                </a:ext>
              </a:extLst>
            </p:cNvPr>
            <p:cNvGrpSpPr/>
            <p:nvPr/>
          </p:nvGrpSpPr>
          <p:grpSpPr>
            <a:xfrm>
              <a:off x="6480108" y="3044458"/>
              <a:ext cx="993094" cy="1168346"/>
              <a:chOff x="7116143" y="2916278"/>
              <a:chExt cx="1324125" cy="155779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AB1C0D-04D4-5983-A8E4-B6A8365216BF}"/>
                  </a:ext>
                </a:extLst>
              </p:cNvPr>
              <p:cNvSpPr/>
              <p:nvPr/>
            </p:nvSpPr>
            <p:spPr>
              <a:xfrm>
                <a:off x="7116143" y="2916278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6280059-950C-0C6F-F09C-CC3C4780DB10}"/>
                  </a:ext>
                </a:extLst>
              </p:cNvPr>
              <p:cNvSpPr/>
              <p:nvPr/>
            </p:nvSpPr>
            <p:spPr>
              <a:xfrm>
                <a:off x="7182349" y="2978589"/>
                <a:ext cx="1191712" cy="1012566"/>
              </a:xfrm>
              <a:prstGeom prst="rect">
                <a:avLst/>
              </a:prstGeom>
              <a:blipFill dpi="0" rotWithShape="1">
                <a:blip r:embed="rId8"/>
                <a:srcRect/>
                <a:stretch>
                  <a:fillRect l="-29682" t="-11927" r="-32646" b="-2417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852C9D9-FC8F-884E-708E-9838DA95CF19}"/>
                  </a:ext>
                </a:extLst>
              </p:cNvPr>
              <p:cNvSpPr/>
              <p:nvPr/>
            </p:nvSpPr>
            <p:spPr>
              <a:xfrm>
                <a:off x="7182349" y="3991156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Cameras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6B3D546-DB09-08FB-2489-631C722C2D29}"/>
                </a:ext>
              </a:extLst>
            </p:cNvPr>
            <p:cNvGrpSpPr/>
            <p:nvPr/>
          </p:nvGrpSpPr>
          <p:grpSpPr>
            <a:xfrm>
              <a:off x="4229102" y="4312114"/>
              <a:ext cx="993094" cy="1168346"/>
              <a:chOff x="4114800" y="4606485"/>
              <a:chExt cx="1324125" cy="155779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0A5169B-31F9-512F-13CD-334F2975479C}"/>
                  </a:ext>
                </a:extLst>
              </p:cNvPr>
              <p:cNvSpPr/>
              <p:nvPr/>
            </p:nvSpPr>
            <p:spPr>
              <a:xfrm>
                <a:off x="4114800" y="4606485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103129A-35B8-BE08-4FFD-80B92D1EECF0}"/>
                  </a:ext>
                </a:extLst>
              </p:cNvPr>
              <p:cNvSpPr/>
              <p:nvPr/>
            </p:nvSpPr>
            <p:spPr>
              <a:xfrm>
                <a:off x="4181006" y="4668797"/>
                <a:ext cx="1191712" cy="1012566"/>
              </a:xfrm>
              <a:prstGeom prst="rect">
                <a:avLst/>
              </a:prstGeom>
              <a:blipFill dpi="0" rotWithShape="1">
                <a:blip r:embed="rId9"/>
                <a:srcRect/>
                <a:stretch>
                  <a:fillRect l="-4163" t="990" r="-40125" b="-2627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2CBA7A9-CB12-F36B-3147-7F4B268D3D46}"/>
                  </a:ext>
                </a:extLst>
              </p:cNvPr>
              <p:cNvSpPr/>
              <p:nvPr/>
            </p:nvSpPr>
            <p:spPr>
              <a:xfrm>
                <a:off x="4181006" y="5681363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Public Transportation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3E2A370-1DDB-9000-813B-38037EF301A1}"/>
                </a:ext>
              </a:extLst>
            </p:cNvPr>
            <p:cNvGrpSpPr/>
            <p:nvPr/>
          </p:nvGrpSpPr>
          <p:grpSpPr>
            <a:xfrm>
              <a:off x="5354604" y="4312114"/>
              <a:ext cx="993094" cy="1168346"/>
              <a:chOff x="5615471" y="4606485"/>
              <a:chExt cx="1324125" cy="1557794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009420-B8FE-0375-0CE4-14DA98467B73}"/>
                  </a:ext>
                </a:extLst>
              </p:cNvPr>
              <p:cNvSpPr/>
              <p:nvPr/>
            </p:nvSpPr>
            <p:spPr>
              <a:xfrm>
                <a:off x="5615471" y="4606485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857898E-7464-5115-043E-BC4D0235D560}"/>
                  </a:ext>
                </a:extLst>
              </p:cNvPr>
              <p:cNvSpPr/>
              <p:nvPr/>
            </p:nvSpPr>
            <p:spPr>
              <a:xfrm>
                <a:off x="5681678" y="4668797"/>
                <a:ext cx="1191712" cy="1012566"/>
              </a:xfrm>
              <a:prstGeom prst="rect">
                <a:avLst/>
              </a:prstGeom>
              <a:blipFill dpi="0" rotWithShape="1">
                <a:blip r:embed="rId10"/>
                <a:srcRect/>
                <a:stretch>
                  <a:fillRect l="-24694" t="-6174" r="-4314" b="-18229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3674102-6936-11FA-AC29-7FDE07AA0C86}"/>
                  </a:ext>
                </a:extLst>
              </p:cNvPr>
              <p:cNvSpPr/>
              <p:nvPr/>
            </p:nvSpPr>
            <p:spPr>
              <a:xfrm>
                <a:off x="5681678" y="5681363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Air Quality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679BCF6-A18B-4348-29DA-C1FFF48EBF5C}"/>
                </a:ext>
              </a:extLst>
            </p:cNvPr>
            <p:cNvGrpSpPr/>
            <p:nvPr/>
          </p:nvGrpSpPr>
          <p:grpSpPr>
            <a:xfrm>
              <a:off x="6480108" y="4312114"/>
              <a:ext cx="993094" cy="1168346"/>
              <a:chOff x="7116143" y="4606485"/>
              <a:chExt cx="1324125" cy="155779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015051D-886D-5911-F4AC-7C7CBCF7BDA9}"/>
                  </a:ext>
                </a:extLst>
              </p:cNvPr>
              <p:cNvSpPr/>
              <p:nvPr/>
            </p:nvSpPr>
            <p:spPr>
              <a:xfrm>
                <a:off x="7116143" y="4606485"/>
                <a:ext cx="1324125" cy="1557794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32BBA7A-E9C7-6B95-3B40-13FD685F642B}"/>
                  </a:ext>
                </a:extLst>
              </p:cNvPr>
              <p:cNvSpPr/>
              <p:nvPr/>
            </p:nvSpPr>
            <p:spPr>
              <a:xfrm>
                <a:off x="7182349" y="4668797"/>
                <a:ext cx="1191712" cy="1012566"/>
              </a:xfrm>
              <a:prstGeom prst="rect">
                <a:avLst/>
              </a:prstGeom>
              <a:blipFill dpi="0" rotWithShape="1">
                <a:blip r:embed="rId11"/>
                <a:srcRect/>
                <a:stretch>
                  <a:fillRect l="-27188" t="256" r="-17100" b="-1893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64FD625-6642-472C-0407-6A8D4B018096}"/>
                  </a:ext>
                </a:extLst>
              </p:cNvPr>
              <p:cNvSpPr/>
              <p:nvPr/>
            </p:nvSpPr>
            <p:spPr>
              <a:xfrm>
                <a:off x="7182349" y="5681363"/>
                <a:ext cx="1191712" cy="420604"/>
              </a:xfrm>
              <a:custGeom>
                <a:avLst/>
                <a:gdLst>
                  <a:gd name="connsiteX0" fmla="*/ 0 w 1191712"/>
                  <a:gd name="connsiteY0" fmla="*/ 0 h 420604"/>
                  <a:gd name="connsiteX1" fmla="*/ 1191712 w 1191712"/>
                  <a:gd name="connsiteY1" fmla="*/ 0 h 420604"/>
                  <a:gd name="connsiteX2" fmla="*/ 1191712 w 1191712"/>
                  <a:gd name="connsiteY2" fmla="*/ 420604 h 420604"/>
                  <a:gd name="connsiteX3" fmla="*/ 0 w 1191712"/>
                  <a:gd name="connsiteY3" fmla="*/ 420604 h 420604"/>
                  <a:gd name="connsiteX4" fmla="*/ 0 w 1191712"/>
                  <a:gd name="connsiteY4" fmla="*/ 0 h 420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712" h="420604">
                    <a:moveTo>
                      <a:pt x="0" y="0"/>
                    </a:moveTo>
                    <a:lnTo>
                      <a:pt x="1191712" y="0"/>
                    </a:lnTo>
                    <a:lnTo>
                      <a:pt x="1191712" y="420604"/>
                    </a:lnTo>
                    <a:lnTo>
                      <a:pt x="0" y="420604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Hazardous Materials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136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2E5-DB4B-44DE-7402-3B4B700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74027-0120-FF03-37C6-23B89833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1F2E859-A8A5-A14D-D26B-FD1EF27027F6}"/>
              </a:ext>
            </a:extLst>
          </p:cNvPr>
          <p:cNvGrpSpPr/>
          <p:nvPr/>
        </p:nvGrpSpPr>
        <p:grpSpPr>
          <a:xfrm>
            <a:off x="2713386" y="1614468"/>
            <a:ext cx="6765229" cy="4457770"/>
            <a:chOff x="1892225" y="1709718"/>
            <a:chExt cx="6765229" cy="4457770"/>
          </a:xfrm>
        </p:grpSpPr>
        <p:pic>
          <p:nvPicPr>
            <p:cNvPr id="42" name="Picture 2" descr="Image result for industry">
              <a:extLst>
                <a:ext uri="{FF2B5EF4-FFF2-40B4-BE49-F238E27FC236}">
                  <a16:creationId xmlns:a16="http://schemas.microsoft.com/office/drawing/2014/main" id="{876A2AE0-3DF6-BF0F-1268-9C27351DAA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10" r="28376"/>
            <a:stretch/>
          </p:blipFill>
          <p:spPr bwMode="auto">
            <a:xfrm>
              <a:off x="1892225" y="1709718"/>
              <a:ext cx="3971003" cy="4457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C32E2BE-1CA6-908B-514D-CF1F549F47F0}"/>
                </a:ext>
              </a:extLst>
            </p:cNvPr>
            <p:cNvGrpSpPr/>
            <p:nvPr/>
          </p:nvGrpSpPr>
          <p:grpSpPr>
            <a:xfrm>
              <a:off x="6096000" y="1709718"/>
              <a:ext cx="1202441" cy="1400204"/>
              <a:chOff x="7177652" y="1329929"/>
              <a:chExt cx="1280830" cy="150685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ECAB5AD-DC3F-6846-4688-CB222E8B5A27}"/>
                  </a:ext>
                </a:extLst>
              </p:cNvPr>
              <p:cNvSpPr/>
              <p:nvPr/>
            </p:nvSpPr>
            <p:spPr>
              <a:xfrm>
                <a:off x="7177652" y="1329929"/>
                <a:ext cx="1280830" cy="15068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F615187-1639-9C47-178B-EF28F120F1F6}"/>
                  </a:ext>
                </a:extLst>
              </p:cNvPr>
              <p:cNvSpPr/>
              <p:nvPr/>
            </p:nvSpPr>
            <p:spPr>
              <a:xfrm>
                <a:off x="7238997" y="1371603"/>
                <a:ext cx="1152747" cy="979458"/>
              </a:xfrm>
              <a:prstGeom prst="rect">
                <a:avLst/>
              </a:prstGeom>
              <a:blipFill>
                <a:blip r:embed="rId3"/>
                <a:stretch>
                  <a:fillRect l="-7215" t="-3714" r="-6785" b="3714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C7AB2AA-32D5-8FEF-AA8E-30DD633A7940}"/>
                  </a:ext>
                </a:extLst>
              </p:cNvPr>
              <p:cNvSpPr/>
              <p:nvPr/>
            </p:nvSpPr>
            <p:spPr>
              <a:xfrm>
                <a:off x="7241694" y="2369662"/>
                <a:ext cx="1152747" cy="406852"/>
              </a:xfrm>
              <a:custGeom>
                <a:avLst/>
                <a:gdLst>
                  <a:gd name="connsiteX0" fmla="*/ 0 w 1152747"/>
                  <a:gd name="connsiteY0" fmla="*/ 0 h 406852"/>
                  <a:gd name="connsiteX1" fmla="*/ 1152747 w 1152747"/>
                  <a:gd name="connsiteY1" fmla="*/ 0 h 406852"/>
                  <a:gd name="connsiteX2" fmla="*/ 1152747 w 1152747"/>
                  <a:gd name="connsiteY2" fmla="*/ 406852 h 406852"/>
                  <a:gd name="connsiteX3" fmla="*/ 0 w 1152747"/>
                  <a:gd name="connsiteY3" fmla="*/ 406852 h 406852"/>
                  <a:gd name="connsiteX4" fmla="*/ 0 w 1152747"/>
                  <a:gd name="connsiteY4" fmla="*/ 0 h 40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747" h="406852">
                    <a:moveTo>
                      <a:pt x="0" y="0"/>
                    </a:moveTo>
                    <a:lnTo>
                      <a:pt x="1152747" y="0"/>
                    </a:lnTo>
                    <a:lnTo>
                      <a:pt x="1152747" y="406852"/>
                    </a:lnTo>
                    <a:lnTo>
                      <a:pt x="0" y="4068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Industrial Control Systems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8AC6187-33D1-D638-8E0C-F5D67DCF99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55013" y="1709719"/>
              <a:ext cx="1202441" cy="1400203"/>
              <a:chOff x="8586566" y="1329929"/>
              <a:chExt cx="1280830" cy="1506859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36ADF3E-7F53-22A7-1692-C1C801BA9D20}"/>
                  </a:ext>
                </a:extLst>
              </p:cNvPr>
              <p:cNvSpPr/>
              <p:nvPr/>
            </p:nvSpPr>
            <p:spPr>
              <a:xfrm>
                <a:off x="8586566" y="1329929"/>
                <a:ext cx="1280830" cy="1506859"/>
              </a:xfrm>
              <a:prstGeom prst="rect">
                <a:avLst/>
              </a:prstGeom>
              <a:solidFill>
                <a:prstClr val="white"/>
              </a:solidFill>
              <a:ln w="9525" cap="flat" cmpd="sng" algn="ctr">
                <a:solidFill>
                  <a:srgbClr val="009DDC">
                    <a:hueOff val="0"/>
                    <a:satOff val="0"/>
                    <a:lumOff val="0"/>
                    <a:alphaOff val="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AC76AF8-6B5D-6B7E-F343-4D2D78581E37}"/>
                  </a:ext>
                </a:extLst>
              </p:cNvPr>
              <p:cNvSpPr/>
              <p:nvPr/>
            </p:nvSpPr>
            <p:spPr>
              <a:xfrm>
                <a:off x="8650608" y="1407393"/>
                <a:ext cx="1152747" cy="979458"/>
              </a:xfrm>
              <a:prstGeom prst="rect">
                <a:avLst/>
              </a:prstGeom>
              <a:blipFill dpi="0" rotWithShape="1">
                <a:blip r:embed="rId4"/>
                <a:srcRect/>
                <a:stretch>
                  <a:fillRect l="-7215" t="-3714" r="-6785" b="3714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C294AFB-A32B-789F-2076-80F937F4364F}"/>
                  </a:ext>
                </a:extLst>
              </p:cNvPr>
              <p:cNvSpPr/>
              <p:nvPr/>
            </p:nvSpPr>
            <p:spPr>
              <a:xfrm>
                <a:off x="8650608" y="2369662"/>
                <a:ext cx="1152747" cy="406852"/>
              </a:xfrm>
              <a:custGeom>
                <a:avLst/>
                <a:gdLst>
                  <a:gd name="connsiteX0" fmla="*/ 0 w 1152747"/>
                  <a:gd name="connsiteY0" fmla="*/ 0 h 406852"/>
                  <a:gd name="connsiteX1" fmla="*/ 1152747 w 1152747"/>
                  <a:gd name="connsiteY1" fmla="*/ 0 h 406852"/>
                  <a:gd name="connsiteX2" fmla="*/ 1152747 w 1152747"/>
                  <a:gd name="connsiteY2" fmla="*/ 406852 h 406852"/>
                  <a:gd name="connsiteX3" fmla="*/ 0 w 1152747"/>
                  <a:gd name="connsiteY3" fmla="*/ 406852 h 406852"/>
                  <a:gd name="connsiteX4" fmla="*/ 0 w 1152747"/>
                  <a:gd name="connsiteY4" fmla="*/ 0 h 40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747" h="406852">
                    <a:moveTo>
                      <a:pt x="0" y="0"/>
                    </a:moveTo>
                    <a:lnTo>
                      <a:pt x="1152747" y="0"/>
                    </a:lnTo>
                    <a:lnTo>
                      <a:pt x="1152747" y="406852"/>
                    </a:lnTo>
                    <a:lnTo>
                      <a:pt x="0" y="4068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Transportation and Distribution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17EA644-1AE2-024B-E073-652BEB008408}"/>
                </a:ext>
              </a:extLst>
            </p:cNvPr>
            <p:cNvGrpSpPr/>
            <p:nvPr/>
          </p:nvGrpSpPr>
          <p:grpSpPr>
            <a:xfrm>
              <a:off x="6096000" y="3238501"/>
              <a:ext cx="1202441" cy="1400204"/>
              <a:chOff x="7177652" y="2964871"/>
              <a:chExt cx="1280830" cy="150685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7C196C7-FE71-0720-9908-D94C5C3FDDBB}"/>
                  </a:ext>
                </a:extLst>
              </p:cNvPr>
              <p:cNvSpPr/>
              <p:nvPr/>
            </p:nvSpPr>
            <p:spPr>
              <a:xfrm>
                <a:off x="7177652" y="2964871"/>
                <a:ext cx="1280830" cy="1506859"/>
              </a:xfrm>
              <a:prstGeom prst="rect">
                <a:avLst/>
              </a:prstGeom>
              <a:solidFill>
                <a:prstClr val="white"/>
              </a:solidFill>
              <a:ln w="9525" cap="flat" cmpd="sng" algn="ctr">
                <a:solidFill>
                  <a:srgbClr val="009DDC">
                    <a:hueOff val="0"/>
                    <a:satOff val="0"/>
                    <a:lumOff val="0"/>
                    <a:alphaOff val="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EEDE1EF-6A61-960F-DE4C-143DBCA65272}"/>
                  </a:ext>
                </a:extLst>
              </p:cNvPr>
              <p:cNvSpPr/>
              <p:nvPr/>
            </p:nvSpPr>
            <p:spPr>
              <a:xfrm>
                <a:off x="7241694" y="3025146"/>
                <a:ext cx="1152747" cy="979458"/>
              </a:xfrm>
              <a:prstGeom prst="rect">
                <a:avLst/>
              </a:prstGeom>
              <a:blipFill dpi="0" rotWithShape="1">
                <a:blip r:embed="rId5"/>
                <a:srcRect/>
                <a:stretch>
                  <a:fillRect l="13982" t="2835" r="18821" b="4433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E34DC16-A0FD-A543-6470-105C15AA964A}"/>
                  </a:ext>
                </a:extLst>
              </p:cNvPr>
              <p:cNvSpPr/>
              <p:nvPr/>
            </p:nvSpPr>
            <p:spPr>
              <a:xfrm>
                <a:off x="7241694" y="4004604"/>
                <a:ext cx="1152747" cy="406852"/>
              </a:xfrm>
              <a:custGeom>
                <a:avLst/>
                <a:gdLst>
                  <a:gd name="connsiteX0" fmla="*/ 0 w 1152747"/>
                  <a:gd name="connsiteY0" fmla="*/ 0 h 406852"/>
                  <a:gd name="connsiteX1" fmla="*/ 1152747 w 1152747"/>
                  <a:gd name="connsiteY1" fmla="*/ 0 h 406852"/>
                  <a:gd name="connsiteX2" fmla="*/ 1152747 w 1152747"/>
                  <a:gd name="connsiteY2" fmla="*/ 406852 h 406852"/>
                  <a:gd name="connsiteX3" fmla="*/ 0 w 1152747"/>
                  <a:gd name="connsiteY3" fmla="*/ 406852 h 406852"/>
                  <a:gd name="connsiteX4" fmla="*/ 0 w 1152747"/>
                  <a:gd name="connsiteY4" fmla="*/ 0 h 40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747" h="406852">
                    <a:moveTo>
                      <a:pt x="0" y="0"/>
                    </a:moveTo>
                    <a:lnTo>
                      <a:pt x="1152747" y="0"/>
                    </a:lnTo>
                    <a:lnTo>
                      <a:pt x="1152747" y="406852"/>
                    </a:lnTo>
                    <a:lnTo>
                      <a:pt x="0" y="4068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Wearables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04F7D6F-46AE-1B0B-8CDF-D8CA9B3F95E9}"/>
                </a:ext>
              </a:extLst>
            </p:cNvPr>
            <p:cNvGrpSpPr/>
            <p:nvPr/>
          </p:nvGrpSpPr>
          <p:grpSpPr>
            <a:xfrm>
              <a:off x="7455013" y="3238501"/>
              <a:ext cx="1202441" cy="1400204"/>
              <a:chOff x="8586566" y="2964871"/>
              <a:chExt cx="1280830" cy="1506859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1DEB944-A4B0-3E1E-A879-DE0587EDC9F3}"/>
                  </a:ext>
                </a:extLst>
              </p:cNvPr>
              <p:cNvSpPr/>
              <p:nvPr/>
            </p:nvSpPr>
            <p:spPr>
              <a:xfrm>
                <a:off x="8586566" y="2964871"/>
                <a:ext cx="1280830" cy="1506859"/>
              </a:xfrm>
              <a:prstGeom prst="rect">
                <a:avLst/>
              </a:prstGeom>
              <a:solidFill>
                <a:prstClr val="white"/>
              </a:solidFill>
              <a:ln w="9525" cap="flat" cmpd="sng" algn="ctr">
                <a:solidFill>
                  <a:srgbClr val="009DDC">
                    <a:hueOff val="0"/>
                    <a:satOff val="0"/>
                    <a:lumOff val="0"/>
                    <a:alphaOff val="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3100D90-A009-2AD4-4557-26EDF546627C}"/>
                  </a:ext>
                </a:extLst>
              </p:cNvPr>
              <p:cNvSpPr/>
              <p:nvPr/>
            </p:nvSpPr>
            <p:spPr>
              <a:xfrm>
                <a:off x="8650608" y="3025146"/>
                <a:ext cx="1152747" cy="979458"/>
              </a:xfrm>
              <a:prstGeom prst="rect">
                <a:avLst/>
              </a:prstGeom>
              <a:blipFill>
                <a:blip r:embed="rId6"/>
                <a:stretch>
                  <a:fillRect l="-7215" t="-3714" r="-6785" b="3714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BB88519-33C6-61C0-DA59-A12579B690C6}"/>
                  </a:ext>
                </a:extLst>
              </p:cNvPr>
              <p:cNvSpPr/>
              <p:nvPr/>
            </p:nvSpPr>
            <p:spPr>
              <a:xfrm>
                <a:off x="8650608" y="4004604"/>
                <a:ext cx="1152747" cy="406852"/>
              </a:xfrm>
              <a:custGeom>
                <a:avLst/>
                <a:gdLst>
                  <a:gd name="connsiteX0" fmla="*/ 0 w 1152747"/>
                  <a:gd name="connsiteY0" fmla="*/ 0 h 406852"/>
                  <a:gd name="connsiteX1" fmla="*/ 1152747 w 1152747"/>
                  <a:gd name="connsiteY1" fmla="*/ 0 h 406852"/>
                  <a:gd name="connsiteX2" fmla="*/ 1152747 w 1152747"/>
                  <a:gd name="connsiteY2" fmla="*/ 406852 h 406852"/>
                  <a:gd name="connsiteX3" fmla="*/ 0 w 1152747"/>
                  <a:gd name="connsiteY3" fmla="*/ 406852 h 406852"/>
                  <a:gd name="connsiteX4" fmla="*/ 0 w 1152747"/>
                  <a:gd name="connsiteY4" fmla="*/ 0 h 40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747" h="406852">
                    <a:moveTo>
                      <a:pt x="0" y="0"/>
                    </a:moveTo>
                    <a:lnTo>
                      <a:pt x="1152747" y="0"/>
                    </a:lnTo>
                    <a:lnTo>
                      <a:pt x="1152747" y="406852"/>
                    </a:lnTo>
                    <a:lnTo>
                      <a:pt x="0" y="4068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Environment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7A0EDBD-9572-3B0A-C64D-B1F78311A498}"/>
                </a:ext>
              </a:extLst>
            </p:cNvPr>
            <p:cNvGrpSpPr/>
            <p:nvPr/>
          </p:nvGrpSpPr>
          <p:grpSpPr>
            <a:xfrm>
              <a:off x="6093468" y="4767284"/>
              <a:ext cx="1202441" cy="1400204"/>
              <a:chOff x="7177652" y="4599814"/>
              <a:chExt cx="1280830" cy="1506859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0401B13-D2A9-D8A6-8667-7C290C671427}"/>
                  </a:ext>
                </a:extLst>
              </p:cNvPr>
              <p:cNvSpPr/>
              <p:nvPr/>
            </p:nvSpPr>
            <p:spPr>
              <a:xfrm>
                <a:off x="7177652" y="4599814"/>
                <a:ext cx="1280830" cy="1506859"/>
              </a:xfrm>
              <a:prstGeom prst="rect">
                <a:avLst/>
              </a:prstGeom>
              <a:solidFill>
                <a:prstClr val="white"/>
              </a:solidFill>
              <a:ln w="9525" cap="flat" cmpd="sng" algn="ctr">
                <a:solidFill>
                  <a:srgbClr val="009DDC">
                    <a:hueOff val="0"/>
                    <a:satOff val="0"/>
                    <a:lumOff val="0"/>
                    <a:alphaOff val="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A49D8B2-FC19-EC7D-2084-612897AEE2E4}"/>
                  </a:ext>
                </a:extLst>
              </p:cNvPr>
              <p:cNvSpPr/>
              <p:nvPr/>
            </p:nvSpPr>
            <p:spPr>
              <a:xfrm>
                <a:off x="7238997" y="4660088"/>
                <a:ext cx="1152747" cy="979458"/>
              </a:xfrm>
              <a:prstGeom prst="rect">
                <a:avLst/>
              </a:prstGeom>
              <a:blipFill dpi="0" rotWithShape="1">
                <a:blip r:embed="rId7"/>
                <a:srcRect/>
                <a:stretch>
                  <a:fillRect l="-7215" t="-3714" r="-65947" b="3714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CE575ED-848D-B7CA-8763-3C5E39D2783D}"/>
                  </a:ext>
                </a:extLst>
              </p:cNvPr>
              <p:cNvSpPr/>
              <p:nvPr/>
            </p:nvSpPr>
            <p:spPr>
              <a:xfrm>
                <a:off x="7241694" y="5639547"/>
                <a:ext cx="1152747" cy="406852"/>
              </a:xfrm>
              <a:custGeom>
                <a:avLst/>
                <a:gdLst>
                  <a:gd name="connsiteX0" fmla="*/ 0 w 1152747"/>
                  <a:gd name="connsiteY0" fmla="*/ 0 h 406852"/>
                  <a:gd name="connsiteX1" fmla="*/ 1152747 w 1152747"/>
                  <a:gd name="connsiteY1" fmla="*/ 0 h 406852"/>
                  <a:gd name="connsiteX2" fmla="*/ 1152747 w 1152747"/>
                  <a:gd name="connsiteY2" fmla="*/ 406852 h 406852"/>
                  <a:gd name="connsiteX3" fmla="*/ 0 w 1152747"/>
                  <a:gd name="connsiteY3" fmla="*/ 406852 h 406852"/>
                  <a:gd name="connsiteX4" fmla="*/ 0 w 1152747"/>
                  <a:gd name="connsiteY4" fmla="*/ 0 h 40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747" h="406852">
                    <a:moveTo>
                      <a:pt x="0" y="0"/>
                    </a:moveTo>
                    <a:lnTo>
                      <a:pt x="1152747" y="0"/>
                    </a:lnTo>
                    <a:lnTo>
                      <a:pt x="1152747" y="406852"/>
                    </a:lnTo>
                    <a:lnTo>
                      <a:pt x="0" y="4068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Inspection and Quality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20EF4EA-F844-B788-918F-3A5106700D88}"/>
                </a:ext>
              </a:extLst>
            </p:cNvPr>
            <p:cNvGrpSpPr/>
            <p:nvPr/>
          </p:nvGrpSpPr>
          <p:grpSpPr>
            <a:xfrm>
              <a:off x="7455012" y="4767284"/>
              <a:ext cx="1202441" cy="1400204"/>
              <a:chOff x="8616023" y="4599814"/>
              <a:chExt cx="1280830" cy="1506859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B04E1E6-2BC2-04F2-2FEC-6A76B9B71F12}"/>
                  </a:ext>
                </a:extLst>
              </p:cNvPr>
              <p:cNvSpPr/>
              <p:nvPr/>
            </p:nvSpPr>
            <p:spPr>
              <a:xfrm>
                <a:off x="8616023" y="4599814"/>
                <a:ext cx="1280830" cy="1506859"/>
              </a:xfrm>
              <a:prstGeom prst="rect">
                <a:avLst/>
              </a:prstGeom>
              <a:solidFill>
                <a:prstClr val="white"/>
              </a:solidFill>
              <a:ln w="9525" cap="flat" cmpd="sng" algn="ctr">
                <a:solidFill>
                  <a:srgbClr val="009DDC">
                    <a:hueOff val="0"/>
                    <a:satOff val="0"/>
                    <a:lumOff val="0"/>
                    <a:alphaOff val="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E6AE72C-B9A7-D4F8-EE33-58F3FD7A56E9}"/>
                  </a:ext>
                </a:extLst>
              </p:cNvPr>
              <p:cNvSpPr/>
              <p:nvPr/>
            </p:nvSpPr>
            <p:spPr>
              <a:xfrm>
                <a:off x="8662063" y="4660088"/>
                <a:ext cx="1152747" cy="979458"/>
              </a:xfrm>
              <a:prstGeom prst="rect">
                <a:avLst/>
              </a:prstGeom>
              <a:blipFill dpi="0"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9881" t="1165" r="7692" b="1573"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2B39A6-0475-143E-74EE-4D86CB011AB3}"/>
                  </a:ext>
                </a:extLst>
              </p:cNvPr>
              <p:cNvSpPr/>
              <p:nvPr/>
            </p:nvSpPr>
            <p:spPr>
              <a:xfrm>
                <a:off x="8662063" y="5639547"/>
                <a:ext cx="1152747" cy="406852"/>
              </a:xfrm>
              <a:custGeom>
                <a:avLst/>
                <a:gdLst>
                  <a:gd name="connsiteX0" fmla="*/ 0 w 1152747"/>
                  <a:gd name="connsiteY0" fmla="*/ 0 h 406852"/>
                  <a:gd name="connsiteX1" fmla="*/ 1152747 w 1152747"/>
                  <a:gd name="connsiteY1" fmla="*/ 0 h 406852"/>
                  <a:gd name="connsiteX2" fmla="*/ 1152747 w 1152747"/>
                  <a:gd name="connsiteY2" fmla="*/ 406852 h 406852"/>
                  <a:gd name="connsiteX3" fmla="*/ 0 w 1152747"/>
                  <a:gd name="connsiteY3" fmla="*/ 406852 h 406852"/>
                  <a:gd name="connsiteX4" fmla="*/ 0 w 1152747"/>
                  <a:gd name="connsiteY4" fmla="*/ 0 h 40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747" h="406852">
                    <a:moveTo>
                      <a:pt x="0" y="0"/>
                    </a:moveTo>
                    <a:lnTo>
                      <a:pt x="1152747" y="0"/>
                    </a:lnTo>
                    <a:lnTo>
                      <a:pt x="1152747" y="406852"/>
                    </a:lnTo>
                    <a:lnTo>
                      <a:pt x="0" y="40685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1433" tIns="31433" rIns="31433" bIns="31433" numCol="1" spcCol="1270" anchor="ctr" anchorCtr="0">
                <a:noAutofit/>
              </a:bodyPr>
              <a:lstStyle/>
              <a:p>
                <a:pPr algn="ctr" defTabSz="36670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825" dirty="0"/>
                  <a:t>Maintenance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499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5081-51D0-E908-DC31-E5B82475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Buildings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8BEA7-DC3A-6343-75E1-4DEB8AD2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0903C9-BD0A-E69F-6DDB-C0E8005E80FC}"/>
              </a:ext>
            </a:extLst>
          </p:cNvPr>
          <p:cNvGrpSpPr>
            <a:grpSpLocks noChangeAspect="1"/>
          </p:cNvGrpSpPr>
          <p:nvPr/>
        </p:nvGrpSpPr>
        <p:grpSpPr>
          <a:xfrm>
            <a:off x="1885950" y="1748086"/>
            <a:ext cx="8420100" cy="3925020"/>
            <a:chOff x="514350" y="1885950"/>
            <a:chExt cx="7772400" cy="3623095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58CE7920-8658-505D-45A6-BA31586D5E7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57643692"/>
                </p:ext>
              </p:extLst>
            </p:nvPr>
          </p:nvGraphicFramePr>
          <p:xfrm>
            <a:off x="4245894" y="1900646"/>
            <a:ext cx="4040856" cy="36083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AEBE74-3CB0-6414-E81D-6022C9ADF9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3380" r="36854"/>
            <a:stretch/>
          </p:blipFill>
          <p:spPr>
            <a:xfrm>
              <a:off x="514350" y="1885950"/>
              <a:ext cx="3200400" cy="36230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0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5892-70C6-747D-694F-4E25E597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Cars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296E50-52F1-E6C5-0AA1-444255F0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1B5C5D-5277-8756-371A-0828A3225978}"/>
              </a:ext>
            </a:extLst>
          </p:cNvPr>
          <p:cNvGrpSpPr>
            <a:grpSpLocks noChangeAspect="1"/>
          </p:cNvGrpSpPr>
          <p:nvPr/>
        </p:nvGrpSpPr>
        <p:grpSpPr>
          <a:xfrm>
            <a:off x="2229472" y="1483279"/>
            <a:ext cx="7733056" cy="4212671"/>
            <a:chOff x="887069" y="1828800"/>
            <a:chExt cx="6819039" cy="3714750"/>
          </a:xfrm>
        </p:grpSpPr>
        <p:sp>
          <p:nvSpPr>
            <p:cNvPr id="4" name="Straight Connector 3">
              <a:extLst>
                <a:ext uri="{FF2B5EF4-FFF2-40B4-BE49-F238E27FC236}">
                  <a16:creationId xmlns:a16="http://schemas.microsoft.com/office/drawing/2014/main" id="{F0F802F2-0F68-5784-EA9F-1ED5ADBFEA77}"/>
                </a:ext>
              </a:extLst>
            </p:cNvPr>
            <p:cNvSpPr/>
            <p:nvPr/>
          </p:nvSpPr>
          <p:spPr>
            <a:xfrm>
              <a:off x="3004947" y="4913615"/>
              <a:ext cx="3177358" cy="0"/>
            </a:xfrm>
            <a:prstGeom prst="line">
              <a:avLst/>
            </a:prstGeom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accent6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2FC6F1E0-666F-5AF7-B579-20AE1495B16A}"/>
                </a:ext>
              </a:extLst>
            </p:cNvPr>
            <p:cNvSpPr/>
            <p:nvPr/>
          </p:nvSpPr>
          <p:spPr>
            <a:xfrm>
              <a:off x="3004947" y="4377683"/>
              <a:ext cx="2684990" cy="0"/>
            </a:xfrm>
            <a:prstGeom prst="line">
              <a:avLst/>
            </a:prstGeom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accent6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454EB603-2792-0CBB-7095-89F2A70F1F56}"/>
                </a:ext>
              </a:extLst>
            </p:cNvPr>
            <p:cNvSpPr/>
            <p:nvPr/>
          </p:nvSpPr>
          <p:spPr>
            <a:xfrm>
              <a:off x="3004948" y="3628631"/>
              <a:ext cx="2507285" cy="0"/>
            </a:xfrm>
            <a:prstGeom prst="line">
              <a:avLst/>
            </a:prstGeom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accent6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7E22553F-6F34-FF30-55C1-B5A3697DE70A}"/>
                </a:ext>
              </a:extLst>
            </p:cNvPr>
            <p:cNvSpPr/>
            <p:nvPr/>
          </p:nvSpPr>
          <p:spPr>
            <a:xfrm>
              <a:off x="3004947" y="2879579"/>
              <a:ext cx="2684990" cy="0"/>
            </a:xfrm>
            <a:prstGeom prst="line">
              <a:avLst/>
            </a:prstGeom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accent6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02B674F0-4276-20B0-D5E1-9355244C748E}"/>
                </a:ext>
              </a:extLst>
            </p:cNvPr>
            <p:cNvSpPr/>
            <p:nvPr/>
          </p:nvSpPr>
          <p:spPr>
            <a:xfrm>
              <a:off x="3004947" y="2343647"/>
              <a:ext cx="3177358" cy="0"/>
            </a:xfrm>
            <a:prstGeom prst="line">
              <a:avLst/>
            </a:prstGeom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accent6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6ECF3C2-9FE9-32F5-1350-3993F4947277}"/>
                </a:ext>
              </a:extLst>
            </p:cNvPr>
            <p:cNvSpPr/>
            <p:nvPr/>
          </p:nvSpPr>
          <p:spPr>
            <a:xfrm>
              <a:off x="2002033" y="3725790"/>
              <a:ext cx="2005829" cy="1034255"/>
            </a:xfrm>
            <a:custGeom>
              <a:avLst/>
              <a:gdLst>
                <a:gd name="connsiteX0" fmla="*/ 0 w 2674438"/>
                <a:gd name="connsiteY0" fmla="*/ 0 h 1379007"/>
                <a:gd name="connsiteX1" fmla="*/ 2674438 w 2674438"/>
                <a:gd name="connsiteY1" fmla="*/ 0 h 1379007"/>
                <a:gd name="connsiteX2" fmla="*/ 2674438 w 2674438"/>
                <a:gd name="connsiteY2" fmla="*/ 1379007 h 1379007"/>
                <a:gd name="connsiteX3" fmla="*/ 0 w 2674438"/>
                <a:gd name="connsiteY3" fmla="*/ 1379007 h 1379007"/>
                <a:gd name="connsiteX4" fmla="*/ 0 w 2674438"/>
                <a:gd name="connsiteY4" fmla="*/ 0 h 137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438" h="1379007">
                  <a:moveTo>
                    <a:pt x="0" y="0"/>
                  </a:moveTo>
                  <a:lnTo>
                    <a:pt x="2674438" y="0"/>
                  </a:lnTo>
                  <a:lnTo>
                    <a:pt x="2674438" y="1379007"/>
                  </a:lnTo>
                  <a:lnTo>
                    <a:pt x="0" y="137900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cene3d>
              <a:camera prst="orthographicFront"/>
              <a:lightRig rig="flat" dir="t"/>
            </a:scene3d>
            <a:sp3d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algn="ctr" defTabSz="216688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875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E83EEE-EC9E-D7C6-06E3-F28BBFD777AB}"/>
                </a:ext>
              </a:extLst>
            </p:cNvPr>
            <p:cNvSpPr/>
            <p:nvPr/>
          </p:nvSpPr>
          <p:spPr>
            <a:xfrm>
              <a:off x="5900236" y="2061579"/>
              <a:ext cx="564139" cy="564139"/>
            </a:xfrm>
            <a:prstGeom prst="ellipse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6095" t="-15498" r="-42985" b="822"/>
              </a:stretch>
            </a:blipFill>
            <a:scene3d>
              <a:camera prst="orthographicFront"/>
              <a:lightRig rig="flat" dir="t"/>
            </a:scene3d>
            <a:sp3d prstMaterial="plastic">
              <a:bevelT w="88900" h="88900"/>
              <a:bevelB w="88900" h="31750" prst="angle"/>
            </a:sp3d>
          </p:spPr>
          <p:style>
            <a:ln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B0167D-AACF-E7A1-2FF2-D06BA378A4E0}"/>
                </a:ext>
              </a:extLst>
            </p:cNvPr>
            <p:cNvSpPr/>
            <p:nvPr/>
          </p:nvSpPr>
          <p:spPr>
            <a:xfrm>
              <a:off x="6464374" y="2061579"/>
              <a:ext cx="1102038" cy="564139"/>
            </a:xfrm>
            <a:custGeom>
              <a:avLst/>
              <a:gdLst>
                <a:gd name="connsiteX0" fmla="*/ 0 w 1469384"/>
                <a:gd name="connsiteY0" fmla="*/ 0 h 752185"/>
                <a:gd name="connsiteX1" fmla="*/ 1469384 w 1469384"/>
                <a:gd name="connsiteY1" fmla="*/ 0 h 752185"/>
                <a:gd name="connsiteX2" fmla="*/ 1469384 w 1469384"/>
                <a:gd name="connsiteY2" fmla="*/ 752185 h 752185"/>
                <a:gd name="connsiteX3" fmla="*/ 0 w 1469384"/>
                <a:gd name="connsiteY3" fmla="*/ 752185 h 752185"/>
                <a:gd name="connsiteX4" fmla="*/ 0 w 1469384"/>
                <a:gd name="connsiteY4" fmla="*/ 0 h 75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9384" h="752185">
                  <a:moveTo>
                    <a:pt x="0" y="0"/>
                  </a:moveTo>
                  <a:lnTo>
                    <a:pt x="1469384" y="0"/>
                  </a:lnTo>
                  <a:lnTo>
                    <a:pt x="1469384" y="752185"/>
                  </a:lnTo>
                  <a:lnTo>
                    <a:pt x="0" y="7521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293" tIns="0" rIns="54293" bIns="0" numCol="1" spcCol="1270" anchor="ctr" anchorCtr="0">
              <a:noAutofit/>
            </a:bodyPr>
            <a:lstStyle/>
            <a:p>
              <a:pPr defTabSz="63339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25" dirty="0"/>
                <a:t>Maintenance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2D0B76-1E80-2793-5EEC-2CB80EB8B10F}"/>
                </a:ext>
              </a:extLst>
            </p:cNvPr>
            <p:cNvSpPr/>
            <p:nvPr/>
          </p:nvSpPr>
          <p:spPr>
            <a:xfrm>
              <a:off x="5358652" y="2597511"/>
              <a:ext cx="564139" cy="564139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36947" t="2384" r="-14615" b="-53946"/>
              </a:stretch>
            </a:blipFill>
            <a:scene3d>
              <a:camera prst="orthographicFront"/>
              <a:lightRig rig="flat" dir="t"/>
            </a:scene3d>
            <a:sp3d prstMaterial="plastic">
              <a:bevelT w="88900" h="88900"/>
              <a:bevelB w="88900" h="31750" prst="angle"/>
            </a:sp3d>
          </p:spPr>
          <p:style>
            <a:ln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5FFED53-2056-7EB4-A297-6BE1C39567B7}"/>
                </a:ext>
              </a:extLst>
            </p:cNvPr>
            <p:cNvSpPr/>
            <p:nvPr/>
          </p:nvSpPr>
          <p:spPr>
            <a:xfrm>
              <a:off x="5972007" y="2597511"/>
              <a:ext cx="1734101" cy="564139"/>
            </a:xfrm>
            <a:custGeom>
              <a:avLst/>
              <a:gdLst>
                <a:gd name="connsiteX0" fmla="*/ 0 w 2312135"/>
                <a:gd name="connsiteY0" fmla="*/ 0 h 752185"/>
                <a:gd name="connsiteX1" fmla="*/ 2312135 w 2312135"/>
                <a:gd name="connsiteY1" fmla="*/ 0 h 752185"/>
                <a:gd name="connsiteX2" fmla="*/ 2312135 w 2312135"/>
                <a:gd name="connsiteY2" fmla="*/ 752185 h 752185"/>
                <a:gd name="connsiteX3" fmla="*/ 0 w 2312135"/>
                <a:gd name="connsiteY3" fmla="*/ 752185 h 752185"/>
                <a:gd name="connsiteX4" fmla="*/ 0 w 2312135"/>
                <a:gd name="connsiteY4" fmla="*/ 0 h 75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2135" h="752185">
                  <a:moveTo>
                    <a:pt x="0" y="0"/>
                  </a:moveTo>
                  <a:lnTo>
                    <a:pt x="2312135" y="0"/>
                  </a:lnTo>
                  <a:lnTo>
                    <a:pt x="2312135" y="752185"/>
                  </a:lnTo>
                  <a:lnTo>
                    <a:pt x="0" y="7521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293" tIns="0" rIns="54293" bIns="0" numCol="1" spcCol="1270" anchor="ctr" anchorCtr="0">
              <a:noAutofit/>
            </a:bodyPr>
            <a:lstStyle/>
            <a:p>
              <a:pPr defTabSz="63339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25" dirty="0"/>
                <a:t>Economy and Environmental Impact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88C73A-EC63-D457-F36D-60B57024DF08}"/>
                </a:ext>
              </a:extLst>
            </p:cNvPr>
            <p:cNvSpPr/>
            <p:nvPr/>
          </p:nvSpPr>
          <p:spPr>
            <a:xfrm>
              <a:off x="5264568" y="3346562"/>
              <a:ext cx="564139" cy="564139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1000" r="-21000"/>
              </a:stretch>
            </a:blipFill>
            <a:scene3d>
              <a:camera prst="orthographicFront"/>
              <a:lightRig rig="flat" dir="t"/>
            </a:scene3d>
            <a:sp3d prstMaterial="plastic">
              <a:bevelT w="88900" h="88900"/>
              <a:bevelB w="88900" h="31750" prst="angle"/>
            </a:sp3d>
          </p:spPr>
          <p:style>
            <a:ln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E88A2D-151F-9E40-36DF-9C9A83409980}"/>
                </a:ext>
              </a:extLst>
            </p:cNvPr>
            <p:cNvSpPr/>
            <p:nvPr/>
          </p:nvSpPr>
          <p:spPr>
            <a:xfrm>
              <a:off x="5794302" y="3346563"/>
              <a:ext cx="943954" cy="564139"/>
            </a:xfrm>
            <a:custGeom>
              <a:avLst/>
              <a:gdLst>
                <a:gd name="connsiteX0" fmla="*/ 0 w 1258605"/>
                <a:gd name="connsiteY0" fmla="*/ 0 h 752185"/>
                <a:gd name="connsiteX1" fmla="*/ 1258605 w 1258605"/>
                <a:gd name="connsiteY1" fmla="*/ 0 h 752185"/>
                <a:gd name="connsiteX2" fmla="*/ 1258605 w 1258605"/>
                <a:gd name="connsiteY2" fmla="*/ 752185 h 752185"/>
                <a:gd name="connsiteX3" fmla="*/ 0 w 1258605"/>
                <a:gd name="connsiteY3" fmla="*/ 752185 h 752185"/>
                <a:gd name="connsiteX4" fmla="*/ 0 w 1258605"/>
                <a:gd name="connsiteY4" fmla="*/ 0 h 75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8605" h="752185">
                  <a:moveTo>
                    <a:pt x="0" y="0"/>
                  </a:moveTo>
                  <a:lnTo>
                    <a:pt x="1258605" y="0"/>
                  </a:lnTo>
                  <a:lnTo>
                    <a:pt x="1258605" y="752185"/>
                  </a:lnTo>
                  <a:lnTo>
                    <a:pt x="0" y="7521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293" tIns="0" rIns="54293" bIns="0" numCol="1" spcCol="1270" anchor="ctr" anchorCtr="0">
              <a:noAutofit/>
            </a:bodyPr>
            <a:lstStyle/>
            <a:p>
              <a:pPr defTabSz="63339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25" dirty="0"/>
                <a:t>Navigation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996BC68-400F-5DCE-68A3-30FF1D17D11F}"/>
                </a:ext>
              </a:extLst>
            </p:cNvPr>
            <p:cNvSpPr/>
            <p:nvPr/>
          </p:nvSpPr>
          <p:spPr>
            <a:xfrm>
              <a:off x="5372983" y="4081511"/>
              <a:ext cx="564139" cy="564139"/>
            </a:xfrm>
            <a:prstGeom prst="ellipse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scene3d>
              <a:camera prst="orthographicFront"/>
              <a:lightRig rig="flat" dir="t"/>
            </a:scene3d>
            <a:sp3d prstMaterial="plastic">
              <a:bevelT w="88900" h="88900"/>
              <a:bevelB w="88900" h="31750" prst="angle"/>
            </a:sp3d>
          </p:spPr>
          <p:style>
            <a:ln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1512161-5396-5978-9B83-BC2E5BDBF6D2}"/>
                </a:ext>
              </a:extLst>
            </p:cNvPr>
            <p:cNvSpPr/>
            <p:nvPr/>
          </p:nvSpPr>
          <p:spPr>
            <a:xfrm>
              <a:off x="5972007" y="4095614"/>
              <a:ext cx="904984" cy="564139"/>
            </a:xfrm>
            <a:custGeom>
              <a:avLst/>
              <a:gdLst>
                <a:gd name="connsiteX0" fmla="*/ 0 w 1206645"/>
                <a:gd name="connsiteY0" fmla="*/ 0 h 752185"/>
                <a:gd name="connsiteX1" fmla="*/ 1206645 w 1206645"/>
                <a:gd name="connsiteY1" fmla="*/ 0 h 752185"/>
                <a:gd name="connsiteX2" fmla="*/ 1206645 w 1206645"/>
                <a:gd name="connsiteY2" fmla="*/ 752185 h 752185"/>
                <a:gd name="connsiteX3" fmla="*/ 0 w 1206645"/>
                <a:gd name="connsiteY3" fmla="*/ 752185 h 752185"/>
                <a:gd name="connsiteX4" fmla="*/ 0 w 1206645"/>
                <a:gd name="connsiteY4" fmla="*/ 0 h 75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645" h="752185">
                  <a:moveTo>
                    <a:pt x="0" y="0"/>
                  </a:moveTo>
                  <a:lnTo>
                    <a:pt x="1206645" y="0"/>
                  </a:lnTo>
                  <a:lnTo>
                    <a:pt x="1206645" y="752185"/>
                  </a:lnTo>
                  <a:lnTo>
                    <a:pt x="0" y="7521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293" tIns="0" rIns="54293" bIns="0" numCol="1" spcCol="1270" anchor="ctr" anchorCtr="0">
              <a:noAutofit/>
            </a:bodyPr>
            <a:lstStyle/>
            <a:p>
              <a:pPr defTabSz="63339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25" dirty="0"/>
                <a:t>Safety and Security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8ACBF-C442-5CD2-F558-21D8235C8AE3}"/>
                </a:ext>
              </a:extLst>
            </p:cNvPr>
            <p:cNvSpPr/>
            <p:nvPr/>
          </p:nvSpPr>
          <p:spPr>
            <a:xfrm>
              <a:off x="5900236" y="4631547"/>
              <a:ext cx="564139" cy="564139"/>
            </a:xfrm>
            <a:prstGeom prst="ellipse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9000" b="-9000"/>
              </a:stretch>
            </a:blipFill>
            <a:scene3d>
              <a:camera prst="orthographicFront"/>
              <a:lightRig rig="flat" dir="t"/>
            </a:scene3d>
            <a:sp3d prstMaterial="plastic">
              <a:bevelT w="88900" h="88900"/>
              <a:bevelB w="88900" h="31750" prst="angle"/>
            </a:sp3d>
          </p:spPr>
          <p:style>
            <a:ln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D0B7959-9676-7252-96A8-D94D82ABF993}"/>
                </a:ext>
              </a:extLst>
            </p:cNvPr>
            <p:cNvSpPr/>
            <p:nvPr/>
          </p:nvSpPr>
          <p:spPr>
            <a:xfrm>
              <a:off x="6464374" y="4631547"/>
              <a:ext cx="1067114" cy="564139"/>
            </a:xfrm>
            <a:custGeom>
              <a:avLst/>
              <a:gdLst>
                <a:gd name="connsiteX0" fmla="*/ 0 w 1422819"/>
                <a:gd name="connsiteY0" fmla="*/ 0 h 752185"/>
                <a:gd name="connsiteX1" fmla="*/ 1422819 w 1422819"/>
                <a:gd name="connsiteY1" fmla="*/ 0 h 752185"/>
                <a:gd name="connsiteX2" fmla="*/ 1422819 w 1422819"/>
                <a:gd name="connsiteY2" fmla="*/ 752185 h 752185"/>
                <a:gd name="connsiteX3" fmla="*/ 0 w 1422819"/>
                <a:gd name="connsiteY3" fmla="*/ 752185 h 752185"/>
                <a:gd name="connsiteX4" fmla="*/ 0 w 1422819"/>
                <a:gd name="connsiteY4" fmla="*/ 0 h 75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2819" h="752185">
                  <a:moveTo>
                    <a:pt x="0" y="0"/>
                  </a:moveTo>
                  <a:lnTo>
                    <a:pt x="1422819" y="0"/>
                  </a:lnTo>
                  <a:lnTo>
                    <a:pt x="1422819" y="752185"/>
                  </a:lnTo>
                  <a:lnTo>
                    <a:pt x="0" y="7521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293" tIns="0" rIns="54293" bIns="0" numCol="1" spcCol="1270" anchor="ctr" anchorCtr="0">
              <a:noAutofit/>
            </a:bodyPr>
            <a:lstStyle/>
            <a:p>
              <a:pPr defTabSz="63339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25" dirty="0"/>
                <a:t>Comfort and Convenience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B915CAF-6E04-C9C8-865C-F2E37AA891BA}"/>
                </a:ext>
              </a:extLst>
            </p:cNvPr>
            <p:cNvSpPr/>
            <p:nvPr/>
          </p:nvSpPr>
          <p:spPr>
            <a:xfrm>
              <a:off x="887069" y="1828800"/>
              <a:ext cx="3671613" cy="3714750"/>
            </a:xfrm>
            <a:prstGeom prst="ellipse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scene3d>
              <a:camera prst="orthographicFront"/>
              <a:lightRig rig="flat" dir="t"/>
            </a:scene3d>
            <a:sp3d prstMaterial="plastic">
              <a:bevelT w="88900" h="88900"/>
              <a:bevelB w="88900" h="31750" prst="angle"/>
            </a:sp3d>
          </p:spPr>
          <p:style>
            <a:ln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190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3E97-447E-D6AE-813E-FD54CE984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and Utilities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2380F1-A954-6545-1E46-E821D9C8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05BBBD-B319-281E-6ED3-F89325504BA9}"/>
              </a:ext>
            </a:extLst>
          </p:cNvPr>
          <p:cNvGrpSpPr/>
          <p:nvPr/>
        </p:nvGrpSpPr>
        <p:grpSpPr>
          <a:xfrm>
            <a:off x="1988163" y="1711529"/>
            <a:ext cx="8329646" cy="4108132"/>
            <a:chOff x="1988163" y="1711529"/>
            <a:chExt cx="8329646" cy="4108132"/>
          </a:xfrm>
        </p:grpSpPr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3655DFA2-1249-2A43-5113-69CF89F15418}"/>
                </a:ext>
              </a:extLst>
            </p:cNvPr>
            <p:cNvSpPr/>
            <p:nvPr/>
          </p:nvSpPr>
          <p:spPr>
            <a:xfrm>
              <a:off x="4042229" y="5449929"/>
              <a:ext cx="4164824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7F305336-9716-85A3-89A3-E32444BD5822}"/>
                </a:ext>
              </a:extLst>
            </p:cNvPr>
            <p:cNvSpPr/>
            <p:nvPr/>
          </p:nvSpPr>
          <p:spPr>
            <a:xfrm>
              <a:off x="4042229" y="4747438"/>
              <a:ext cx="3519436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C82BA071-4A1F-9BC2-F8A9-8875DB890555}"/>
                </a:ext>
              </a:extLst>
            </p:cNvPr>
            <p:cNvSpPr/>
            <p:nvPr/>
          </p:nvSpPr>
          <p:spPr>
            <a:xfrm>
              <a:off x="4042229" y="3765595"/>
              <a:ext cx="3286505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20B49B21-7EFE-4350-E997-B2A6B538969B}"/>
                </a:ext>
              </a:extLst>
            </p:cNvPr>
            <p:cNvSpPr/>
            <p:nvPr/>
          </p:nvSpPr>
          <p:spPr>
            <a:xfrm>
              <a:off x="4042229" y="2783751"/>
              <a:ext cx="3519436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A64E34AC-BF73-AE39-5B7D-1F040B874EB0}"/>
                </a:ext>
              </a:extLst>
            </p:cNvPr>
            <p:cNvSpPr/>
            <p:nvPr/>
          </p:nvSpPr>
          <p:spPr>
            <a:xfrm>
              <a:off x="4042229" y="2081260"/>
              <a:ext cx="4164824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805533-B8A1-8E75-3BA2-E44C4FDA8D09}"/>
                </a:ext>
              </a:extLst>
            </p:cNvPr>
            <p:cNvSpPr/>
            <p:nvPr/>
          </p:nvSpPr>
          <p:spPr>
            <a:xfrm>
              <a:off x="1988163" y="1711529"/>
              <a:ext cx="4108132" cy="4108132"/>
            </a:xfrm>
            <a:prstGeom prst="ellipse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7000" b="-17000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782E1AF-6C71-CE43-07F3-8100C17707AA}"/>
                </a:ext>
              </a:extLst>
            </p:cNvPr>
            <p:cNvSpPr/>
            <p:nvPr/>
          </p:nvSpPr>
          <p:spPr>
            <a:xfrm>
              <a:off x="2727626" y="3892947"/>
              <a:ext cx="2629204" cy="1355683"/>
            </a:xfrm>
            <a:custGeom>
              <a:avLst/>
              <a:gdLst>
                <a:gd name="connsiteX0" fmla="*/ 0 w 2629204"/>
                <a:gd name="connsiteY0" fmla="*/ 0 h 1355683"/>
                <a:gd name="connsiteX1" fmla="*/ 2629204 w 2629204"/>
                <a:gd name="connsiteY1" fmla="*/ 0 h 1355683"/>
                <a:gd name="connsiteX2" fmla="*/ 2629204 w 2629204"/>
                <a:gd name="connsiteY2" fmla="*/ 1355683 h 1355683"/>
                <a:gd name="connsiteX3" fmla="*/ 0 w 2629204"/>
                <a:gd name="connsiteY3" fmla="*/ 1355683 h 1355683"/>
                <a:gd name="connsiteX4" fmla="*/ 0 w 2629204"/>
                <a:gd name="connsiteY4" fmla="*/ 0 h 135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9204" h="1355683">
                  <a:moveTo>
                    <a:pt x="0" y="0"/>
                  </a:moveTo>
                  <a:lnTo>
                    <a:pt x="2629204" y="0"/>
                  </a:lnTo>
                  <a:lnTo>
                    <a:pt x="2629204" y="1355683"/>
                  </a:lnTo>
                  <a:lnTo>
                    <a:pt x="0" y="135568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400" kern="120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519657-80B1-7956-FDC8-33311BD716BD}"/>
                </a:ext>
              </a:extLst>
            </p:cNvPr>
            <p:cNvSpPr/>
            <p:nvPr/>
          </p:nvSpPr>
          <p:spPr>
            <a:xfrm>
              <a:off x="7837321" y="1711529"/>
              <a:ext cx="739463" cy="739463"/>
            </a:xfrm>
            <a:prstGeom prst="ellipse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000" r="-2000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962A30E-0BBB-46FE-4773-D2AA310654BE}"/>
                </a:ext>
              </a:extLst>
            </p:cNvPr>
            <p:cNvSpPr/>
            <p:nvPr/>
          </p:nvSpPr>
          <p:spPr>
            <a:xfrm>
              <a:off x="8576785" y="1711529"/>
              <a:ext cx="1625158" cy="739463"/>
            </a:xfrm>
            <a:custGeom>
              <a:avLst/>
              <a:gdLst>
                <a:gd name="connsiteX0" fmla="*/ 0 w 1625158"/>
                <a:gd name="connsiteY0" fmla="*/ 0 h 739463"/>
                <a:gd name="connsiteX1" fmla="*/ 1625158 w 1625158"/>
                <a:gd name="connsiteY1" fmla="*/ 0 h 739463"/>
                <a:gd name="connsiteX2" fmla="*/ 1625158 w 1625158"/>
                <a:gd name="connsiteY2" fmla="*/ 739463 h 739463"/>
                <a:gd name="connsiteX3" fmla="*/ 0 w 1625158"/>
                <a:gd name="connsiteY3" fmla="*/ 739463 h 739463"/>
                <a:gd name="connsiteX4" fmla="*/ 0 w 1625158"/>
                <a:gd name="connsiteY4" fmla="*/ 0 h 73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158" h="739463">
                  <a:moveTo>
                    <a:pt x="0" y="0"/>
                  </a:moveTo>
                  <a:lnTo>
                    <a:pt x="1625158" y="0"/>
                  </a:lnTo>
                  <a:lnTo>
                    <a:pt x="1625158" y="739463"/>
                  </a:lnTo>
                  <a:lnTo>
                    <a:pt x="0" y="7394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Energy Sources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8E9EA9-FF54-1522-FC91-9F8101F9A50D}"/>
                </a:ext>
              </a:extLst>
            </p:cNvPr>
            <p:cNvSpPr/>
            <p:nvPr/>
          </p:nvSpPr>
          <p:spPr>
            <a:xfrm>
              <a:off x="7191933" y="2414019"/>
              <a:ext cx="739463" cy="739463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 l="-6794" t="-4091" r="-17725" b="-3909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CEF626-6940-54E6-288D-B3494645328E}"/>
                </a:ext>
              </a:extLst>
            </p:cNvPr>
            <p:cNvSpPr/>
            <p:nvPr/>
          </p:nvSpPr>
          <p:spPr>
            <a:xfrm>
              <a:off x="7932544" y="2462469"/>
              <a:ext cx="2363981" cy="739463"/>
            </a:xfrm>
            <a:custGeom>
              <a:avLst/>
              <a:gdLst>
                <a:gd name="connsiteX0" fmla="*/ 0 w 2270969"/>
                <a:gd name="connsiteY0" fmla="*/ 0 h 739463"/>
                <a:gd name="connsiteX1" fmla="*/ 2270969 w 2270969"/>
                <a:gd name="connsiteY1" fmla="*/ 0 h 739463"/>
                <a:gd name="connsiteX2" fmla="*/ 2270969 w 2270969"/>
                <a:gd name="connsiteY2" fmla="*/ 739463 h 739463"/>
                <a:gd name="connsiteX3" fmla="*/ 0 w 2270969"/>
                <a:gd name="connsiteY3" fmla="*/ 739463 h 739463"/>
                <a:gd name="connsiteX4" fmla="*/ 0 w 2270969"/>
                <a:gd name="connsiteY4" fmla="*/ 0 h 73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0969" h="739463">
                  <a:moveTo>
                    <a:pt x="0" y="0"/>
                  </a:moveTo>
                  <a:lnTo>
                    <a:pt x="2270969" y="0"/>
                  </a:lnTo>
                  <a:lnTo>
                    <a:pt x="2270969" y="739463"/>
                  </a:lnTo>
                  <a:lnTo>
                    <a:pt x="0" y="7394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Inspection and Predictive Maintenance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540B5A-129E-1D44-04E5-AA1847A702D0}"/>
                </a:ext>
              </a:extLst>
            </p:cNvPr>
            <p:cNvSpPr/>
            <p:nvPr/>
          </p:nvSpPr>
          <p:spPr>
            <a:xfrm>
              <a:off x="6959002" y="3395863"/>
              <a:ext cx="739463" cy="739463"/>
            </a:xfrm>
            <a:prstGeom prst="ellipse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000" r="-2000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D25E7F9-0DD5-55AA-5853-B2C23D1186EE}"/>
                </a:ext>
              </a:extLst>
            </p:cNvPr>
            <p:cNvSpPr/>
            <p:nvPr/>
          </p:nvSpPr>
          <p:spPr>
            <a:xfrm>
              <a:off x="7698466" y="3395863"/>
              <a:ext cx="2505370" cy="739463"/>
            </a:xfrm>
            <a:custGeom>
              <a:avLst/>
              <a:gdLst>
                <a:gd name="connsiteX0" fmla="*/ 0 w 2505370"/>
                <a:gd name="connsiteY0" fmla="*/ 0 h 739463"/>
                <a:gd name="connsiteX1" fmla="*/ 2505370 w 2505370"/>
                <a:gd name="connsiteY1" fmla="*/ 0 h 739463"/>
                <a:gd name="connsiteX2" fmla="*/ 2505370 w 2505370"/>
                <a:gd name="connsiteY2" fmla="*/ 739463 h 739463"/>
                <a:gd name="connsiteX3" fmla="*/ 0 w 2505370"/>
                <a:gd name="connsiteY3" fmla="*/ 739463 h 739463"/>
                <a:gd name="connsiteX4" fmla="*/ 0 w 2505370"/>
                <a:gd name="connsiteY4" fmla="*/ 0 h 73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370" h="739463">
                  <a:moveTo>
                    <a:pt x="0" y="0"/>
                  </a:moveTo>
                  <a:lnTo>
                    <a:pt x="2505370" y="0"/>
                  </a:lnTo>
                  <a:lnTo>
                    <a:pt x="2505370" y="739463"/>
                  </a:lnTo>
                  <a:lnTo>
                    <a:pt x="0" y="7394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Distribution and Delivery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FF9DC52-B854-293E-1B31-9B540E945CB6}"/>
                </a:ext>
              </a:extLst>
            </p:cNvPr>
            <p:cNvSpPr/>
            <p:nvPr/>
          </p:nvSpPr>
          <p:spPr>
            <a:xfrm>
              <a:off x="7191933" y="4377706"/>
              <a:ext cx="739463" cy="739463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6997" t="-37323" r="-33367" b="-24031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3817F34-9286-1EA6-E3B2-4B18F6B054C2}"/>
                </a:ext>
              </a:extLst>
            </p:cNvPr>
            <p:cNvSpPr/>
            <p:nvPr/>
          </p:nvSpPr>
          <p:spPr>
            <a:xfrm>
              <a:off x="7931397" y="4485672"/>
              <a:ext cx="2271329" cy="523532"/>
            </a:xfrm>
            <a:custGeom>
              <a:avLst/>
              <a:gdLst>
                <a:gd name="connsiteX0" fmla="*/ 0 w 2271329"/>
                <a:gd name="connsiteY0" fmla="*/ 0 h 523532"/>
                <a:gd name="connsiteX1" fmla="*/ 2271329 w 2271329"/>
                <a:gd name="connsiteY1" fmla="*/ 0 h 523532"/>
                <a:gd name="connsiteX2" fmla="*/ 2271329 w 2271329"/>
                <a:gd name="connsiteY2" fmla="*/ 523532 h 523532"/>
                <a:gd name="connsiteX3" fmla="*/ 0 w 2271329"/>
                <a:gd name="connsiteY3" fmla="*/ 523532 h 523532"/>
                <a:gd name="connsiteX4" fmla="*/ 0 w 2271329"/>
                <a:gd name="connsiteY4" fmla="*/ 0 h 52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1329" h="523532">
                  <a:moveTo>
                    <a:pt x="0" y="0"/>
                  </a:moveTo>
                  <a:lnTo>
                    <a:pt x="2271329" y="0"/>
                  </a:lnTo>
                  <a:lnTo>
                    <a:pt x="2271329" y="523532"/>
                  </a:lnTo>
                  <a:lnTo>
                    <a:pt x="0" y="52353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Customer Service </a:t>
              </a:r>
              <a:br>
                <a:rPr lang="en-US" sz="1800" kern="1200" dirty="0"/>
              </a:br>
              <a:r>
                <a:rPr lang="en-US" sz="1800" kern="1200" dirty="0"/>
                <a:t>and Billing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C69CA1-0253-8A06-A8BA-6ADA5F68A96F}"/>
                </a:ext>
              </a:extLst>
            </p:cNvPr>
            <p:cNvSpPr/>
            <p:nvPr/>
          </p:nvSpPr>
          <p:spPr>
            <a:xfrm>
              <a:off x="7837321" y="5080197"/>
              <a:ext cx="739463" cy="739463"/>
            </a:xfrm>
            <a:prstGeom prst="ellipse">
              <a:avLst/>
            </a:prstGeom>
            <a:blipFill dpi="0" rotWithShape="1">
              <a:blip r:embed="rId7"/>
              <a:srcRect/>
              <a:stretch>
                <a:fillRect l="-110270" t="-83333" r="-95117" b="-122054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FFA7233-0595-0C43-9435-694B9928D5BE}"/>
                </a:ext>
              </a:extLst>
            </p:cNvPr>
            <p:cNvSpPr/>
            <p:nvPr/>
          </p:nvSpPr>
          <p:spPr>
            <a:xfrm>
              <a:off x="8576784" y="5080197"/>
              <a:ext cx="1741025" cy="739463"/>
            </a:xfrm>
            <a:custGeom>
              <a:avLst/>
              <a:gdLst>
                <a:gd name="connsiteX0" fmla="*/ 0 w 1625802"/>
                <a:gd name="connsiteY0" fmla="*/ 0 h 739463"/>
                <a:gd name="connsiteX1" fmla="*/ 1625802 w 1625802"/>
                <a:gd name="connsiteY1" fmla="*/ 0 h 739463"/>
                <a:gd name="connsiteX2" fmla="*/ 1625802 w 1625802"/>
                <a:gd name="connsiteY2" fmla="*/ 739463 h 739463"/>
                <a:gd name="connsiteX3" fmla="*/ 0 w 1625802"/>
                <a:gd name="connsiteY3" fmla="*/ 739463 h 739463"/>
                <a:gd name="connsiteX4" fmla="*/ 0 w 1625802"/>
                <a:gd name="connsiteY4" fmla="*/ 0 h 73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802" h="739463">
                  <a:moveTo>
                    <a:pt x="0" y="0"/>
                  </a:moveTo>
                  <a:lnTo>
                    <a:pt x="1625802" y="0"/>
                  </a:lnTo>
                  <a:lnTo>
                    <a:pt x="1625802" y="739463"/>
                  </a:lnTo>
                  <a:lnTo>
                    <a:pt x="0" y="7394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Safety, Security, </a:t>
              </a:r>
              <a:br>
                <a:rPr lang="en-US" sz="1800" kern="1200" dirty="0"/>
              </a:br>
              <a:r>
                <a:rPr lang="en-US" sz="1800" kern="1200" dirty="0"/>
                <a:t>and Environment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264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07BE-A40B-BBC8-560F-50CF4FE2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Health, Medical, and Life Science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9B097E-A7DD-B313-8CA3-483A1886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589331-6743-E301-1522-786E49F69CBD}"/>
              </a:ext>
            </a:extLst>
          </p:cNvPr>
          <p:cNvGrpSpPr/>
          <p:nvPr/>
        </p:nvGrpSpPr>
        <p:grpSpPr>
          <a:xfrm>
            <a:off x="2961944" y="1126674"/>
            <a:ext cx="6268112" cy="4936496"/>
            <a:chOff x="2975629" y="1126674"/>
            <a:chExt cx="6268112" cy="4936496"/>
          </a:xfrm>
        </p:grpSpPr>
        <p:pic>
          <p:nvPicPr>
            <p:cNvPr id="4" name="Picture 4" descr="Image result for doctors">
              <a:extLst>
                <a:ext uri="{FF2B5EF4-FFF2-40B4-BE49-F238E27FC236}">
                  <a16:creationId xmlns:a16="http://schemas.microsoft.com/office/drawing/2014/main" id="{80598C46-9EBE-2DE5-75E9-7CC99D6C86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88" r="7119" b="5838"/>
            <a:stretch/>
          </p:blipFill>
          <p:spPr bwMode="auto">
            <a:xfrm flipH="1">
              <a:off x="2975629" y="1774475"/>
              <a:ext cx="3348766" cy="3682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B7B6DA16-F680-2595-8D8B-C831CA44D99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46842514"/>
                </p:ext>
              </p:extLst>
            </p:nvPr>
          </p:nvGraphicFramePr>
          <p:xfrm>
            <a:off x="6217448" y="1126674"/>
            <a:ext cx="3026293" cy="493649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0566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EF1B-E558-E7B3-BC3A-616A554F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B047B-A96F-83ED-CE55-BBB260F7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100FB7-C04D-A9B1-2CA3-F289D1B55B48}"/>
              </a:ext>
            </a:extLst>
          </p:cNvPr>
          <p:cNvGrpSpPr>
            <a:grpSpLocks noChangeAspect="1"/>
          </p:cNvGrpSpPr>
          <p:nvPr/>
        </p:nvGrpSpPr>
        <p:grpSpPr>
          <a:xfrm>
            <a:off x="2546810" y="1639267"/>
            <a:ext cx="7098380" cy="4294808"/>
            <a:chOff x="1512220" y="1755886"/>
            <a:chExt cx="6260182" cy="3787664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F6E7C613-FA70-D07B-7B17-CBD3389BE52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37962086"/>
                </p:ext>
              </p:extLst>
            </p:nvPr>
          </p:nvGraphicFramePr>
          <p:xfrm>
            <a:off x="3695190" y="1943100"/>
            <a:ext cx="4077212" cy="36004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5" name="Picture 4" descr="https://upload.wikimedia.org/wikipedia/commons/8/82/COSCO_SHIPPING_HIMALAYAS_8-9-2017_%2836708975750%29.jpg">
              <a:extLst>
                <a:ext uri="{FF2B5EF4-FFF2-40B4-BE49-F238E27FC236}">
                  <a16:creationId xmlns:a16="http://schemas.microsoft.com/office/drawing/2014/main" id="{9F0D7885-C31D-7A08-87CD-365A06BD04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583"/>
            <a:stretch/>
          </p:blipFill>
          <p:spPr bwMode="auto">
            <a:xfrm>
              <a:off x="1512220" y="1755886"/>
              <a:ext cx="2348102" cy="3628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0678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C7E1-B5F5-5BC3-360D-0C63FA7A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Agriculture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978470-9B42-3563-71E6-03C21ED4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F37010E-88C6-45FB-CD8B-6DDF3E81CC12}"/>
              </a:ext>
            </a:extLst>
          </p:cNvPr>
          <p:cNvGrpSpPr>
            <a:grpSpLocks noChangeAspect="1"/>
          </p:cNvGrpSpPr>
          <p:nvPr/>
        </p:nvGrpSpPr>
        <p:grpSpPr>
          <a:xfrm>
            <a:off x="2329375" y="1526243"/>
            <a:ext cx="7533250" cy="4368707"/>
            <a:chOff x="1496450" y="1770863"/>
            <a:chExt cx="6281215" cy="36426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E0B8AF2-5D6F-A72B-7FD5-7CD2C34C3B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5139" r="21499"/>
            <a:stretch/>
          </p:blipFill>
          <p:spPr>
            <a:xfrm>
              <a:off x="1496450" y="1770863"/>
              <a:ext cx="2369232" cy="3642623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D93B47-373F-29EC-C2DC-E64EC4CB2BA0}"/>
                </a:ext>
              </a:extLst>
            </p:cNvPr>
            <p:cNvGrpSpPr/>
            <p:nvPr/>
          </p:nvGrpSpPr>
          <p:grpSpPr>
            <a:xfrm>
              <a:off x="6065045" y="2007347"/>
              <a:ext cx="1475715" cy="1570113"/>
              <a:chOff x="1608003" y="2722881"/>
              <a:chExt cx="1696953" cy="1805503"/>
            </a:xfrm>
          </p:grpSpPr>
          <p:pic>
            <p:nvPicPr>
              <p:cNvPr id="6" name="Picture 2" descr="Image result for crops png">
                <a:extLst>
                  <a:ext uri="{FF2B5EF4-FFF2-40B4-BE49-F238E27FC236}">
                    <a16:creationId xmlns:a16="http://schemas.microsoft.com/office/drawing/2014/main" id="{120DEC9A-55C7-51B4-C525-52F4D050A9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048" t="2279" r="35201" b="4366"/>
              <a:stretch/>
            </p:blipFill>
            <p:spPr bwMode="auto">
              <a:xfrm>
                <a:off x="1608003" y="2722881"/>
                <a:ext cx="1632754" cy="1680958"/>
              </a:xfrm>
              <a:prstGeom prst="ellipse">
                <a:avLst/>
              </a:prstGeom>
              <a:ln w="38100" cap="rnd">
                <a:solidFill>
                  <a:srgbClr val="1B3764"/>
                </a:solidFill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Rounded Rectangle 143">
                <a:extLst>
                  <a:ext uri="{FF2B5EF4-FFF2-40B4-BE49-F238E27FC236}">
                    <a16:creationId xmlns:a16="http://schemas.microsoft.com/office/drawing/2014/main" id="{B2C566FE-C9D2-1025-13F0-83A3A54B2D46}"/>
                  </a:ext>
                </a:extLst>
              </p:cNvPr>
              <p:cNvSpPr/>
              <p:nvPr/>
            </p:nvSpPr>
            <p:spPr>
              <a:xfrm>
                <a:off x="1624432" y="4260676"/>
                <a:ext cx="1680524" cy="267708"/>
              </a:xfrm>
              <a:prstGeom prst="roundRect">
                <a:avLst/>
              </a:prstGeom>
              <a:solidFill>
                <a:srgbClr val="1B3764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685783"/>
                <a:r>
                  <a:rPr lang="en-US" sz="788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Soil and Environment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ECCBCB-C232-726B-C4F0-0CB0BAEA400F}"/>
                </a:ext>
              </a:extLst>
            </p:cNvPr>
            <p:cNvGrpSpPr/>
            <p:nvPr/>
          </p:nvGrpSpPr>
          <p:grpSpPr>
            <a:xfrm>
              <a:off x="4101457" y="4066727"/>
              <a:ext cx="1070024" cy="1194437"/>
              <a:chOff x="504980" y="4456961"/>
              <a:chExt cx="1689501" cy="188379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292DA98-062A-71FA-9582-DFCAFB4D01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514" t="1484" r="1197" b="-5604"/>
              <a:stretch/>
            </p:blipFill>
            <p:spPr>
              <a:xfrm>
                <a:off x="513957" y="4456961"/>
                <a:ext cx="1680524" cy="1714876"/>
              </a:xfrm>
              <a:prstGeom prst="ellipse">
                <a:avLst/>
              </a:prstGeom>
              <a:blipFill>
                <a:blip r:embed="rId5"/>
                <a:stretch>
                  <a:fillRect l="-19061" t="-4940" r="-15691" b="-5134"/>
                </a:stretch>
              </a:blipFill>
              <a:ln w="38100" cap="rnd">
                <a:solidFill>
                  <a:srgbClr val="1B3764"/>
                </a:solidFill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sp>
            <p:nvSpPr>
              <p:cNvPr id="10" name="Rounded Rectangle 143">
                <a:extLst>
                  <a:ext uri="{FF2B5EF4-FFF2-40B4-BE49-F238E27FC236}">
                    <a16:creationId xmlns:a16="http://schemas.microsoft.com/office/drawing/2014/main" id="{1727C4CA-304E-3A66-99FE-59D87BC136EF}"/>
                  </a:ext>
                </a:extLst>
              </p:cNvPr>
              <p:cNvSpPr/>
              <p:nvPr/>
            </p:nvSpPr>
            <p:spPr>
              <a:xfrm>
                <a:off x="504980" y="6043020"/>
                <a:ext cx="1680524" cy="297740"/>
              </a:xfrm>
              <a:prstGeom prst="roundRect">
                <a:avLst/>
              </a:prstGeom>
              <a:solidFill>
                <a:srgbClr val="1B3764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685783"/>
                <a:r>
                  <a:rPr lang="en-US" sz="788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Equipment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A532A69-05D4-2840-D7AC-7D523BA79A22}"/>
                </a:ext>
              </a:extLst>
            </p:cNvPr>
            <p:cNvGrpSpPr/>
            <p:nvPr/>
          </p:nvGrpSpPr>
          <p:grpSpPr>
            <a:xfrm>
              <a:off x="4363000" y="2022382"/>
              <a:ext cx="1450130" cy="1555079"/>
              <a:chOff x="3281964" y="1981200"/>
              <a:chExt cx="1782656" cy="1911673"/>
            </a:xfrm>
          </p:grpSpPr>
          <p:pic>
            <p:nvPicPr>
              <p:cNvPr id="12" name="Picture 6" descr="Image result for farm land png">
                <a:extLst>
                  <a:ext uri="{FF2B5EF4-FFF2-40B4-BE49-F238E27FC236}">
                    <a16:creationId xmlns:a16="http://schemas.microsoft.com/office/drawing/2014/main" id="{9E167C68-DADC-2FEE-4813-3950C3FF2A99}"/>
                  </a:ext>
                </a:extLst>
              </p:cNvPr>
              <p:cNvPicPr>
                <a:picLocks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36" t="28073" r="23878"/>
              <a:stretch/>
            </p:blipFill>
            <p:spPr bwMode="auto">
              <a:xfrm>
                <a:off x="3281964" y="1981200"/>
                <a:ext cx="1782656" cy="1782656"/>
              </a:xfrm>
              <a:prstGeom prst="ellipse">
                <a:avLst/>
              </a:prstGeom>
              <a:ln w="38100" cap="rnd">
                <a:solidFill>
                  <a:srgbClr val="1B3764"/>
                </a:solidFill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ounded Rectangle 143">
                <a:extLst>
                  <a:ext uri="{FF2B5EF4-FFF2-40B4-BE49-F238E27FC236}">
                    <a16:creationId xmlns:a16="http://schemas.microsoft.com/office/drawing/2014/main" id="{746B4C8B-F409-EE62-3052-E7F64143B020}"/>
                  </a:ext>
                </a:extLst>
              </p:cNvPr>
              <p:cNvSpPr/>
              <p:nvPr/>
            </p:nvSpPr>
            <p:spPr>
              <a:xfrm>
                <a:off x="3333029" y="3625165"/>
                <a:ext cx="1680524" cy="267708"/>
              </a:xfrm>
              <a:prstGeom prst="roundRect">
                <a:avLst/>
              </a:prstGeom>
              <a:solidFill>
                <a:srgbClr val="1B3764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685783"/>
                <a:r>
                  <a:rPr lang="en-US" sz="788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Crops and Livestock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F98FEC0-B13A-B384-0568-727810C01D6E}"/>
                </a:ext>
              </a:extLst>
            </p:cNvPr>
            <p:cNvGrpSpPr/>
            <p:nvPr/>
          </p:nvGrpSpPr>
          <p:grpSpPr>
            <a:xfrm>
              <a:off x="5374257" y="4066729"/>
              <a:ext cx="1185090" cy="1194437"/>
              <a:chOff x="2797954" y="4552934"/>
              <a:chExt cx="1680525" cy="1693777"/>
            </a:xfrm>
          </p:grpSpPr>
          <p:pic>
            <p:nvPicPr>
              <p:cNvPr id="15" name="Picture 14" descr="Image result for farm irrigation">
                <a:extLst>
                  <a:ext uri="{FF2B5EF4-FFF2-40B4-BE49-F238E27FC236}">
                    <a16:creationId xmlns:a16="http://schemas.microsoft.com/office/drawing/2014/main" id="{F46DECF9-97F5-FDC7-64F2-2905D3C78146}"/>
                  </a:ext>
                </a:extLst>
              </p:cNvPr>
              <p:cNvPicPr>
                <a:picLocks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065" r="19241"/>
              <a:stretch/>
            </p:blipFill>
            <p:spPr bwMode="auto">
              <a:xfrm>
                <a:off x="2871876" y="4552934"/>
                <a:ext cx="1511448" cy="1511447"/>
              </a:xfrm>
              <a:prstGeom prst="ellipse">
                <a:avLst/>
              </a:prstGeom>
              <a:ln w="38100" cap="rnd">
                <a:solidFill>
                  <a:srgbClr val="1B3764"/>
                </a:solidFill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Rounded Rectangle 143">
                <a:extLst>
                  <a:ext uri="{FF2B5EF4-FFF2-40B4-BE49-F238E27FC236}">
                    <a16:creationId xmlns:a16="http://schemas.microsoft.com/office/drawing/2014/main" id="{1FD52F03-4854-13AD-E13D-C14AEEE9C227}"/>
                  </a:ext>
                </a:extLst>
              </p:cNvPr>
              <p:cNvSpPr/>
              <p:nvPr/>
            </p:nvSpPr>
            <p:spPr>
              <a:xfrm>
                <a:off x="2797954" y="5979003"/>
                <a:ext cx="1680525" cy="267708"/>
              </a:xfrm>
              <a:prstGeom prst="roundRect">
                <a:avLst/>
              </a:prstGeom>
              <a:solidFill>
                <a:srgbClr val="1B3764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685783"/>
                <a:r>
                  <a:rPr lang="en-US" sz="788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Irrigation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0EE5393-DA91-83EF-0463-C0575BD218D9}"/>
                </a:ext>
              </a:extLst>
            </p:cNvPr>
            <p:cNvGrpSpPr/>
            <p:nvPr/>
          </p:nvGrpSpPr>
          <p:grpSpPr>
            <a:xfrm>
              <a:off x="6711805" y="4066729"/>
              <a:ext cx="1065860" cy="1194437"/>
              <a:chOff x="4680357" y="4456961"/>
              <a:chExt cx="1782656" cy="1997702"/>
            </a:xfrm>
          </p:grpSpPr>
          <p:pic>
            <p:nvPicPr>
              <p:cNvPr id="18" name="Picture 16" descr="Image result for farm waste">
                <a:extLst>
                  <a:ext uri="{FF2B5EF4-FFF2-40B4-BE49-F238E27FC236}">
                    <a16:creationId xmlns:a16="http://schemas.microsoft.com/office/drawing/2014/main" id="{01DD0C58-4223-3895-BC39-5918B934C77D}"/>
                  </a:ext>
                </a:extLst>
              </p:cNvPr>
              <p:cNvPicPr>
                <a:picLocks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22" r="27390" b="5334"/>
              <a:stretch/>
            </p:blipFill>
            <p:spPr bwMode="auto">
              <a:xfrm>
                <a:off x="4680357" y="4456961"/>
                <a:ext cx="1782656" cy="1782656"/>
              </a:xfrm>
              <a:prstGeom prst="ellipse">
                <a:avLst/>
              </a:prstGeom>
              <a:ln w="38100" cap="rnd">
                <a:solidFill>
                  <a:srgbClr val="1B3764"/>
                </a:solidFill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ounded Rectangle 143">
                <a:extLst>
                  <a:ext uri="{FF2B5EF4-FFF2-40B4-BE49-F238E27FC236}">
                    <a16:creationId xmlns:a16="http://schemas.microsoft.com/office/drawing/2014/main" id="{B5C30D5E-BCAF-1A9E-DAAB-A0BE74D6AC81}"/>
                  </a:ext>
                </a:extLst>
              </p:cNvPr>
              <p:cNvSpPr/>
              <p:nvPr/>
            </p:nvSpPr>
            <p:spPr>
              <a:xfrm>
                <a:off x="4724399" y="6138920"/>
                <a:ext cx="1680525" cy="315743"/>
              </a:xfrm>
              <a:prstGeom prst="roundRect">
                <a:avLst/>
              </a:prstGeom>
              <a:solidFill>
                <a:srgbClr val="1B3764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685783"/>
                <a:r>
                  <a:rPr lang="en-US" sz="788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Drainage and Waste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575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9ECC-40CA-52A1-38C2-DE26562C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C38F8-105D-8C30-B531-DC9DF3CF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AB8534-CB88-9EFC-C263-60B35DC2E10B}"/>
              </a:ext>
            </a:extLst>
          </p:cNvPr>
          <p:cNvGrpSpPr>
            <a:grpSpLocks noChangeAspect="1"/>
          </p:cNvGrpSpPr>
          <p:nvPr/>
        </p:nvGrpSpPr>
        <p:grpSpPr>
          <a:xfrm>
            <a:off x="2053509" y="1752601"/>
            <a:ext cx="8084982" cy="3609976"/>
            <a:chOff x="1314601" y="1943102"/>
            <a:chExt cx="7039690" cy="3143249"/>
          </a:xfrm>
        </p:grpSpPr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33907BCD-7770-DFEB-3758-6EF4913E7690}"/>
                </a:ext>
              </a:extLst>
            </p:cNvPr>
            <p:cNvSpPr/>
            <p:nvPr/>
          </p:nvSpPr>
          <p:spPr>
            <a:xfrm>
              <a:off x="2886226" y="4803458"/>
              <a:ext cx="3186625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59961BD3-6452-CDAF-5820-907E83D480FB}"/>
                </a:ext>
              </a:extLst>
            </p:cNvPr>
            <p:cNvSpPr/>
            <p:nvPr/>
          </p:nvSpPr>
          <p:spPr>
            <a:xfrm>
              <a:off x="2886226" y="4265963"/>
              <a:ext cx="2692821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9BDA3E4C-741D-663B-DBB7-0F3A28136E47}"/>
                </a:ext>
              </a:extLst>
            </p:cNvPr>
            <p:cNvSpPr/>
            <p:nvPr/>
          </p:nvSpPr>
          <p:spPr>
            <a:xfrm>
              <a:off x="2886226" y="3514726"/>
              <a:ext cx="2514599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A19F3BAC-BAEE-5E77-C603-5A5799E39014}"/>
                </a:ext>
              </a:extLst>
            </p:cNvPr>
            <p:cNvSpPr/>
            <p:nvPr/>
          </p:nvSpPr>
          <p:spPr>
            <a:xfrm>
              <a:off x="2886226" y="2763489"/>
              <a:ext cx="2692821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64624D65-1DD9-CD50-D8AA-A89AB1B5584E}"/>
                </a:ext>
              </a:extLst>
            </p:cNvPr>
            <p:cNvSpPr/>
            <p:nvPr/>
          </p:nvSpPr>
          <p:spPr>
            <a:xfrm>
              <a:off x="2886226" y="2225994"/>
              <a:ext cx="3186625" cy="0"/>
            </a:xfrm>
            <a:prstGeom prst="line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DD57DB5-18BE-062B-8570-B27A5A669DE7}"/>
                </a:ext>
              </a:extLst>
            </p:cNvPr>
            <p:cNvSpPr/>
            <p:nvPr/>
          </p:nvSpPr>
          <p:spPr>
            <a:xfrm>
              <a:off x="1314601" y="1943102"/>
              <a:ext cx="3143249" cy="3143249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l="-45397" t="-14042" r="-55617" b="-19968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D2F8E22-2FC7-4F6E-2DB8-97B2B22815FC}"/>
                </a:ext>
              </a:extLst>
            </p:cNvPr>
            <p:cNvSpPr/>
            <p:nvPr/>
          </p:nvSpPr>
          <p:spPr>
            <a:xfrm>
              <a:off x="1880386" y="3612167"/>
              <a:ext cx="2011679" cy="1037272"/>
            </a:xfrm>
            <a:custGeom>
              <a:avLst/>
              <a:gdLst>
                <a:gd name="connsiteX0" fmla="*/ 0 w 2011679"/>
                <a:gd name="connsiteY0" fmla="*/ 0 h 1037272"/>
                <a:gd name="connsiteX1" fmla="*/ 2011679 w 2011679"/>
                <a:gd name="connsiteY1" fmla="*/ 0 h 1037272"/>
                <a:gd name="connsiteX2" fmla="*/ 2011679 w 2011679"/>
                <a:gd name="connsiteY2" fmla="*/ 1037272 h 1037272"/>
                <a:gd name="connsiteX3" fmla="*/ 0 w 2011679"/>
                <a:gd name="connsiteY3" fmla="*/ 1037272 h 1037272"/>
                <a:gd name="connsiteX4" fmla="*/ 0 w 2011679"/>
                <a:gd name="connsiteY4" fmla="*/ 0 h 103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679" h="1037272">
                  <a:moveTo>
                    <a:pt x="0" y="0"/>
                  </a:moveTo>
                  <a:lnTo>
                    <a:pt x="2011679" y="0"/>
                  </a:lnTo>
                  <a:lnTo>
                    <a:pt x="2011679" y="1037272"/>
                  </a:lnTo>
                  <a:lnTo>
                    <a:pt x="0" y="10372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400" kern="120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0F7B61-D4FE-8E68-D705-AB847B183368}"/>
                </a:ext>
              </a:extLst>
            </p:cNvPr>
            <p:cNvSpPr/>
            <p:nvPr/>
          </p:nvSpPr>
          <p:spPr>
            <a:xfrm>
              <a:off x="5789959" y="1943102"/>
              <a:ext cx="565784" cy="565784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 l="-26031" t="-46498" r="-74731" b="-50327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048A77-00CB-BA69-CA2B-3197096D04E6}"/>
                </a:ext>
              </a:extLst>
            </p:cNvPr>
            <p:cNvSpPr/>
            <p:nvPr/>
          </p:nvSpPr>
          <p:spPr>
            <a:xfrm>
              <a:off x="6355744" y="1943102"/>
              <a:ext cx="1998547" cy="565784"/>
            </a:xfrm>
            <a:custGeom>
              <a:avLst/>
              <a:gdLst>
                <a:gd name="connsiteX0" fmla="*/ 0 w 1702253"/>
                <a:gd name="connsiteY0" fmla="*/ 0 h 565784"/>
                <a:gd name="connsiteX1" fmla="*/ 1702253 w 1702253"/>
                <a:gd name="connsiteY1" fmla="*/ 0 h 565784"/>
                <a:gd name="connsiteX2" fmla="*/ 1702253 w 1702253"/>
                <a:gd name="connsiteY2" fmla="*/ 565784 h 565784"/>
                <a:gd name="connsiteX3" fmla="*/ 0 w 1702253"/>
                <a:gd name="connsiteY3" fmla="*/ 565784 h 565784"/>
                <a:gd name="connsiteX4" fmla="*/ 0 w 1702253"/>
                <a:gd name="connsiteY4" fmla="*/ 0 h 56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253" h="565784">
                  <a:moveTo>
                    <a:pt x="0" y="0"/>
                  </a:moveTo>
                  <a:lnTo>
                    <a:pt x="1702253" y="0"/>
                  </a:lnTo>
                  <a:lnTo>
                    <a:pt x="1702253" y="565784"/>
                  </a:lnTo>
                  <a:lnTo>
                    <a:pt x="0" y="5657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Inventory Management and Distribution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F4284A9-E805-5323-231E-F82FB04FD079}"/>
                </a:ext>
              </a:extLst>
            </p:cNvPr>
            <p:cNvSpPr/>
            <p:nvPr/>
          </p:nvSpPr>
          <p:spPr>
            <a:xfrm>
              <a:off x="5296155" y="2480597"/>
              <a:ext cx="565784" cy="565784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54879" t="-12628" r="-59589" b="-47424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4E47AA-F190-9FAE-3958-6CAF8F7E1F27}"/>
                </a:ext>
              </a:extLst>
            </p:cNvPr>
            <p:cNvSpPr/>
            <p:nvPr/>
          </p:nvSpPr>
          <p:spPr>
            <a:xfrm>
              <a:off x="5861940" y="2632997"/>
              <a:ext cx="1713282" cy="565784"/>
            </a:xfrm>
            <a:custGeom>
              <a:avLst/>
              <a:gdLst>
                <a:gd name="connsiteX0" fmla="*/ 0 w 2194397"/>
                <a:gd name="connsiteY0" fmla="*/ 0 h 565784"/>
                <a:gd name="connsiteX1" fmla="*/ 2194397 w 2194397"/>
                <a:gd name="connsiteY1" fmla="*/ 0 h 565784"/>
                <a:gd name="connsiteX2" fmla="*/ 2194397 w 2194397"/>
                <a:gd name="connsiteY2" fmla="*/ 565784 h 565784"/>
                <a:gd name="connsiteX3" fmla="*/ 0 w 2194397"/>
                <a:gd name="connsiteY3" fmla="*/ 565784 h 565784"/>
                <a:gd name="connsiteX4" fmla="*/ 0 w 2194397"/>
                <a:gd name="connsiteY4" fmla="*/ 0 h 56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4397" h="565784">
                  <a:moveTo>
                    <a:pt x="0" y="0"/>
                  </a:moveTo>
                  <a:lnTo>
                    <a:pt x="2194397" y="0"/>
                  </a:lnTo>
                  <a:lnTo>
                    <a:pt x="2194397" y="565784"/>
                  </a:lnTo>
                  <a:lnTo>
                    <a:pt x="0" y="5657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Customer Traffic and Presence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0BC9684-827E-3ECA-6868-5D8ABE3D1971}"/>
                </a:ext>
              </a:extLst>
            </p:cNvPr>
            <p:cNvSpPr/>
            <p:nvPr/>
          </p:nvSpPr>
          <p:spPr>
            <a:xfrm rot="20700000">
              <a:off x="5117933" y="3231834"/>
              <a:ext cx="565784" cy="565784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2626" t="-6313" r="-13132" b="-19445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A742FEC-2935-4EDF-173A-A1AE73E94371}"/>
                </a:ext>
              </a:extLst>
            </p:cNvPr>
            <p:cNvSpPr/>
            <p:nvPr/>
          </p:nvSpPr>
          <p:spPr>
            <a:xfrm>
              <a:off x="5683717" y="3231834"/>
              <a:ext cx="2374024" cy="565784"/>
            </a:xfrm>
            <a:custGeom>
              <a:avLst/>
              <a:gdLst>
                <a:gd name="connsiteX0" fmla="*/ 0 w 2374024"/>
                <a:gd name="connsiteY0" fmla="*/ 0 h 565784"/>
                <a:gd name="connsiteX1" fmla="*/ 2374024 w 2374024"/>
                <a:gd name="connsiteY1" fmla="*/ 0 h 565784"/>
                <a:gd name="connsiteX2" fmla="*/ 2374024 w 2374024"/>
                <a:gd name="connsiteY2" fmla="*/ 565784 h 565784"/>
                <a:gd name="connsiteX3" fmla="*/ 0 w 2374024"/>
                <a:gd name="connsiteY3" fmla="*/ 565784 h 565784"/>
                <a:gd name="connsiteX4" fmla="*/ 0 w 2374024"/>
                <a:gd name="connsiteY4" fmla="*/ 0 h 56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4024" h="565784">
                  <a:moveTo>
                    <a:pt x="0" y="0"/>
                  </a:moveTo>
                  <a:lnTo>
                    <a:pt x="2374024" y="0"/>
                  </a:lnTo>
                  <a:lnTo>
                    <a:pt x="2374024" y="565784"/>
                  </a:lnTo>
                  <a:lnTo>
                    <a:pt x="0" y="5657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Advertising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3975F25-53E5-D0CF-EA35-262726CC4397}"/>
                </a:ext>
              </a:extLst>
            </p:cNvPr>
            <p:cNvSpPr/>
            <p:nvPr/>
          </p:nvSpPr>
          <p:spPr>
            <a:xfrm>
              <a:off x="5296155" y="3983070"/>
              <a:ext cx="565784" cy="565784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252" t="-18940" r="-24294" b="-30606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A5334B-DC53-5AC6-FBE6-2E2A7A6EE0A7}"/>
                </a:ext>
              </a:extLst>
            </p:cNvPr>
            <p:cNvSpPr/>
            <p:nvPr/>
          </p:nvSpPr>
          <p:spPr>
            <a:xfrm>
              <a:off x="5861940" y="4065678"/>
              <a:ext cx="1271018" cy="400569"/>
            </a:xfrm>
            <a:custGeom>
              <a:avLst/>
              <a:gdLst>
                <a:gd name="connsiteX0" fmla="*/ 0 w 1271018"/>
                <a:gd name="connsiteY0" fmla="*/ 0 h 400569"/>
                <a:gd name="connsiteX1" fmla="*/ 1271018 w 1271018"/>
                <a:gd name="connsiteY1" fmla="*/ 0 h 400569"/>
                <a:gd name="connsiteX2" fmla="*/ 1271018 w 1271018"/>
                <a:gd name="connsiteY2" fmla="*/ 400569 h 400569"/>
                <a:gd name="connsiteX3" fmla="*/ 0 w 1271018"/>
                <a:gd name="connsiteY3" fmla="*/ 400569 h 400569"/>
                <a:gd name="connsiteX4" fmla="*/ 0 w 1271018"/>
                <a:gd name="connsiteY4" fmla="*/ 0 h 40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018" h="400569">
                  <a:moveTo>
                    <a:pt x="0" y="0"/>
                  </a:moveTo>
                  <a:lnTo>
                    <a:pt x="1271018" y="0"/>
                  </a:lnTo>
                  <a:lnTo>
                    <a:pt x="1271018" y="400569"/>
                  </a:lnTo>
                  <a:lnTo>
                    <a:pt x="0" y="4005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Security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C4756E1-B289-48FF-D952-60F46613E50C}"/>
                </a:ext>
              </a:extLst>
            </p:cNvPr>
            <p:cNvSpPr/>
            <p:nvPr/>
          </p:nvSpPr>
          <p:spPr>
            <a:xfrm>
              <a:off x="5789959" y="4520566"/>
              <a:ext cx="565784" cy="565784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1465" t="-12051" r="-20020" b="-49243"/>
              </a:stretch>
            </a:blip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2700" prstMaterial="flat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12AD979-BD84-BECC-2C04-8D7FB973CEFC}"/>
                </a:ext>
              </a:extLst>
            </p:cNvPr>
            <p:cNvSpPr/>
            <p:nvPr/>
          </p:nvSpPr>
          <p:spPr>
            <a:xfrm>
              <a:off x="6355744" y="4520566"/>
              <a:ext cx="1920517" cy="565784"/>
            </a:xfrm>
            <a:custGeom>
              <a:avLst/>
              <a:gdLst>
                <a:gd name="connsiteX0" fmla="*/ 0 w 1700342"/>
                <a:gd name="connsiteY0" fmla="*/ 0 h 565784"/>
                <a:gd name="connsiteX1" fmla="*/ 1700342 w 1700342"/>
                <a:gd name="connsiteY1" fmla="*/ 0 h 565784"/>
                <a:gd name="connsiteX2" fmla="*/ 1700342 w 1700342"/>
                <a:gd name="connsiteY2" fmla="*/ 565784 h 565784"/>
                <a:gd name="connsiteX3" fmla="*/ 0 w 1700342"/>
                <a:gd name="connsiteY3" fmla="*/ 565784 h 565784"/>
                <a:gd name="connsiteX4" fmla="*/ 0 w 1700342"/>
                <a:gd name="connsiteY4" fmla="*/ 0 h 56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0342" h="565784">
                  <a:moveTo>
                    <a:pt x="0" y="0"/>
                  </a:moveTo>
                  <a:lnTo>
                    <a:pt x="1700342" y="0"/>
                  </a:lnTo>
                  <a:lnTo>
                    <a:pt x="1700342" y="565784"/>
                  </a:lnTo>
                  <a:lnTo>
                    <a:pt x="0" y="5657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Vending and Payment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9551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A068-57AB-D82A-80A9-0C01BF1B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68949-56AC-5861-64E9-8879B11B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D5D55B-0ADC-B6D5-1B9A-28D73FBCC921}"/>
              </a:ext>
            </a:extLst>
          </p:cNvPr>
          <p:cNvGrpSpPr/>
          <p:nvPr/>
        </p:nvGrpSpPr>
        <p:grpSpPr>
          <a:xfrm>
            <a:off x="2664045" y="1531669"/>
            <a:ext cx="6863910" cy="4357854"/>
            <a:chOff x="1537140" y="1565911"/>
            <a:chExt cx="6235261" cy="4125443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A866393C-D8D5-97E4-BB36-55A97523406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97825859"/>
                </p:ext>
              </p:extLst>
            </p:nvPr>
          </p:nvGraphicFramePr>
          <p:xfrm>
            <a:off x="4685420" y="1565911"/>
            <a:ext cx="3086981" cy="41254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5" name="Picture 4" descr="Fighter Jet, Fighter Aircraft, F 16 Falcon, Aircraft">
              <a:extLst>
                <a:ext uri="{FF2B5EF4-FFF2-40B4-BE49-F238E27FC236}">
                  <a16:creationId xmlns:a16="http://schemas.microsoft.com/office/drawing/2014/main" id="{93C91D22-6B4B-1E3A-8A8D-F207952DEC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 bwMode="auto">
            <a:xfrm>
              <a:off x="1537140" y="1841806"/>
              <a:ext cx="2816471" cy="3280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8778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C93C4-5DF8-B973-941D-147EA26E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09F4EE-5FE4-2B4A-4691-769531E8E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0"/>
            <a:ext cx="5401975" cy="4920960"/>
          </a:xfrm>
        </p:spPr>
        <p:txBody>
          <a:bodyPr/>
          <a:lstStyle/>
          <a:p>
            <a:r>
              <a:rPr lang="en-US" dirty="0"/>
              <a:t>Connected devices maintain connection between manufacturer and customer.</a:t>
            </a:r>
          </a:p>
          <a:p>
            <a:r>
              <a:rPr lang="en-US" dirty="0"/>
              <a:t>Customers must see benefits in allowing such a connection.</a:t>
            </a:r>
          </a:p>
          <a:p>
            <a:r>
              <a:rPr lang="en-US" dirty="0"/>
              <a:t>Help to:</a:t>
            </a:r>
          </a:p>
          <a:p>
            <a:pPr lvl="1"/>
            <a:r>
              <a:rPr lang="en-US" dirty="0"/>
              <a:t>Establish relationship with customers.</a:t>
            </a:r>
          </a:p>
          <a:p>
            <a:pPr lvl="1"/>
            <a:r>
              <a:rPr lang="en-US" dirty="0"/>
              <a:t>Provide more value to customers.</a:t>
            </a:r>
          </a:p>
          <a:p>
            <a:pPr lvl="1"/>
            <a:r>
              <a:rPr lang="en-US" dirty="0"/>
              <a:t>Enable companies to learn more about customers.</a:t>
            </a:r>
          </a:p>
          <a:p>
            <a:pPr lvl="1"/>
            <a:r>
              <a:rPr lang="en-US" dirty="0"/>
              <a:t>Make improvements to products/services over time.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8E202-E709-4EE1-4786-04A8E38B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Services (Slide 1 of 2)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FCD0300-C710-D52E-156B-A17BB6461920}"/>
              </a:ext>
            </a:extLst>
          </p:cNvPr>
          <p:cNvGrpSpPr>
            <a:grpSpLocks noChangeAspect="1"/>
          </p:cNvGrpSpPr>
          <p:nvPr/>
        </p:nvGrpSpPr>
        <p:grpSpPr>
          <a:xfrm>
            <a:off x="7471021" y="2076451"/>
            <a:ext cx="4273939" cy="2949812"/>
            <a:chOff x="8066472" y="3202277"/>
            <a:chExt cx="3387979" cy="233833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600A116-04A7-8919-AA05-420605E33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15850">
              <a:off x="8855332" y="3657096"/>
              <a:ext cx="2599119" cy="1883516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365BCE1-558B-3A4E-93B8-D0BB7D00DA1E}"/>
                </a:ext>
              </a:extLst>
            </p:cNvPr>
            <p:cNvSpPr/>
            <p:nvPr/>
          </p:nvSpPr>
          <p:spPr>
            <a:xfrm rot="12546508">
              <a:off x="8066472" y="3202277"/>
              <a:ext cx="2153140" cy="292930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783"/>
              <a:endParaRPr lang="en-US" sz="825" b="1" kern="0" dirty="0" err="1">
                <a:solidFill>
                  <a:srgbClr val="FF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47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C93C4-5DF8-B973-941D-147EA26E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E64C07-8271-B242-862E-CC08F635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Fitness watch features:</a:t>
            </a:r>
          </a:p>
          <a:p>
            <a:pPr lvl="1"/>
            <a:r>
              <a:rPr lang="en-US" dirty="0"/>
              <a:t>Dashboard for viewing data collected by watch.</a:t>
            </a:r>
          </a:p>
          <a:p>
            <a:pPr lvl="1"/>
            <a:r>
              <a:rPr lang="en-US" dirty="0"/>
              <a:t>Social networking with other watch users.</a:t>
            </a:r>
          </a:p>
          <a:p>
            <a:pPr lvl="1"/>
            <a:r>
              <a:rPr lang="en-US" dirty="0"/>
              <a:t>Access to an app store.</a:t>
            </a:r>
          </a:p>
          <a:p>
            <a:pPr lvl="1"/>
            <a:r>
              <a:rPr lang="en-US" dirty="0"/>
              <a:t>Exercise recommendations.</a:t>
            </a:r>
          </a:p>
          <a:p>
            <a:pPr lvl="1"/>
            <a:r>
              <a:rPr lang="en-US" dirty="0"/>
              <a:t>Ability to view watch data on other devices.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8E202-E709-4EE1-4786-04A8E38B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Services (Slide 2 of 2)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A30C28-68DF-4D69-09E9-5505FC10E106}"/>
              </a:ext>
            </a:extLst>
          </p:cNvPr>
          <p:cNvGrpSpPr>
            <a:grpSpLocks noChangeAspect="1"/>
          </p:cNvGrpSpPr>
          <p:nvPr/>
        </p:nvGrpSpPr>
        <p:grpSpPr>
          <a:xfrm>
            <a:off x="7471021" y="2076451"/>
            <a:ext cx="4273939" cy="2949812"/>
            <a:chOff x="8066472" y="3202277"/>
            <a:chExt cx="3387979" cy="23383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5A696B-BE9E-AF48-22C8-CD706A565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15850">
              <a:off x="8855332" y="3657096"/>
              <a:ext cx="2599119" cy="1883516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1909508-8315-2763-4025-525C362BEFE4}"/>
                </a:ext>
              </a:extLst>
            </p:cNvPr>
            <p:cNvSpPr/>
            <p:nvPr/>
          </p:nvSpPr>
          <p:spPr>
            <a:xfrm rot="12546508">
              <a:off x="8066472" y="3202277"/>
              <a:ext cx="2153140" cy="292930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783"/>
              <a:endParaRPr lang="en-US" sz="825" b="1" kern="0" dirty="0" err="1">
                <a:solidFill>
                  <a:srgbClr val="FF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230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for opportunities to:</a:t>
            </a:r>
          </a:p>
          <a:p>
            <a:pPr lvl="1"/>
            <a:r>
              <a:rPr lang="en-US" dirty="0"/>
              <a:t>Improve decision making.</a:t>
            </a:r>
          </a:p>
          <a:p>
            <a:pPr lvl="1"/>
            <a:r>
              <a:rPr lang="en-US" dirty="0"/>
              <a:t>Understand customers better.</a:t>
            </a:r>
          </a:p>
          <a:p>
            <a:pPr lvl="1"/>
            <a:r>
              <a:rPr lang="en-US" dirty="0"/>
              <a:t>Deliver new value to customers.</a:t>
            </a:r>
          </a:p>
          <a:p>
            <a:pPr lvl="1"/>
            <a:r>
              <a:rPr lang="en-US" dirty="0"/>
              <a:t>Make operations more efficient and effective.</a:t>
            </a:r>
          </a:p>
          <a:p>
            <a:pPr lvl="1"/>
            <a:r>
              <a:rPr lang="en-US" dirty="0"/>
              <a:t>Reduce adverse impact on the environment.</a:t>
            </a:r>
          </a:p>
          <a:p>
            <a:pPr lvl="1"/>
            <a:r>
              <a:rPr lang="en-US" dirty="0"/>
              <a:t>Improve bottom line and increase business value.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Goals for an IoT Implementation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17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Can we obtain real-time data that would help us respond faster or better?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Would it help if we could accomplish work in remote locations with less intervention?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Would it help to collect and analyze data about any of the following?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Location and status of raw materials.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Operations performed.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Equipment, assets, and inventory.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How operations impact environment.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How customers interact with products.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Customer shopping behavior.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Areas Where IoT Can Improve Your Business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07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 a good reference architecture as a general model for your own projects, such as: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IEEE P2413.2 Standard for a Reference Architecture for Power Distribution IoT (</a:t>
            </a:r>
            <a:r>
              <a:rPr lang="en-US" dirty="0" err="1"/>
              <a:t>PDIoT</a:t>
            </a:r>
            <a:r>
              <a:rPr lang="en-US" dirty="0"/>
              <a:t>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Industrial Internet Reference Architecture (IIRA)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Models to Design a Solution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48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Take time to learn practices vendors recommend for their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Example vendor-specific guides include: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AWS Pragma architecture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IBM IoT reference architecture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Intel IoT platform reference architecture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Microsoft Azure IoT reference architecture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Vendor References to Guide Your Design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59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8EC2D-CEFD-BD2E-D4F6-DE38B220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65C8F-23F0-F20E-C7AE-AB6410F4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Elevators company:</a:t>
            </a:r>
          </a:p>
          <a:p>
            <a:pPr lvl="1"/>
            <a:r>
              <a:rPr lang="en-US" dirty="0"/>
              <a:t>Has a reputation for high quality and dependable customer service.</a:t>
            </a:r>
          </a:p>
          <a:p>
            <a:pPr lvl="1"/>
            <a:r>
              <a:rPr lang="en-US" dirty="0"/>
              <a:t>Is subject to increasing competition in its market.</a:t>
            </a:r>
          </a:p>
          <a:p>
            <a:pPr lvl="1"/>
            <a:r>
              <a:rPr lang="en-US" dirty="0"/>
              <a:t>Is constantly at risk of losing market share to competitors.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F2C0F8-4CBD-4191-587D-C3822B2D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Using IoT to Solve Problems (Slide 1 of 2)</a:t>
            </a:r>
          </a:p>
        </p:txBody>
      </p:sp>
    </p:spTree>
    <p:extLst>
      <p:ext uri="{BB962C8B-B14F-4D97-AF65-F5344CB8AC3E}">
        <p14:creationId xmlns:p14="http://schemas.microsoft.com/office/powerpoint/2010/main" val="3325965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8EC2D-CEFD-BD2E-D4F6-DE38B220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65C8F-23F0-F20E-C7AE-AB6410F4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Areas the company wants to improve:</a:t>
            </a:r>
          </a:p>
          <a:p>
            <a:pPr lvl="1"/>
            <a:r>
              <a:rPr lang="en-US" dirty="0"/>
              <a:t>Increase customer loyalty.</a:t>
            </a:r>
          </a:p>
          <a:p>
            <a:pPr lvl="1"/>
            <a:r>
              <a:rPr lang="en-US" dirty="0"/>
              <a:t>Improve service maintenance and predictive maintenance.</a:t>
            </a:r>
          </a:p>
          <a:p>
            <a:pPr lvl="1"/>
            <a:r>
              <a:rPr lang="en-US" dirty="0"/>
              <a:t>Manage spare-parts inventory more efficiently.</a:t>
            </a:r>
          </a:p>
          <a:p>
            <a:pPr lvl="1"/>
            <a:r>
              <a:rPr lang="en-US" dirty="0"/>
              <a:t>Improve product design and technician training.</a:t>
            </a:r>
          </a:p>
          <a:p>
            <a:pPr lvl="1"/>
            <a:r>
              <a:rPr lang="en-US" dirty="0"/>
              <a:t>Improve uptime and field service efficiency.</a:t>
            </a:r>
          </a:p>
          <a:p>
            <a:pPr lvl="1"/>
            <a:r>
              <a:rPr lang="en-US" dirty="0"/>
              <a:t>Allocate scarce service technicians more efficiently.</a:t>
            </a:r>
          </a:p>
          <a:p>
            <a:pPr lvl="1"/>
            <a:r>
              <a:rPr lang="en-US" dirty="0"/>
              <a:t>Communicate more effectively with suppliers.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F2C0F8-4CBD-4191-587D-C3822B2D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Using IoT to Solve Problems (Slide 2 of 2)</a:t>
            </a:r>
          </a:p>
        </p:txBody>
      </p:sp>
    </p:spTree>
    <p:extLst>
      <p:ext uri="{BB962C8B-B14F-4D97-AF65-F5344CB8AC3E}">
        <p14:creationId xmlns:p14="http://schemas.microsoft.com/office/powerpoint/2010/main" val="1827765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FA3D97-9491-A58B-6711-C0A41966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F2C10-CF69-20E1-676E-FB225978A8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I</a:t>
            </a:r>
            <a:r>
              <a:rPr lang="en-US" cap="none" dirty="0"/>
              <a:t>o</a:t>
            </a:r>
            <a:r>
              <a:rPr lang="en-US" dirty="0"/>
              <a:t>T Development Lifecycle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47A2CAD-CA4F-58AD-FDC5-99B19B0EC7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1346873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2968E3-81A7-31A8-DB88-9274DB6B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FEA08B-17BF-BCF5-3FE9-AA4D43EDE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IoT Projects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C73F9-C39A-686B-3C40-9774A08E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IoT projects don't get past POC stage.</a:t>
            </a:r>
          </a:p>
          <a:p>
            <a:r>
              <a:rPr lang="en-US" dirty="0"/>
              <a:t>IoT projects are often complex.</a:t>
            </a:r>
          </a:p>
          <a:p>
            <a:r>
              <a:rPr lang="en-US" dirty="0"/>
              <a:t>Requires new strategies and approaches.</a:t>
            </a:r>
          </a:p>
          <a:p>
            <a:r>
              <a:rPr lang="en-US" dirty="0"/>
              <a:t>Significant risks involved.</a:t>
            </a:r>
          </a:p>
        </p:txBody>
      </p:sp>
      <p:pic>
        <p:nvPicPr>
          <p:cNvPr id="8" name="Picture 7" descr="A picture containing text, outdoor object&#10;&#10;Description automatically generated">
            <a:extLst>
              <a:ext uri="{FF2B5EF4-FFF2-40B4-BE49-F238E27FC236}">
                <a16:creationId xmlns:a16="http://schemas.microsoft.com/office/drawing/2014/main" id="{05747A78-8DA5-E8D1-7B98-C1B45F0E5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191" y="1428165"/>
            <a:ext cx="42291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5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BEAF00-E759-E077-3A90-8C1C6A41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IoT Development Lifecycle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B2EB52-DE6E-92FF-BB18-8A9E824C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0B731C4-92BD-DA38-DDCF-2A692AACE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925555"/>
              </p:ext>
            </p:extLst>
          </p:nvPr>
        </p:nvGraphicFramePr>
        <p:xfrm>
          <a:off x="1834496" y="1481285"/>
          <a:ext cx="8523008" cy="4458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378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6C2519-E278-44E3-7246-6FDC3BE8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D3F6F1-4849-F61B-2AFD-5B0B6CAD9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Significant challenge for IoT projects.</a:t>
            </a:r>
          </a:p>
          <a:p>
            <a:r>
              <a:rPr lang="en-US" dirty="0"/>
              <a:t>Can be difficult to estimate:</a:t>
            </a:r>
          </a:p>
          <a:p>
            <a:pPr lvl="1"/>
            <a:r>
              <a:rPr lang="en-US" dirty="0"/>
              <a:t>Benefits to business.</a:t>
            </a:r>
          </a:p>
          <a:p>
            <a:pPr lvl="1"/>
            <a:r>
              <a:rPr lang="en-US" dirty="0"/>
              <a:t>Cost (network design, cybersecurity, aggregating data, etc.).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230596-6895-3E89-7A13-DF01E46C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on Investment</a:t>
            </a:r>
          </a:p>
        </p:txBody>
      </p:sp>
      <p:pic>
        <p:nvPicPr>
          <p:cNvPr id="8" name="Picture 7" descr="Diagram, engineering drawing&#10;&#10;Description automatically generated">
            <a:extLst>
              <a:ext uri="{FF2B5EF4-FFF2-40B4-BE49-F238E27FC236}">
                <a16:creationId xmlns:a16="http://schemas.microsoft.com/office/drawing/2014/main" id="{99C89B72-C496-1CBA-F07B-DC70632A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440" y="2222577"/>
            <a:ext cx="4621635" cy="307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84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190FD-DE8B-2C58-841B-2C660EA9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288D5-4DE3-57AF-58B4-49906FDDC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projects have seen success.</a:t>
            </a:r>
          </a:p>
          <a:p>
            <a:r>
              <a:rPr lang="en-US" dirty="0"/>
              <a:t>IoT projects can be transformative.</a:t>
            </a:r>
          </a:p>
          <a:p>
            <a:r>
              <a:rPr lang="en-US" dirty="0"/>
              <a:t>Don't be tempted by hype.</a:t>
            </a:r>
          </a:p>
          <a:p>
            <a:r>
              <a:rPr lang="en-US" dirty="0"/>
              <a:t>Don't try to shoehorn IoT into the business.</a:t>
            </a:r>
          </a:p>
          <a:p>
            <a:r>
              <a:rPr lang="en-US" dirty="0"/>
              <a:t>Focus on specific problems you need to address.</a:t>
            </a:r>
          </a:p>
          <a:p>
            <a:r>
              <a:rPr lang="en-US" dirty="0"/>
              <a:t>Consider how IoT can address problems.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810186-EDA3-4714-FAE7-3C594678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on Business Goals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4CF5B-6A79-E106-3104-F02ADD2BA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87504" y="1543182"/>
            <a:ext cx="3899595" cy="43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30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BEAF00-E759-E077-3A90-8C1C6A41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Cybersecurity Throughout the IoT Lifecycle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B2EB52-DE6E-92FF-BB18-8A9E824C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0B731C4-92BD-DA38-DDCF-2A692AACE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4496" y="1481285"/>
          <a:ext cx="8523008" cy="4458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326B32E-9D3D-D66D-B839-84BE749CF330}"/>
              </a:ext>
            </a:extLst>
          </p:cNvPr>
          <p:cNvSpPr/>
          <p:nvPr/>
        </p:nvSpPr>
        <p:spPr>
          <a:xfrm>
            <a:off x="2075874" y="3016036"/>
            <a:ext cx="16835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monitor how security is affected by updates in other software and services?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F1D37-6C43-14FE-1F39-770CBE8882B8}"/>
              </a:ext>
            </a:extLst>
          </p:cNvPr>
          <p:cNvSpPr/>
          <p:nvPr/>
        </p:nvSpPr>
        <p:spPr>
          <a:xfrm>
            <a:off x="2024996" y="1972419"/>
            <a:ext cx="18805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ensure no security/privacy problems are created when components are retired or uninstalled?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1BAF7-30CB-4622-BAC9-1CA8A1C1C85A}"/>
              </a:ext>
            </a:extLst>
          </p:cNvPr>
          <p:cNvSpPr/>
          <p:nvPr/>
        </p:nvSpPr>
        <p:spPr>
          <a:xfrm>
            <a:off x="2075874" y="3898068"/>
            <a:ext cx="1880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plan, develop, and release security updates?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A3E97A-0AF4-5799-797F-0916BBB78A49}"/>
              </a:ext>
            </a:extLst>
          </p:cNvPr>
          <p:cNvSpPr/>
          <p:nvPr/>
        </p:nvSpPr>
        <p:spPr>
          <a:xfrm>
            <a:off x="2075874" y="4618521"/>
            <a:ext cx="17974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keep my software protected as new vulnerabilities are found?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B1245-4AF5-93A2-0332-4A340E8BBB6D}"/>
              </a:ext>
            </a:extLst>
          </p:cNvPr>
          <p:cNvSpPr/>
          <p:nvPr/>
        </p:nvSpPr>
        <p:spPr>
          <a:xfrm>
            <a:off x="8493130" y="1845128"/>
            <a:ext cx="1673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identify security requirements?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D62E9D-065D-6CA4-CA8A-C559054CB615}"/>
              </a:ext>
            </a:extLst>
          </p:cNvPr>
          <p:cNvSpPr/>
          <p:nvPr/>
        </p:nvSpPr>
        <p:spPr>
          <a:xfrm>
            <a:off x="8493130" y="2772079"/>
            <a:ext cx="1673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design for security?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8D5CE-EF26-2C91-8FE4-1F6DDE9FC91D}"/>
              </a:ext>
            </a:extLst>
          </p:cNvPr>
          <p:cNvSpPr/>
          <p:nvPr/>
        </p:nvSpPr>
        <p:spPr>
          <a:xfrm>
            <a:off x="8507921" y="3748898"/>
            <a:ext cx="1656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What steps can I take to harden my code against attacks?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A4893-92EA-7B87-4337-1FCA896B5733}"/>
              </a:ext>
            </a:extLst>
          </p:cNvPr>
          <p:cNvSpPr/>
          <p:nvPr/>
        </p:nvSpPr>
        <p:spPr>
          <a:xfrm>
            <a:off x="8493130" y="4761395"/>
            <a:ext cx="1415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How do I test security during unit and integration testing?</a:t>
            </a:r>
          </a:p>
        </p:txBody>
      </p:sp>
    </p:spTree>
    <p:extLst>
      <p:ext uri="{BB962C8B-B14F-4D97-AF65-F5344CB8AC3E}">
        <p14:creationId xmlns:p14="http://schemas.microsoft.com/office/powerpoint/2010/main" val="132539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prepare for an IoT initiative:</a:t>
            </a:r>
          </a:p>
          <a:p>
            <a:pPr lvl="1"/>
            <a:r>
              <a:rPr lang="en-US" dirty="0"/>
              <a:t>Understand the organization's current state.</a:t>
            </a:r>
          </a:p>
          <a:p>
            <a:pPr lvl="1"/>
            <a:r>
              <a:rPr lang="en-US" dirty="0"/>
              <a:t>Perform pilot projects and experimentation.</a:t>
            </a:r>
          </a:p>
          <a:p>
            <a:pPr lvl="1"/>
            <a:r>
              <a:rPr lang="en-US" dirty="0"/>
              <a:t>Manage change and corporate culture.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for an IoT Initiative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41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ensure success in your IoT projects:</a:t>
            </a:r>
          </a:p>
          <a:p>
            <a:pPr lvl="1"/>
            <a:r>
              <a:rPr lang="en-US" dirty="0"/>
              <a:t>Work with project stakeholders to define business goals.</a:t>
            </a:r>
          </a:p>
          <a:p>
            <a:pPr lvl="1"/>
            <a:r>
              <a:rPr lang="en-US" dirty="0"/>
              <a:t>Build security and privacy into every phase of development.</a:t>
            </a:r>
          </a:p>
          <a:p>
            <a:pPr lvl="1"/>
            <a:r>
              <a:rPr lang="en-US" dirty="0"/>
              <a:t>Employ a dedicated IoT architect. </a:t>
            </a:r>
          </a:p>
          <a:p>
            <a:pPr lvl="1"/>
            <a:r>
              <a:rPr lang="en-US" dirty="0"/>
              <a:t>Update skillsets and job descriptions as needed.</a:t>
            </a:r>
          </a:p>
          <a:p>
            <a:pPr lvl="1"/>
            <a:r>
              <a:rPr lang="en-US" dirty="0"/>
              <a:t>Include various business groups when planning the target architecture.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Best Practices for IoT Development (Slide 1 of 2)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08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D03B8-74DD-2DEF-56EA-CBC44D63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FA58-84C4-5743-4138-8EFE8C8E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ensure success in your IoT projects:</a:t>
            </a:r>
          </a:p>
          <a:p>
            <a:pPr lvl="1"/>
            <a:r>
              <a:rPr lang="en-US" dirty="0"/>
              <a:t>Appraise legacy infrastructure.</a:t>
            </a:r>
          </a:p>
          <a:p>
            <a:pPr lvl="1"/>
            <a:r>
              <a:rPr lang="en-US" dirty="0"/>
              <a:t>Appraise the organization's capabilities.</a:t>
            </a:r>
          </a:p>
          <a:p>
            <a:pPr lvl="1"/>
            <a:r>
              <a:rPr lang="en-US" dirty="0"/>
              <a:t>Utilize resources from various business groups.</a:t>
            </a:r>
          </a:p>
          <a:p>
            <a:pPr lvl="1"/>
            <a:r>
              <a:rPr lang="en-US" dirty="0"/>
              <a:t>Provide training to staff as needed.</a:t>
            </a:r>
          </a:p>
          <a:p>
            <a:pPr lvl="1"/>
            <a:r>
              <a:rPr lang="en-US" dirty="0"/>
              <a:t>Design the entire solution as a system.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1BF9AB-D070-0DC4-85BF-D574CE54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Best Practices for IoT Development (Slide 2 of 2)</a:t>
            </a:r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3B10EC7-A308-3F07-04B6-0664C862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3450" y="14366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50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EC463-DCFF-1314-74F3-69F9882C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89C55-DFCE-D71E-09F6-9881FCBB6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Areas the company wants to improve:</a:t>
            </a:r>
          </a:p>
          <a:p>
            <a:pPr lvl="1"/>
            <a:r>
              <a:rPr lang="en-US" dirty="0"/>
              <a:t>Increase customer loyalty.</a:t>
            </a:r>
          </a:p>
          <a:p>
            <a:pPr lvl="1"/>
            <a:r>
              <a:rPr lang="en-US" dirty="0"/>
              <a:t>Improve service maintenance and predictive maintenance.</a:t>
            </a:r>
          </a:p>
          <a:p>
            <a:pPr lvl="1"/>
            <a:r>
              <a:rPr lang="en-US" dirty="0"/>
              <a:t>Manage spare-parts inventory more efficiently.</a:t>
            </a:r>
          </a:p>
          <a:p>
            <a:pPr lvl="1"/>
            <a:r>
              <a:rPr lang="en-US" dirty="0"/>
              <a:t>Improve product design and technician training.</a:t>
            </a:r>
          </a:p>
          <a:p>
            <a:pPr lvl="1"/>
            <a:r>
              <a:rPr lang="en-US" dirty="0"/>
              <a:t>Improve uptime and field service efficiency.</a:t>
            </a:r>
          </a:p>
          <a:p>
            <a:pPr lvl="1"/>
            <a:r>
              <a:rPr lang="en-US" dirty="0"/>
              <a:t>Allocate scarce service technicians more efficiently.</a:t>
            </a:r>
          </a:p>
          <a:p>
            <a:pPr lvl="1"/>
            <a:r>
              <a:rPr lang="en-US" dirty="0"/>
              <a:t>Communicate more effectively with suppliers.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BEF886-083A-1C72-3CA4-3CDFDE8E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Preparing for an IoT Initiative</a:t>
            </a:r>
          </a:p>
        </p:txBody>
      </p:sp>
    </p:spTree>
    <p:extLst>
      <p:ext uri="{BB962C8B-B14F-4D97-AF65-F5344CB8AC3E}">
        <p14:creationId xmlns:p14="http://schemas.microsoft.com/office/powerpoint/2010/main" val="3853646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9674D-C585-1CD4-2204-C59553C1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EA3D6-1A3C-DB64-7C79-1675A57C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closer relationship with customers.</a:t>
            </a:r>
          </a:p>
          <a:p>
            <a:r>
              <a:rPr lang="en-US" dirty="0"/>
              <a:t>Provide services to help customers meet their own needs.</a:t>
            </a:r>
          </a:p>
          <a:p>
            <a:r>
              <a:rPr lang="en-US" dirty="0"/>
              <a:t>Provide customers peace of mind they associate with Best Elevators.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AB937D-C1A1-894A-A502-C3049C6A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Customer Loyalty (Slide 1 of 2)</a:t>
            </a:r>
          </a:p>
        </p:txBody>
      </p:sp>
    </p:spTree>
    <p:extLst>
      <p:ext uri="{BB962C8B-B14F-4D97-AF65-F5344CB8AC3E}">
        <p14:creationId xmlns:p14="http://schemas.microsoft.com/office/powerpoint/2010/main" val="672950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C39E9-D465-7DB4-D69C-1C460229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5EF9-E75A-4F55-F3E8-06A947067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elevator will come with services that include:</a:t>
            </a:r>
          </a:p>
          <a:p>
            <a:pPr lvl="1"/>
            <a:r>
              <a:rPr lang="en-US" dirty="0"/>
              <a:t>Continuous monitoring of elevator safety and performance factors.</a:t>
            </a:r>
          </a:p>
          <a:p>
            <a:pPr lvl="1"/>
            <a:r>
              <a:rPr lang="en-US" dirty="0"/>
              <a:t>Comprehensive data dashboards.</a:t>
            </a:r>
          </a:p>
          <a:p>
            <a:pPr lvl="1"/>
            <a:r>
              <a:rPr lang="en-US" dirty="0"/>
              <a:t>Faster maintenance and repairs.</a:t>
            </a:r>
          </a:p>
          <a:p>
            <a:pPr lvl="1"/>
            <a:r>
              <a:rPr lang="en-US" dirty="0"/>
              <a:t>Reduced elevator downtime.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EB4BB3-5D79-1A0C-3C17-4AFFA2E8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Customer Loyalty (Slide 2 of 2)</a:t>
            </a:r>
          </a:p>
        </p:txBody>
      </p:sp>
    </p:spTree>
    <p:extLst>
      <p:ext uri="{BB962C8B-B14F-4D97-AF65-F5344CB8AC3E}">
        <p14:creationId xmlns:p14="http://schemas.microsoft.com/office/powerpoint/2010/main" val="3212951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705BEE-992B-AC8D-CC3C-0C7DCD18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6487C-EA24-F111-63F7-32CEA322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service maintenance and predictive maintenance:</a:t>
            </a:r>
          </a:p>
          <a:p>
            <a:pPr lvl="1"/>
            <a:r>
              <a:rPr lang="en-US" dirty="0"/>
              <a:t>Data collection from sensors and analytics to improve maintenance.</a:t>
            </a:r>
          </a:p>
          <a:p>
            <a:pPr lvl="1"/>
            <a:r>
              <a:rPr lang="en-US" dirty="0"/>
              <a:t>Provides early-warning data and remote diagnostics.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8FF9F7-351C-3048-014E-FFC28DBC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IoT Solutions (Slide 1 of 4)</a:t>
            </a:r>
          </a:p>
        </p:txBody>
      </p:sp>
    </p:spTree>
    <p:extLst>
      <p:ext uri="{BB962C8B-B14F-4D97-AF65-F5344CB8AC3E}">
        <p14:creationId xmlns:p14="http://schemas.microsoft.com/office/powerpoint/2010/main" val="621927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7E1AA3-BD10-DB4B-4350-97C5F76E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FC131-56B8-281A-6D17-EB43147D0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spare parts more efficiently:</a:t>
            </a:r>
          </a:p>
          <a:p>
            <a:pPr lvl="1"/>
            <a:r>
              <a:rPr lang="en-US" dirty="0"/>
              <a:t>Keep inventories in warehouses and service vehicles stocked.</a:t>
            </a:r>
          </a:p>
          <a:p>
            <a:pPr lvl="1"/>
            <a:r>
              <a:rPr lang="en-US" dirty="0"/>
              <a:t>Supply side, track inventory using typical IoT devices.</a:t>
            </a:r>
          </a:p>
          <a:p>
            <a:pPr lvl="1"/>
            <a:r>
              <a:rPr lang="en-US" dirty="0"/>
              <a:t>Demand side, monitor and analyze elevator equipment.</a:t>
            </a:r>
          </a:p>
          <a:p>
            <a:pPr lvl="1"/>
            <a:r>
              <a:rPr lang="en-US" dirty="0"/>
              <a:t>Combine historical data of part failure rates with analytic algorithms.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EE1A35-F8F0-5A17-54CF-B944F236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IoT Solutions (Slide 2 of 4)</a:t>
            </a:r>
          </a:p>
        </p:txBody>
      </p:sp>
    </p:spTree>
    <p:extLst>
      <p:ext uri="{BB962C8B-B14F-4D97-AF65-F5344CB8AC3E}">
        <p14:creationId xmlns:p14="http://schemas.microsoft.com/office/powerpoint/2010/main" val="847624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0DA330-F7DC-DE57-BA61-C9F52655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C7EC8-82A3-E63C-622B-E7D19B1F6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training, improve service efficiency, and allocate technicians:</a:t>
            </a:r>
          </a:p>
          <a:p>
            <a:pPr lvl="1"/>
            <a:r>
              <a:rPr lang="en-US" dirty="0"/>
              <a:t>Collect and analyze usage patterns over time.</a:t>
            </a:r>
          </a:p>
          <a:p>
            <a:pPr lvl="1"/>
            <a:r>
              <a:rPr lang="en-US" dirty="0"/>
              <a:t>Use info to improve product design and technician training.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7DD785-4293-D4AF-D2C7-D42887FB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IoT Solutions (Slide 3 of 4)</a:t>
            </a:r>
          </a:p>
        </p:txBody>
      </p:sp>
    </p:spTree>
    <p:extLst>
      <p:ext uri="{BB962C8B-B14F-4D97-AF65-F5344CB8AC3E}">
        <p14:creationId xmlns:p14="http://schemas.microsoft.com/office/powerpoint/2010/main" val="1903402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08F5C2-80C3-539A-D2C6-6610EAE6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904B-93F5-A483-B7AF-948AEA8E7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Communicate more effectively with suppliers:</a:t>
            </a:r>
          </a:p>
          <a:p>
            <a:pPr lvl="1"/>
            <a:r>
              <a:rPr lang="en-US" dirty="0"/>
              <a:t>Share insights gained through IoT with distributors and resellers.</a:t>
            </a:r>
          </a:p>
          <a:p>
            <a:pPr lvl="1"/>
            <a:r>
              <a:rPr lang="en-US" dirty="0"/>
              <a:t>Share experience and knowledge with manufacturers.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53A05E-DCB7-CC6D-3158-ED9C040B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IoT Solutions (Slide 4 of 4)</a:t>
            </a:r>
          </a:p>
        </p:txBody>
      </p:sp>
    </p:spTree>
    <p:extLst>
      <p:ext uri="{BB962C8B-B14F-4D97-AF65-F5344CB8AC3E}">
        <p14:creationId xmlns:p14="http://schemas.microsoft.com/office/powerpoint/2010/main" val="15940102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Where does IoT have the greatest potential to benefit your organization?</a:t>
            </a:r>
          </a:p>
          <a:p>
            <a:r>
              <a:rPr lang="en-US" dirty="0"/>
              <a:t>What steps should your organization take to ensure its success in IoT projects?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1.potx" id="{3F606734-24ED-44F4-AF39-A80BB4CDD828}" vid="{DA8138EA-2326-4EF5-918C-5DC2501FD4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CNX_OV_Template_BIZ_1.2</Template>
  <TotalTime>376</TotalTime>
  <Words>1351</Words>
  <Application>Microsoft Office PowerPoint</Application>
  <PresentationFormat>Widescreen</PresentationFormat>
  <Paragraphs>270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CNX</vt:lpstr>
      <vt:lpstr>Undertaking an IoT Project</vt:lpstr>
      <vt:lpstr>Undertaking an IoT Project</vt:lpstr>
      <vt:lpstr>PowerPoint Presentation</vt:lpstr>
      <vt:lpstr>IoT Market Sectors</vt:lpstr>
      <vt:lpstr>Smart City</vt:lpstr>
      <vt:lpstr>Industry</vt:lpstr>
      <vt:lpstr>Smart Buildings</vt:lpstr>
      <vt:lpstr>Connected Cars</vt:lpstr>
      <vt:lpstr>Energy and Utilities</vt:lpstr>
      <vt:lpstr>Health, Medical, and Life Science</vt:lpstr>
      <vt:lpstr>Supply Chain</vt:lpstr>
      <vt:lpstr>Agriculture</vt:lpstr>
      <vt:lpstr>Retail</vt:lpstr>
      <vt:lpstr>Defense</vt:lpstr>
      <vt:lpstr>Connected Services (Slide 1 of 2)</vt:lpstr>
      <vt:lpstr>Connected Services (Slide 2 of 2)</vt:lpstr>
      <vt:lpstr>Identify Goals for an IoT Implementation</vt:lpstr>
      <vt:lpstr>Identify Areas Where IoT Can Improve Your Business</vt:lpstr>
      <vt:lpstr>Use Models to Design a Solution</vt:lpstr>
      <vt:lpstr>Use Vendor References to Guide Your Design</vt:lpstr>
      <vt:lpstr>Activity: Using IoT to Solve Problems (Slide 1 of 2)</vt:lpstr>
      <vt:lpstr>Activity: Using IoT to Solve Problems (Slide 2 of 2)</vt:lpstr>
      <vt:lpstr>PowerPoint Presentation</vt:lpstr>
      <vt:lpstr>Complexity of IoT Projects</vt:lpstr>
      <vt:lpstr>The IoT Development Lifecycle</vt:lpstr>
      <vt:lpstr>Return on Investment</vt:lpstr>
      <vt:lpstr>Focus on Business Goals</vt:lpstr>
      <vt:lpstr>Cybersecurity Throughout the IoT Lifecycle</vt:lpstr>
      <vt:lpstr>Prepare for an IoT Initiative</vt:lpstr>
      <vt:lpstr>Follow Best Practices for IoT Development (Slide 1 of 2)</vt:lpstr>
      <vt:lpstr>Follow Best Practices for IoT Development (Slide 2 of 2)</vt:lpstr>
      <vt:lpstr>Activity: Preparing for an IoT Initiative</vt:lpstr>
      <vt:lpstr>Increasing Customer Loyalty (Slide 1 of 2)</vt:lpstr>
      <vt:lpstr>Increasing Customer Loyalty (Slide 2 of 2)</vt:lpstr>
      <vt:lpstr>Problems and IoT Solutions (Slide 1 of 4)</vt:lpstr>
      <vt:lpstr>Problems and IoT Solutions (Slide 2 of 4)</vt:lpstr>
      <vt:lpstr>Problems and IoT Solutions (Slide 3 of 4)</vt:lpstr>
      <vt:lpstr>Problems and IoT Solutions (Slide 4 of 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Undertaking an IoT Project</dc:title>
  <dc:creator>Jason Nufryk</dc:creator>
  <cp:lastModifiedBy>Michelle Farney</cp:lastModifiedBy>
  <cp:revision>21</cp:revision>
  <dcterms:created xsi:type="dcterms:W3CDTF">2023-03-30T18:48:41Z</dcterms:created>
  <dcterms:modified xsi:type="dcterms:W3CDTF">2023-11-17T15:39:56Z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
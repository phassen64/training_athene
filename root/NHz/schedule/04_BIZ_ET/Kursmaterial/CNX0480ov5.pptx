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7" r:id="rId4"/>
  </p:sldMasterIdLst>
  <p:notesMasterIdLst>
    <p:notesMasterId r:id="rId32"/>
  </p:notesMasterIdLst>
  <p:handoutMasterIdLst>
    <p:handoutMasterId r:id="rId33"/>
  </p:handoutMasterIdLst>
  <p:sldIdLst>
    <p:sldId id="275" r:id="rId5"/>
    <p:sldId id="272" r:id="rId6"/>
    <p:sldId id="264" r:id="rId7"/>
    <p:sldId id="277" r:id="rId8"/>
    <p:sldId id="284" r:id="rId9"/>
    <p:sldId id="285" r:id="rId10"/>
    <p:sldId id="286" r:id="rId11"/>
    <p:sldId id="287" r:id="rId12"/>
    <p:sldId id="273" r:id="rId13"/>
    <p:sldId id="278" r:id="rId14"/>
    <p:sldId id="288" r:id="rId15"/>
    <p:sldId id="289" r:id="rId16"/>
    <p:sldId id="290" r:id="rId17"/>
    <p:sldId id="291" r:id="rId18"/>
    <p:sldId id="292" r:id="rId19"/>
    <p:sldId id="279" r:id="rId20"/>
    <p:sldId id="274" r:id="rId21"/>
    <p:sldId id="280" r:id="rId22"/>
    <p:sldId id="293" r:id="rId23"/>
    <p:sldId id="294" r:id="rId24"/>
    <p:sldId id="295" r:id="rId25"/>
    <p:sldId id="281" r:id="rId26"/>
    <p:sldId id="276" r:id="rId27"/>
    <p:sldId id="282" r:id="rId28"/>
    <p:sldId id="296" r:id="rId29"/>
    <p:sldId id="283" r:id="rId30"/>
    <p:sldId id="271"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er Vorenkamp"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764"/>
    <a:srgbClr val="009DDC"/>
    <a:srgbClr val="E71854"/>
    <a:srgbClr val="FAD02C"/>
    <a:srgbClr val="FAAF41"/>
    <a:srgbClr val="198CA8"/>
    <a:srgbClr val="2466AC"/>
    <a:srgbClr val="D1D2D3"/>
    <a:srgbClr val="F05A2B"/>
    <a:srgbClr val="1D386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7" autoAdjust="0"/>
    <p:restoredTop sz="96327" autoAdjust="0"/>
  </p:normalViewPr>
  <p:slideViewPr>
    <p:cSldViewPr snapToGrid="0">
      <p:cViewPr varScale="1">
        <p:scale>
          <a:sx n="103" d="100"/>
          <a:sy n="103" d="100"/>
        </p:scale>
        <p:origin x="546" y="11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snapToGrid="0">
      <p:cViewPr varScale="1">
        <p:scale>
          <a:sx n="81" d="100"/>
          <a:sy n="81" d="100"/>
        </p:scale>
        <p:origin x="205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75FE30-91E4-4FDC-8718-282923D467E6}"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US"/>
        </a:p>
      </dgm:t>
    </dgm:pt>
    <dgm:pt modelId="{70FCC017-06B0-4751-9189-55EFEAB6AD77}">
      <dgm:prSet phldrT="[Text]"/>
      <dgm:spPr/>
      <dgm:t>
        <a:bodyPr/>
        <a:lstStyle/>
        <a:p>
          <a:r>
            <a:rPr lang="en-US" dirty="0"/>
            <a:t>Data</a:t>
          </a:r>
        </a:p>
      </dgm:t>
    </dgm:pt>
    <dgm:pt modelId="{CA7A76A1-DA99-43D6-ABAE-2ECD2079E67B}" type="parTrans" cxnId="{BDC73FBB-FC64-4F96-B676-881D0528C69D}">
      <dgm:prSet/>
      <dgm:spPr/>
      <dgm:t>
        <a:bodyPr/>
        <a:lstStyle/>
        <a:p>
          <a:endParaRPr lang="en-US"/>
        </a:p>
      </dgm:t>
    </dgm:pt>
    <dgm:pt modelId="{366A6ACE-14E7-45B8-8C4D-EF14DF0E86A5}" type="sibTrans" cxnId="{BDC73FBB-FC64-4F96-B676-881D0528C69D}">
      <dgm:prSet/>
      <dgm:spPr/>
      <dgm:t>
        <a:bodyPr/>
        <a:lstStyle/>
        <a:p>
          <a:endParaRPr lang="en-US"/>
        </a:p>
      </dgm:t>
    </dgm:pt>
    <dgm:pt modelId="{F3B6666B-616A-4CC8-8DF5-22BE1BC3E615}">
      <dgm:prSet phldrT="[Text]"/>
      <dgm:spPr/>
      <dgm:t>
        <a:bodyPr/>
        <a:lstStyle/>
        <a:p>
          <a:r>
            <a:rPr lang="en-US" dirty="0"/>
            <a:t>Apps</a:t>
          </a:r>
        </a:p>
      </dgm:t>
    </dgm:pt>
    <dgm:pt modelId="{DCD81D9B-9572-400A-9B10-DEC1BA062B12}" type="parTrans" cxnId="{BC7A37E6-7C09-465C-9EBD-8315915B24C4}">
      <dgm:prSet/>
      <dgm:spPr/>
      <dgm:t>
        <a:bodyPr/>
        <a:lstStyle/>
        <a:p>
          <a:endParaRPr lang="en-US"/>
        </a:p>
      </dgm:t>
    </dgm:pt>
    <dgm:pt modelId="{8F7E040D-9889-4DF7-B98D-50B027B51A29}" type="sibTrans" cxnId="{BC7A37E6-7C09-465C-9EBD-8315915B24C4}">
      <dgm:prSet/>
      <dgm:spPr/>
      <dgm:t>
        <a:bodyPr/>
        <a:lstStyle/>
        <a:p>
          <a:endParaRPr lang="en-US"/>
        </a:p>
      </dgm:t>
    </dgm:pt>
    <dgm:pt modelId="{BEA5131C-40ED-4896-ACD5-C444A13A1968}">
      <dgm:prSet phldrT="[Text]"/>
      <dgm:spPr/>
      <dgm:t>
        <a:bodyPr/>
        <a:lstStyle/>
        <a:p>
          <a:r>
            <a:rPr lang="en-US" dirty="0"/>
            <a:t>Programs</a:t>
          </a:r>
        </a:p>
      </dgm:t>
    </dgm:pt>
    <dgm:pt modelId="{52523F9D-B7EE-44A9-9D4E-CD8AA0478D17}" type="parTrans" cxnId="{2CF3261A-5D97-4047-9ED7-3ABAB40F5384}">
      <dgm:prSet/>
      <dgm:spPr/>
      <dgm:t>
        <a:bodyPr/>
        <a:lstStyle/>
        <a:p>
          <a:endParaRPr lang="en-US"/>
        </a:p>
      </dgm:t>
    </dgm:pt>
    <dgm:pt modelId="{07C46643-E397-4B8C-9604-CEB6E55813BD}" type="sibTrans" cxnId="{2CF3261A-5D97-4047-9ED7-3ABAB40F5384}">
      <dgm:prSet/>
      <dgm:spPr/>
      <dgm:t>
        <a:bodyPr/>
        <a:lstStyle/>
        <a:p>
          <a:endParaRPr lang="en-US"/>
        </a:p>
      </dgm:t>
    </dgm:pt>
    <dgm:pt modelId="{B0445472-1AFB-4150-8B1C-CA4CB8EE5BB8}">
      <dgm:prSet phldrT="[Text]"/>
      <dgm:spPr/>
      <dgm:t>
        <a:bodyPr/>
        <a:lstStyle/>
        <a:p>
          <a:r>
            <a:rPr lang="en-US" dirty="0"/>
            <a:t>Products</a:t>
          </a:r>
        </a:p>
      </dgm:t>
    </dgm:pt>
    <dgm:pt modelId="{9C9B8269-0A56-4935-A106-BF51F23AC220}" type="parTrans" cxnId="{70EFCAE0-8058-4507-8DF9-1EF7A709B4EB}">
      <dgm:prSet/>
      <dgm:spPr/>
      <dgm:t>
        <a:bodyPr/>
        <a:lstStyle/>
        <a:p>
          <a:endParaRPr lang="en-US"/>
        </a:p>
      </dgm:t>
    </dgm:pt>
    <dgm:pt modelId="{912D5047-B749-4954-965C-B7CDE946EF81}" type="sibTrans" cxnId="{70EFCAE0-8058-4507-8DF9-1EF7A709B4EB}">
      <dgm:prSet/>
      <dgm:spPr/>
      <dgm:t>
        <a:bodyPr/>
        <a:lstStyle/>
        <a:p>
          <a:endParaRPr lang="en-US"/>
        </a:p>
      </dgm:t>
    </dgm:pt>
    <dgm:pt modelId="{CD60886B-5981-43B9-AA21-B211017744B5}">
      <dgm:prSet phldrT="[Text]"/>
      <dgm:spPr/>
      <dgm:t>
        <a:bodyPr/>
        <a:lstStyle/>
        <a:p>
          <a:r>
            <a:rPr lang="en-US" dirty="0"/>
            <a:t>Tools</a:t>
          </a:r>
        </a:p>
      </dgm:t>
    </dgm:pt>
    <dgm:pt modelId="{2E3E87B0-F4BA-413C-9398-37E85DB42685}" type="parTrans" cxnId="{D81FBD27-7D8F-45E2-8DAF-1F6EDD915A17}">
      <dgm:prSet/>
      <dgm:spPr/>
      <dgm:t>
        <a:bodyPr/>
        <a:lstStyle/>
        <a:p>
          <a:endParaRPr lang="en-US"/>
        </a:p>
      </dgm:t>
    </dgm:pt>
    <dgm:pt modelId="{6E5D5B7F-B9C9-419D-91DE-327FBBB030F1}" type="sibTrans" cxnId="{D81FBD27-7D8F-45E2-8DAF-1F6EDD915A17}">
      <dgm:prSet/>
      <dgm:spPr/>
      <dgm:t>
        <a:bodyPr/>
        <a:lstStyle/>
        <a:p>
          <a:endParaRPr lang="en-US"/>
        </a:p>
      </dgm:t>
    </dgm:pt>
    <dgm:pt modelId="{4A307A94-B82F-44CC-AF3B-C1890A778598}" type="pres">
      <dgm:prSet presAssocID="{2A75FE30-91E4-4FDC-8718-282923D467E6}" presName="Name0" presStyleCnt="0">
        <dgm:presLayoutVars>
          <dgm:chMax val="1"/>
          <dgm:dir/>
          <dgm:animLvl val="ctr"/>
          <dgm:resizeHandles val="exact"/>
        </dgm:presLayoutVars>
      </dgm:prSet>
      <dgm:spPr/>
    </dgm:pt>
    <dgm:pt modelId="{3A2FA0CA-9338-4688-BF7A-C80EA146415C}" type="pres">
      <dgm:prSet presAssocID="{70FCC017-06B0-4751-9189-55EFEAB6AD77}" presName="centerShape" presStyleLbl="node0" presStyleIdx="0" presStyleCnt="1"/>
      <dgm:spPr/>
    </dgm:pt>
    <dgm:pt modelId="{AD96AE97-4D68-46E9-852D-B12A67622093}" type="pres">
      <dgm:prSet presAssocID="{F3B6666B-616A-4CC8-8DF5-22BE1BC3E615}" presName="node" presStyleLbl="node1" presStyleIdx="0" presStyleCnt="4">
        <dgm:presLayoutVars>
          <dgm:bulletEnabled val="1"/>
        </dgm:presLayoutVars>
      </dgm:prSet>
      <dgm:spPr/>
    </dgm:pt>
    <dgm:pt modelId="{CE23F539-B30D-4964-B4B4-DE9A5229510B}" type="pres">
      <dgm:prSet presAssocID="{F3B6666B-616A-4CC8-8DF5-22BE1BC3E615}" presName="dummy" presStyleCnt="0"/>
      <dgm:spPr/>
    </dgm:pt>
    <dgm:pt modelId="{7D75CD98-DC4A-46DE-B4FF-4898ECE26479}" type="pres">
      <dgm:prSet presAssocID="{8F7E040D-9889-4DF7-B98D-50B027B51A29}" presName="sibTrans" presStyleLbl="sibTrans2D1" presStyleIdx="0" presStyleCnt="4"/>
      <dgm:spPr/>
    </dgm:pt>
    <dgm:pt modelId="{A5204392-9374-4894-9967-8EB78C5F02CD}" type="pres">
      <dgm:prSet presAssocID="{CD60886B-5981-43B9-AA21-B211017744B5}" presName="node" presStyleLbl="node1" presStyleIdx="1" presStyleCnt="4">
        <dgm:presLayoutVars>
          <dgm:bulletEnabled val="1"/>
        </dgm:presLayoutVars>
      </dgm:prSet>
      <dgm:spPr/>
    </dgm:pt>
    <dgm:pt modelId="{E09746DA-BE5B-4C0C-A4C9-156840A1C911}" type="pres">
      <dgm:prSet presAssocID="{CD60886B-5981-43B9-AA21-B211017744B5}" presName="dummy" presStyleCnt="0"/>
      <dgm:spPr/>
    </dgm:pt>
    <dgm:pt modelId="{E229483F-7C80-4878-A457-A8D6FDCC0E30}" type="pres">
      <dgm:prSet presAssocID="{6E5D5B7F-B9C9-419D-91DE-327FBBB030F1}" presName="sibTrans" presStyleLbl="sibTrans2D1" presStyleIdx="1" presStyleCnt="4"/>
      <dgm:spPr/>
    </dgm:pt>
    <dgm:pt modelId="{207746E5-3AB6-4E17-8A04-A42C01EF85CB}" type="pres">
      <dgm:prSet presAssocID="{BEA5131C-40ED-4896-ACD5-C444A13A1968}" presName="node" presStyleLbl="node1" presStyleIdx="2" presStyleCnt="4">
        <dgm:presLayoutVars>
          <dgm:bulletEnabled val="1"/>
        </dgm:presLayoutVars>
      </dgm:prSet>
      <dgm:spPr/>
    </dgm:pt>
    <dgm:pt modelId="{6849582F-43F0-4B9A-989A-6D3C9C35231A}" type="pres">
      <dgm:prSet presAssocID="{BEA5131C-40ED-4896-ACD5-C444A13A1968}" presName="dummy" presStyleCnt="0"/>
      <dgm:spPr/>
    </dgm:pt>
    <dgm:pt modelId="{8AC57D0F-F229-4F44-ADDE-9649151209EE}" type="pres">
      <dgm:prSet presAssocID="{07C46643-E397-4B8C-9604-CEB6E55813BD}" presName="sibTrans" presStyleLbl="sibTrans2D1" presStyleIdx="2" presStyleCnt="4"/>
      <dgm:spPr/>
    </dgm:pt>
    <dgm:pt modelId="{A4212EB2-0F96-458E-9235-A88212A3759E}" type="pres">
      <dgm:prSet presAssocID="{B0445472-1AFB-4150-8B1C-CA4CB8EE5BB8}" presName="node" presStyleLbl="node1" presStyleIdx="3" presStyleCnt="4">
        <dgm:presLayoutVars>
          <dgm:bulletEnabled val="1"/>
        </dgm:presLayoutVars>
      </dgm:prSet>
      <dgm:spPr/>
    </dgm:pt>
    <dgm:pt modelId="{56B3D500-BB82-4E50-85C8-52C4C01DA824}" type="pres">
      <dgm:prSet presAssocID="{B0445472-1AFB-4150-8B1C-CA4CB8EE5BB8}" presName="dummy" presStyleCnt="0"/>
      <dgm:spPr/>
    </dgm:pt>
    <dgm:pt modelId="{C6E9773E-1927-44FA-9D0E-550ADA0BFF16}" type="pres">
      <dgm:prSet presAssocID="{912D5047-B749-4954-965C-B7CDE946EF81}" presName="sibTrans" presStyleLbl="sibTrans2D1" presStyleIdx="3" presStyleCnt="4"/>
      <dgm:spPr/>
    </dgm:pt>
  </dgm:ptLst>
  <dgm:cxnLst>
    <dgm:cxn modelId="{FA3DF219-7E25-4695-A854-63B536FD66B5}" type="presOf" srcId="{F3B6666B-616A-4CC8-8DF5-22BE1BC3E615}" destId="{AD96AE97-4D68-46E9-852D-B12A67622093}" srcOrd="0" destOrd="0" presId="urn:microsoft.com/office/officeart/2005/8/layout/radial6"/>
    <dgm:cxn modelId="{2CF3261A-5D97-4047-9ED7-3ABAB40F5384}" srcId="{70FCC017-06B0-4751-9189-55EFEAB6AD77}" destId="{BEA5131C-40ED-4896-ACD5-C444A13A1968}" srcOrd="2" destOrd="0" parTransId="{52523F9D-B7EE-44A9-9D4E-CD8AA0478D17}" sibTransId="{07C46643-E397-4B8C-9604-CEB6E55813BD}"/>
    <dgm:cxn modelId="{D81FBD27-7D8F-45E2-8DAF-1F6EDD915A17}" srcId="{70FCC017-06B0-4751-9189-55EFEAB6AD77}" destId="{CD60886B-5981-43B9-AA21-B211017744B5}" srcOrd="1" destOrd="0" parTransId="{2E3E87B0-F4BA-413C-9398-37E85DB42685}" sibTransId="{6E5D5B7F-B9C9-419D-91DE-327FBBB030F1}"/>
    <dgm:cxn modelId="{8516535B-1DB9-4803-8E9E-1763DC83B992}" type="presOf" srcId="{2A75FE30-91E4-4FDC-8718-282923D467E6}" destId="{4A307A94-B82F-44CC-AF3B-C1890A778598}" srcOrd="0" destOrd="0" presId="urn:microsoft.com/office/officeart/2005/8/layout/radial6"/>
    <dgm:cxn modelId="{57A8C659-2607-483B-B034-36FC9F60F568}" type="presOf" srcId="{B0445472-1AFB-4150-8B1C-CA4CB8EE5BB8}" destId="{A4212EB2-0F96-458E-9235-A88212A3759E}" srcOrd="0" destOrd="0" presId="urn:microsoft.com/office/officeart/2005/8/layout/radial6"/>
    <dgm:cxn modelId="{C28B6D99-C224-46AC-BDC8-D6A82FC7C50F}" type="presOf" srcId="{8F7E040D-9889-4DF7-B98D-50B027B51A29}" destId="{7D75CD98-DC4A-46DE-B4FF-4898ECE26479}" srcOrd="0" destOrd="0" presId="urn:microsoft.com/office/officeart/2005/8/layout/radial6"/>
    <dgm:cxn modelId="{0E969299-041A-413F-A9F2-8A34A1E306D7}" type="presOf" srcId="{912D5047-B749-4954-965C-B7CDE946EF81}" destId="{C6E9773E-1927-44FA-9D0E-550ADA0BFF16}" srcOrd="0" destOrd="0" presId="urn:microsoft.com/office/officeart/2005/8/layout/radial6"/>
    <dgm:cxn modelId="{D00FF79F-CB20-4D52-B9C2-0BA5A7CFFF08}" type="presOf" srcId="{07C46643-E397-4B8C-9604-CEB6E55813BD}" destId="{8AC57D0F-F229-4F44-ADDE-9649151209EE}" srcOrd="0" destOrd="0" presId="urn:microsoft.com/office/officeart/2005/8/layout/radial6"/>
    <dgm:cxn modelId="{1985D8B1-A537-4EDE-998D-54EF49EAD044}" type="presOf" srcId="{6E5D5B7F-B9C9-419D-91DE-327FBBB030F1}" destId="{E229483F-7C80-4878-A457-A8D6FDCC0E30}" srcOrd="0" destOrd="0" presId="urn:microsoft.com/office/officeart/2005/8/layout/radial6"/>
    <dgm:cxn modelId="{CAA8EFB8-288C-43ED-8C64-234876AD87DC}" type="presOf" srcId="{CD60886B-5981-43B9-AA21-B211017744B5}" destId="{A5204392-9374-4894-9967-8EB78C5F02CD}" srcOrd="0" destOrd="0" presId="urn:microsoft.com/office/officeart/2005/8/layout/radial6"/>
    <dgm:cxn modelId="{BDC73FBB-FC64-4F96-B676-881D0528C69D}" srcId="{2A75FE30-91E4-4FDC-8718-282923D467E6}" destId="{70FCC017-06B0-4751-9189-55EFEAB6AD77}" srcOrd="0" destOrd="0" parTransId="{CA7A76A1-DA99-43D6-ABAE-2ECD2079E67B}" sibTransId="{366A6ACE-14E7-45B8-8C4D-EF14DF0E86A5}"/>
    <dgm:cxn modelId="{9B9329BD-18B4-4B10-BF3F-DC623B917A08}" type="presOf" srcId="{BEA5131C-40ED-4896-ACD5-C444A13A1968}" destId="{207746E5-3AB6-4E17-8A04-A42C01EF85CB}" srcOrd="0" destOrd="0" presId="urn:microsoft.com/office/officeart/2005/8/layout/radial6"/>
    <dgm:cxn modelId="{70EFCAE0-8058-4507-8DF9-1EF7A709B4EB}" srcId="{70FCC017-06B0-4751-9189-55EFEAB6AD77}" destId="{B0445472-1AFB-4150-8B1C-CA4CB8EE5BB8}" srcOrd="3" destOrd="0" parTransId="{9C9B8269-0A56-4935-A106-BF51F23AC220}" sibTransId="{912D5047-B749-4954-965C-B7CDE946EF81}"/>
    <dgm:cxn modelId="{BC7A37E6-7C09-465C-9EBD-8315915B24C4}" srcId="{70FCC017-06B0-4751-9189-55EFEAB6AD77}" destId="{F3B6666B-616A-4CC8-8DF5-22BE1BC3E615}" srcOrd="0" destOrd="0" parTransId="{DCD81D9B-9572-400A-9B10-DEC1BA062B12}" sibTransId="{8F7E040D-9889-4DF7-B98D-50B027B51A29}"/>
    <dgm:cxn modelId="{121E33E8-7557-469E-A8B8-1DCEC721B6D7}" type="presOf" srcId="{70FCC017-06B0-4751-9189-55EFEAB6AD77}" destId="{3A2FA0CA-9338-4688-BF7A-C80EA146415C}" srcOrd="0" destOrd="0" presId="urn:microsoft.com/office/officeart/2005/8/layout/radial6"/>
    <dgm:cxn modelId="{D7E7A9B8-EB3E-4526-9318-CD4D68417C93}" type="presParOf" srcId="{4A307A94-B82F-44CC-AF3B-C1890A778598}" destId="{3A2FA0CA-9338-4688-BF7A-C80EA146415C}" srcOrd="0" destOrd="0" presId="urn:microsoft.com/office/officeart/2005/8/layout/radial6"/>
    <dgm:cxn modelId="{837E968C-E92B-4858-B2A9-B3E7E3A29A46}" type="presParOf" srcId="{4A307A94-B82F-44CC-AF3B-C1890A778598}" destId="{AD96AE97-4D68-46E9-852D-B12A67622093}" srcOrd="1" destOrd="0" presId="urn:microsoft.com/office/officeart/2005/8/layout/radial6"/>
    <dgm:cxn modelId="{9D43607A-8BE8-434C-98A3-7D07CB2EB26E}" type="presParOf" srcId="{4A307A94-B82F-44CC-AF3B-C1890A778598}" destId="{CE23F539-B30D-4964-B4B4-DE9A5229510B}" srcOrd="2" destOrd="0" presId="urn:microsoft.com/office/officeart/2005/8/layout/radial6"/>
    <dgm:cxn modelId="{8BA9613A-1A77-4417-8FCE-02DDC4A64E73}" type="presParOf" srcId="{4A307A94-B82F-44CC-AF3B-C1890A778598}" destId="{7D75CD98-DC4A-46DE-B4FF-4898ECE26479}" srcOrd="3" destOrd="0" presId="urn:microsoft.com/office/officeart/2005/8/layout/radial6"/>
    <dgm:cxn modelId="{FC282590-D9F6-44C3-BFCF-26C09C69D464}" type="presParOf" srcId="{4A307A94-B82F-44CC-AF3B-C1890A778598}" destId="{A5204392-9374-4894-9967-8EB78C5F02CD}" srcOrd="4" destOrd="0" presId="urn:microsoft.com/office/officeart/2005/8/layout/radial6"/>
    <dgm:cxn modelId="{2423B6ED-B130-403B-904F-BC9E4EEB3BB6}" type="presParOf" srcId="{4A307A94-B82F-44CC-AF3B-C1890A778598}" destId="{E09746DA-BE5B-4C0C-A4C9-156840A1C911}" srcOrd="5" destOrd="0" presId="urn:microsoft.com/office/officeart/2005/8/layout/radial6"/>
    <dgm:cxn modelId="{E5C5B249-563C-40A6-85FD-A11A8FED8C55}" type="presParOf" srcId="{4A307A94-B82F-44CC-AF3B-C1890A778598}" destId="{E229483F-7C80-4878-A457-A8D6FDCC0E30}" srcOrd="6" destOrd="0" presId="urn:microsoft.com/office/officeart/2005/8/layout/radial6"/>
    <dgm:cxn modelId="{097582C4-23A7-431F-9997-CC5D088B4D4E}" type="presParOf" srcId="{4A307A94-B82F-44CC-AF3B-C1890A778598}" destId="{207746E5-3AB6-4E17-8A04-A42C01EF85CB}" srcOrd="7" destOrd="0" presId="urn:microsoft.com/office/officeart/2005/8/layout/radial6"/>
    <dgm:cxn modelId="{455C691F-BF62-42FF-877E-8C0E558B732D}" type="presParOf" srcId="{4A307A94-B82F-44CC-AF3B-C1890A778598}" destId="{6849582F-43F0-4B9A-989A-6D3C9C35231A}" srcOrd="8" destOrd="0" presId="urn:microsoft.com/office/officeart/2005/8/layout/radial6"/>
    <dgm:cxn modelId="{EA309EDB-622E-4814-8AEF-F73656260C92}" type="presParOf" srcId="{4A307A94-B82F-44CC-AF3B-C1890A778598}" destId="{8AC57D0F-F229-4F44-ADDE-9649151209EE}" srcOrd="9" destOrd="0" presId="urn:microsoft.com/office/officeart/2005/8/layout/radial6"/>
    <dgm:cxn modelId="{A14BBD56-470B-474C-8443-4E5F243B3710}" type="presParOf" srcId="{4A307A94-B82F-44CC-AF3B-C1890A778598}" destId="{A4212EB2-0F96-458E-9235-A88212A3759E}" srcOrd="10" destOrd="0" presId="urn:microsoft.com/office/officeart/2005/8/layout/radial6"/>
    <dgm:cxn modelId="{EFC1E7DA-F8F5-4416-AA6A-918982018028}" type="presParOf" srcId="{4A307A94-B82F-44CC-AF3B-C1890A778598}" destId="{56B3D500-BB82-4E50-85C8-52C4C01DA824}" srcOrd="11" destOrd="0" presId="urn:microsoft.com/office/officeart/2005/8/layout/radial6"/>
    <dgm:cxn modelId="{47119691-90B7-4522-AE65-B639D8FFE58C}" type="presParOf" srcId="{4A307A94-B82F-44CC-AF3B-C1890A778598}" destId="{C6E9773E-1927-44FA-9D0E-550ADA0BFF16}"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FDD74B-1C53-4746-B33A-A62119093370}"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DF50A51C-415B-4BE5-AF44-318E185E0A9F}">
      <dgm:prSet phldrT="[Text]"/>
      <dgm:spPr/>
      <dgm:t>
        <a:bodyPr/>
        <a:lstStyle/>
        <a:p>
          <a:r>
            <a:rPr lang="en-US" dirty="0"/>
            <a:t>Option A</a:t>
          </a:r>
        </a:p>
      </dgm:t>
    </dgm:pt>
    <dgm:pt modelId="{832B8D68-0E4D-45BC-8610-0E42A2BC0404}" type="parTrans" cxnId="{5CD6D387-44AF-4135-AFF7-CAA38401AB0E}">
      <dgm:prSet/>
      <dgm:spPr/>
      <dgm:t>
        <a:bodyPr/>
        <a:lstStyle/>
        <a:p>
          <a:endParaRPr lang="en-US"/>
        </a:p>
      </dgm:t>
    </dgm:pt>
    <dgm:pt modelId="{9D0AE665-08F4-4B3A-95FE-05CD42A53A14}" type="sibTrans" cxnId="{5CD6D387-44AF-4135-AFF7-CAA38401AB0E}">
      <dgm:prSet/>
      <dgm:spPr/>
      <dgm:t>
        <a:bodyPr/>
        <a:lstStyle/>
        <a:p>
          <a:endParaRPr lang="en-US"/>
        </a:p>
      </dgm:t>
    </dgm:pt>
    <dgm:pt modelId="{4E808699-A4C8-492E-BF1D-2E3C424ADC27}">
      <dgm:prSet phldrT="[Text]"/>
      <dgm:spPr/>
      <dgm:t>
        <a:bodyPr/>
        <a:lstStyle/>
        <a:p>
          <a:r>
            <a:rPr lang="en-US" dirty="0"/>
            <a:t>Benefit?</a:t>
          </a:r>
        </a:p>
      </dgm:t>
    </dgm:pt>
    <dgm:pt modelId="{32603FDC-AA72-40B3-B1A1-16D3F2C925D4}" type="parTrans" cxnId="{0F88C99B-035E-46CF-81AF-743CC1BDEEA8}">
      <dgm:prSet/>
      <dgm:spPr/>
      <dgm:t>
        <a:bodyPr/>
        <a:lstStyle/>
        <a:p>
          <a:endParaRPr lang="en-US"/>
        </a:p>
      </dgm:t>
    </dgm:pt>
    <dgm:pt modelId="{FE6F84E6-CBDE-46D4-8B66-E36A76FBAD95}" type="sibTrans" cxnId="{0F88C99B-035E-46CF-81AF-743CC1BDEEA8}">
      <dgm:prSet/>
      <dgm:spPr/>
      <dgm:t>
        <a:bodyPr/>
        <a:lstStyle/>
        <a:p>
          <a:endParaRPr lang="en-US"/>
        </a:p>
      </dgm:t>
    </dgm:pt>
    <dgm:pt modelId="{58346938-78C1-45D2-A1AA-E46ABC157F57}">
      <dgm:prSet phldrT="[Text]"/>
      <dgm:spPr/>
      <dgm:t>
        <a:bodyPr/>
        <a:lstStyle/>
        <a:p>
          <a:r>
            <a:rPr lang="en-US" dirty="0"/>
            <a:t>Cost?</a:t>
          </a:r>
        </a:p>
      </dgm:t>
    </dgm:pt>
    <dgm:pt modelId="{263CCA95-398F-42D4-80AB-33A4555E22FF}" type="parTrans" cxnId="{14809E2C-43EF-410A-852B-21FCEF69D856}">
      <dgm:prSet/>
      <dgm:spPr/>
      <dgm:t>
        <a:bodyPr/>
        <a:lstStyle/>
        <a:p>
          <a:endParaRPr lang="en-US"/>
        </a:p>
      </dgm:t>
    </dgm:pt>
    <dgm:pt modelId="{504C2CD4-BE6D-4707-8B04-5A697A503880}" type="sibTrans" cxnId="{14809E2C-43EF-410A-852B-21FCEF69D856}">
      <dgm:prSet/>
      <dgm:spPr/>
      <dgm:t>
        <a:bodyPr/>
        <a:lstStyle/>
        <a:p>
          <a:endParaRPr lang="en-US"/>
        </a:p>
      </dgm:t>
    </dgm:pt>
    <dgm:pt modelId="{22AB27E0-396F-4846-888C-EE854C2B6889}">
      <dgm:prSet phldrT="[Text]"/>
      <dgm:spPr/>
      <dgm:t>
        <a:bodyPr/>
        <a:lstStyle/>
        <a:p>
          <a:r>
            <a:rPr lang="en-US" dirty="0"/>
            <a:t>Option B</a:t>
          </a:r>
        </a:p>
      </dgm:t>
    </dgm:pt>
    <dgm:pt modelId="{7176BC48-D9DF-4776-906E-F29960ACA4E0}" type="parTrans" cxnId="{250A928F-780F-4535-ABC4-1880190B128C}">
      <dgm:prSet/>
      <dgm:spPr/>
      <dgm:t>
        <a:bodyPr/>
        <a:lstStyle/>
        <a:p>
          <a:endParaRPr lang="en-US"/>
        </a:p>
      </dgm:t>
    </dgm:pt>
    <dgm:pt modelId="{1C79BF89-E4AE-47B5-ADF0-09DE85BD74A9}" type="sibTrans" cxnId="{250A928F-780F-4535-ABC4-1880190B128C}">
      <dgm:prSet/>
      <dgm:spPr/>
      <dgm:t>
        <a:bodyPr/>
        <a:lstStyle/>
        <a:p>
          <a:endParaRPr lang="en-US"/>
        </a:p>
      </dgm:t>
    </dgm:pt>
    <dgm:pt modelId="{774958C9-E7A8-412F-BEA7-A4A9889F88CF}">
      <dgm:prSet phldrT="[Text]"/>
      <dgm:spPr/>
      <dgm:t>
        <a:bodyPr/>
        <a:lstStyle/>
        <a:p>
          <a:r>
            <a:rPr lang="en-US" dirty="0"/>
            <a:t>Benefit?</a:t>
          </a:r>
        </a:p>
      </dgm:t>
    </dgm:pt>
    <dgm:pt modelId="{BAE85F71-5875-40FB-AC65-6CCCFB9E008E}" type="parTrans" cxnId="{D0585CE8-51C2-4E14-A6B2-594F685FE12B}">
      <dgm:prSet/>
      <dgm:spPr/>
      <dgm:t>
        <a:bodyPr/>
        <a:lstStyle/>
        <a:p>
          <a:endParaRPr lang="en-US"/>
        </a:p>
      </dgm:t>
    </dgm:pt>
    <dgm:pt modelId="{0A8D03B7-04ED-4A5D-B324-D62AA410C55E}" type="sibTrans" cxnId="{D0585CE8-51C2-4E14-A6B2-594F685FE12B}">
      <dgm:prSet/>
      <dgm:spPr/>
      <dgm:t>
        <a:bodyPr/>
        <a:lstStyle/>
        <a:p>
          <a:endParaRPr lang="en-US"/>
        </a:p>
      </dgm:t>
    </dgm:pt>
    <dgm:pt modelId="{72969862-DD79-48B8-952F-8AA12B752447}">
      <dgm:prSet phldrT="[Text]"/>
      <dgm:spPr/>
      <dgm:t>
        <a:bodyPr/>
        <a:lstStyle/>
        <a:p>
          <a:r>
            <a:rPr lang="en-US" dirty="0"/>
            <a:t>Option C</a:t>
          </a:r>
        </a:p>
      </dgm:t>
    </dgm:pt>
    <dgm:pt modelId="{129454DC-52E0-41D3-A88B-AA71CA2A7304}" type="parTrans" cxnId="{00897CBD-0F34-4B72-97A5-CD6E7987C64B}">
      <dgm:prSet/>
      <dgm:spPr/>
      <dgm:t>
        <a:bodyPr/>
        <a:lstStyle/>
        <a:p>
          <a:endParaRPr lang="en-US"/>
        </a:p>
      </dgm:t>
    </dgm:pt>
    <dgm:pt modelId="{E9E95CE2-A4D5-4F25-B242-AA89FD38D32D}" type="sibTrans" cxnId="{00897CBD-0F34-4B72-97A5-CD6E7987C64B}">
      <dgm:prSet/>
      <dgm:spPr/>
      <dgm:t>
        <a:bodyPr/>
        <a:lstStyle/>
        <a:p>
          <a:endParaRPr lang="en-US"/>
        </a:p>
      </dgm:t>
    </dgm:pt>
    <dgm:pt modelId="{34131B20-8782-4ADF-8823-1B3DEAB857D3}">
      <dgm:prSet phldrT="[Text]"/>
      <dgm:spPr/>
      <dgm:t>
        <a:bodyPr/>
        <a:lstStyle/>
        <a:p>
          <a:r>
            <a:rPr lang="en-US" dirty="0"/>
            <a:t>Time?</a:t>
          </a:r>
        </a:p>
      </dgm:t>
    </dgm:pt>
    <dgm:pt modelId="{AC76E778-8702-4523-93A7-E3DF22CDE266}" type="parTrans" cxnId="{5E0C3F62-FF79-4940-9EC3-709449D7030E}">
      <dgm:prSet/>
      <dgm:spPr/>
      <dgm:t>
        <a:bodyPr/>
        <a:lstStyle/>
        <a:p>
          <a:endParaRPr lang="en-US"/>
        </a:p>
      </dgm:t>
    </dgm:pt>
    <dgm:pt modelId="{4352FBB7-F998-4497-B8D9-88893759AC1E}" type="sibTrans" cxnId="{5E0C3F62-FF79-4940-9EC3-709449D7030E}">
      <dgm:prSet/>
      <dgm:spPr/>
      <dgm:t>
        <a:bodyPr/>
        <a:lstStyle/>
        <a:p>
          <a:endParaRPr lang="en-US"/>
        </a:p>
      </dgm:t>
    </dgm:pt>
    <dgm:pt modelId="{36758E45-973A-45CB-BFDE-49B28E3EC46E}">
      <dgm:prSet phldrT="[Text]"/>
      <dgm:spPr/>
      <dgm:t>
        <a:bodyPr/>
        <a:lstStyle/>
        <a:p>
          <a:r>
            <a:rPr lang="en-US" dirty="0"/>
            <a:t>Cost?</a:t>
          </a:r>
        </a:p>
      </dgm:t>
    </dgm:pt>
    <dgm:pt modelId="{09B281AF-7FA4-494C-926A-B72A41B26F14}" type="parTrans" cxnId="{A25BC69B-E674-49CD-B65B-4D1219107CA1}">
      <dgm:prSet/>
      <dgm:spPr/>
      <dgm:t>
        <a:bodyPr/>
        <a:lstStyle/>
        <a:p>
          <a:endParaRPr lang="en-US"/>
        </a:p>
      </dgm:t>
    </dgm:pt>
    <dgm:pt modelId="{4701EEA3-2376-410C-B1BF-50F9489B9C31}" type="sibTrans" cxnId="{A25BC69B-E674-49CD-B65B-4D1219107CA1}">
      <dgm:prSet/>
      <dgm:spPr/>
      <dgm:t>
        <a:bodyPr/>
        <a:lstStyle/>
        <a:p>
          <a:endParaRPr lang="en-US"/>
        </a:p>
      </dgm:t>
    </dgm:pt>
    <dgm:pt modelId="{1E4167D3-F17E-43F4-8B2A-D47D4E6BEADF}">
      <dgm:prSet phldrT="[Text]"/>
      <dgm:spPr/>
      <dgm:t>
        <a:bodyPr/>
        <a:lstStyle/>
        <a:p>
          <a:r>
            <a:rPr lang="en-US" dirty="0"/>
            <a:t>Time?</a:t>
          </a:r>
        </a:p>
      </dgm:t>
    </dgm:pt>
    <dgm:pt modelId="{5617F93F-8A1E-473B-9BF1-E8033F4FE1DF}" type="parTrans" cxnId="{0CCEDC7C-6750-430A-B2C3-E3B53BDDC654}">
      <dgm:prSet/>
      <dgm:spPr/>
      <dgm:t>
        <a:bodyPr/>
        <a:lstStyle/>
        <a:p>
          <a:endParaRPr lang="en-US"/>
        </a:p>
      </dgm:t>
    </dgm:pt>
    <dgm:pt modelId="{31D87908-FA00-44D1-9BDB-36CFF6EEF322}" type="sibTrans" cxnId="{0CCEDC7C-6750-430A-B2C3-E3B53BDDC654}">
      <dgm:prSet/>
      <dgm:spPr/>
      <dgm:t>
        <a:bodyPr/>
        <a:lstStyle/>
        <a:p>
          <a:endParaRPr lang="en-US"/>
        </a:p>
      </dgm:t>
    </dgm:pt>
    <dgm:pt modelId="{E8DBA148-046C-4454-8DD2-BBF7CBE8CBA3}">
      <dgm:prSet phldrT="[Text]"/>
      <dgm:spPr/>
      <dgm:t>
        <a:bodyPr/>
        <a:lstStyle/>
        <a:p>
          <a:r>
            <a:rPr lang="en-US" dirty="0"/>
            <a:t>Benefit?</a:t>
          </a:r>
        </a:p>
      </dgm:t>
    </dgm:pt>
    <dgm:pt modelId="{0B1304D6-1682-413A-A460-C51084F6091E}" type="parTrans" cxnId="{DF5B6562-BFD6-4EE1-B519-613742F27860}">
      <dgm:prSet/>
      <dgm:spPr/>
      <dgm:t>
        <a:bodyPr/>
        <a:lstStyle/>
        <a:p>
          <a:endParaRPr lang="en-US"/>
        </a:p>
      </dgm:t>
    </dgm:pt>
    <dgm:pt modelId="{284779E2-CF5C-4C47-BDD0-8C4AFA0E50F2}" type="sibTrans" cxnId="{DF5B6562-BFD6-4EE1-B519-613742F27860}">
      <dgm:prSet/>
      <dgm:spPr/>
      <dgm:t>
        <a:bodyPr/>
        <a:lstStyle/>
        <a:p>
          <a:endParaRPr lang="en-US"/>
        </a:p>
      </dgm:t>
    </dgm:pt>
    <dgm:pt modelId="{8AC20B95-D45D-4234-99B1-D54F45A539A3}">
      <dgm:prSet phldrT="[Text]"/>
      <dgm:spPr/>
      <dgm:t>
        <a:bodyPr/>
        <a:lstStyle/>
        <a:p>
          <a:r>
            <a:rPr lang="en-US" dirty="0"/>
            <a:t>Cost?</a:t>
          </a:r>
        </a:p>
      </dgm:t>
    </dgm:pt>
    <dgm:pt modelId="{AB682670-D1AB-4407-8B1F-F82897DC9B57}" type="parTrans" cxnId="{BCE50E49-3D6B-4FEF-A92D-DDC60BE23859}">
      <dgm:prSet/>
      <dgm:spPr/>
      <dgm:t>
        <a:bodyPr/>
        <a:lstStyle/>
        <a:p>
          <a:endParaRPr lang="en-US"/>
        </a:p>
      </dgm:t>
    </dgm:pt>
    <dgm:pt modelId="{E359695E-EE0F-499E-8789-944021CC17A8}" type="sibTrans" cxnId="{BCE50E49-3D6B-4FEF-A92D-DDC60BE23859}">
      <dgm:prSet/>
      <dgm:spPr/>
      <dgm:t>
        <a:bodyPr/>
        <a:lstStyle/>
        <a:p>
          <a:endParaRPr lang="en-US"/>
        </a:p>
      </dgm:t>
    </dgm:pt>
    <dgm:pt modelId="{E254F0A8-7CA7-4211-A8A0-3E5756102864}">
      <dgm:prSet phldrT="[Text]"/>
      <dgm:spPr/>
      <dgm:t>
        <a:bodyPr/>
        <a:lstStyle/>
        <a:p>
          <a:r>
            <a:rPr lang="en-US" dirty="0"/>
            <a:t>Time?</a:t>
          </a:r>
        </a:p>
      </dgm:t>
    </dgm:pt>
    <dgm:pt modelId="{49C6F3E8-5D9D-4D5A-86EA-F7020DE0D6DE}" type="parTrans" cxnId="{0C598B28-AA59-4967-B87E-C575E0C9A48B}">
      <dgm:prSet/>
      <dgm:spPr/>
      <dgm:t>
        <a:bodyPr/>
        <a:lstStyle/>
        <a:p>
          <a:endParaRPr lang="en-US"/>
        </a:p>
      </dgm:t>
    </dgm:pt>
    <dgm:pt modelId="{BA2C78D1-274C-422F-BAEB-83E9B1226474}" type="sibTrans" cxnId="{0C598B28-AA59-4967-B87E-C575E0C9A48B}">
      <dgm:prSet/>
      <dgm:spPr/>
      <dgm:t>
        <a:bodyPr/>
        <a:lstStyle/>
        <a:p>
          <a:endParaRPr lang="en-US"/>
        </a:p>
      </dgm:t>
    </dgm:pt>
    <dgm:pt modelId="{95B6A852-AD92-435E-9339-A28CAF9D2BB7}" type="pres">
      <dgm:prSet presAssocID="{75FDD74B-1C53-4746-B33A-A62119093370}" presName="list" presStyleCnt="0">
        <dgm:presLayoutVars>
          <dgm:dir/>
          <dgm:animLvl val="lvl"/>
        </dgm:presLayoutVars>
      </dgm:prSet>
      <dgm:spPr/>
    </dgm:pt>
    <dgm:pt modelId="{454A9795-5F77-47A2-BBC6-B835EEF0D12B}" type="pres">
      <dgm:prSet presAssocID="{DF50A51C-415B-4BE5-AF44-318E185E0A9F}" presName="posSpace" presStyleCnt="0"/>
      <dgm:spPr/>
    </dgm:pt>
    <dgm:pt modelId="{2D2A2036-819A-4175-904C-25770DEC184A}" type="pres">
      <dgm:prSet presAssocID="{DF50A51C-415B-4BE5-AF44-318E185E0A9F}" presName="vertFlow" presStyleCnt="0"/>
      <dgm:spPr/>
    </dgm:pt>
    <dgm:pt modelId="{6474AC16-DE4E-4FA3-A65B-5BAF3023427E}" type="pres">
      <dgm:prSet presAssocID="{DF50A51C-415B-4BE5-AF44-318E185E0A9F}" presName="topSpace" presStyleCnt="0"/>
      <dgm:spPr/>
    </dgm:pt>
    <dgm:pt modelId="{05C3BBAE-38E2-41CD-95A3-2F828C2297FB}" type="pres">
      <dgm:prSet presAssocID="{DF50A51C-415B-4BE5-AF44-318E185E0A9F}" presName="firstComp" presStyleCnt="0"/>
      <dgm:spPr/>
    </dgm:pt>
    <dgm:pt modelId="{693499B8-FF42-4C12-A05A-CCD8F260EAE1}" type="pres">
      <dgm:prSet presAssocID="{DF50A51C-415B-4BE5-AF44-318E185E0A9F}" presName="firstChild" presStyleLbl="bgAccFollowNode1" presStyleIdx="0" presStyleCnt="9"/>
      <dgm:spPr/>
    </dgm:pt>
    <dgm:pt modelId="{A3DE7BBC-F3C7-42C5-8A37-71985CA3A3EB}" type="pres">
      <dgm:prSet presAssocID="{DF50A51C-415B-4BE5-AF44-318E185E0A9F}" presName="firstChildTx" presStyleLbl="bgAccFollowNode1" presStyleIdx="0" presStyleCnt="9">
        <dgm:presLayoutVars>
          <dgm:bulletEnabled val="1"/>
        </dgm:presLayoutVars>
      </dgm:prSet>
      <dgm:spPr/>
    </dgm:pt>
    <dgm:pt modelId="{8C182BDB-0147-4EAE-8FA9-9781BB6415CE}" type="pres">
      <dgm:prSet presAssocID="{58346938-78C1-45D2-A1AA-E46ABC157F57}" presName="comp" presStyleCnt="0"/>
      <dgm:spPr/>
    </dgm:pt>
    <dgm:pt modelId="{2246C949-8286-4A7A-A6D3-54C42ED3CBE9}" type="pres">
      <dgm:prSet presAssocID="{58346938-78C1-45D2-A1AA-E46ABC157F57}" presName="child" presStyleLbl="bgAccFollowNode1" presStyleIdx="1" presStyleCnt="9"/>
      <dgm:spPr/>
    </dgm:pt>
    <dgm:pt modelId="{B1A6AA1A-4A49-4989-9944-83C40373E7B8}" type="pres">
      <dgm:prSet presAssocID="{58346938-78C1-45D2-A1AA-E46ABC157F57}" presName="childTx" presStyleLbl="bgAccFollowNode1" presStyleIdx="1" presStyleCnt="9">
        <dgm:presLayoutVars>
          <dgm:bulletEnabled val="1"/>
        </dgm:presLayoutVars>
      </dgm:prSet>
      <dgm:spPr/>
    </dgm:pt>
    <dgm:pt modelId="{0036F5A8-3CE9-4183-8298-3C05FF13DEDD}" type="pres">
      <dgm:prSet presAssocID="{34131B20-8782-4ADF-8823-1B3DEAB857D3}" presName="comp" presStyleCnt="0"/>
      <dgm:spPr/>
    </dgm:pt>
    <dgm:pt modelId="{AF5D6E42-7341-4C86-A0C1-F594BE553C40}" type="pres">
      <dgm:prSet presAssocID="{34131B20-8782-4ADF-8823-1B3DEAB857D3}" presName="child" presStyleLbl="bgAccFollowNode1" presStyleIdx="2" presStyleCnt="9"/>
      <dgm:spPr/>
    </dgm:pt>
    <dgm:pt modelId="{9B01C159-70C0-4EC6-9A60-007E0E0377D9}" type="pres">
      <dgm:prSet presAssocID="{34131B20-8782-4ADF-8823-1B3DEAB857D3}" presName="childTx" presStyleLbl="bgAccFollowNode1" presStyleIdx="2" presStyleCnt="9">
        <dgm:presLayoutVars>
          <dgm:bulletEnabled val="1"/>
        </dgm:presLayoutVars>
      </dgm:prSet>
      <dgm:spPr/>
    </dgm:pt>
    <dgm:pt modelId="{425AF94B-8A3A-4981-87EF-8AAE37D06279}" type="pres">
      <dgm:prSet presAssocID="{DF50A51C-415B-4BE5-AF44-318E185E0A9F}" presName="negSpace" presStyleCnt="0"/>
      <dgm:spPr/>
    </dgm:pt>
    <dgm:pt modelId="{64E97520-AF4D-4FAD-8CAB-6E786CE816B5}" type="pres">
      <dgm:prSet presAssocID="{DF50A51C-415B-4BE5-AF44-318E185E0A9F}" presName="circle" presStyleLbl="node1" presStyleIdx="0" presStyleCnt="3"/>
      <dgm:spPr/>
    </dgm:pt>
    <dgm:pt modelId="{7CCFF641-60A8-4778-BE2C-D874CA84A906}" type="pres">
      <dgm:prSet presAssocID="{9D0AE665-08F4-4B3A-95FE-05CD42A53A14}" presName="transSpace" presStyleCnt="0"/>
      <dgm:spPr/>
    </dgm:pt>
    <dgm:pt modelId="{F871064E-B056-472F-914B-06BA6499EAB6}" type="pres">
      <dgm:prSet presAssocID="{22AB27E0-396F-4846-888C-EE854C2B6889}" presName="posSpace" presStyleCnt="0"/>
      <dgm:spPr/>
    </dgm:pt>
    <dgm:pt modelId="{64C65C9B-6711-419D-9611-AB00C49B2D4F}" type="pres">
      <dgm:prSet presAssocID="{22AB27E0-396F-4846-888C-EE854C2B6889}" presName="vertFlow" presStyleCnt="0"/>
      <dgm:spPr/>
    </dgm:pt>
    <dgm:pt modelId="{CA6734DC-8C72-4DF2-9970-415DC948F87C}" type="pres">
      <dgm:prSet presAssocID="{22AB27E0-396F-4846-888C-EE854C2B6889}" presName="topSpace" presStyleCnt="0"/>
      <dgm:spPr/>
    </dgm:pt>
    <dgm:pt modelId="{1937A091-30BF-41AB-B569-0524B906F865}" type="pres">
      <dgm:prSet presAssocID="{22AB27E0-396F-4846-888C-EE854C2B6889}" presName="firstComp" presStyleCnt="0"/>
      <dgm:spPr/>
    </dgm:pt>
    <dgm:pt modelId="{3C6761FA-C3AB-49C6-B6C2-A803476EC2AF}" type="pres">
      <dgm:prSet presAssocID="{22AB27E0-396F-4846-888C-EE854C2B6889}" presName="firstChild" presStyleLbl="bgAccFollowNode1" presStyleIdx="3" presStyleCnt="9"/>
      <dgm:spPr/>
    </dgm:pt>
    <dgm:pt modelId="{EF68F438-3EAC-4694-8890-CF05C922F332}" type="pres">
      <dgm:prSet presAssocID="{22AB27E0-396F-4846-888C-EE854C2B6889}" presName="firstChildTx" presStyleLbl="bgAccFollowNode1" presStyleIdx="3" presStyleCnt="9">
        <dgm:presLayoutVars>
          <dgm:bulletEnabled val="1"/>
        </dgm:presLayoutVars>
      </dgm:prSet>
      <dgm:spPr/>
    </dgm:pt>
    <dgm:pt modelId="{26E11572-80CF-499B-B33D-445D06119195}" type="pres">
      <dgm:prSet presAssocID="{36758E45-973A-45CB-BFDE-49B28E3EC46E}" presName="comp" presStyleCnt="0"/>
      <dgm:spPr/>
    </dgm:pt>
    <dgm:pt modelId="{7642ADCB-7D10-46D3-90AA-5AC8A8F315DE}" type="pres">
      <dgm:prSet presAssocID="{36758E45-973A-45CB-BFDE-49B28E3EC46E}" presName="child" presStyleLbl="bgAccFollowNode1" presStyleIdx="4" presStyleCnt="9"/>
      <dgm:spPr/>
    </dgm:pt>
    <dgm:pt modelId="{8B831762-8888-407F-8330-57FFCEAB4E79}" type="pres">
      <dgm:prSet presAssocID="{36758E45-973A-45CB-BFDE-49B28E3EC46E}" presName="childTx" presStyleLbl="bgAccFollowNode1" presStyleIdx="4" presStyleCnt="9">
        <dgm:presLayoutVars>
          <dgm:bulletEnabled val="1"/>
        </dgm:presLayoutVars>
      </dgm:prSet>
      <dgm:spPr/>
    </dgm:pt>
    <dgm:pt modelId="{EC229B25-A42D-47E6-BFFB-5F26B40012BE}" type="pres">
      <dgm:prSet presAssocID="{1E4167D3-F17E-43F4-8B2A-D47D4E6BEADF}" presName="comp" presStyleCnt="0"/>
      <dgm:spPr/>
    </dgm:pt>
    <dgm:pt modelId="{A82A12EF-3303-472F-B0DF-11901BD78A6C}" type="pres">
      <dgm:prSet presAssocID="{1E4167D3-F17E-43F4-8B2A-D47D4E6BEADF}" presName="child" presStyleLbl="bgAccFollowNode1" presStyleIdx="5" presStyleCnt="9"/>
      <dgm:spPr/>
    </dgm:pt>
    <dgm:pt modelId="{27EF3974-9E7E-47EB-B9CF-4E5CA6C66796}" type="pres">
      <dgm:prSet presAssocID="{1E4167D3-F17E-43F4-8B2A-D47D4E6BEADF}" presName="childTx" presStyleLbl="bgAccFollowNode1" presStyleIdx="5" presStyleCnt="9">
        <dgm:presLayoutVars>
          <dgm:bulletEnabled val="1"/>
        </dgm:presLayoutVars>
      </dgm:prSet>
      <dgm:spPr/>
    </dgm:pt>
    <dgm:pt modelId="{A90893DE-DF64-4594-AF3F-E9108A6A6FB8}" type="pres">
      <dgm:prSet presAssocID="{22AB27E0-396F-4846-888C-EE854C2B6889}" presName="negSpace" presStyleCnt="0"/>
      <dgm:spPr/>
    </dgm:pt>
    <dgm:pt modelId="{28EF4FEB-6925-4519-979F-7D87569071BE}" type="pres">
      <dgm:prSet presAssocID="{22AB27E0-396F-4846-888C-EE854C2B6889}" presName="circle" presStyleLbl="node1" presStyleIdx="1" presStyleCnt="3"/>
      <dgm:spPr/>
    </dgm:pt>
    <dgm:pt modelId="{3F13D077-5929-48EB-9341-F9C579D1868D}" type="pres">
      <dgm:prSet presAssocID="{1C79BF89-E4AE-47B5-ADF0-09DE85BD74A9}" presName="transSpace" presStyleCnt="0"/>
      <dgm:spPr/>
    </dgm:pt>
    <dgm:pt modelId="{2CC29D67-3840-4639-91D3-239A4EF08EBE}" type="pres">
      <dgm:prSet presAssocID="{72969862-DD79-48B8-952F-8AA12B752447}" presName="posSpace" presStyleCnt="0"/>
      <dgm:spPr/>
    </dgm:pt>
    <dgm:pt modelId="{CFDFBCC3-9BBC-4685-A2BF-F1453BB5FB99}" type="pres">
      <dgm:prSet presAssocID="{72969862-DD79-48B8-952F-8AA12B752447}" presName="vertFlow" presStyleCnt="0"/>
      <dgm:spPr/>
    </dgm:pt>
    <dgm:pt modelId="{D25E3864-EF6E-41EB-BFBF-BDC17176F656}" type="pres">
      <dgm:prSet presAssocID="{72969862-DD79-48B8-952F-8AA12B752447}" presName="topSpace" presStyleCnt="0"/>
      <dgm:spPr/>
    </dgm:pt>
    <dgm:pt modelId="{F622B79C-A83B-4EAB-A5E5-AFBAF36D53C9}" type="pres">
      <dgm:prSet presAssocID="{72969862-DD79-48B8-952F-8AA12B752447}" presName="firstComp" presStyleCnt="0"/>
      <dgm:spPr/>
    </dgm:pt>
    <dgm:pt modelId="{A923AC73-04B1-4CAE-9CBB-9038A676AEDD}" type="pres">
      <dgm:prSet presAssocID="{72969862-DD79-48B8-952F-8AA12B752447}" presName="firstChild" presStyleLbl="bgAccFollowNode1" presStyleIdx="6" presStyleCnt="9"/>
      <dgm:spPr/>
    </dgm:pt>
    <dgm:pt modelId="{BAD7B100-2CB5-4F57-8602-C72078CBC883}" type="pres">
      <dgm:prSet presAssocID="{72969862-DD79-48B8-952F-8AA12B752447}" presName="firstChildTx" presStyleLbl="bgAccFollowNode1" presStyleIdx="6" presStyleCnt="9">
        <dgm:presLayoutVars>
          <dgm:bulletEnabled val="1"/>
        </dgm:presLayoutVars>
      </dgm:prSet>
      <dgm:spPr/>
    </dgm:pt>
    <dgm:pt modelId="{24C30E26-83AA-487D-99B5-1E1A02C78002}" type="pres">
      <dgm:prSet presAssocID="{8AC20B95-D45D-4234-99B1-D54F45A539A3}" presName="comp" presStyleCnt="0"/>
      <dgm:spPr/>
    </dgm:pt>
    <dgm:pt modelId="{7B0A68E2-6EBF-4613-AA99-968B0F7B994C}" type="pres">
      <dgm:prSet presAssocID="{8AC20B95-D45D-4234-99B1-D54F45A539A3}" presName="child" presStyleLbl="bgAccFollowNode1" presStyleIdx="7" presStyleCnt="9"/>
      <dgm:spPr/>
    </dgm:pt>
    <dgm:pt modelId="{110212DE-AFFD-4108-8A09-41A61399C609}" type="pres">
      <dgm:prSet presAssocID="{8AC20B95-D45D-4234-99B1-D54F45A539A3}" presName="childTx" presStyleLbl="bgAccFollowNode1" presStyleIdx="7" presStyleCnt="9">
        <dgm:presLayoutVars>
          <dgm:bulletEnabled val="1"/>
        </dgm:presLayoutVars>
      </dgm:prSet>
      <dgm:spPr/>
    </dgm:pt>
    <dgm:pt modelId="{951F9FBF-EABB-4687-B101-359067FEE31C}" type="pres">
      <dgm:prSet presAssocID="{E254F0A8-7CA7-4211-A8A0-3E5756102864}" presName="comp" presStyleCnt="0"/>
      <dgm:spPr/>
    </dgm:pt>
    <dgm:pt modelId="{7F7B6ECD-4182-462E-AFB5-82BCC5F6ED8B}" type="pres">
      <dgm:prSet presAssocID="{E254F0A8-7CA7-4211-A8A0-3E5756102864}" presName="child" presStyleLbl="bgAccFollowNode1" presStyleIdx="8" presStyleCnt="9"/>
      <dgm:spPr/>
    </dgm:pt>
    <dgm:pt modelId="{538E1F55-3EC5-4679-BA3D-9E0FA6FE76C0}" type="pres">
      <dgm:prSet presAssocID="{E254F0A8-7CA7-4211-A8A0-3E5756102864}" presName="childTx" presStyleLbl="bgAccFollowNode1" presStyleIdx="8" presStyleCnt="9">
        <dgm:presLayoutVars>
          <dgm:bulletEnabled val="1"/>
        </dgm:presLayoutVars>
      </dgm:prSet>
      <dgm:spPr/>
    </dgm:pt>
    <dgm:pt modelId="{90DCA5B8-C96A-4AB2-9AB0-509953B78336}" type="pres">
      <dgm:prSet presAssocID="{72969862-DD79-48B8-952F-8AA12B752447}" presName="negSpace" presStyleCnt="0"/>
      <dgm:spPr/>
    </dgm:pt>
    <dgm:pt modelId="{AE49A373-625F-4CA5-90F2-637868016F86}" type="pres">
      <dgm:prSet presAssocID="{72969862-DD79-48B8-952F-8AA12B752447}" presName="circle" presStyleLbl="node1" presStyleIdx="2" presStyleCnt="3"/>
      <dgm:spPr/>
    </dgm:pt>
  </dgm:ptLst>
  <dgm:cxnLst>
    <dgm:cxn modelId="{5A5B080F-5D4E-466E-AFE5-19805E31387E}" type="presOf" srcId="{34131B20-8782-4ADF-8823-1B3DEAB857D3}" destId="{AF5D6E42-7341-4C86-A0C1-F594BE553C40}" srcOrd="0" destOrd="0" presId="urn:microsoft.com/office/officeart/2005/8/layout/hList9"/>
    <dgm:cxn modelId="{AEC33D14-543D-48D6-A19D-4507E7CE97B1}" type="presOf" srcId="{E254F0A8-7CA7-4211-A8A0-3E5756102864}" destId="{538E1F55-3EC5-4679-BA3D-9E0FA6FE76C0}" srcOrd="1" destOrd="0" presId="urn:microsoft.com/office/officeart/2005/8/layout/hList9"/>
    <dgm:cxn modelId="{4E9D611B-4541-4793-A055-F7FE16B92DAF}" type="presOf" srcId="{8AC20B95-D45D-4234-99B1-D54F45A539A3}" destId="{7B0A68E2-6EBF-4613-AA99-968B0F7B994C}" srcOrd="0" destOrd="0" presId="urn:microsoft.com/office/officeart/2005/8/layout/hList9"/>
    <dgm:cxn modelId="{0C598B28-AA59-4967-B87E-C575E0C9A48B}" srcId="{72969862-DD79-48B8-952F-8AA12B752447}" destId="{E254F0A8-7CA7-4211-A8A0-3E5756102864}" srcOrd="2" destOrd="0" parTransId="{49C6F3E8-5D9D-4D5A-86EA-F7020DE0D6DE}" sibTransId="{BA2C78D1-274C-422F-BAEB-83E9B1226474}"/>
    <dgm:cxn modelId="{B3887B2A-B6C3-419C-80AE-C0F748E65524}" type="presOf" srcId="{774958C9-E7A8-412F-BEA7-A4A9889F88CF}" destId="{3C6761FA-C3AB-49C6-B6C2-A803476EC2AF}" srcOrd="0" destOrd="0" presId="urn:microsoft.com/office/officeart/2005/8/layout/hList9"/>
    <dgm:cxn modelId="{14809E2C-43EF-410A-852B-21FCEF69D856}" srcId="{DF50A51C-415B-4BE5-AF44-318E185E0A9F}" destId="{58346938-78C1-45D2-A1AA-E46ABC157F57}" srcOrd="1" destOrd="0" parTransId="{263CCA95-398F-42D4-80AB-33A4555E22FF}" sibTransId="{504C2CD4-BE6D-4707-8B04-5A697A503880}"/>
    <dgm:cxn modelId="{4859BE39-9EBA-41FA-804B-81DBF0D4CF04}" type="presOf" srcId="{34131B20-8782-4ADF-8823-1B3DEAB857D3}" destId="{9B01C159-70C0-4EC6-9A60-007E0E0377D9}" srcOrd="1" destOrd="0" presId="urn:microsoft.com/office/officeart/2005/8/layout/hList9"/>
    <dgm:cxn modelId="{5E0C3F62-FF79-4940-9EC3-709449D7030E}" srcId="{DF50A51C-415B-4BE5-AF44-318E185E0A9F}" destId="{34131B20-8782-4ADF-8823-1B3DEAB857D3}" srcOrd="2" destOrd="0" parTransId="{AC76E778-8702-4523-93A7-E3DF22CDE266}" sibTransId="{4352FBB7-F998-4497-B8D9-88893759AC1E}"/>
    <dgm:cxn modelId="{DF5B6562-BFD6-4EE1-B519-613742F27860}" srcId="{72969862-DD79-48B8-952F-8AA12B752447}" destId="{E8DBA148-046C-4454-8DD2-BBF7CBE8CBA3}" srcOrd="0" destOrd="0" parTransId="{0B1304D6-1682-413A-A460-C51084F6091E}" sibTransId="{284779E2-CF5C-4C47-BDD0-8C4AFA0E50F2}"/>
    <dgm:cxn modelId="{66861543-B040-40B5-8A03-4160E06CCC72}" type="presOf" srcId="{36758E45-973A-45CB-BFDE-49B28E3EC46E}" destId="{8B831762-8888-407F-8330-57FFCEAB4E79}" srcOrd="1" destOrd="0" presId="urn:microsoft.com/office/officeart/2005/8/layout/hList9"/>
    <dgm:cxn modelId="{570E7043-B7CE-4631-BD6F-35FCB38D4F2A}" type="presOf" srcId="{E8DBA148-046C-4454-8DD2-BBF7CBE8CBA3}" destId="{BAD7B100-2CB5-4F57-8602-C72078CBC883}" srcOrd="1" destOrd="0" presId="urn:microsoft.com/office/officeart/2005/8/layout/hList9"/>
    <dgm:cxn modelId="{BCE50E49-3D6B-4FEF-A92D-DDC60BE23859}" srcId="{72969862-DD79-48B8-952F-8AA12B752447}" destId="{8AC20B95-D45D-4234-99B1-D54F45A539A3}" srcOrd="1" destOrd="0" parTransId="{AB682670-D1AB-4407-8B1F-F82897DC9B57}" sibTransId="{E359695E-EE0F-499E-8789-944021CC17A8}"/>
    <dgm:cxn modelId="{C0ABCD69-0121-49AC-A93E-BFDF19646E96}" type="presOf" srcId="{8AC20B95-D45D-4234-99B1-D54F45A539A3}" destId="{110212DE-AFFD-4108-8A09-41A61399C609}" srcOrd="1" destOrd="0" presId="urn:microsoft.com/office/officeart/2005/8/layout/hList9"/>
    <dgm:cxn modelId="{0C394B73-5C78-4F90-BD2D-683C684C0B70}" type="presOf" srcId="{58346938-78C1-45D2-A1AA-E46ABC157F57}" destId="{2246C949-8286-4A7A-A6D3-54C42ED3CBE9}" srcOrd="0" destOrd="0" presId="urn:microsoft.com/office/officeart/2005/8/layout/hList9"/>
    <dgm:cxn modelId="{0CCEDC7C-6750-430A-B2C3-E3B53BDDC654}" srcId="{22AB27E0-396F-4846-888C-EE854C2B6889}" destId="{1E4167D3-F17E-43F4-8B2A-D47D4E6BEADF}" srcOrd="2" destOrd="0" parTransId="{5617F93F-8A1E-473B-9BF1-E8033F4FE1DF}" sibTransId="{31D87908-FA00-44D1-9BDB-36CFF6EEF322}"/>
    <dgm:cxn modelId="{5CD6D387-44AF-4135-AFF7-CAA38401AB0E}" srcId="{75FDD74B-1C53-4746-B33A-A62119093370}" destId="{DF50A51C-415B-4BE5-AF44-318E185E0A9F}" srcOrd="0" destOrd="0" parTransId="{832B8D68-0E4D-45BC-8610-0E42A2BC0404}" sibTransId="{9D0AE665-08F4-4B3A-95FE-05CD42A53A14}"/>
    <dgm:cxn modelId="{250A928F-780F-4535-ABC4-1880190B128C}" srcId="{75FDD74B-1C53-4746-B33A-A62119093370}" destId="{22AB27E0-396F-4846-888C-EE854C2B6889}" srcOrd="1" destOrd="0" parTransId="{7176BC48-D9DF-4776-906E-F29960ACA4E0}" sibTransId="{1C79BF89-E4AE-47B5-ADF0-09DE85BD74A9}"/>
    <dgm:cxn modelId="{8776D392-A010-4277-98C0-1A01A1EADDEE}" type="presOf" srcId="{72969862-DD79-48B8-952F-8AA12B752447}" destId="{AE49A373-625F-4CA5-90F2-637868016F86}" srcOrd="0" destOrd="0" presId="urn:microsoft.com/office/officeart/2005/8/layout/hList9"/>
    <dgm:cxn modelId="{144B8B97-CFA0-4550-ADEF-E11DFF5CEC10}" type="presOf" srcId="{4E808699-A4C8-492E-BF1D-2E3C424ADC27}" destId="{693499B8-FF42-4C12-A05A-CCD8F260EAE1}" srcOrd="0" destOrd="0" presId="urn:microsoft.com/office/officeart/2005/8/layout/hList9"/>
    <dgm:cxn modelId="{A25BC69B-E674-49CD-B65B-4D1219107CA1}" srcId="{22AB27E0-396F-4846-888C-EE854C2B6889}" destId="{36758E45-973A-45CB-BFDE-49B28E3EC46E}" srcOrd="1" destOrd="0" parTransId="{09B281AF-7FA4-494C-926A-B72A41B26F14}" sibTransId="{4701EEA3-2376-410C-B1BF-50F9489B9C31}"/>
    <dgm:cxn modelId="{0F88C99B-035E-46CF-81AF-743CC1BDEEA8}" srcId="{DF50A51C-415B-4BE5-AF44-318E185E0A9F}" destId="{4E808699-A4C8-492E-BF1D-2E3C424ADC27}" srcOrd="0" destOrd="0" parTransId="{32603FDC-AA72-40B3-B1A1-16D3F2C925D4}" sibTransId="{FE6F84E6-CBDE-46D4-8B66-E36A76FBAD95}"/>
    <dgm:cxn modelId="{A1DA709C-8A83-4C9E-B206-475F8257B108}" type="presOf" srcId="{75FDD74B-1C53-4746-B33A-A62119093370}" destId="{95B6A852-AD92-435E-9339-A28CAF9D2BB7}" srcOrd="0" destOrd="0" presId="urn:microsoft.com/office/officeart/2005/8/layout/hList9"/>
    <dgm:cxn modelId="{00897CBD-0F34-4B72-97A5-CD6E7987C64B}" srcId="{75FDD74B-1C53-4746-B33A-A62119093370}" destId="{72969862-DD79-48B8-952F-8AA12B752447}" srcOrd="2" destOrd="0" parTransId="{129454DC-52E0-41D3-A88B-AA71CA2A7304}" sibTransId="{E9E95CE2-A4D5-4F25-B242-AA89FD38D32D}"/>
    <dgm:cxn modelId="{2E2273BF-5E6C-4578-B12C-2E57359393EB}" type="presOf" srcId="{58346938-78C1-45D2-A1AA-E46ABC157F57}" destId="{B1A6AA1A-4A49-4989-9944-83C40373E7B8}" srcOrd="1" destOrd="0" presId="urn:microsoft.com/office/officeart/2005/8/layout/hList9"/>
    <dgm:cxn modelId="{C3A49AC2-D872-4401-83C0-31EDF01EDA96}" type="presOf" srcId="{E254F0A8-7CA7-4211-A8A0-3E5756102864}" destId="{7F7B6ECD-4182-462E-AFB5-82BCC5F6ED8B}" srcOrd="0" destOrd="0" presId="urn:microsoft.com/office/officeart/2005/8/layout/hList9"/>
    <dgm:cxn modelId="{3C746AC6-FFA2-4C06-A7B1-ABF1DF783A5C}" type="presOf" srcId="{36758E45-973A-45CB-BFDE-49B28E3EC46E}" destId="{7642ADCB-7D10-46D3-90AA-5AC8A8F315DE}" srcOrd="0" destOrd="0" presId="urn:microsoft.com/office/officeart/2005/8/layout/hList9"/>
    <dgm:cxn modelId="{30F104CA-B4B7-4751-9DFE-933DE4CB04DE}" type="presOf" srcId="{E8DBA148-046C-4454-8DD2-BBF7CBE8CBA3}" destId="{A923AC73-04B1-4CAE-9CBB-9038A676AEDD}" srcOrd="0" destOrd="0" presId="urn:microsoft.com/office/officeart/2005/8/layout/hList9"/>
    <dgm:cxn modelId="{B1F870DA-D289-4A6E-882F-CC4E75C810E1}" type="presOf" srcId="{1E4167D3-F17E-43F4-8B2A-D47D4E6BEADF}" destId="{A82A12EF-3303-472F-B0DF-11901BD78A6C}" srcOrd="0" destOrd="0" presId="urn:microsoft.com/office/officeart/2005/8/layout/hList9"/>
    <dgm:cxn modelId="{12EB9AE2-2BAB-4BF3-B56B-E1967EDA9531}" type="presOf" srcId="{DF50A51C-415B-4BE5-AF44-318E185E0A9F}" destId="{64E97520-AF4D-4FAD-8CAB-6E786CE816B5}" srcOrd="0" destOrd="0" presId="urn:microsoft.com/office/officeart/2005/8/layout/hList9"/>
    <dgm:cxn modelId="{D0585CE8-51C2-4E14-A6B2-594F685FE12B}" srcId="{22AB27E0-396F-4846-888C-EE854C2B6889}" destId="{774958C9-E7A8-412F-BEA7-A4A9889F88CF}" srcOrd="0" destOrd="0" parTransId="{BAE85F71-5875-40FB-AC65-6CCCFB9E008E}" sibTransId="{0A8D03B7-04ED-4A5D-B324-D62AA410C55E}"/>
    <dgm:cxn modelId="{A71293E9-BFA8-457A-996D-034ECC736DF0}" type="presOf" srcId="{22AB27E0-396F-4846-888C-EE854C2B6889}" destId="{28EF4FEB-6925-4519-979F-7D87569071BE}" srcOrd="0" destOrd="0" presId="urn:microsoft.com/office/officeart/2005/8/layout/hList9"/>
    <dgm:cxn modelId="{B0DB4CEB-535D-4570-B974-094CE505F4FB}" type="presOf" srcId="{774958C9-E7A8-412F-BEA7-A4A9889F88CF}" destId="{EF68F438-3EAC-4694-8890-CF05C922F332}" srcOrd="1" destOrd="0" presId="urn:microsoft.com/office/officeart/2005/8/layout/hList9"/>
    <dgm:cxn modelId="{4191F3F1-40F5-4CA5-8EEE-35418348C13B}" type="presOf" srcId="{1E4167D3-F17E-43F4-8B2A-D47D4E6BEADF}" destId="{27EF3974-9E7E-47EB-B9CF-4E5CA6C66796}" srcOrd="1" destOrd="0" presId="urn:microsoft.com/office/officeart/2005/8/layout/hList9"/>
    <dgm:cxn modelId="{6DDB4AFD-33EC-428B-AA7C-362CA3B5D103}" type="presOf" srcId="{4E808699-A4C8-492E-BF1D-2E3C424ADC27}" destId="{A3DE7BBC-F3C7-42C5-8A37-71985CA3A3EB}" srcOrd="1" destOrd="0" presId="urn:microsoft.com/office/officeart/2005/8/layout/hList9"/>
    <dgm:cxn modelId="{C9359408-FC88-4519-A40C-48EC592DFE43}" type="presParOf" srcId="{95B6A852-AD92-435E-9339-A28CAF9D2BB7}" destId="{454A9795-5F77-47A2-BBC6-B835EEF0D12B}" srcOrd="0" destOrd="0" presId="urn:microsoft.com/office/officeart/2005/8/layout/hList9"/>
    <dgm:cxn modelId="{AED7827A-F8B6-4381-B379-0AE6D5211224}" type="presParOf" srcId="{95B6A852-AD92-435E-9339-A28CAF9D2BB7}" destId="{2D2A2036-819A-4175-904C-25770DEC184A}" srcOrd="1" destOrd="0" presId="urn:microsoft.com/office/officeart/2005/8/layout/hList9"/>
    <dgm:cxn modelId="{13F8AFFA-1DC9-40C9-A4C2-30A1E521E97E}" type="presParOf" srcId="{2D2A2036-819A-4175-904C-25770DEC184A}" destId="{6474AC16-DE4E-4FA3-A65B-5BAF3023427E}" srcOrd="0" destOrd="0" presId="urn:microsoft.com/office/officeart/2005/8/layout/hList9"/>
    <dgm:cxn modelId="{03967F1E-2411-4D3B-A160-654B4679202F}" type="presParOf" srcId="{2D2A2036-819A-4175-904C-25770DEC184A}" destId="{05C3BBAE-38E2-41CD-95A3-2F828C2297FB}" srcOrd="1" destOrd="0" presId="urn:microsoft.com/office/officeart/2005/8/layout/hList9"/>
    <dgm:cxn modelId="{B893AAAF-A93D-425E-881E-952E6F1E0E00}" type="presParOf" srcId="{05C3BBAE-38E2-41CD-95A3-2F828C2297FB}" destId="{693499B8-FF42-4C12-A05A-CCD8F260EAE1}" srcOrd="0" destOrd="0" presId="urn:microsoft.com/office/officeart/2005/8/layout/hList9"/>
    <dgm:cxn modelId="{65190453-95B0-42DA-8C4C-9DEEE72757BF}" type="presParOf" srcId="{05C3BBAE-38E2-41CD-95A3-2F828C2297FB}" destId="{A3DE7BBC-F3C7-42C5-8A37-71985CA3A3EB}" srcOrd="1" destOrd="0" presId="urn:microsoft.com/office/officeart/2005/8/layout/hList9"/>
    <dgm:cxn modelId="{21D7F3C3-27DE-48BA-B2F8-A8375B3B9D03}" type="presParOf" srcId="{2D2A2036-819A-4175-904C-25770DEC184A}" destId="{8C182BDB-0147-4EAE-8FA9-9781BB6415CE}" srcOrd="2" destOrd="0" presId="urn:microsoft.com/office/officeart/2005/8/layout/hList9"/>
    <dgm:cxn modelId="{C9A3F046-8918-4284-A6E6-E87C65FF51EF}" type="presParOf" srcId="{8C182BDB-0147-4EAE-8FA9-9781BB6415CE}" destId="{2246C949-8286-4A7A-A6D3-54C42ED3CBE9}" srcOrd="0" destOrd="0" presId="urn:microsoft.com/office/officeart/2005/8/layout/hList9"/>
    <dgm:cxn modelId="{D91F3139-2893-47BF-A723-9EFBBC9CF973}" type="presParOf" srcId="{8C182BDB-0147-4EAE-8FA9-9781BB6415CE}" destId="{B1A6AA1A-4A49-4989-9944-83C40373E7B8}" srcOrd="1" destOrd="0" presId="urn:microsoft.com/office/officeart/2005/8/layout/hList9"/>
    <dgm:cxn modelId="{B02226A5-06B5-4416-83EC-16130E8998C1}" type="presParOf" srcId="{2D2A2036-819A-4175-904C-25770DEC184A}" destId="{0036F5A8-3CE9-4183-8298-3C05FF13DEDD}" srcOrd="3" destOrd="0" presId="urn:microsoft.com/office/officeart/2005/8/layout/hList9"/>
    <dgm:cxn modelId="{6C3BD9A6-940B-4EA3-8A1E-EB78E946CB57}" type="presParOf" srcId="{0036F5A8-3CE9-4183-8298-3C05FF13DEDD}" destId="{AF5D6E42-7341-4C86-A0C1-F594BE553C40}" srcOrd="0" destOrd="0" presId="urn:microsoft.com/office/officeart/2005/8/layout/hList9"/>
    <dgm:cxn modelId="{E42B24FD-4A70-49C2-AA4A-C5A762B1797A}" type="presParOf" srcId="{0036F5A8-3CE9-4183-8298-3C05FF13DEDD}" destId="{9B01C159-70C0-4EC6-9A60-007E0E0377D9}" srcOrd="1" destOrd="0" presId="urn:microsoft.com/office/officeart/2005/8/layout/hList9"/>
    <dgm:cxn modelId="{C2113D9E-9945-42DD-9482-B8217C7A1932}" type="presParOf" srcId="{95B6A852-AD92-435E-9339-A28CAF9D2BB7}" destId="{425AF94B-8A3A-4981-87EF-8AAE37D06279}" srcOrd="2" destOrd="0" presId="urn:microsoft.com/office/officeart/2005/8/layout/hList9"/>
    <dgm:cxn modelId="{5AB2E393-6BC6-4EB8-81C1-DB6D21EE0A49}" type="presParOf" srcId="{95B6A852-AD92-435E-9339-A28CAF9D2BB7}" destId="{64E97520-AF4D-4FAD-8CAB-6E786CE816B5}" srcOrd="3" destOrd="0" presId="urn:microsoft.com/office/officeart/2005/8/layout/hList9"/>
    <dgm:cxn modelId="{BE4086EE-B4E6-4E1A-9257-0D9867ACD9A8}" type="presParOf" srcId="{95B6A852-AD92-435E-9339-A28CAF9D2BB7}" destId="{7CCFF641-60A8-4778-BE2C-D874CA84A906}" srcOrd="4" destOrd="0" presId="urn:microsoft.com/office/officeart/2005/8/layout/hList9"/>
    <dgm:cxn modelId="{423AFF42-9F08-4F7F-B34A-6E11F6907B2A}" type="presParOf" srcId="{95B6A852-AD92-435E-9339-A28CAF9D2BB7}" destId="{F871064E-B056-472F-914B-06BA6499EAB6}" srcOrd="5" destOrd="0" presId="urn:microsoft.com/office/officeart/2005/8/layout/hList9"/>
    <dgm:cxn modelId="{7E20BE3E-5289-4F96-A849-620A9119F6A0}" type="presParOf" srcId="{95B6A852-AD92-435E-9339-A28CAF9D2BB7}" destId="{64C65C9B-6711-419D-9611-AB00C49B2D4F}" srcOrd="6" destOrd="0" presId="urn:microsoft.com/office/officeart/2005/8/layout/hList9"/>
    <dgm:cxn modelId="{14E7A59B-2AE7-4DBE-B338-24096BA6009B}" type="presParOf" srcId="{64C65C9B-6711-419D-9611-AB00C49B2D4F}" destId="{CA6734DC-8C72-4DF2-9970-415DC948F87C}" srcOrd="0" destOrd="0" presId="urn:microsoft.com/office/officeart/2005/8/layout/hList9"/>
    <dgm:cxn modelId="{D6A28C9E-55DD-4456-8D48-57190028E449}" type="presParOf" srcId="{64C65C9B-6711-419D-9611-AB00C49B2D4F}" destId="{1937A091-30BF-41AB-B569-0524B906F865}" srcOrd="1" destOrd="0" presId="urn:microsoft.com/office/officeart/2005/8/layout/hList9"/>
    <dgm:cxn modelId="{01DD7FBE-1AFF-4C29-9883-63D4B528E74D}" type="presParOf" srcId="{1937A091-30BF-41AB-B569-0524B906F865}" destId="{3C6761FA-C3AB-49C6-B6C2-A803476EC2AF}" srcOrd="0" destOrd="0" presId="urn:microsoft.com/office/officeart/2005/8/layout/hList9"/>
    <dgm:cxn modelId="{451FD838-D3B8-46FB-8289-0CCD0A98FC95}" type="presParOf" srcId="{1937A091-30BF-41AB-B569-0524B906F865}" destId="{EF68F438-3EAC-4694-8890-CF05C922F332}" srcOrd="1" destOrd="0" presId="urn:microsoft.com/office/officeart/2005/8/layout/hList9"/>
    <dgm:cxn modelId="{D96E1D4D-89B7-4C97-88DD-F216E3AA7E89}" type="presParOf" srcId="{64C65C9B-6711-419D-9611-AB00C49B2D4F}" destId="{26E11572-80CF-499B-B33D-445D06119195}" srcOrd="2" destOrd="0" presId="urn:microsoft.com/office/officeart/2005/8/layout/hList9"/>
    <dgm:cxn modelId="{3C23E255-98A7-4A57-B09B-2B8A7E16A016}" type="presParOf" srcId="{26E11572-80CF-499B-B33D-445D06119195}" destId="{7642ADCB-7D10-46D3-90AA-5AC8A8F315DE}" srcOrd="0" destOrd="0" presId="urn:microsoft.com/office/officeart/2005/8/layout/hList9"/>
    <dgm:cxn modelId="{59671B63-96FB-4908-8E8D-C23734286CA5}" type="presParOf" srcId="{26E11572-80CF-499B-B33D-445D06119195}" destId="{8B831762-8888-407F-8330-57FFCEAB4E79}" srcOrd="1" destOrd="0" presId="urn:microsoft.com/office/officeart/2005/8/layout/hList9"/>
    <dgm:cxn modelId="{19468019-84FB-40F2-9337-6D53119BE7FD}" type="presParOf" srcId="{64C65C9B-6711-419D-9611-AB00C49B2D4F}" destId="{EC229B25-A42D-47E6-BFFB-5F26B40012BE}" srcOrd="3" destOrd="0" presId="urn:microsoft.com/office/officeart/2005/8/layout/hList9"/>
    <dgm:cxn modelId="{F187B23B-A35E-437E-A059-E760B82BBB45}" type="presParOf" srcId="{EC229B25-A42D-47E6-BFFB-5F26B40012BE}" destId="{A82A12EF-3303-472F-B0DF-11901BD78A6C}" srcOrd="0" destOrd="0" presId="urn:microsoft.com/office/officeart/2005/8/layout/hList9"/>
    <dgm:cxn modelId="{4B75D352-B0E5-46B0-9E3C-04D5710C283B}" type="presParOf" srcId="{EC229B25-A42D-47E6-BFFB-5F26B40012BE}" destId="{27EF3974-9E7E-47EB-B9CF-4E5CA6C66796}" srcOrd="1" destOrd="0" presId="urn:microsoft.com/office/officeart/2005/8/layout/hList9"/>
    <dgm:cxn modelId="{766432CA-005C-42C2-8619-CFC48148E211}" type="presParOf" srcId="{95B6A852-AD92-435E-9339-A28CAF9D2BB7}" destId="{A90893DE-DF64-4594-AF3F-E9108A6A6FB8}" srcOrd="7" destOrd="0" presId="urn:microsoft.com/office/officeart/2005/8/layout/hList9"/>
    <dgm:cxn modelId="{43E7186C-7DB2-4C0D-ABD4-C7FBE6EC03E7}" type="presParOf" srcId="{95B6A852-AD92-435E-9339-A28CAF9D2BB7}" destId="{28EF4FEB-6925-4519-979F-7D87569071BE}" srcOrd="8" destOrd="0" presId="urn:microsoft.com/office/officeart/2005/8/layout/hList9"/>
    <dgm:cxn modelId="{00640C70-3D75-4981-88A2-5EB948FC68C9}" type="presParOf" srcId="{95B6A852-AD92-435E-9339-A28CAF9D2BB7}" destId="{3F13D077-5929-48EB-9341-F9C579D1868D}" srcOrd="9" destOrd="0" presId="urn:microsoft.com/office/officeart/2005/8/layout/hList9"/>
    <dgm:cxn modelId="{9C1071E5-F5B7-4F63-8C0E-958E4E6025D5}" type="presParOf" srcId="{95B6A852-AD92-435E-9339-A28CAF9D2BB7}" destId="{2CC29D67-3840-4639-91D3-239A4EF08EBE}" srcOrd="10" destOrd="0" presId="urn:microsoft.com/office/officeart/2005/8/layout/hList9"/>
    <dgm:cxn modelId="{1405A713-6B00-4098-9ACC-83491717BBC1}" type="presParOf" srcId="{95B6A852-AD92-435E-9339-A28CAF9D2BB7}" destId="{CFDFBCC3-9BBC-4685-A2BF-F1453BB5FB99}" srcOrd="11" destOrd="0" presId="urn:microsoft.com/office/officeart/2005/8/layout/hList9"/>
    <dgm:cxn modelId="{262217D9-FCED-41CF-916A-0C8A33FC5E17}" type="presParOf" srcId="{CFDFBCC3-9BBC-4685-A2BF-F1453BB5FB99}" destId="{D25E3864-EF6E-41EB-BFBF-BDC17176F656}" srcOrd="0" destOrd="0" presId="urn:microsoft.com/office/officeart/2005/8/layout/hList9"/>
    <dgm:cxn modelId="{23A31E1D-112D-42A5-B0F9-5CE406D249E0}" type="presParOf" srcId="{CFDFBCC3-9BBC-4685-A2BF-F1453BB5FB99}" destId="{F622B79C-A83B-4EAB-A5E5-AFBAF36D53C9}" srcOrd="1" destOrd="0" presId="urn:microsoft.com/office/officeart/2005/8/layout/hList9"/>
    <dgm:cxn modelId="{F3C84CB2-9296-4594-A9A9-D8228C383364}" type="presParOf" srcId="{F622B79C-A83B-4EAB-A5E5-AFBAF36D53C9}" destId="{A923AC73-04B1-4CAE-9CBB-9038A676AEDD}" srcOrd="0" destOrd="0" presId="urn:microsoft.com/office/officeart/2005/8/layout/hList9"/>
    <dgm:cxn modelId="{584DA63A-68FA-4C36-9D6D-4FF0A3BBD7E8}" type="presParOf" srcId="{F622B79C-A83B-4EAB-A5E5-AFBAF36D53C9}" destId="{BAD7B100-2CB5-4F57-8602-C72078CBC883}" srcOrd="1" destOrd="0" presId="urn:microsoft.com/office/officeart/2005/8/layout/hList9"/>
    <dgm:cxn modelId="{8057AAC4-F37C-4F70-A2DA-51B9E9A033F7}" type="presParOf" srcId="{CFDFBCC3-9BBC-4685-A2BF-F1453BB5FB99}" destId="{24C30E26-83AA-487D-99B5-1E1A02C78002}" srcOrd="2" destOrd="0" presId="urn:microsoft.com/office/officeart/2005/8/layout/hList9"/>
    <dgm:cxn modelId="{328A5D68-163F-4A70-B953-C2FE126DFA1A}" type="presParOf" srcId="{24C30E26-83AA-487D-99B5-1E1A02C78002}" destId="{7B0A68E2-6EBF-4613-AA99-968B0F7B994C}" srcOrd="0" destOrd="0" presId="urn:microsoft.com/office/officeart/2005/8/layout/hList9"/>
    <dgm:cxn modelId="{9C6A662B-2CF0-4683-9BD9-1CB90B91698D}" type="presParOf" srcId="{24C30E26-83AA-487D-99B5-1E1A02C78002}" destId="{110212DE-AFFD-4108-8A09-41A61399C609}" srcOrd="1" destOrd="0" presId="urn:microsoft.com/office/officeart/2005/8/layout/hList9"/>
    <dgm:cxn modelId="{58954200-BF32-4CB4-A0E0-05875B75B7E8}" type="presParOf" srcId="{CFDFBCC3-9BBC-4685-A2BF-F1453BB5FB99}" destId="{951F9FBF-EABB-4687-B101-359067FEE31C}" srcOrd="3" destOrd="0" presId="urn:microsoft.com/office/officeart/2005/8/layout/hList9"/>
    <dgm:cxn modelId="{815FF446-E159-4DBE-B1F4-39E4F4B3EE12}" type="presParOf" srcId="{951F9FBF-EABB-4687-B101-359067FEE31C}" destId="{7F7B6ECD-4182-462E-AFB5-82BCC5F6ED8B}" srcOrd="0" destOrd="0" presId="urn:microsoft.com/office/officeart/2005/8/layout/hList9"/>
    <dgm:cxn modelId="{442A6A99-9F67-4B17-8BAF-A0E739F29F33}" type="presParOf" srcId="{951F9FBF-EABB-4687-B101-359067FEE31C}" destId="{538E1F55-3EC5-4679-BA3D-9E0FA6FE76C0}" srcOrd="1" destOrd="0" presId="urn:microsoft.com/office/officeart/2005/8/layout/hList9"/>
    <dgm:cxn modelId="{544D1324-6B09-4468-AF5E-678E5E62D7FC}" type="presParOf" srcId="{95B6A852-AD92-435E-9339-A28CAF9D2BB7}" destId="{90DCA5B8-C96A-4AB2-9AB0-509953B78336}" srcOrd="12" destOrd="0" presId="urn:microsoft.com/office/officeart/2005/8/layout/hList9"/>
    <dgm:cxn modelId="{6E5B145D-CCC7-480B-B0C6-4CE2A41FDBB5}" type="presParOf" srcId="{95B6A852-AD92-435E-9339-A28CAF9D2BB7}" destId="{AE49A373-625F-4CA5-90F2-637868016F86}" srcOrd="13"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5FCD7C-3FEE-42BA-8355-09142FCD0931}" type="doc">
      <dgm:prSet loTypeId="urn:microsoft.com/office/officeart/2005/8/layout/funnel1" loCatId="relationship" qsTypeId="urn:microsoft.com/office/officeart/2005/8/quickstyle/simple1" qsCatId="simple" csTypeId="urn:microsoft.com/office/officeart/2005/8/colors/accent1_2" csCatId="accent1" phldr="1"/>
      <dgm:spPr/>
      <dgm:t>
        <a:bodyPr/>
        <a:lstStyle/>
        <a:p>
          <a:endParaRPr lang="en-US"/>
        </a:p>
      </dgm:t>
    </dgm:pt>
    <dgm:pt modelId="{56662E4F-F361-475C-A491-D2C6A07BBDF9}">
      <dgm:prSet phldrT="[Text]"/>
      <dgm:spPr/>
      <dgm:t>
        <a:bodyPr/>
        <a:lstStyle/>
        <a:p>
          <a:r>
            <a:rPr lang="en-US" dirty="0"/>
            <a:t>Data</a:t>
          </a:r>
        </a:p>
      </dgm:t>
    </dgm:pt>
    <dgm:pt modelId="{9E5E318E-BA85-46D5-8433-0F985FB58CEA}" type="parTrans" cxnId="{09EA56FF-F912-4CD9-BCA6-F41E3099BA4E}">
      <dgm:prSet/>
      <dgm:spPr/>
      <dgm:t>
        <a:bodyPr/>
        <a:lstStyle/>
        <a:p>
          <a:endParaRPr lang="en-US"/>
        </a:p>
      </dgm:t>
    </dgm:pt>
    <dgm:pt modelId="{09C7E586-15E4-4DB4-A4EB-BCE5ECE9F015}" type="sibTrans" cxnId="{09EA56FF-F912-4CD9-BCA6-F41E3099BA4E}">
      <dgm:prSet/>
      <dgm:spPr/>
      <dgm:t>
        <a:bodyPr/>
        <a:lstStyle/>
        <a:p>
          <a:endParaRPr lang="en-US"/>
        </a:p>
      </dgm:t>
    </dgm:pt>
    <dgm:pt modelId="{9C11861C-7ABD-4118-B973-AC87553EA479}">
      <dgm:prSet phldrT="[Text]"/>
      <dgm:spPr/>
      <dgm:t>
        <a:bodyPr/>
        <a:lstStyle/>
        <a:p>
          <a:r>
            <a:rPr lang="en-US" dirty="0"/>
            <a:t>Data</a:t>
          </a:r>
        </a:p>
      </dgm:t>
    </dgm:pt>
    <dgm:pt modelId="{04FB82D6-DE6D-466B-8876-30D0B74EE560}" type="parTrans" cxnId="{14D0B7C6-AF56-447C-B2BC-948E0CA7B799}">
      <dgm:prSet/>
      <dgm:spPr/>
      <dgm:t>
        <a:bodyPr/>
        <a:lstStyle/>
        <a:p>
          <a:endParaRPr lang="en-US"/>
        </a:p>
      </dgm:t>
    </dgm:pt>
    <dgm:pt modelId="{B2429BFF-E612-4A6D-937B-4AD7CA049583}" type="sibTrans" cxnId="{14D0B7C6-AF56-447C-B2BC-948E0CA7B799}">
      <dgm:prSet/>
      <dgm:spPr/>
      <dgm:t>
        <a:bodyPr/>
        <a:lstStyle/>
        <a:p>
          <a:endParaRPr lang="en-US"/>
        </a:p>
      </dgm:t>
    </dgm:pt>
    <dgm:pt modelId="{0ACD25E3-5534-4064-893F-FA620783DC9E}">
      <dgm:prSet phldrT="[Text]"/>
      <dgm:spPr/>
      <dgm:t>
        <a:bodyPr/>
        <a:lstStyle/>
        <a:p>
          <a:r>
            <a:rPr lang="en-US" dirty="0"/>
            <a:t>Data</a:t>
          </a:r>
        </a:p>
      </dgm:t>
    </dgm:pt>
    <dgm:pt modelId="{4A103810-3D53-46BE-B7EC-74C8C4D10996}" type="parTrans" cxnId="{D1182985-E206-4A64-B6C7-703C63755B8E}">
      <dgm:prSet/>
      <dgm:spPr/>
      <dgm:t>
        <a:bodyPr/>
        <a:lstStyle/>
        <a:p>
          <a:endParaRPr lang="en-US"/>
        </a:p>
      </dgm:t>
    </dgm:pt>
    <dgm:pt modelId="{FCB2F652-22A7-4A45-8E9E-6EE829EAFFB0}" type="sibTrans" cxnId="{D1182985-E206-4A64-B6C7-703C63755B8E}">
      <dgm:prSet/>
      <dgm:spPr/>
      <dgm:t>
        <a:bodyPr/>
        <a:lstStyle/>
        <a:p>
          <a:endParaRPr lang="en-US"/>
        </a:p>
      </dgm:t>
    </dgm:pt>
    <dgm:pt modelId="{B048B3EA-13B7-40BD-A57E-BED3BC95404A}">
      <dgm:prSet phldrT="[Text]"/>
      <dgm:spPr/>
      <dgm:t>
        <a:bodyPr/>
        <a:lstStyle/>
        <a:p>
          <a:r>
            <a:rPr lang="en-US" dirty="0"/>
            <a:t>Centralized data</a:t>
          </a:r>
        </a:p>
      </dgm:t>
    </dgm:pt>
    <dgm:pt modelId="{3AD011D1-B83E-4B40-8F06-077A072BC8D5}" type="parTrans" cxnId="{CA5F033E-FF6B-4D98-9DCD-ACAB79EFE813}">
      <dgm:prSet/>
      <dgm:spPr/>
      <dgm:t>
        <a:bodyPr/>
        <a:lstStyle/>
        <a:p>
          <a:endParaRPr lang="en-US"/>
        </a:p>
      </dgm:t>
    </dgm:pt>
    <dgm:pt modelId="{4BFAEBDF-22F5-4452-A3D8-77DB30FE348B}" type="sibTrans" cxnId="{CA5F033E-FF6B-4D98-9DCD-ACAB79EFE813}">
      <dgm:prSet/>
      <dgm:spPr/>
      <dgm:t>
        <a:bodyPr/>
        <a:lstStyle/>
        <a:p>
          <a:endParaRPr lang="en-US"/>
        </a:p>
      </dgm:t>
    </dgm:pt>
    <dgm:pt modelId="{36351E2E-B249-432F-A212-465D7E076C85}" type="pres">
      <dgm:prSet presAssocID="{B85FCD7C-3FEE-42BA-8355-09142FCD0931}" presName="Name0" presStyleCnt="0">
        <dgm:presLayoutVars>
          <dgm:chMax val="4"/>
          <dgm:resizeHandles val="exact"/>
        </dgm:presLayoutVars>
      </dgm:prSet>
      <dgm:spPr/>
    </dgm:pt>
    <dgm:pt modelId="{D57801F0-57D7-466D-B2F3-5BAF10623668}" type="pres">
      <dgm:prSet presAssocID="{B85FCD7C-3FEE-42BA-8355-09142FCD0931}" presName="ellipse" presStyleLbl="trBgShp" presStyleIdx="0" presStyleCnt="1"/>
      <dgm:spPr/>
    </dgm:pt>
    <dgm:pt modelId="{AB3EC7BB-EC34-4E1E-9523-7E25DA768B66}" type="pres">
      <dgm:prSet presAssocID="{B85FCD7C-3FEE-42BA-8355-09142FCD0931}" presName="arrow1" presStyleLbl="fgShp" presStyleIdx="0" presStyleCnt="1"/>
      <dgm:spPr/>
    </dgm:pt>
    <dgm:pt modelId="{99AA5E18-0BCB-4D61-8107-987BE51D6D3A}" type="pres">
      <dgm:prSet presAssocID="{B85FCD7C-3FEE-42BA-8355-09142FCD0931}" presName="rectangle" presStyleLbl="revTx" presStyleIdx="0" presStyleCnt="1">
        <dgm:presLayoutVars>
          <dgm:bulletEnabled val="1"/>
        </dgm:presLayoutVars>
      </dgm:prSet>
      <dgm:spPr/>
    </dgm:pt>
    <dgm:pt modelId="{3644622D-062B-4B3A-B514-E57BB1F4C2C2}" type="pres">
      <dgm:prSet presAssocID="{9C11861C-7ABD-4118-B973-AC87553EA479}" presName="item1" presStyleLbl="node1" presStyleIdx="0" presStyleCnt="3">
        <dgm:presLayoutVars>
          <dgm:bulletEnabled val="1"/>
        </dgm:presLayoutVars>
      </dgm:prSet>
      <dgm:spPr/>
    </dgm:pt>
    <dgm:pt modelId="{6BE42859-CEC5-49E7-8FA5-A8E9794CF1BE}" type="pres">
      <dgm:prSet presAssocID="{0ACD25E3-5534-4064-893F-FA620783DC9E}" presName="item2" presStyleLbl="node1" presStyleIdx="1" presStyleCnt="3">
        <dgm:presLayoutVars>
          <dgm:bulletEnabled val="1"/>
        </dgm:presLayoutVars>
      </dgm:prSet>
      <dgm:spPr/>
    </dgm:pt>
    <dgm:pt modelId="{9B47A31A-50E5-4D24-BB4B-D2605AE37644}" type="pres">
      <dgm:prSet presAssocID="{B048B3EA-13B7-40BD-A57E-BED3BC95404A}" presName="item3" presStyleLbl="node1" presStyleIdx="2" presStyleCnt="3">
        <dgm:presLayoutVars>
          <dgm:bulletEnabled val="1"/>
        </dgm:presLayoutVars>
      </dgm:prSet>
      <dgm:spPr/>
    </dgm:pt>
    <dgm:pt modelId="{AFA90FB3-7097-4343-ACCD-2F17F40B4898}" type="pres">
      <dgm:prSet presAssocID="{B85FCD7C-3FEE-42BA-8355-09142FCD0931}" presName="funnel" presStyleLbl="trAlignAcc1" presStyleIdx="0" presStyleCnt="1"/>
      <dgm:spPr/>
    </dgm:pt>
  </dgm:ptLst>
  <dgm:cxnLst>
    <dgm:cxn modelId="{82812D09-ED36-4A5C-8DEC-E91A585943A1}" type="presOf" srcId="{0ACD25E3-5534-4064-893F-FA620783DC9E}" destId="{3644622D-062B-4B3A-B514-E57BB1F4C2C2}" srcOrd="0" destOrd="0" presId="urn:microsoft.com/office/officeart/2005/8/layout/funnel1"/>
    <dgm:cxn modelId="{CA5F033E-FF6B-4D98-9DCD-ACAB79EFE813}" srcId="{B85FCD7C-3FEE-42BA-8355-09142FCD0931}" destId="{B048B3EA-13B7-40BD-A57E-BED3BC95404A}" srcOrd="3" destOrd="0" parTransId="{3AD011D1-B83E-4B40-8F06-077A072BC8D5}" sibTransId="{4BFAEBDF-22F5-4452-A3D8-77DB30FE348B}"/>
    <dgm:cxn modelId="{E9D31947-E8E7-412A-8DB4-892324B69DBB}" type="presOf" srcId="{B048B3EA-13B7-40BD-A57E-BED3BC95404A}" destId="{99AA5E18-0BCB-4D61-8107-987BE51D6D3A}" srcOrd="0" destOrd="0" presId="urn:microsoft.com/office/officeart/2005/8/layout/funnel1"/>
    <dgm:cxn modelId="{D1182985-E206-4A64-B6C7-703C63755B8E}" srcId="{B85FCD7C-3FEE-42BA-8355-09142FCD0931}" destId="{0ACD25E3-5534-4064-893F-FA620783DC9E}" srcOrd="2" destOrd="0" parTransId="{4A103810-3D53-46BE-B7EC-74C8C4D10996}" sibTransId="{FCB2F652-22A7-4A45-8E9E-6EE829EAFFB0}"/>
    <dgm:cxn modelId="{4ADCE0BD-6CA3-4042-BAC8-698F772ECCA1}" type="presOf" srcId="{56662E4F-F361-475C-A491-D2C6A07BBDF9}" destId="{9B47A31A-50E5-4D24-BB4B-D2605AE37644}" srcOrd="0" destOrd="0" presId="urn:microsoft.com/office/officeart/2005/8/layout/funnel1"/>
    <dgm:cxn modelId="{190AC7C1-8F9A-4231-81EA-68F5AED9C40D}" type="presOf" srcId="{9C11861C-7ABD-4118-B973-AC87553EA479}" destId="{6BE42859-CEC5-49E7-8FA5-A8E9794CF1BE}" srcOrd="0" destOrd="0" presId="urn:microsoft.com/office/officeart/2005/8/layout/funnel1"/>
    <dgm:cxn modelId="{14D0B7C6-AF56-447C-B2BC-948E0CA7B799}" srcId="{B85FCD7C-3FEE-42BA-8355-09142FCD0931}" destId="{9C11861C-7ABD-4118-B973-AC87553EA479}" srcOrd="1" destOrd="0" parTransId="{04FB82D6-DE6D-466B-8876-30D0B74EE560}" sibTransId="{B2429BFF-E612-4A6D-937B-4AD7CA049583}"/>
    <dgm:cxn modelId="{47F637EE-9616-47B1-80AD-E06B0345D885}" type="presOf" srcId="{B85FCD7C-3FEE-42BA-8355-09142FCD0931}" destId="{36351E2E-B249-432F-A212-465D7E076C85}" srcOrd="0" destOrd="0" presId="urn:microsoft.com/office/officeart/2005/8/layout/funnel1"/>
    <dgm:cxn modelId="{09EA56FF-F912-4CD9-BCA6-F41E3099BA4E}" srcId="{B85FCD7C-3FEE-42BA-8355-09142FCD0931}" destId="{56662E4F-F361-475C-A491-D2C6A07BBDF9}" srcOrd="0" destOrd="0" parTransId="{9E5E318E-BA85-46D5-8433-0F985FB58CEA}" sibTransId="{09C7E586-15E4-4DB4-A4EB-BCE5ECE9F015}"/>
    <dgm:cxn modelId="{1195CC04-F92F-404D-B3D9-67860C5FC718}" type="presParOf" srcId="{36351E2E-B249-432F-A212-465D7E076C85}" destId="{D57801F0-57D7-466D-B2F3-5BAF10623668}" srcOrd="0" destOrd="0" presId="urn:microsoft.com/office/officeart/2005/8/layout/funnel1"/>
    <dgm:cxn modelId="{048BC4AB-1E1B-4494-9FEA-43CA6B3E3121}" type="presParOf" srcId="{36351E2E-B249-432F-A212-465D7E076C85}" destId="{AB3EC7BB-EC34-4E1E-9523-7E25DA768B66}" srcOrd="1" destOrd="0" presId="urn:microsoft.com/office/officeart/2005/8/layout/funnel1"/>
    <dgm:cxn modelId="{051342CC-F9B4-4DB0-83A0-50EDF9190300}" type="presParOf" srcId="{36351E2E-B249-432F-A212-465D7E076C85}" destId="{99AA5E18-0BCB-4D61-8107-987BE51D6D3A}" srcOrd="2" destOrd="0" presId="urn:microsoft.com/office/officeart/2005/8/layout/funnel1"/>
    <dgm:cxn modelId="{72E45C2E-E03C-42F1-805F-B62252B75566}" type="presParOf" srcId="{36351E2E-B249-432F-A212-465D7E076C85}" destId="{3644622D-062B-4B3A-B514-E57BB1F4C2C2}" srcOrd="3" destOrd="0" presId="urn:microsoft.com/office/officeart/2005/8/layout/funnel1"/>
    <dgm:cxn modelId="{E1A8AF81-BB55-44E7-981E-67636AB4B36C}" type="presParOf" srcId="{36351E2E-B249-432F-A212-465D7E076C85}" destId="{6BE42859-CEC5-49E7-8FA5-A8E9794CF1BE}" srcOrd="4" destOrd="0" presId="urn:microsoft.com/office/officeart/2005/8/layout/funnel1"/>
    <dgm:cxn modelId="{46312901-5B8A-4D57-B47E-0F4FE77CF086}" type="presParOf" srcId="{36351E2E-B249-432F-A212-465D7E076C85}" destId="{9B47A31A-50E5-4D24-BB4B-D2605AE37644}" srcOrd="5" destOrd="0" presId="urn:microsoft.com/office/officeart/2005/8/layout/funnel1"/>
    <dgm:cxn modelId="{32125105-5B9F-403F-B0EC-3DA2C6317CF3}" type="presParOf" srcId="{36351E2E-B249-432F-A212-465D7E076C85}" destId="{AFA90FB3-7097-4343-ACCD-2F17F40B4898}" srcOrd="6"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E9773E-1927-44FA-9D0E-550ADA0BFF16}">
      <dsp:nvSpPr>
        <dsp:cNvPr id="0" name=""/>
        <dsp:cNvSpPr/>
      </dsp:nvSpPr>
      <dsp:spPr>
        <a:xfrm>
          <a:off x="1209004" y="468800"/>
          <a:ext cx="3133523" cy="3133523"/>
        </a:xfrm>
        <a:prstGeom prst="blockArc">
          <a:avLst>
            <a:gd name="adj1" fmla="val 10800000"/>
            <a:gd name="adj2" fmla="val 16200000"/>
            <a:gd name="adj3" fmla="val 463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AC57D0F-F229-4F44-ADDE-9649151209EE}">
      <dsp:nvSpPr>
        <dsp:cNvPr id="0" name=""/>
        <dsp:cNvSpPr/>
      </dsp:nvSpPr>
      <dsp:spPr>
        <a:xfrm>
          <a:off x="1209004" y="468800"/>
          <a:ext cx="3133523" cy="3133523"/>
        </a:xfrm>
        <a:prstGeom prst="blockArc">
          <a:avLst>
            <a:gd name="adj1" fmla="val 5400000"/>
            <a:gd name="adj2" fmla="val 10800000"/>
            <a:gd name="adj3" fmla="val 463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229483F-7C80-4878-A457-A8D6FDCC0E30}">
      <dsp:nvSpPr>
        <dsp:cNvPr id="0" name=""/>
        <dsp:cNvSpPr/>
      </dsp:nvSpPr>
      <dsp:spPr>
        <a:xfrm>
          <a:off x="1209004" y="468800"/>
          <a:ext cx="3133523" cy="3133523"/>
        </a:xfrm>
        <a:prstGeom prst="blockArc">
          <a:avLst>
            <a:gd name="adj1" fmla="val 0"/>
            <a:gd name="adj2" fmla="val 5400000"/>
            <a:gd name="adj3" fmla="val 463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D75CD98-DC4A-46DE-B4FF-4898ECE26479}">
      <dsp:nvSpPr>
        <dsp:cNvPr id="0" name=""/>
        <dsp:cNvSpPr/>
      </dsp:nvSpPr>
      <dsp:spPr>
        <a:xfrm>
          <a:off x="1209004" y="468800"/>
          <a:ext cx="3133523" cy="3133523"/>
        </a:xfrm>
        <a:prstGeom prst="blockArc">
          <a:avLst>
            <a:gd name="adj1" fmla="val 16200000"/>
            <a:gd name="adj2" fmla="val 0"/>
            <a:gd name="adj3" fmla="val 463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A2FA0CA-9338-4688-BF7A-C80EA146415C}">
      <dsp:nvSpPr>
        <dsp:cNvPr id="0" name=""/>
        <dsp:cNvSpPr/>
      </dsp:nvSpPr>
      <dsp:spPr>
        <a:xfrm>
          <a:off x="2054717" y="1314513"/>
          <a:ext cx="1442097" cy="144209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Data</a:t>
          </a:r>
        </a:p>
      </dsp:txBody>
      <dsp:txXfrm>
        <a:off x="2265907" y="1525703"/>
        <a:ext cx="1019717" cy="1019717"/>
      </dsp:txXfrm>
    </dsp:sp>
    <dsp:sp modelId="{AD96AE97-4D68-46E9-852D-B12A67622093}">
      <dsp:nvSpPr>
        <dsp:cNvPr id="0" name=""/>
        <dsp:cNvSpPr/>
      </dsp:nvSpPr>
      <dsp:spPr>
        <a:xfrm>
          <a:off x="2271032" y="407"/>
          <a:ext cx="1009468" cy="100946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Apps</a:t>
          </a:r>
        </a:p>
      </dsp:txBody>
      <dsp:txXfrm>
        <a:off x="2418865" y="148240"/>
        <a:ext cx="713802" cy="713802"/>
      </dsp:txXfrm>
    </dsp:sp>
    <dsp:sp modelId="{A5204392-9374-4894-9967-8EB78C5F02CD}">
      <dsp:nvSpPr>
        <dsp:cNvPr id="0" name=""/>
        <dsp:cNvSpPr/>
      </dsp:nvSpPr>
      <dsp:spPr>
        <a:xfrm>
          <a:off x="3801453" y="1530828"/>
          <a:ext cx="1009468" cy="100946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Tools</a:t>
          </a:r>
        </a:p>
      </dsp:txBody>
      <dsp:txXfrm>
        <a:off x="3949286" y="1678661"/>
        <a:ext cx="713802" cy="713802"/>
      </dsp:txXfrm>
    </dsp:sp>
    <dsp:sp modelId="{207746E5-3AB6-4E17-8A04-A42C01EF85CB}">
      <dsp:nvSpPr>
        <dsp:cNvPr id="0" name=""/>
        <dsp:cNvSpPr/>
      </dsp:nvSpPr>
      <dsp:spPr>
        <a:xfrm>
          <a:off x="2271032" y="3061249"/>
          <a:ext cx="1009468" cy="100946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Programs</a:t>
          </a:r>
        </a:p>
      </dsp:txBody>
      <dsp:txXfrm>
        <a:off x="2418865" y="3209082"/>
        <a:ext cx="713802" cy="713802"/>
      </dsp:txXfrm>
    </dsp:sp>
    <dsp:sp modelId="{A4212EB2-0F96-458E-9235-A88212A3759E}">
      <dsp:nvSpPr>
        <dsp:cNvPr id="0" name=""/>
        <dsp:cNvSpPr/>
      </dsp:nvSpPr>
      <dsp:spPr>
        <a:xfrm>
          <a:off x="740611" y="1530828"/>
          <a:ext cx="1009468" cy="100946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Products</a:t>
          </a:r>
        </a:p>
      </dsp:txBody>
      <dsp:txXfrm>
        <a:off x="888444" y="1678661"/>
        <a:ext cx="713802" cy="7138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499B8-FF42-4C12-A05A-CCD8F260EAE1}">
      <dsp:nvSpPr>
        <dsp:cNvPr id="0" name=""/>
        <dsp:cNvSpPr/>
      </dsp:nvSpPr>
      <dsp:spPr>
        <a:xfrm>
          <a:off x="669633" y="1621400"/>
          <a:ext cx="1254584" cy="83680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Benefit?</a:t>
          </a:r>
        </a:p>
      </dsp:txBody>
      <dsp:txXfrm>
        <a:off x="870366" y="1621400"/>
        <a:ext cx="1053850" cy="836807"/>
      </dsp:txXfrm>
    </dsp:sp>
    <dsp:sp modelId="{2246C949-8286-4A7A-A6D3-54C42ED3CBE9}">
      <dsp:nvSpPr>
        <dsp:cNvPr id="0" name=""/>
        <dsp:cNvSpPr/>
      </dsp:nvSpPr>
      <dsp:spPr>
        <a:xfrm>
          <a:off x="669633" y="2458207"/>
          <a:ext cx="1254584" cy="83680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Cost?</a:t>
          </a:r>
        </a:p>
      </dsp:txBody>
      <dsp:txXfrm>
        <a:off x="870366" y="2458207"/>
        <a:ext cx="1053850" cy="836807"/>
      </dsp:txXfrm>
    </dsp:sp>
    <dsp:sp modelId="{AF5D6E42-7341-4C86-A0C1-F594BE553C40}">
      <dsp:nvSpPr>
        <dsp:cNvPr id="0" name=""/>
        <dsp:cNvSpPr/>
      </dsp:nvSpPr>
      <dsp:spPr>
        <a:xfrm>
          <a:off x="669633" y="3295015"/>
          <a:ext cx="1254584" cy="83680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Time?</a:t>
          </a:r>
        </a:p>
      </dsp:txBody>
      <dsp:txXfrm>
        <a:off x="870366" y="3295015"/>
        <a:ext cx="1053850" cy="836807"/>
      </dsp:txXfrm>
    </dsp:sp>
    <dsp:sp modelId="{64E97520-AF4D-4FAD-8CAB-6E786CE816B5}">
      <dsp:nvSpPr>
        <dsp:cNvPr id="0" name=""/>
        <dsp:cNvSpPr/>
      </dsp:nvSpPr>
      <dsp:spPr>
        <a:xfrm>
          <a:off x="521" y="1286844"/>
          <a:ext cx="836389" cy="83638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dirty="0"/>
            <a:t>Option A</a:t>
          </a:r>
        </a:p>
      </dsp:txBody>
      <dsp:txXfrm>
        <a:off x="123007" y="1409330"/>
        <a:ext cx="591417" cy="591417"/>
      </dsp:txXfrm>
    </dsp:sp>
    <dsp:sp modelId="{3C6761FA-C3AB-49C6-B6C2-A803476EC2AF}">
      <dsp:nvSpPr>
        <dsp:cNvPr id="0" name=""/>
        <dsp:cNvSpPr/>
      </dsp:nvSpPr>
      <dsp:spPr>
        <a:xfrm>
          <a:off x="2760606" y="1621400"/>
          <a:ext cx="1254584" cy="83680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Benefit?</a:t>
          </a:r>
        </a:p>
      </dsp:txBody>
      <dsp:txXfrm>
        <a:off x="2961340" y="1621400"/>
        <a:ext cx="1053850" cy="836807"/>
      </dsp:txXfrm>
    </dsp:sp>
    <dsp:sp modelId="{7642ADCB-7D10-46D3-90AA-5AC8A8F315DE}">
      <dsp:nvSpPr>
        <dsp:cNvPr id="0" name=""/>
        <dsp:cNvSpPr/>
      </dsp:nvSpPr>
      <dsp:spPr>
        <a:xfrm>
          <a:off x="2760606" y="2458207"/>
          <a:ext cx="1254584" cy="83680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Cost?</a:t>
          </a:r>
        </a:p>
      </dsp:txBody>
      <dsp:txXfrm>
        <a:off x="2961340" y="2458207"/>
        <a:ext cx="1053850" cy="836807"/>
      </dsp:txXfrm>
    </dsp:sp>
    <dsp:sp modelId="{A82A12EF-3303-472F-B0DF-11901BD78A6C}">
      <dsp:nvSpPr>
        <dsp:cNvPr id="0" name=""/>
        <dsp:cNvSpPr/>
      </dsp:nvSpPr>
      <dsp:spPr>
        <a:xfrm>
          <a:off x="2760606" y="3295015"/>
          <a:ext cx="1254584" cy="83680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Time?</a:t>
          </a:r>
        </a:p>
      </dsp:txBody>
      <dsp:txXfrm>
        <a:off x="2961340" y="3295015"/>
        <a:ext cx="1053850" cy="836807"/>
      </dsp:txXfrm>
    </dsp:sp>
    <dsp:sp modelId="{28EF4FEB-6925-4519-979F-7D87569071BE}">
      <dsp:nvSpPr>
        <dsp:cNvPr id="0" name=""/>
        <dsp:cNvSpPr/>
      </dsp:nvSpPr>
      <dsp:spPr>
        <a:xfrm>
          <a:off x="2091495" y="1286844"/>
          <a:ext cx="836389" cy="83638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dirty="0"/>
            <a:t>Option B</a:t>
          </a:r>
        </a:p>
      </dsp:txBody>
      <dsp:txXfrm>
        <a:off x="2213981" y="1409330"/>
        <a:ext cx="591417" cy="591417"/>
      </dsp:txXfrm>
    </dsp:sp>
    <dsp:sp modelId="{A923AC73-04B1-4CAE-9CBB-9038A676AEDD}">
      <dsp:nvSpPr>
        <dsp:cNvPr id="0" name=""/>
        <dsp:cNvSpPr/>
      </dsp:nvSpPr>
      <dsp:spPr>
        <a:xfrm>
          <a:off x="4851580" y="1621400"/>
          <a:ext cx="1254584" cy="83680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Benefit?</a:t>
          </a:r>
        </a:p>
      </dsp:txBody>
      <dsp:txXfrm>
        <a:off x="5052313" y="1621400"/>
        <a:ext cx="1053850" cy="836807"/>
      </dsp:txXfrm>
    </dsp:sp>
    <dsp:sp modelId="{7B0A68E2-6EBF-4613-AA99-968B0F7B994C}">
      <dsp:nvSpPr>
        <dsp:cNvPr id="0" name=""/>
        <dsp:cNvSpPr/>
      </dsp:nvSpPr>
      <dsp:spPr>
        <a:xfrm>
          <a:off x="4851580" y="2458207"/>
          <a:ext cx="1254584" cy="83680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Cost?</a:t>
          </a:r>
        </a:p>
      </dsp:txBody>
      <dsp:txXfrm>
        <a:off x="5052313" y="2458207"/>
        <a:ext cx="1053850" cy="836807"/>
      </dsp:txXfrm>
    </dsp:sp>
    <dsp:sp modelId="{7F7B6ECD-4182-462E-AFB5-82BCC5F6ED8B}">
      <dsp:nvSpPr>
        <dsp:cNvPr id="0" name=""/>
        <dsp:cNvSpPr/>
      </dsp:nvSpPr>
      <dsp:spPr>
        <a:xfrm>
          <a:off x="4851580" y="3295015"/>
          <a:ext cx="1254584" cy="836807"/>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Time?</a:t>
          </a:r>
        </a:p>
      </dsp:txBody>
      <dsp:txXfrm>
        <a:off x="5052313" y="3295015"/>
        <a:ext cx="1053850" cy="836807"/>
      </dsp:txXfrm>
    </dsp:sp>
    <dsp:sp modelId="{AE49A373-625F-4CA5-90F2-637868016F86}">
      <dsp:nvSpPr>
        <dsp:cNvPr id="0" name=""/>
        <dsp:cNvSpPr/>
      </dsp:nvSpPr>
      <dsp:spPr>
        <a:xfrm>
          <a:off x="4182468" y="1286844"/>
          <a:ext cx="836389" cy="83638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dirty="0"/>
            <a:t>Option C</a:t>
          </a:r>
        </a:p>
      </dsp:txBody>
      <dsp:txXfrm>
        <a:off x="4304954" y="1409330"/>
        <a:ext cx="591417" cy="5914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7801F0-57D7-466D-B2F3-5BAF10623668}">
      <dsp:nvSpPr>
        <dsp:cNvPr id="0" name=""/>
        <dsp:cNvSpPr/>
      </dsp:nvSpPr>
      <dsp:spPr>
        <a:xfrm>
          <a:off x="1129505" y="165389"/>
          <a:ext cx="3282344" cy="1139915"/>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3EC7BB-EC34-4E1E-9523-7E25DA768B66}">
      <dsp:nvSpPr>
        <dsp:cNvPr id="0" name=""/>
        <dsp:cNvSpPr/>
      </dsp:nvSpPr>
      <dsp:spPr>
        <a:xfrm>
          <a:off x="2457709" y="2956654"/>
          <a:ext cx="636113" cy="407112"/>
        </a:xfrm>
        <a:prstGeom prst="down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9AA5E18-0BCB-4D61-8107-987BE51D6D3A}">
      <dsp:nvSpPr>
        <dsp:cNvPr id="0" name=""/>
        <dsp:cNvSpPr/>
      </dsp:nvSpPr>
      <dsp:spPr>
        <a:xfrm>
          <a:off x="1249094" y="3282344"/>
          <a:ext cx="3053343" cy="76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dirty="0"/>
            <a:t>Centralized data</a:t>
          </a:r>
        </a:p>
      </dsp:txBody>
      <dsp:txXfrm>
        <a:off x="1249094" y="3282344"/>
        <a:ext cx="3053343" cy="763335"/>
      </dsp:txXfrm>
    </dsp:sp>
    <dsp:sp modelId="{3644622D-062B-4B3A-B514-E57BB1F4C2C2}">
      <dsp:nvSpPr>
        <dsp:cNvPr id="0" name=""/>
        <dsp:cNvSpPr/>
      </dsp:nvSpPr>
      <dsp:spPr>
        <a:xfrm>
          <a:off x="2322853" y="1393342"/>
          <a:ext cx="1145003" cy="11450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Data</a:t>
          </a:r>
        </a:p>
      </dsp:txBody>
      <dsp:txXfrm>
        <a:off x="2490535" y="1561024"/>
        <a:ext cx="809639" cy="809639"/>
      </dsp:txXfrm>
    </dsp:sp>
    <dsp:sp modelId="{6BE42859-CEC5-49E7-8FA5-A8E9794CF1BE}">
      <dsp:nvSpPr>
        <dsp:cNvPr id="0" name=""/>
        <dsp:cNvSpPr/>
      </dsp:nvSpPr>
      <dsp:spPr>
        <a:xfrm>
          <a:off x="1503539" y="534335"/>
          <a:ext cx="1145003" cy="11450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Data</a:t>
          </a:r>
        </a:p>
      </dsp:txBody>
      <dsp:txXfrm>
        <a:off x="1671221" y="702017"/>
        <a:ext cx="809639" cy="809639"/>
      </dsp:txXfrm>
    </dsp:sp>
    <dsp:sp modelId="{9B47A31A-50E5-4D24-BB4B-D2605AE37644}">
      <dsp:nvSpPr>
        <dsp:cNvPr id="0" name=""/>
        <dsp:cNvSpPr/>
      </dsp:nvSpPr>
      <dsp:spPr>
        <a:xfrm>
          <a:off x="2673988" y="257498"/>
          <a:ext cx="1145003" cy="114500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Data</a:t>
          </a:r>
        </a:p>
      </dsp:txBody>
      <dsp:txXfrm>
        <a:off x="2841670" y="425180"/>
        <a:ext cx="809639" cy="809639"/>
      </dsp:txXfrm>
    </dsp:sp>
    <dsp:sp modelId="{AFA90FB3-7097-4343-ACCD-2F17F40B4898}">
      <dsp:nvSpPr>
        <dsp:cNvPr id="0" name=""/>
        <dsp:cNvSpPr/>
      </dsp:nvSpPr>
      <dsp:spPr>
        <a:xfrm>
          <a:off x="994649" y="25444"/>
          <a:ext cx="3562234" cy="2849787"/>
        </a:xfrm>
        <a:prstGeom prst="funnel">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F75AEF-6AF8-074D-A4DB-F71FD6F9C37D}" type="datetimeFigureOut">
              <a:rPr lang="en-US" smtClean="0"/>
              <a:t>11/10/2023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D5D9A6D-5233-6641-90BA-8328590F05DD}" type="slidenum">
              <a:rPr lang="en-US" smtClean="0"/>
              <a:t>‹#›</a:t>
            </a:fld>
            <a:endParaRPr lang="en-US" dirty="0"/>
          </a:p>
        </p:txBody>
      </p:sp>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AAE85D-3A3F-7B46-A18E-DF160D9D2CC7}" type="datetimeFigureOut">
              <a:rPr lang="en-US" smtClean="0"/>
              <a:t>11/10/2023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DDA35F-9E58-5D40-92C1-D8C7631003B0}" type="slidenum">
              <a:rPr lang="en-US" smtClean="0"/>
              <a:t>‹#›</a:t>
            </a:fld>
            <a:endParaRPr lang="en-US" dirty="0"/>
          </a:p>
        </p:txBody>
      </p:sp>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hasCustomPrompt="1"/>
          </p:nvPr>
        </p:nvSpPr>
        <p:spPr>
          <a:xfrm>
            <a:off x="455900" y="1302040"/>
            <a:ext cx="11280200" cy="4131352"/>
          </a:xfrm>
          <a:prstGeom prst="rect">
            <a:avLst/>
          </a:prstGeom>
        </p:spPr>
        <p:txBody>
          <a:bodyPr numCol="2" spcCol="137160"/>
          <a:lstStyle>
            <a:lvl1pPr marL="342900" marR="0" indent="-342900" algn="l" defTabSz="457200" rtl="0" eaLnBrk="1" fontAlgn="auto" latinLnBrk="0" hangingPunct="1">
              <a:lnSpc>
                <a:spcPct val="100000"/>
              </a:lnSpc>
              <a:spcBef>
                <a:spcPct val="20000"/>
              </a:spcBef>
              <a:spcAft>
                <a:spcPts val="0"/>
              </a:spcAft>
              <a:buClr>
                <a:srgbClr val="009DDC"/>
              </a:buClr>
              <a:buSzTx/>
              <a:buFont typeface="+mj-lt"/>
              <a:buAutoNum type="arabicPeriod"/>
              <a:tabLst/>
              <a:defRPr sz="1800" baseline="0">
                <a:sym typeface="Wingdings" panose="05000000000000000000" pitchFamily="2" charset="2"/>
              </a:defRPr>
            </a:lvl1pPr>
            <a:lvl2pPr marL="742950" marR="0" indent="-285750" algn="l" defTabSz="457200" rtl="0" eaLnBrk="1" fontAlgn="auto" latinLnBrk="0" hangingPunct="1">
              <a:lnSpc>
                <a:spcPct val="100000"/>
              </a:lnSpc>
              <a:spcBef>
                <a:spcPct val="20000"/>
              </a:spcBef>
              <a:spcAft>
                <a:spcPts val="0"/>
              </a:spcAft>
              <a:buClr>
                <a:srgbClr val="009DDC"/>
              </a:buClr>
              <a:buSzTx/>
              <a:buFont typeface="+mj-lt"/>
              <a:buAutoNum type="arabicPeriod"/>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mj-lt"/>
              <a:buAutoNum type="arabicPeriod"/>
              <a:tabLst/>
              <a:defRPr sz="1400"/>
            </a:lvl3pPr>
          </a:lstStyle>
          <a:p>
            <a:pPr marL="173038" lvl="0" indent="-173038"/>
            <a:r>
              <a:rPr lang="en-US" dirty="0"/>
              <a:t>Click to add text. If you have &lt;12 lessons, select </a:t>
            </a:r>
            <a:r>
              <a:rPr lang="en-US" dirty="0" err="1"/>
              <a:t>HomeAdd</a:t>
            </a:r>
            <a:r>
              <a:rPr lang="en-US" dirty="0"/>
              <a:t> or Remove </a:t>
            </a:r>
            <a:r>
              <a:rPr lang="en-US" dirty="0" err="1"/>
              <a:t>ColumnsOne</a:t>
            </a:r>
            <a:r>
              <a:rPr lang="en-US" dirty="0"/>
              <a:t> Column to prevent wrapping issues with long titles.</a:t>
            </a:r>
          </a:p>
          <a:p>
            <a:pPr marL="342900" marR="0" lvl="1" indent="-342900" algn="l" defTabSz="457200" rtl="0" eaLnBrk="1" fontAlgn="auto" latinLnBrk="0" hangingPunct="1">
              <a:lnSpc>
                <a:spcPct val="100000"/>
              </a:lnSpc>
              <a:spcBef>
                <a:spcPct val="20000"/>
              </a:spcBef>
              <a:spcAft>
                <a:spcPts val="0"/>
              </a:spcAft>
              <a:buClr>
                <a:srgbClr val="009DDC"/>
              </a:buClr>
              <a:buSzTx/>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78899" cy="944881"/>
          </a:xfrm>
          <a:prstGeom prst="rect">
            <a:avLst/>
          </a:prstGeom>
        </p:spPr>
        <p:txBody>
          <a:bodyPr vert="horz" lIns="91440" tIns="45720" rIns="91440" bIns="45720" rtlCol="0" anchor="ctr">
            <a:noAutofit/>
          </a:bodyPr>
          <a:lstStyle>
            <a:lvl1pPr>
              <a:defRPr/>
            </a:lvl1pPr>
          </a:lstStyle>
          <a:p>
            <a:r>
              <a:rPr lang="en-US" dirty="0"/>
              <a:t>Click to add “Course Outline: [Course Title]”</a:t>
            </a:r>
          </a:p>
        </p:txBody>
      </p:sp>
      <p:pic>
        <p:nvPicPr>
          <p:cNvPr id="10" name="Picture 9" descr="A close up of a sign&#10;&#10;Description automatically generated">
            <a:extLst>
              <a:ext uri="{FF2B5EF4-FFF2-40B4-BE49-F238E27FC236}">
                <a16:creationId xmlns:a16="http://schemas.microsoft.com/office/drawing/2014/main" id="{11CA89CD-FB39-834A-B366-6013C2849C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212770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p:nvPr>
        </p:nvSpPr>
        <p:spPr>
          <a:xfrm>
            <a:off x="455900" y="1302040"/>
            <a:ext cx="11280200" cy="4131352"/>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4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78899" cy="944881"/>
          </a:xfrm>
          <a:prstGeom prst="rect">
            <a:avLst/>
          </a:prstGeom>
        </p:spPr>
        <p:txBody>
          <a:bodyPr vert="horz" lIns="91440" tIns="45720" rIns="91440" bIns="45720" rtlCol="0" anchor="ctr">
            <a:noAutofit/>
          </a:bodyPr>
          <a:lstStyle>
            <a:lvl1pPr>
              <a:defRPr/>
            </a:lvl1pPr>
          </a:lstStyle>
          <a:p>
            <a:r>
              <a:rPr lang="en-US" dirty="0"/>
              <a:t>Click to add Lesson title</a:t>
            </a:r>
          </a:p>
        </p:txBody>
      </p:sp>
      <p:pic>
        <p:nvPicPr>
          <p:cNvPr id="10" name="Picture 9" descr="A close up of a sign&#10;&#10;Description automatically generated">
            <a:extLst>
              <a:ext uri="{FF2B5EF4-FFF2-40B4-BE49-F238E27FC236}">
                <a16:creationId xmlns:a16="http://schemas.microsoft.com/office/drawing/2014/main" id="{11CA89CD-FB39-834A-B366-6013C2849C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879119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3" name="Picture 2" descr="Shape, rectangle&#10;&#10;Description automatically generated">
            <a:extLst>
              <a:ext uri="{FF2B5EF4-FFF2-40B4-BE49-F238E27FC236}">
                <a16:creationId xmlns:a16="http://schemas.microsoft.com/office/drawing/2014/main" id="{D770E60D-FD97-4043-81F1-289AA5E51D5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2" name="Text Placeholder 11">
            <a:extLst>
              <a:ext uri="{FF2B5EF4-FFF2-40B4-BE49-F238E27FC236}">
                <a16:creationId xmlns:a16="http://schemas.microsoft.com/office/drawing/2014/main" id="{96D59A8F-E744-4482-BF05-F930781695A1}"/>
              </a:ext>
            </a:extLst>
          </p:cNvPr>
          <p:cNvSpPr>
            <a:spLocks noGrp="1"/>
          </p:cNvSpPr>
          <p:nvPr>
            <p:ph type="body" sz="quarter" idx="14" hasCustomPrompt="1"/>
          </p:nvPr>
        </p:nvSpPr>
        <p:spPr>
          <a:xfrm>
            <a:off x="914400" y="3235643"/>
            <a:ext cx="10363200" cy="1362075"/>
          </a:xfrm>
        </p:spPr>
        <p:txBody>
          <a:bodyPr anchor="ctr"/>
          <a:lstStyle>
            <a:lvl1pPr marL="0" indent="0" algn="ctr">
              <a:buNone/>
              <a:defRPr sz="4400" b="1" cap="all" baseline="0">
                <a:solidFill>
                  <a:schemeClr val="bg1"/>
                </a:solidFill>
                <a:latin typeface="Calibri" panose="020F0502020204030204" pitchFamily="34" charset="0"/>
              </a:defRPr>
            </a:lvl1pPr>
          </a:lstStyle>
          <a:p>
            <a:pPr lvl="0"/>
            <a:r>
              <a:rPr lang="en-US" dirty="0"/>
              <a:t>click to add topic title</a:t>
            </a:r>
          </a:p>
        </p:txBody>
      </p:sp>
      <p:pic>
        <p:nvPicPr>
          <p:cNvPr id="8" name="Picture 7" descr="A group of black and white text&#10;&#10;Description automatically generated with medium confidence">
            <a:extLst>
              <a:ext uri="{FF2B5EF4-FFF2-40B4-BE49-F238E27FC236}">
                <a16:creationId xmlns:a16="http://schemas.microsoft.com/office/drawing/2014/main" id="{18AA9BFF-9ED8-2D40-92F4-996C75C1C16F}"/>
              </a:ext>
            </a:extLst>
          </p:cNvPr>
          <p:cNvPicPr>
            <a:picLocks noChangeAspect="1"/>
          </p:cNvPicPr>
          <p:nvPr userDrawn="1"/>
        </p:nvPicPr>
        <p:blipFill>
          <a:blip r:embed="rId3"/>
          <a:stretch>
            <a:fillRect/>
          </a:stretch>
        </p:blipFill>
        <p:spPr>
          <a:xfrm>
            <a:off x="9705975" y="6424777"/>
            <a:ext cx="2076450" cy="286880"/>
          </a:xfrm>
          <a:prstGeom prst="rect">
            <a:avLst/>
          </a:prstGeom>
        </p:spPr>
      </p:pic>
      <p:sp>
        <p:nvSpPr>
          <p:cNvPr id="9" name="Footer Placeholder 2">
            <a:extLst>
              <a:ext uri="{FF2B5EF4-FFF2-40B4-BE49-F238E27FC236}">
                <a16:creationId xmlns:a16="http://schemas.microsoft.com/office/drawing/2014/main" id="{BB1E05F0-CFAF-A446-AE72-71681949D9CF}"/>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2023 CertNexus, Inc. All rights reserved.</a:t>
            </a:r>
          </a:p>
        </p:txBody>
      </p:sp>
      <p:sp>
        <p:nvSpPr>
          <p:cNvPr id="7" name="Picture Placeholder 9">
            <a:extLst>
              <a:ext uri="{FF2B5EF4-FFF2-40B4-BE49-F238E27FC236}">
                <a16:creationId xmlns:a16="http://schemas.microsoft.com/office/drawing/2014/main" id="{EF71B82E-1518-9342-B652-C27727A41635}"/>
              </a:ext>
            </a:extLst>
          </p:cNvPr>
          <p:cNvSpPr>
            <a:spLocks noGrp="1"/>
          </p:cNvSpPr>
          <p:nvPr>
            <p:ph type="pic" sz="quarter" idx="13"/>
          </p:nvPr>
        </p:nvSpPr>
        <p:spPr>
          <a:xfrm>
            <a:off x="2661921" y="853440"/>
            <a:ext cx="6879270" cy="2334261"/>
          </a:xfrm>
        </p:spPr>
        <p:txBody>
          <a:bodyPr anchor="ctr"/>
          <a:lstStyle>
            <a:lvl1pPr algn="ctr">
              <a:defRPr>
                <a:solidFill>
                  <a:schemeClr val="bg1"/>
                </a:solidFill>
              </a:defRPr>
            </a:lvl1pPr>
          </a:lstStyle>
          <a:p>
            <a:r>
              <a:rPr lang="en-US" dirty="0"/>
              <a:t>Click icon to add picture</a:t>
            </a:r>
          </a:p>
        </p:txBody>
      </p:sp>
    </p:spTree>
    <p:extLst>
      <p:ext uri="{BB962C8B-B14F-4D97-AF65-F5344CB8AC3E}">
        <p14:creationId xmlns:p14="http://schemas.microsoft.com/office/powerpoint/2010/main" val="1838086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455900" y="1302040"/>
            <a:ext cx="11280200"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89059" cy="944881"/>
          </a:xfrm>
          <a:prstGeom prst="rect">
            <a:avLst/>
          </a:prstGeom>
        </p:spPr>
        <p:txBody>
          <a:bodyPr vert="horz" lIns="91440" tIns="45720" rIns="91440" bIns="45720" rtlCol="0" anchor="ctr">
            <a:noAutofit/>
          </a:bodyPr>
          <a:lstStyle/>
          <a:p>
            <a:r>
              <a:rPr lang="en-US" dirty="0"/>
              <a:t>Click to add title</a:t>
            </a:r>
          </a:p>
        </p:txBody>
      </p:sp>
      <p:pic>
        <p:nvPicPr>
          <p:cNvPr id="9" name="Picture 8" descr="A close up of a sign&#10;&#10;Description automatically generated">
            <a:extLst>
              <a:ext uri="{FF2B5EF4-FFF2-40B4-BE49-F238E27FC236}">
                <a16:creationId xmlns:a16="http://schemas.microsoft.com/office/drawing/2014/main" id="{0A037335-1258-EF45-B44C-2F4D9BFDCFF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159048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Fill">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DF39B6-089A-D744-B207-90D8B780B7A2}"/>
              </a:ext>
            </a:extLst>
          </p:cNvPr>
          <p:cNvPicPr>
            <a:picLocks noChangeAspect="1"/>
          </p:cNvPicPr>
          <p:nvPr userDrawn="1"/>
        </p:nvPicPr>
        <p:blipFill>
          <a:blip r:embed="rId2"/>
          <a:src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455900" y="1302040"/>
            <a:ext cx="5165411"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89059" cy="944881"/>
          </a:xfrm>
          <a:prstGeom prst="rect">
            <a:avLst/>
          </a:prstGeom>
        </p:spPr>
        <p:txBody>
          <a:bodyPr vert="horz" lIns="91440" tIns="45720" rIns="91440" bIns="45720" rtlCol="0" anchor="ctr">
            <a:noAutofit/>
          </a:bodyPr>
          <a:lstStyle/>
          <a:p>
            <a:r>
              <a:rPr lang="en-US" dirty="0"/>
              <a:t>Click to add title</a:t>
            </a:r>
          </a:p>
        </p:txBody>
      </p:sp>
      <p:pic>
        <p:nvPicPr>
          <p:cNvPr id="11" name="Picture 10" descr="A group of black and white text&#10;&#10;Description automatically generated with medium confidence">
            <a:extLst>
              <a:ext uri="{FF2B5EF4-FFF2-40B4-BE49-F238E27FC236}">
                <a16:creationId xmlns:a16="http://schemas.microsoft.com/office/drawing/2014/main" id="{76BA429E-88B1-B942-9C74-1AB5F33A3CDC}"/>
              </a:ext>
            </a:extLst>
          </p:cNvPr>
          <p:cNvPicPr>
            <a:picLocks noChangeAspect="1"/>
          </p:cNvPicPr>
          <p:nvPr userDrawn="1"/>
        </p:nvPicPr>
        <p:blipFill>
          <a:blip r:embed="rId3"/>
          <a:stretch>
            <a:fillRect/>
          </a:stretch>
        </p:blipFill>
        <p:spPr>
          <a:xfrm>
            <a:off x="9803674" y="6438275"/>
            <a:ext cx="1881052" cy="259884"/>
          </a:xfrm>
          <a:prstGeom prst="rect">
            <a:avLst/>
          </a:prstGeom>
        </p:spPr>
      </p:pic>
    </p:spTree>
    <p:extLst>
      <p:ext uri="{BB962C8B-B14F-4D97-AF65-F5344CB8AC3E}">
        <p14:creationId xmlns:p14="http://schemas.microsoft.com/office/powerpoint/2010/main" val="590128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Blan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5" name="Slide Number Placeholder 4"/>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45368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E0645ACB-515B-844F-A6FE-5A9C2CC9120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Picture 6" descr="A group of black and white text&#10;&#10;Description automatically generated with medium confidence">
            <a:extLst>
              <a:ext uri="{FF2B5EF4-FFF2-40B4-BE49-F238E27FC236}">
                <a16:creationId xmlns:a16="http://schemas.microsoft.com/office/drawing/2014/main" id="{127A344B-E698-2E47-A734-E1CE1341471D}"/>
              </a:ext>
            </a:extLst>
          </p:cNvPr>
          <p:cNvPicPr>
            <a:picLocks noChangeAspect="1"/>
          </p:cNvPicPr>
          <p:nvPr userDrawn="1"/>
        </p:nvPicPr>
        <p:blipFill>
          <a:blip r:embed="rId3"/>
          <a:stretch>
            <a:fillRect/>
          </a:stretch>
        </p:blipFill>
        <p:spPr>
          <a:xfrm>
            <a:off x="9705975" y="6424777"/>
            <a:ext cx="2076450" cy="286880"/>
          </a:xfrm>
          <a:prstGeom prst="rect">
            <a:avLst/>
          </a:prstGeom>
        </p:spPr>
      </p:pic>
      <p:sp>
        <p:nvSpPr>
          <p:cNvPr id="2" name="Title 1"/>
          <p:cNvSpPr>
            <a:spLocks noGrp="1"/>
          </p:cNvSpPr>
          <p:nvPr>
            <p:ph type="title" hasCustomPrompt="1"/>
          </p:nvPr>
        </p:nvSpPr>
        <p:spPr>
          <a:xfrm>
            <a:off x="840155" y="2785873"/>
            <a:ext cx="10511691" cy="1286256"/>
          </a:xfrm>
        </p:spPr>
        <p:txBody>
          <a:bodyPr/>
          <a:lstStyle>
            <a:lvl1pPr algn="ctr">
              <a:defRPr sz="4400" b="1"/>
            </a:lvl1pPr>
          </a:lstStyle>
          <a:p>
            <a:r>
              <a:rPr lang="en-US" dirty="0"/>
              <a:t>CLICK TO ADD TITLE</a:t>
            </a:r>
          </a:p>
        </p:txBody>
      </p:sp>
      <p:sp>
        <p:nvSpPr>
          <p:cNvPr id="5" name="Slide Number Placeholder 4"/>
          <p:cNvSpPr>
            <a:spLocks noGrp="1"/>
          </p:cNvSpPr>
          <p:nvPr>
            <p:ph type="sldNum" sz="quarter" idx="12"/>
          </p:nvPr>
        </p:nvSpPr>
        <p:spPr/>
        <p:txBody>
          <a:bodyPr/>
          <a:lstStyle/>
          <a:p>
            <a:fld id="{A8160BDD-7155-D744-B749-9730458604AD}" type="slidenum">
              <a:rPr lang="en-US" smtClean="0"/>
              <a:t>‹#›</a:t>
            </a:fld>
            <a:endParaRPr lang="en-US" dirty="0"/>
          </a:p>
        </p:txBody>
      </p:sp>
      <p:sp>
        <p:nvSpPr>
          <p:cNvPr id="6" name="Footer Placeholder 2">
            <a:extLst>
              <a:ext uri="{FF2B5EF4-FFF2-40B4-BE49-F238E27FC236}">
                <a16:creationId xmlns:a16="http://schemas.microsoft.com/office/drawing/2014/main" id="{8A2CE11F-9E63-044F-B02D-D030806CCD69}"/>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2023 CertNexus, Inc. All rights reserved.</a:t>
            </a:r>
          </a:p>
        </p:txBody>
      </p:sp>
    </p:spTree>
    <p:extLst>
      <p:ext uri="{BB962C8B-B14F-4D97-AF65-F5344CB8AC3E}">
        <p14:creationId xmlns:p14="http://schemas.microsoft.com/office/powerpoint/2010/main" val="257214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rner Fil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11" name="Title Placeholder 1"/>
          <p:cNvSpPr>
            <a:spLocks noGrp="1"/>
          </p:cNvSpPr>
          <p:nvPr>
            <p:ph type="title" hasCustomPrompt="1"/>
          </p:nvPr>
        </p:nvSpPr>
        <p:spPr>
          <a:xfrm>
            <a:off x="455901" y="0"/>
            <a:ext cx="11319539" cy="955041"/>
          </a:xfrm>
          <a:prstGeom prst="rect">
            <a:avLst/>
          </a:prstGeom>
        </p:spPr>
        <p:txBody>
          <a:bodyPr vert="horz" lIns="91440" tIns="45720" rIns="91440" bIns="45720" rtlCol="0" anchor="ctr">
            <a:noAutofit/>
          </a:bodyPr>
          <a:lstStyle/>
          <a:p>
            <a:r>
              <a:rPr lang="en-US" dirty="0"/>
              <a:t>Click to add title</a:t>
            </a:r>
          </a:p>
        </p:txBody>
      </p:sp>
      <p:sp>
        <p:nvSpPr>
          <p:cNvPr id="10" name="Content Placeholder 2"/>
          <p:cNvSpPr>
            <a:spLocks noGrp="1"/>
          </p:cNvSpPr>
          <p:nvPr>
            <p:ph idx="1"/>
          </p:nvPr>
        </p:nvSpPr>
        <p:spPr>
          <a:xfrm>
            <a:off x="455900" y="1302043"/>
            <a:ext cx="11280200" cy="4481345"/>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pic>
        <p:nvPicPr>
          <p:cNvPr id="8" name="Picture 7" descr="A close up of a sign&#10;&#10;Description automatically generated">
            <a:extLst>
              <a:ext uri="{FF2B5EF4-FFF2-40B4-BE49-F238E27FC236}">
                <a16:creationId xmlns:a16="http://schemas.microsoft.com/office/drawing/2014/main" id="{EA977C3C-812B-204B-BEB0-8F3E056FBA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203403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lossary Term Definition Blan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4" name="Picture 3">
            <a:extLst>
              <a:ext uri="{FF2B5EF4-FFF2-40B4-BE49-F238E27FC236}">
                <a16:creationId xmlns:a16="http://schemas.microsoft.com/office/drawing/2014/main" id="{B63EEA2D-3653-2F41-934A-ED2CDFD9881E}"/>
              </a:ext>
            </a:extLst>
          </p:cNvPr>
          <p:cNvPicPr>
            <a:picLocks noChangeAspect="1"/>
          </p:cNvPicPr>
          <p:nvPr userDrawn="1"/>
        </p:nvPicPr>
        <p:blipFill>
          <a:blip r:embed="rId2"/>
          <a:srcRect/>
          <a:stretch/>
        </p:blipFill>
        <p:spPr>
          <a:xfrm>
            <a:off x="0" y="0"/>
            <a:ext cx="12192000" cy="6858000"/>
          </a:xfrm>
          <a:prstGeom prst="rect">
            <a:avLst/>
          </a:prstGeom>
        </p:spPr>
      </p:pic>
      <p:sp>
        <p:nvSpPr>
          <p:cNvPr id="7" name="Content Placeholder 2"/>
          <p:cNvSpPr>
            <a:spLocks noGrp="1"/>
          </p:cNvSpPr>
          <p:nvPr>
            <p:ph idx="1"/>
          </p:nvPr>
        </p:nvSpPr>
        <p:spPr>
          <a:xfrm>
            <a:off x="1897811" y="2062480"/>
            <a:ext cx="7522234" cy="4265168"/>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chemeClr val="accent4"/>
              </a:buClr>
              <a:buSzTx/>
              <a:buFont typeface="Arial"/>
              <a:buChar char="•"/>
              <a:tabLst/>
              <a:defRPr sz="1800" baseline="0">
                <a:solidFill>
                  <a:schemeClr val="bg1"/>
                </a:solidFill>
              </a:defRPr>
            </a:lvl1pPr>
            <a:lvl2pPr marL="742950" marR="0" indent="-285750" algn="l" defTabSz="457200" rtl="0" eaLnBrk="1" fontAlgn="auto" latinLnBrk="0" hangingPunct="1">
              <a:lnSpc>
                <a:spcPct val="100000"/>
              </a:lnSpc>
              <a:spcBef>
                <a:spcPct val="20000"/>
              </a:spcBef>
              <a:spcAft>
                <a:spcPts val="0"/>
              </a:spcAft>
              <a:buClr>
                <a:schemeClr val="accent4"/>
              </a:buClr>
              <a:buSzTx/>
              <a:buFont typeface="Arial"/>
              <a:buChar char="•"/>
              <a:tabLst/>
              <a:defRPr sz="1600" baseline="0">
                <a:solidFill>
                  <a:schemeClr val="bg1"/>
                </a:solidFill>
              </a:defRPr>
            </a:lvl2pPr>
            <a:lvl3pPr marL="1143000" marR="0" indent="-228600" algn="l" defTabSz="457200" rtl="0" eaLnBrk="1" fontAlgn="auto" latinLnBrk="0" hangingPunct="1">
              <a:lnSpc>
                <a:spcPct val="100000"/>
              </a:lnSpc>
              <a:spcBef>
                <a:spcPct val="20000"/>
              </a:spcBef>
              <a:spcAft>
                <a:spcPts val="0"/>
              </a:spcAft>
              <a:buClr>
                <a:schemeClr val="accent4"/>
              </a:buClr>
              <a:buSzTx/>
              <a:buFont typeface="Arial"/>
              <a:buChar char="•"/>
              <a:tabLst/>
              <a:defRPr>
                <a:solidFill>
                  <a:schemeClr val="bg1"/>
                </a:solidFill>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1901628" y="290945"/>
            <a:ext cx="7501317" cy="792482"/>
          </a:xfrm>
          <a:prstGeom prst="rect">
            <a:avLst/>
          </a:prstGeom>
        </p:spPr>
        <p:txBody>
          <a:bodyPr vert="horz" lIns="91440" tIns="45720" rIns="91440" bIns="45720" rtlCol="0" anchor="ctr">
            <a:noAutofit/>
          </a:bodyPr>
          <a:lstStyle>
            <a:lvl1pPr>
              <a:defRPr b="1">
                <a:solidFill>
                  <a:schemeClr val="accent4"/>
                </a:solidFill>
              </a:defRPr>
            </a:lvl1pPr>
          </a:lstStyle>
          <a:p>
            <a:r>
              <a:rPr lang="en-US" dirty="0"/>
              <a:t>CLICK TO ADD TITLE</a:t>
            </a:r>
          </a:p>
        </p:txBody>
      </p:sp>
      <p:sp>
        <p:nvSpPr>
          <p:cNvPr id="13" name="Text Placeholder 12">
            <a:extLst>
              <a:ext uri="{FF2B5EF4-FFF2-40B4-BE49-F238E27FC236}">
                <a16:creationId xmlns:a16="http://schemas.microsoft.com/office/drawing/2014/main" id="{8FB19520-E82C-4B3B-A166-692B3551D135}"/>
              </a:ext>
            </a:extLst>
          </p:cNvPr>
          <p:cNvSpPr>
            <a:spLocks noGrp="1"/>
          </p:cNvSpPr>
          <p:nvPr>
            <p:ph type="body" sz="quarter" idx="13" hasCustomPrompt="1"/>
          </p:nvPr>
        </p:nvSpPr>
        <p:spPr>
          <a:xfrm>
            <a:off x="1901628" y="1233054"/>
            <a:ext cx="7501317" cy="748145"/>
          </a:xfr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Tree>
    <p:extLst>
      <p:ext uri="{BB962C8B-B14F-4D97-AF65-F5344CB8AC3E}">
        <p14:creationId xmlns:p14="http://schemas.microsoft.com/office/powerpoint/2010/main" val="1473669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lossary Terms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16" name="Picture 15">
            <a:extLst>
              <a:ext uri="{FF2B5EF4-FFF2-40B4-BE49-F238E27FC236}">
                <a16:creationId xmlns:a16="http://schemas.microsoft.com/office/drawing/2014/main" id="{DBE99981-5C84-844C-A6A7-26590EE3D71F}"/>
              </a:ext>
            </a:extLst>
          </p:cNvPr>
          <p:cNvPicPr>
            <a:picLocks noChangeAspect="1"/>
          </p:cNvPicPr>
          <p:nvPr userDrawn="1"/>
        </p:nvPicPr>
        <p:blipFill>
          <a:blip r:embed="rId2"/>
          <a:srcRect/>
          <a:stretch/>
        </p:blipFill>
        <p:spPr>
          <a:xfrm>
            <a:off x="0" y="0"/>
            <a:ext cx="12192000" cy="6858000"/>
          </a:xfrm>
          <a:prstGeom prst="rect">
            <a:avLst/>
          </a:prstGeom>
        </p:spPr>
      </p:pic>
      <p:sp>
        <p:nvSpPr>
          <p:cNvPr id="10" name="Title 1">
            <a:extLst>
              <a:ext uri="{FF2B5EF4-FFF2-40B4-BE49-F238E27FC236}">
                <a16:creationId xmlns:a16="http://schemas.microsoft.com/office/drawing/2014/main" id="{DA0FABA5-3959-4ECC-BCAF-965B5087E8AD}"/>
              </a:ext>
            </a:extLst>
          </p:cNvPr>
          <p:cNvSpPr>
            <a:spLocks noGrp="1"/>
          </p:cNvSpPr>
          <p:nvPr>
            <p:ph type="title" hasCustomPrompt="1"/>
          </p:nvPr>
        </p:nvSpPr>
        <p:spPr>
          <a:xfrm>
            <a:off x="931653" y="0"/>
            <a:ext cx="7349705" cy="1397000"/>
          </a:xfrm>
        </p:spPr>
        <p:txBody>
          <a:bodyPr/>
          <a:lstStyle>
            <a:lvl1pPr>
              <a:defRPr sz="2800" b="1">
                <a:solidFill>
                  <a:schemeClr val="accent4"/>
                </a:solidFill>
              </a:defRPr>
            </a:lvl1pPr>
          </a:lstStyle>
          <a:p>
            <a:r>
              <a:rPr lang="en-US" dirty="0"/>
              <a:t>CLICK TO ADD TITLE</a:t>
            </a:r>
          </a:p>
        </p:txBody>
      </p:sp>
      <p:sp>
        <p:nvSpPr>
          <p:cNvPr id="15" name="Text Placeholder 12">
            <a:extLst>
              <a:ext uri="{FF2B5EF4-FFF2-40B4-BE49-F238E27FC236}">
                <a16:creationId xmlns:a16="http://schemas.microsoft.com/office/drawing/2014/main" id="{A169CA63-D23E-4494-8445-3335F13F19B9}"/>
              </a:ext>
            </a:extLst>
          </p:cNvPr>
          <p:cNvSpPr>
            <a:spLocks noGrp="1"/>
          </p:cNvSpPr>
          <p:nvPr>
            <p:ph type="body" sz="quarter" idx="13" hasCustomPrompt="1"/>
          </p:nvPr>
        </p:nvSpPr>
        <p:spPr>
          <a:xfrm>
            <a:off x="948905" y="2156604"/>
            <a:ext cx="7349705" cy="2649076"/>
          </a:xfrm>
        </p:spPr>
        <p:txBody>
          <a:bodyPr anchor="ctr"/>
          <a:lstStyle>
            <a:lvl1pPr marL="0" indent="0" algn="l" defTabSz="457200" rtl="0" eaLnBrk="1" latinLnBrk="0" hangingPunct="1">
              <a:spcBef>
                <a:spcPts val="800"/>
              </a:spcBef>
              <a:buClr>
                <a:schemeClr val="accent1"/>
              </a:buClr>
              <a:buFont typeface="Arial"/>
              <a:buNone/>
              <a:defRPr lang="en-US" sz="2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Tree>
    <p:extLst>
      <p:ext uri="{BB962C8B-B14F-4D97-AF65-F5344CB8AC3E}">
        <p14:creationId xmlns:p14="http://schemas.microsoft.com/office/powerpoint/2010/main" val="3586892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ands-On Activit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3" name="Picture 2">
            <a:extLst>
              <a:ext uri="{FF2B5EF4-FFF2-40B4-BE49-F238E27FC236}">
                <a16:creationId xmlns:a16="http://schemas.microsoft.com/office/drawing/2014/main" id="{BDC9B9BA-D0BE-5C45-93C2-C0597F00D0D5}"/>
              </a:ext>
            </a:extLst>
          </p:cNvPr>
          <p:cNvPicPr>
            <a:picLocks noChangeAspect="1"/>
          </p:cNvPicPr>
          <p:nvPr userDrawn="1"/>
        </p:nvPicPr>
        <p:blipFill>
          <a:blip r:embed="rId2"/>
          <a:srcRect/>
          <a:stretch/>
        </p:blipFill>
        <p:spPr>
          <a:xfrm>
            <a:off x="0" y="0"/>
            <a:ext cx="12192000" cy="6858000"/>
          </a:xfrm>
          <a:prstGeom prst="rect">
            <a:avLst/>
          </a:prstGeom>
        </p:spPr>
      </p:pic>
      <p:sp>
        <p:nvSpPr>
          <p:cNvPr id="10" name="Content Placeholder 2">
            <a:extLst>
              <a:ext uri="{FF2B5EF4-FFF2-40B4-BE49-F238E27FC236}">
                <a16:creationId xmlns:a16="http://schemas.microsoft.com/office/drawing/2014/main" id="{702FDC18-07C2-8E4C-A0AD-E0A207C9B24C}"/>
              </a:ext>
            </a:extLst>
          </p:cNvPr>
          <p:cNvSpPr>
            <a:spLocks noGrp="1"/>
          </p:cNvSpPr>
          <p:nvPr>
            <p:ph idx="1"/>
          </p:nvPr>
        </p:nvSpPr>
        <p:spPr>
          <a:xfrm>
            <a:off x="1111449" y="1302040"/>
            <a:ext cx="6957694" cy="4073524"/>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11" name="Title Placeholder 1">
            <a:extLst>
              <a:ext uri="{FF2B5EF4-FFF2-40B4-BE49-F238E27FC236}">
                <a16:creationId xmlns:a16="http://schemas.microsoft.com/office/drawing/2014/main" id="{7818D182-A7CC-CC43-B849-8EF89FE6B817}"/>
              </a:ext>
            </a:extLst>
          </p:cNvPr>
          <p:cNvSpPr>
            <a:spLocks noGrp="1"/>
          </p:cNvSpPr>
          <p:nvPr>
            <p:ph type="title" hasCustomPrompt="1"/>
          </p:nvPr>
        </p:nvSpPr>
        <p:spPr>
          <a:xfrm>
            <a:off x="1100306" y="290945"/>
            <a:ext cx="6986571" cy="792482"/>
          </a:xfrm>
          <a:prstGeom prst="rect">
            <a:avLst/>
          </a:prstGeom>
        </p:spPr>
        <p:txBody>
          <a:bodyPr vert="horz" lIns="91440" tIns="45720" rIns="91440" bIns="45720" rtlCol="0" anchor="ctr">
            <a:noAutofit/>
          </a:bodyPr>
          <a:lstStyle>
            <a:lvl1pPr>
              <a:defRPr b="1">
                <a:solidFill>
                  <a:schemeClr val="accent2"/>
                </a:solidFill>
              </a:defRPr>
            </a:lvl1pPr>
          </a:lstStyle>
          <a:p>
            <a:r>
              <a:rPr lang="en-US" dirty="0"/>
              <a:t>CLICK TO ADD ACTIVITY TITLE</a:t>
            </a:r>
          </a:p>
        </p:txBody>
      </p:sp>
    </p:spTree>
    <p:extLst>
      <p:ext uri="{BB962C8B-B14F-4D97-AF65-F5344CB8AC3E}">
        <p14:creationId xmlns:p14="http://schemas.microsoft.com/office/powerpoint/2010/main" val="6851393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ands-On Activity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5" name="Picture 4">
            <a:extLst>
              <a:ext uri="{FF2B5EF4-FFF2-40B4-BE49-F238E27FC236}">
                <a16:creationId xmlns:a16="http://schemas.microsoft.com/office/drawing/2014/main" id="{1B6E9A21-B09E-3042-A581-B6A6316B2517}"/>
              </a:ext>
            </a:extLst>
          </p:cNvPr>
          <p:cNvPicPr>
            <a:picLocks noChangeAspect="1"/>
          </p:cNvPicPr>
          <p:nvPr userDrawn="1"/>
        </p:nvPicPr>
        <p:blipFill>
          <a:blip r:embed="rId2"/>
          <a:srcRect/>
          <a:stretch/>
        </p:blipFill>
        <p:spPr>
          <a:xfrm>
            <a:off x="0" y="0"/>
            <a:ext cx="12192000" cy="6858000"/>
          </a:xfrm>
          <a:prstGeom prst="rect">
            <a:avLst/>
          </a:prstGeom>
        </p:spPr>
      </p:pic>
      <p:sp>
        <p:nvSpPr>
          <p:cNvPr id="15" name="Text Placeholder 2">
            <a:extLst>
              <a:ext uri="{FF2B5EF4-FFF2-40B4-BE49-F238E27FC236}">
                <a16:creationId xmlns:a16="http://schemas.microsoft.com/office/drawing/2014/main" id="{78C1E330-78E3-8C4C-BFD6-B2109EC92F89}"/>
              </a:ext>
            </a:extLst>
          </p:cNvPr>
          <p:cNvSpPr>
            <a:spLocks noGrp="1"/>
          </p:cNvSpPr>
          <p:nvPr>
            <p:ph type="body" sz="quarter" idx="13" hasCustomPrompt="1"/>
          </p:nvPr>
        </p:nvSpPr>
        <p:spPr>
          <a:xfrm>
            <a:off x="872831" y="1510146"/>
            <a:ext cx="6927274" cy="2105890"/>
          </a:xfrm>
        </p:spPr>
        <p:txBody>
          <a:bodyPr anchor="ctr"/>
          <a:lstStyle>
            <a:lvl1pPr marL="0" indent="0" algn="ctr">
              <a:buNone/>
              <a:defRPr sz="4000" b="1">
                <a:solidFill>
                  <a:schemeClr val="accent2"/>
                </a:solidFill>
              </a:defRPr>
            </a:lvl1pPr>
          </a:lstStyle>
          <a:p>
            <a:pPr lvl="0"/>
            <a:r>
              <a:rPr lang="en-US" dirty="0"/>
              <a:t>ACTIVITY: TITLE</a:t>
            </a:r>
          </a:p>
        </p:txBody>
      </p:sp>
    </p:spTree>
    <p:extLst>
      <p:ext uri="{BB962C8B-B14F-4D97-AF65-F5344CB8AC3E}">
        <p14:creationId xmlns:p14="http://schemas.microsoft.com/office/powerpoint/2010/main" val="306450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nds-On Activit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5" name="Picture 4">
            <a:extLst>
              <a:ext uri="{FF2B5EF4-FFF2-40B4-BE49-F238E27FC236}">
                <a16:creationId xmlns:a16="http://schemas.microsoft.com/office/drawing/2014/main" id="{C45F8399-FFF5-714D-8FE2-89A7788522AC}"/>
              </a:ext>
            </a:extLst>
          </p:cNvPr>
          <p:cNvPicPr>
            <a:picLocks noChangeAspect="1"/>
          </p:cNvPicPr>
          <p:nvPr userDrawn="1"/>
        </p:nvPicPr>
        <p:blipFill>
          <a:blip r:embed="rId2"/>
          <a:srcRect/>
          <a:stretch/>
        </p:blipFill>
        <p:spPr>
          <a:xfrm>
            <a:off x="0" y="0"/>
            <a:ext cx="12192000" cy="6858000"/>
          </a:xfrm>
          <a:prstGeom prst="rect">
            <a:avLst/>
          </a:prstGeom>
        </p:spPr>
      </p:pic>
      <p:sp>
        <p:nvSpPr>
          <p:cNvPr id="7" name="Content Placeholder 2"/>
          <p:cNvSpPr>
            <a:spLocks noGrp="1"/>
          </p:cNvSpPr>
          <p:nvPr>
            <p:ph idx="1"/>
          </p:nvPr>
        </p:nvSpPr>
        <p:spPr>
          <a:xfrm>
            <a:off x="1083366" y="1302040"/>
            <a:ext cx="7245626" cy="4073524"/>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10" name="Title Placeholder 1">
            <a:extLst>
              <a:ext uri="{FF2B5EF4-FFF2-40B4-BE49-F238E27FC236}">
                <a16:creationId xmlns:a16="http://schemas.microsoft.com/office/drawing/2014/main" id="{67F3FAEE-EBB5-8F41-9D49-C3A289C7D762}"/>
              </a:ext>
            </a:extLst>
          </p:cNvPr>
          <p:cNvSpPr>
            <a:spLocks noGrp="1"/>
          </p:cNvSpPr>
          <p:nvPr>
            <p:ph type="title" hasCustomPrompt="1"/>
          </p:nvPr>
        </p:nvSpPr>
        <p:spPr>
          <a:xfrm>
            <a:off x="1072223" y="290945"/>
            <a:ext cx="7275698" cy="792482"/>
          </a:xfrm>
          <a:prstGeom prst="rect">
            <a:avLst/>
          </a:prstGeom>
        </p:spPr>
        <p:txBody>
          <a:bodyPr vert="horz" lIns="91440" tIns="45720" rIns="91440" bIns="45720" rtlCol="0" anchor="ctr">
            <a:noAutofit/>
          </a:bodyPr>
          <a:lstStyle>
            <a:lvl1pPr>
              <a:defRPr b="1">
                <a:solidFill>
                  <a:schemeClr val="accent6"/>
                </a:solidFill>
              </a:defRPr>
            </a:lvl1pPr>
          </a:lstStyle>
          <a:p>
            <a:r>
              <a:rPr lang="en-US" dirty="0"/>
              <a:t>CLICK TO ADD ACTIVITY TITLE</a:t>
            </a:r>
          </a:p>
        </p:txBody>
      </p:sp>
    </p:spTree>
    <p:extLst>
      <p:ext uri="{BB962C8B-B14F-4D97-AF65-F5344CB8AC3E}">
        <p14:creationId xmlns:p14="http://schemas.microsoft.com/office/powerpoint/2010/main" val="3464674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inds-On Activity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4" name="Picture 3">
            <a:extLst>
              <a:ext uri="{FF2B5EF4-FFF2-40B4-BE49-F238E27FC236}">
                <a16:creationId xmlns:a16="http://schemas.microsoft.com/office/drawing/2014/main" id="{A5CA4131-5CC5-0446-9EA8-4C9F6E974B97}"/>
              </a:ext>
            </a:extLst>
          </p:cNvPr>
          <p:cNvPicPr>
            <a:picLocks noChangeAspect="1"/>
          </p:cNvPicPr>
          <p:nvPr userDrawn="1"/>
        </p:nvPicPr>
        <p:blipFill>
          <a:blip r:embed="rId2"/>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4F915AE6-89DC-4B00-95C2-C09677B47DC6}"/>
              </a:ext>
            </a:extLst>
          </p:cNvPr>
          <p:cNvSpPr>
            <a:spLocks noGrp="1"/>
          </p:cNvSpPr>
          <p:nvPr>
            <p:ph type="body" sz="quarter" idx="13" hasCustomPrompt="1"/>
          </p:nvPr>
        </p:nvSpPr>
        <p:spPr>
          <a:xfrm>
            <a:off x="1025236" y="1510146"/>
            <a:ext cx="6927274" cy="2105890"/>
          </a:xfrm>
        </p:spPr>
        <p:txBody>
          <a:bodyPr anchor="ctr"/>
          <a:lstStyle>
            <a:lvl1pPr marL="0" indent="0" algn="ctr">
              <a:buNone/>
              <a:defRPr sz="4000" b="1">
                <a:solidFill>
                  <a:schemeClr val="accent1"/>
                </a:solidFill>
              </a:defRPr>
            </a:lvl1pPr>
          </a:lstStyle>
          <a:p>
            <a:pPr lvl="0"/>
            <a:r>
              <a:rPr lang="en-US" dirty="0"/>
              <a:t>ACTIVITY: TITLE</a:t>
            </a:r>
          </a:p>
        </p:txBody>
      </p:sp>
    </p:spTree>
    <p:extLst>
      <p:ext uri="{BB962C8B-B14F-4D97-AF65-F5344CB8AC3E}">
        <p14:creationId xmlns:p14="http://schemas.microsoft.com/office/powerpoint/2010/main" val="3149041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Reflective Question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8" name="Picture 7">
            <a:extLst>
              <a:ext uri="{FF2B5EF4-FFF2-40B4-BE49-F238E27FC236}">
                <a16:creationId xmlns:a16="http://schemas.microsoft.com/office/drawing/2014/main" id="{2F2495DB-8197-C747-9D12-B9B16AD79028}"/>
              </a:ext>
            </a:extLst>
          </p:cNvPr>
          <p:cNvPicPr>
            <a:picLocks noChangeAspect="1"/>
          </p:cNvPicPr>
          <p:nvPr userDrawn="1"/>
        </p:nvPicPr>
        <p:blipFill>
          <a:blip r:embed="rId2"/>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C139B97F-4B6B-4623-8514-D7FD629FE24B}"/>
              </a:ext>
            </a:extLst>
          </p:cNvPr>
          <p:cNvSpPr>
            <a:spLocks noGrp="1"/>
          </p:cNvSpPr>
          <p:nvPr>
            <p:ph type="body" sz="quarter" idx="13" hasCustomPrompt="1"/>
          </p:nvPr>
        </p:nvSpPr>
        <p:spPr>
          <a:xfrm>
            <a:off x="1025236" y="1302042"/>
            <a:ext cx="8065601" cy="3461344"/>
          </a:xfrm>
        </p:spPr>
        <p:txBody>
          <a:bodyPr/>
          <a:lstStyle>
            <a:lvl1pPr>
              <a:spcAft>
                <a:spcPts val="2400"/>
              </a:spcAft>
              <a:buFont typeface="+mj-lt"/>
              <a:buAutoNum type="arabicPeriod"/>
              <a:defRPr sz="2000"/>
            </a:lvl1pPr>
            <a:lvl2pPr marL="800100" indent="-342900">
              <a:buFont typeface="+mj-lt"/>
              <a:buAutoNum type="arabicPeriod"/>
              <a:defRPr/>
            </a:lvl2pPr>
            <a:lvl3pPr marL="1257300" indent="-342900">
              <a:buFont typeface="+mj-lt"/>
              <a:buAutoNum type="arabicPeriod"/>
              <a:defRPr/>
            </a:lvl3pPr>
            <a:lvl4pPr marL="1828800" indent="-457200">
              <a:buFont typeface="+mj-lt"/>
              <a:buAutoNum type="arabicPeriod"/>
              <a:defRPr/>
            </a:lvl4pPr>
            <a:lvl5pPr marL="2286000" indent="-457200">
              <a:buFont typeface="+mj-lt"/>
              <a:buAutoNum type="arabicPeriod"/>
              <a:defRPr/>
            </a:lvl5pPr>
          </a:lstStyle>
          <a:p>
            <a:pPr lvl="0"/>
            <a:r>
              <a:rPr lang="en-US" dirty="0"/>
              <a:t>Insert Question #1</a:t>
            </a:r>
          </a:p>
          <a:p>
            <a:pPr lvl="0"/>
            <a:r>
              <a:rPr lang="en-US" dirty="0"/>
              <a:t>Insert Question #2</a:t>
            </a:r>
          </a:p>
          <a:p>
            <a:pPr lvl="0"/>
            <a:endParaRPr lang="en-US" dirty="0"/>
          </a:p>
        </p:txBody>
      </p:sp>
      <p:sp>
        <p:nvSpPr>
          <p:cNvPr id="9" name="TextBox 8">
            <a:extLst>
              <a:ext uri="{FF2B5EF4-FFF2-40B4-BE49-F238E27FC236}">
                <a16:creationId xmlns:a16="http://schemas.microsoft.com/office/drawing/2014/main" id="{4381B051-CC06-447C-AEEE-4E1DE7CB3684}"/>
              </a:ext>
            </a:extLst>
          </p:cNvPr>
          <p:cNvSpPr txBox="1"/>
          <p:nvPr userDrawn="1"/>
        </p:nvSpPr>
        <p:spPr>
          <a:xfrm>
            <a:off x="997528" y="462617"/>
            <a:ext cx="8672946" cy="461665"/>
          </a:xfrm>
          <a:prstGeom prst="rect">
            <a:avLst/>
          </a:prstGeom>
          <a:noFill/>
        </p:spPr>
        <p:txBody>
          <a:bodyPr wrap="square" rtlCol="0">
            <a:spAutoFit/>
          </a:bodyPr>
          <a:lstStyle/>
          <a:p>
            <a:r>
              <a:rPr lang="en-US" sz="2400" b="1" dirty="0">
                <a:solidFill>
                  <a:schemeClr val="accent1"/>
                </a:solidFill>
                <a:latin typeface="Calibri" panose="020F0502020204030204" pitchFamily="34" charset="0"/>
              </a:rPr>
              <a:t>REFLECTIVE QUESTIONS</a:t>
            </a:r>
          </a:p>
        </p:txBody>
      </p:sp>
    </p:spTree>
    <p:extLst>
      <p:ext uri="{BB962C8B-B14F-4D97-AF65-F5344CB8AC3E}">
        <p14:creationId xmlns:p14="http://schemas.microsoft.com/office/powerpoint/2010/main" val="1364322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197601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pic>
        <p:nvPicPr>
          <p:cNvPr id="5" name="Picture 4" descr="A close up of a sign&#10;&#10;Description automatically generated">
            <a:extLst>
              <a:ext uri="{FF2B5EF4-FFF2-40B4-BE49-F238E27FC236}">
                <a16:creationId xmlns:a16="http://schemas.microsoft.com/office/drawing/2014/main" id="{265D8D75-6CEC-F848-822E-BF7A0AFAF0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834266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_NoHeader">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sp>
        <p:nvSpPr>
          <p:cNvPr id="2" name="Rectangle 1">
            <a:extLst>
              <a:ext uri="{FF2B5EF4-FFF2-40B4-BE49-F238E27FC236}">
                <a16:creationId xmlns:a16="http://schemas.microsoft.com/office/drawing/2014/main" id="{C8193AA2-F1FD-415B-809F-52E7D4576B38}"/>
              </a:ext>
            </a:extLst>
          </p:cNvPr>
          <p:cNvSpPr/>
          <p:nvPr userDrawn="1"/>
        </p:nvSpPr>
        <p:spPr>
          <a:xfrm>
            <a:off x="0" y="1"/>
            <a:ext cx="12192000" cy="979749"/>
          </a:xfrm>
          <a:prstGeom prst="rect">
            <a:avLst/>
          </a:prstGeom>
          <a:solidFill>
            <a:schemeClr val="bg2"/>
          </a:solidFill>
          <a:ln w="28575" cap="flat" cmpd="sng" algn="ctr">
            <a:solidFill>
              <a:schemeClr val="bg1"/>
            </a:solidFill>
            <a:prstDash val="solid"/>
          </a:ln>
          <a:effectLst/>
        </p:spPr>
        <p:txBody>
          <a:bodyPr rtlCol="0" anchor="ctr"/>
          <a:lstStyle/>
          <a:p>
            <a:pPr algn="ctr" defTabSz="914400"/>
            <a:endParaRPr lang="en-US" sz="1100" b="1" kern="0" dirty="0">
              <a:solidFill>
                <a:srgbClr val="FF0000"/>
              </a:solidFill>
              <a:latin typeface="Arial"/>
            </a:endParaRPr>
          </a:p>
        </p:txBody>
      </p:sp>
    </p:spTree>
    <p:extLst>
      <p:ext uri="{BB962C8B-B14F-4D97-AF65-F5344CB8AC3E}">
        <p14:creationId xmlns:p14="http://schemas.microsoft.com/office/powerpoint/2010/main" val="13189535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Content Placeholder 2"/>
          <p:cNvSpPr>
            <a:spLocks noGrp="1"/>
          </p:cNvSpPr>
          <p:nvPr>
            <p:ph sz="half" idx="1"/>
          </p:nvPr>
        </p:nvSpPr>
        <p:spPr>
          <a:xfrm>
            <a:off x="609600" y="1600203"/>
            <a:ext cx="5384800" cy="4525963"/>
          </a:xfrm>
        </p:spPr>
        <p:txBody>
          <a:bodyPr/>
          <a:lstStyle>
            <a:lvl1pPr>
              <a:defRPr sz="1800"/>
            </a:lvl1pPr>
            <a:lvl2pPr>
              <a:defRPr sz="1600"/>
            </a:lvl2pPr>
            <a:lvl3pPr>
              <a:defRPr sz="14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3"/>
            <a:ext cx="5384800" cy="4525963"/>
          </a:xfrm>
        </p:spPr>
        <p:txBody>
          <a:bodyPr>
            <a:noAutofit/>
          </a:bodyPr>
          <a:lstStyle>
            <a:lvl1pPr>
              <a:defRPr sz="1800"/>
            </a:lvl1pPr>
            <a:lvl2pPr>
              <a:defRPr sz="1600"/>
            </a:lvl2pPr>
            <a:lvl3pPr>
              <a:defRPr sz="14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05BA03AB-6813-664D-B697-5FFAF521D1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4257074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Text Placeholder 2"/>
          <p:cNvSpPr>
            <a:spLocks noGrp="1"/>
          </p:cNvSpPr>
          <p:nvPr>
            <p:ph type="body" idx="1"/>
          </p:nvPr>
        </p:nvSpPr>
        <p:spPr>
          <a:xfrm>
            <a:off x="609600" y="1535113"/>
            <a:ext cx="5386917" cy="639762"/>
          </a:xfrm>
        </p:spPr>
        <p:txBody>
          <a:bodyPr anchor="b">
            <a:noAutofit/>
          </a:bodyPr>
          <a:lstStyle>
            <a:lvl1pPr marL="0" indent="0" algn="l">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Autofit/>
          </a:bodyPr>
          <a:lstStyle>
            <a:lvl1pPr>
              <a:defRPr sz="1800"/>
            </a:lvl1pPr>
            <a:lvl2pPr>
              <a:defRPr sz="1600"/>
            </a:lvl2pPr>
            <a:lvl3pPr>
              <a:defRPr sz="14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93369" y="1535113"/>
            <a:ext cx="5389033"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noAutofit/>
          </a:bodyPr>
          <a:lstStyle>
            <a:lvl1pPr>
              <a:defRPr sz="1800"/>
            </a:lvl1pPr>
            <a:lvl2pPr>
              <a:defRPr sz="1600"/>
            </a:lvl2pPr>
            <a:lvl3pPr>
              <a:defRPr sz="14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A8160BDD-7155-D744-B749-9730458604AD}" type="slidenum">
              <a:rPr lang="en-US" smtClean="0"/>
              <a:t>‹#›</a:t>
            </a:fld>
            <a:endParaRPr lang="en-US" dirty="0"/>
          </a:p>
        </p:txBody>
      </p:sp>
      <p:pic>
        <p:nvPicPr>
          <p:cNvPr id="10" name="Picture 9" descr="A close up of a sign&#10;&#10;Description automatically generated">
            <a:extLst>
              <a:ext uri="{FF2B5EF4-FFF2-40B4-BE49-F238E27FC236}">
                <a16:creationId xmlns:a16="http://schemas.microsoft.com/office/drawing/2014/main" id="{05292730-C4A0-C547-BA9D-56A0205CD9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6957343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3297" y="0"/>
            <a:ext cx="10397067" cy="955040"/>
          </a:xfrm>
        </p:spPr>
        <p:txBody>
          <a:bodyPr anchor="ctr" anchorCtr="0">
            <a:noAutofit/>
          </a:bodyPr>
          <a:lstStyle>
            <a:lvl1pPr algn="l">
              <a:defRPr sz="2400" b="0"/>
            </a:lvl1pPr>
          </a:lstStyle>
          <a:p>
            <a:r>
              <a:rPr lang="en-US" dirty="0"/>
              <a:t>Click to add title</a:t>
            </a:r>
          </a:p>
        </p:txBody>
      </p:sp>
      <p:sp>
        <p:nvSpPr>
          <p:cNvPr id="3" name="Content Placeholder 2"/>
          <p:cNvSpPr>
            <a:spLocks noGrp="1"/>
          </p:cNvSpPr>
          <p:nvPr>
            <p:ph idx="1"/>
          </p:nvPr>
        </p:nvSpPr>
        <p:spPr>
          <a:xfrm>
            <a:off x="4766733" y="1435103"/>
            <a:ext cx="6815667" cy="4691063"/>
          </a:xfrm>
        </p:spPr>
        <p:txBody>
          <a:bodyPr>
            <a:noAutofit/>
          </a:bodyPr>
          <a:lstStyle>
            <a:lvl1pPr>
              <a:defRPr sz="1800"/>
            </a:lvl1pPr>
            <a:lvl2pPr>
              <a:defRPr sz="1600"/>
            </a:lvl2pPr>
            <a:lvl3pPr>
              <a:defRPr sz="1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49EAFBBC-2C9E-1241-84D4-E9756B6DE5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265627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956904"/>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1113694"/>
            <a:ext cx="7315200" cy="3770187"/>
          </a:xfrm>
        </p:spPr>
        <p:txBody>
          <a:bodyPr>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2389717" y="5523642"/>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4F6FF233-EB40-BE4E-8AC9-9CA2504D2A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0500540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pic>
        <p:nvPicPr>
          <p:cNvPr id="7" name="Picture 6" descr="A close up of a sign&#10;&#10;Description automatically generated">
            <a:extLst>
              <a:ext uri="{FF2B5EF4-FFF2-40B4-BE49-F238E27FC236}">
                <a16:creationId xmlns:a16="http://schemas.microsoft.com/office/drawing/2014/main" id="{728CC025-3396-904D-927D-1DFCABD646B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9418597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9200" y="1211385"/>
            <a:ext cx="2743200" cy="4914778"/>
          </a:xfrm>
        </p:spPr>
        <p:txBody>
          <a:bodyPr vert="eaVert"/>
          <a:lstStyle>
            <a:lvl1pPr>
              <a:defRPr>
                <a:solidFill>
                  <a:srgbClr val="000000"/>
                </a:solidFill>
              </a:defRPr>
            </a:lvl1pPr>
          </a:lstStyle>
          <a:p>
            <a:r>
              <a:rPr lang="en-US" dirty="0"/>
              <a:t>Click to add title</a:t>
            </a:r>
          </a:p>
        </p:txBody>
      </p:sp>
      <p:sp>
        <p:nvSpPr>
          <p:cNvPr id="3" name="Vertical Text Placeholder 2"/>
          <p:cNvSpPr>
            <a:spLocks noGrp="1"/>
          </p:cNvSpPr>
          <p:nvPr>
            <p:ph type="body" orient="vert" idx="1"/>
          </p:nvPr>
        </p:nvSpPr>
        <p:spPr>
          <a:xfrm>
            <a:off x="609600" y="1211385"/>
            <a:ext cx="8026400" cy="4914778"/>
          </a:xfrm>
        </p:spPr>
        <p:txBody>
          <a:bodyPr vert="eaVert"/>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pic>
        <p:nvPicPr>
          <p:cNvPr id="7" name="Picture 6" descr="A close up of a sign&#10;&#10;Description automatically generated">
            <a:extLst>
              <a:ext uri="{FF2B5EF4-FFF2-40B4-BE49-F238E27FC236}">
                <a16:creationId xmlns:a16="http://schemas.microsoft.com/office/drawing/2014/main" id="{2D64BF27-2D44-684C-892F-6C15A97C68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082504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253B76-2A7A-7948-8D60-7A6A79959BAB}"/>
              </a:ext>
            </a:extLst>
          </p:cNvPr>
          <p:cNvPicPr>
            <a:picLocks noChangeAspect="1"/>
          </p:cNvPicPr>
          <p:nvPr userDrawn="1"/>
        </p:nvPicPr>
        <p:blipFill>
          <a:blip r:embed="rId26"/>
          <a:stretch>
            <a:fillRect/>
          </a:stretch>
        </p:blipFill>
        <p:spPr>
          <a:xfrm>
            <a:off x="0" y="0"/>
            <a:ext cx="12192000" cy="977900"/>
          </a:xfrm>
          <a:prstGeom prst="rect">
            <a:avLst/>
          </a:prstGeom>
        </p:spPr>
      </p:pic>
      <p:sp>
        <p:nvSpPr>
          <p:cNvPr id="2" name="Title Placeholder 1"/>
          <p:cNvSpPr>
            <a:spLocks noGrp="1"/>
          </p:cNvSpPr>
          <p:nvPr>
            <p:ph type="title"/>
          </p:nvPr>
        </p:nvSpPr>
        <p:spPr>
          <a:xfrm>
            <a:off x="455901" y="0"/>
            <a:ext cx="11284154" cy="965551"/>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5900" y="1307130"/>
            <a:ext cx="11280203" cy="493540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9243741" y="6455642"/>
            <a:ext cx="2844800" cy="365125"/>
          </a:xfrm>
          <a:prstGeom prst="rect">
            <a:avLst/>
          </a:prstGeom>
        </p:spPr>
        <p:txBody>
          <a:bodyPr vert="horz" lIns="91440" tIns="45720" rIns="91440" bIns="45720" rtlCol="0" anchor="ctr"/>
          <a:lstStyle>
            <a:lvl1pPr algn="r">
              <a:defRPr sz="800">
                <a:solidFill>
                  <a:srgbClr val="C4C4C4"/>
                </a:solidFill>
                <a:latin typeface="Arial"/>
                <a:cs typeface="Arial"/>
              </a:defRPr>
            </a:lvl1pPr>
          </a:lstStyle>
          <a:p>
            <a:fld id="{A8160BDD-7155-D744-B749-9730458604AD}" type="slidenum">
              <a:rPr lang="en-US" smtClean="0"/>
              <a:pPr/>
              <a:t>‹#›</a:t>
            </a:fld>
            <a:endParaRPr lang="en-US" dirty="0"/>
          </a:p>
        </p:txBody>
      </p:sp>
      <p:sp>
        <p:nvSpPr>
          <p:cNvPr id="8" name="Footer Placeholder 2"/>
          <p:cNvSpPr txBox="1">
            <a:spLocks/>
          </p:cNvSpPr>
          <p:nvPr/>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2023 CertNexus, Inc. All rights reserved.</a:t>
            </a:r>
          </a:p>
        </p:txBody>
      </p:sp>
    </p:spTree>
    <p:extLst>
      <p:ext uri="{BB962C8B-B14F-4D97-AF65-F5344CB8AC3E}">
        <p14:creationId xmlns:p14="http://schemas.microsoft.com/office/powerpoint/2010/main" val="4170488459"/>
      </p:ext>
    </p:extLst>
  </p:cSld>
  <p:clrMap bg1="lt1" tx1="dk1" bg2="lt2" tx2="dk2" accent1="accent1" accent2="accent2" accent3="accent3" accent4="accent4" accent5="accent5" accent6="accent6" hlink="hlink" folHlink="folHlink"/>
  <p:sldLayoutIdLst>
    <p:sldLayoutId id="2147483928" r:id="rId1"/>
    <p:sldLayoutId id="2147483971" r:id="rId2"/>
    <p:sldLayoutId id="2147483948" r:id="rId3"/>
    <p:sldLayoutId id="2147483952" r:id="rId4"/>
    <p:sldLayoutId id="2147483970" r:id="rId5"/>
    <p:sldLayoutId id="2147483938" r:id="rId6"/>
    <p:sldLayoutId id="2147483953" r:id="rId7"/>
    <p:sldLayoutId id="2147483931" r:id="rId8"/>
    <p:sldLayoutId id="2147483932" r:id="rId9"/>
    <p:sldLayoutId id="2147483951" r:id="rId10"/>
    <p:sldLayoutId id="2147483936" r:id="rId11"/>
    <p:sldLayoutId id="2147483937" r:id="rId12"/>
    <p:sldLayoutId id="2147483934" r:id="rId13"/>
    <p:sldLayoutId id="2147483935" r:id="rId14"/>
    <p:sldLayoutId id="2147483939" r:id="rId15"/>
    <p:sldLayoutId id="2147483940" r:id="rId16"/>
    <p:sldLayoutId id="2147483955" r:id="rId17"/>
    <p:sldLayoutId id="2147483950" r:id="rId18"/>
    <p:sldLayoutId id="2147483942" r:id="rId19"/>
    <p:sldLayoutId id="2147483943" r:id="rId20"/>
    <p:sldLayoutId id="2147483944" r:id="rId21"/>
    <p:sldLayoutId id="2147483945" r:id="rId22"/>
    <p:sldLayoutId id="2147483946" r:id="rId23"/>
    <p:sldLayoutId id="2147483947" r:id="rId24"/>
  </p:sldLayoutIdLst>
  <p:hf hdr="0" ftr="0" dt="0"/>
  <p:txStyles>
    <p:titleStyle>
      <a:lvl1pPr algn="l" defTabSz="457200" rtl="0" eaLnBrk="1" latinLnBrk="0" hangingPunct="1">
        <a:spcBef>
          <a:spcPct val="0"/>
        </a:spcBef>
        <a:buNone/>
        <a:defRPr sz="2400" kern="1200">
          <a:solidFill>
            <a:schemeClr val="bg1"/>
          </a:solidFill>
          <a:latin typeface="Calibri" panose="020F0502020204030204" pitchFamily="34" charset="0"/>
          <a:ea typeface="+mj-ea"/>
          <a:cs typeface="Calibri" panose="020F0502020204030204" pitchFamily="34" charset="0"/>
        </a:defRPr>
      </a:lvl1pPr>
    </p:titleStyle>
    <p:body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4.xml"/><Relationship Id="rId1" Type="http://schemas.openxmlformats.org/officeDocument/2006/relationships/tags" Target="../tags/ta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5056C5-CCE5-9585-D59E-380FC45C4B46}"/>
              </a:ext>
            </a:extLst>
          </p:cNvPr>
          <p:cNvSpPr>
            <a:spLocks noGrp="1"/>
          </p:cNvSpPr>
          <p:nvPr>
            <p:ph type="title"/>
          </p:nvPr>
        </p:nvSpPr>
        <p:spPr/>
        <p:txBody>
          <a:bodyPr/>
          <a:lstStyle/>
          <a:p>
            <a:r>
              <a:rPr lang="en-US" dirty="0"/>
              <a:t>Implementing Business Requirements for Data Science</a:t>
            </a:r>
          </a:p>
        </p:txBody>
      </p:sp>
      <p:sp>
        <p:nvSpPr>
          <p:cNvPr id="2" name="Slide Number Placeholder 1">
            <a:extLst>
              <a:ext uri="{FF2B5EF4-FFF2-40B4-BE49-F238E27FC236}">
                <a16:creationId xmlns:a16="http://schemas.microsoft.com/office/drawing/2014/main" id="{ECCD8B90-0565-0EDA-97F1-8FC0B4FBF6EF}"/>
              </a:ext>
            </a:extLst>
          </p:cNvPr>
          <p:cNvSpPr>
            <a:spLocks noGrp="1"/>
          </p:cNvSpPr>
          <p:nvPr>
            <p:ph type="sldNum" sz="quarter" idx="12"/>
          </p:nvPr>
        </p:nvSpPr>
        <p:spPr/>
        <p:txBody>
          <a:bodyPr/>
          <a:lstStyle/>
          <a:p>
            <a:fld id="{A8160BDD-7155-D744-B749-9730458604AD}" type="slidenum">
              <a:rPr lang="en-US" smtClean="0"/>
              <a:t>1</a:t>
            </a:fld>
            <a:endParaRPr lang="en-US" dirty="0"/>
          </a:p>
        </p:txBody>
      </p:sp>
      <p:pic>
        <p:nvPicPr>
          <p:cNvPr id="3" name="Picture Placeholder 13">
            <a:extLst>
              <a:ext uri="{FF2B5EF4-FFF2-40B4-BE49-F238E27FC236}">
                <a16:creationId xmlns:a16="http://schemas.microsoft.com/office/drawing/2014/main" id="{B1DF6A7D-33BE-D9AF-3321-9134082FBDA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34671" b="-34671"/>
          <a:stretch/>
        </p:blipFill>
        <p:spPr>
          <a:xfrm>
            <a:off x="2661921" y="853440"/>
            <a:ext cx="6879270" cy="2334261"/>
          </a:xfrm>
          <a:prstGeom prst="rect">
            <a:avLst/>
          </a:prstGeom>
        </p:spPr>
      </p:pic>
    </p:spTree>
    <p:extLst>
      <p:ext uri="{BB962C8B-B14F-4D97-AF65-F5344CB8AC3E}">
        <p14:creationId xmlns:p14="http://schemas.microsoft.com/office/powerpoint/2010/main" val="4143663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50B8F3-0016-E59A-C0E4-EC70E0458AD5}"/>
              </a:ext>
            </a:extLst>
          </p:cNvPr>
          <p:cNvSpPr>
            <a:spLocks noGrp="1"/>
          </p:cNvSpPr>
          <p:nvPr>
            <p:ph type="sldNum" sz="quarter" idx="12"/>
          </p:nvPr>
        </p:nvSpPr>
        <p:spPr/>
        <p:txBody>
          <a:bodyPr/>
          <a:lstStyle/>
          <a:p>
            <a:fld id="{A8160BDD-7155-D744-B749-9730458604AD}" type="slidenum">
              <a:rPr lang="en-US" smtClean="0"/>
              <a:t>2</a:t>
            </a:fld>
            <a:endParaRPr lang="en-US" dirty="0"/>
          </a:p>
        </p:txBody>
      </p:sp>
      <p:sp>
        <p:nvSpPr>
          <p:cNvPr id="3" name="Content Placeholder 2">
            <a:extLst>
              <a:ext uri="{FF2B5EF4-FFF2-40B4-BE49-F238E27FC236}">
                <a16:creationId xmlns:a16="http://schemas.microsoft.com/office/drawing/2014/main" id="{092F10FD-C378-B6A8-A103-7FE29B1537B1}"/>
              </a:ext>
            </a:extLst>
          </p:cNvPr>
          <p:cNvSpPr>
            <a:spLocks noGrp="1"/>
          </p:cNvSpPr>
          <p:nvPr>
            <p:ph idx="1"/>
          </p:nvPr>
        </p:nvSpPr>
        <p:spPr/>
        <p:txBody>
          <a:bodyPr/>
          <a:lstStyle/>
          <a:p>
            <a:r>
              <a:rPr lang="en-US" dirty="0"/>
              <a:t>Develop a Data-Centric Organization</a:t>
            </a:r>
          </a:p>
          <a:p>
            <a:r>
              <a:rPr lang="en-US" dirty="0"/>
              <a:t>Develop an Implementation Strategy</a:t>
            </a:r>
          </a:p>
          <a:p>
            <a:r>
              <a:rPr lang="en-US" dirty="0"/>
              <a:t>Identify Impact of Data Science on Business</a:t>
            </a:r>
          </a:p>
          <a:p>
            <a:r>
              <a:rPr lang="en-US" dirty="0"/>
              <a:t>Identify Governance Measures</a:t>
            </a:r>
          </a:p>
        </p:txBody>
      </p:sp>
      <p:sp>
        <p:nvSpPr>
          <p:cNvPr id="4" name="Title 3">
            <a:extLst>
              <a:ext uri="{FF2B5EF4-FFF2-40B4-BE49-F238E27FC236}">
                <a16:creationId xmlns:a16="http://schemas.microsoft.com/office/drawing/2014/main" id="{C7CED616-3DD2-D1ED-621C-21462FCDA44F}"/>
              </a:ext>
            </a:extLst>
          </p:cNvPr>
          <p:cNvSpPr>
            <a:spLocks noGrp="1"/>
          </p:cNvSpPr>
          <p:nvPr>
            <p:ph type="title"/>
          </p:nvPr>
        </p:nvSpPr>
        <p:spPr/>
        <p:txBody>
          <a:bodyPr/>
          <a:lstStyle/>
          <a:p>
            <a:r>
              <a:rPr lang="en-US" dirty="0"/>
              <a:t>Implementing Business Requirements for Data Science</a:t>
            </a:r>
          </a:p>
        </p:txBody>
      </p:sp>
    </p:spTree>
    <p:extLst>
      <p:ext uri="{BB962C8B-B14F-4D97-AF65-F5344CB8AC3E}">
        <p14:creationId xmlns:p14="http://schemas.microsoft.com/office/powerpoint/2010/main" val="2728141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C4CFB-1ACB-A14F-B6A4-435DA7645523}"/>
              </a:ext>
            </a:extLst>
          </p:cNvPr>
          <p:cNvSpPr>
            <a:spLocks noGrp="1"/>
          </p:cNvSpPr>
          <p:nvPr>
            <p:ph type="sldNum" sz="quarter" idx="12"/>
          </p:nvPr>
        </p:nvSpPr>
        <p:spPr/>
        <p:txBody>
          <a:bodyPr/>
          <a:lstStyle/>
          <a:p>
            <a:fld id="{A8160BDD-7155-D744-B749-9730458604AD}" type="slidenum">
              <a:rPr lang="en-US" smtClean="0"/>
              <a:t>3</a:t>
            </a:fld>
            <a:endParaRPr lang="en-US" dirty="0"/>
          </a:p>
        </p:txBody>
      </p:sp>
      <p:sp>
        <p:nvSpPr>
          <p:cNvPr id="3" name="Text Placeholder 2">
            <a:extLst>
              <a:ext uri="{FF2B5EF4-FFF2-40B4-BE49-F238E27FC236}">
                <a16:creationId xmlns:a16="http://schemas.microsoft.com/office/drawing/2014/main" id="{711926C4-B76F-6740-B2D3-3C573DAFAACD}"/>
              </a:ext>
            </a:extLst>
          </p:cNvPr>
          <p:cNvSpPr>
            <a:spLocks noGrp="1"/>
          </p:cNvSpPr>
          <p:nvPr>
            <p:ph type="body" sz="quarter" idx="14"/>
          </p:nvPr>
        </p:nvSpPr>
        <p:spPr/>
        <p:txBody>
          <a:bodyPr/>
          <a:lstStyle/>
          <a:p>
            <a:r>
              <a:rPr lang="en-US" dirty="0"/>
              <a:t>Develop a Data-Centric Organization</a:t>
            </a:r>
          </a:p>
        </p:txBody>
      </p:sp>
      <p:pic>
        <p:nvPicPr>
          <p:cNvPr id="6" name="Picture Placeholder 5">
            <a:extLst>
              <a:ext uri="{FF2B5EF4-FFF2-40B4-BE49-F238E27FC236}">
                <a16:creationId xmlns:a16="http://schemas.microsoft.com/office/drawing/2014/main" id="{B3E04B7A-DC4A-B838-61F9-31541E307803}"/>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2361299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F128D0-7B0C-3D60-11BB-5682A11B8045}"/>
              </a:ext>
            </a:extLst>
          </p:cNvPr>
          <p:cNvSpPr>
            <a:spLocks noGrp="1"/>
          </p:cNvSpPr>
          <p:nvPr>
            <p:ph type="sldNum" sz="quarter" idx="12"/>
          </p:nvPr>
        </p:nvSpPr>
        <p:spPr/>
        <p:txBody>
          <a:bodyPr/>
          <a:lstStyle/>
          <a:p>
            <a:fld id="{A8160BDD-7155-D744-B749-9730458604AD}" type="slidenum">
              <a:rPr lang="en-US" smtClean="0"/>
              <a:t>4</a:t>
            </a:fld>
            <a:endParaRPr lang="en-US" dirty="0"/>
          </a:p>
        </p:txBody>
      </p:sp>
      <p:sp>
        <p:nvSpPr>
          <p:cNvPr id="4" name="Content Placeholder 3">
            <a:extLst>
              <a:ext uri="{FF2B5EF4-FFF2-40B4-BE49-F238E27FC236}">
                <a16:creationId xmlns:a16="http://schemas.microsoft.com/office/drawing/2014/main" id="{4306B8B7-CEB8-ADB0-1E9D-10C8B3223AC6}"/>
              </a:ext>
            </a:extLst>
          </p:cNvPr>
          <p:cNvSpPr>
            <a:spLocks noGrp="1"/>
          </p:cNvSpPr>
          <p:nvPr>
            <p:ph idx="1"/>
          </p:nvPr>
        </p:nvSpPr>
        <p:spPr/>
        <p:txBody>
          <a:bodyPr/>
          <a:lstStyle/>
          <a:p>
            <a:r>
              <a:rPr lang="en-US" dirty="0"/>
              <a:t>Management and employees believe data analytics are critical to the overall business strategy.</a:t>
            </a:r>
          </a:p>
          <a:p>
            <a:r>
              <a:rPr lang="en-US" dirty="0"/>
              <a:t>Implements a framework where data is stored independently of applications and tools.</a:t>
            </a:r>
          </a:p>
          <a:p>
            <a:r>
              <a:rPr lang="en-US" dirty="0"/>
              <a:t>Generates relevant information and uses it collaboratively to achieve outcomes.</a:t>
            </a:r>
          </a:p>
        </p:txBody>
      </p:sp>
      <p:sp>
        <p:nvSpPr>
          <p:cNvPr id="3" name="Title 2">
            <a:extLst>
              <a:ext uri="{FF2B5EF4-FFF2-40B4-BE49-F238E27FC236}">
                <a16:creationId xmlns:a16="http://schemas.microsoft.com/office/drawing/2014/main" id="{B1777336-8C17-71E9-CC90-9D42C05874F2}"/>
              </a:ext>
            </a:extLst>
          </p:cNvPr>
          <p:cNvSpPr>
            <a:spLocks noGrp="1"/>
          </p:cNvSpPr>
          <p:nvPr>
            <p:ph type="title"/>
          </p:nvPr>
        </p:nvSpPr>
        <p:spPr/>
        <p:txBody>
          <a:bodyPr/>
          <a:lstStyle/>
          <a:p>
            <a:r>
              <a:rPr lang="en-US" dirty="0"/>
              <a:t>What Is a Data-Centric Organization?</a:t>
            </a:r>
          </a:p>
        </p:txBody>
      </p:sp>
      <p:grpSp>
        <p:nvGrpSpPr>
          <p:cNvPr id="5" name="Group 4">
            <a:extLst>
              <a:ext uri="{FF2B5EF4-FFF2-40B4-BE49-F238E27FC236}">
                <a16:creationId xmlns:a16="http://schemas.microsoft.com/office/drawing/2014/main" id="{3D906948-B2D7-2857-62C8-8F8820422CA8}"/>
              </a:ext>
            </a:extLst>
          </p:cNvPr>
          <p:cNvGrpSpPr/>
          <p:nvPr/>
        </p:nvGrpSpPr>
        <p:grpSpPr>
          <a:xfrm>
            <a:off x="1751172" y="2358024"/>
            <a:ext cx="8689655" cy="4092672"/>
            <a:chOff x="1751172" y="2358024"/>
            <a:chExt cx="8689655" cy="4092672"/>
          </a:xfrm>
        </p:grpSpPr>
        <p:pic>
          <p:nvPicPr>
            <p:cNvPr id="8" name="Picture 7" descr="A close-up of a diagram&#10;&#10;Description automatically generated">
              <a:extLst>
                <a:ext uri="{FF2B5EF4-FFF2-40B4-BE49-F238E27FC236}">
                  <a16:creationId xmlns:a16="http://schemas.microsoft.com/office/drawing/2014/main" id="{DAB36C34-0758-462D-C89F-A01E8BD2894C}"/>
                </a:ext>
              </a:extLst>
            </p:cNvPr>
            <p:cNvPicPr>
              <a:picLocks noChangeAspect="1"/>
            </p:cNvPicPr>
            <p:nvPr/>
          </p:nvPicPr>
          <p:blipFill>
            <a:blip r:embed="rId2"/>
            <a:stretch>
              <a:fillRect/>
            </a:stretch>
          </p:blipFill>
          <p:spPr>
            <a:xfrm>
              <a:off x="1751172" y="2358024"/>
              <a:ext cx="8689655" cy="4092672"/>
            </a:xfrm>
            <a:prstGeom prst="rect">
              <a:avLst/>
            </a:prstGeom>
          </p:spPr>
        </p:pic>
        <p:pic>
          <p:nvPicPr>
            <p:cNvPr id="1026" name="Picture 2" descr="check">
              <a:extLst>
                <a:ext uri="{FF2B5EF4-FFF2-40B4-BE49-F238E27FC236}">
                  <a16:creationId xmlns:a16="http://schemas.microsoft.com/office/drawing/2014/main" id="{F990FE25-AC14-ADA5-80E5-6ED7196992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6542" y="2963936"/>
              <a:ext cx="644285" cy="7363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52053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AAD1D8-59B7-A954-1241-D7CB84E93B66}"/>
              </a:ext>
            </a:extLst>
          </p:cNvPr>
          <p:cNvSpPr>
            <a:spLocks noGrp="1"/>
          </p:cNvSpPr>
          <p:nvPr>
            <p:ph type="sldNum" sz="quarter" idx="12"/>
          </p:nvPr>
        </p:nvSpPr>
        <p:spPr/>
        <p:txBody>
          <a:bodyPr/>
          <a:lstStyle/>
          <a:p>
            <a:fld id="{A8160BDD-7155-D744-B749-9730458604AD}" type="slidenum">
              <a:rPr lang="en-US" smtClean="0"/>
              <a:pPr/>
              <a:t>5</a:t>
            </a:fld>
            <a:endParaRPr lang="en-US" dirty="0"/>
          </a:p>
        </p:txBody>
      </p:sp>
      <p:sp>
        <p:nvSpPr>
          <p:cNvPr id="3" name="Content Placeholder 2">
            <a:extLst>
              <a:ext uri="{FF2B5EF4-FFF2-40B4-BE49-F238E27FC236}">
                <a16:creationId xmlns:a16="http://schemas.microsoft.com/office/drawing/2014/main" id="{CA529AEA-AF56-1298-CB35-B5DECF92ABA9}"/>
              </a:ext>
            </a:extLst>
          </p:cNvPr>
          <p:cNvSpPr>
            <a:spLocks noGrp="1"/>
          </p:cNvSpPr>
          <p:nvPr>
            <p:ph idx="1"/>
          </p:nvPr>
        </p:nvSpPr>
        <p:spPr/>
        <p:txBody>
          <a:bodyPr/>
          <a:lstStyle/>
          <a:p>
            <a:r>
              <a:rPr lang="en-US" dirty="0"/>
              <a:t>Data silos</a:t>
            </a:r>
          </a:p>
          <a:p>
            <a:r>
              <a:rPr lang="en-US" dirty="0"/>
              <a:t>Data quality</a:t>
            </a:r>
          </a:p>
          <a:p>
            <a:r>
              <a:rPr lang="en-US" dirty="0"/>
              <a:t>Data governance</a:t>
            </a:r>
          </a:p>
          <a:p>
            <a:r>
              <a:rPr lang="en-US" dirty="0"/>
              <a:t>Trust</a:t>
            </a:r>
          </a:p>
          <a:p>
            <a:r>
              <a:rPr lang="en-US" dirty="0"/>
              <a:t>Changing roles and responsibilities</a:t>
            </a:r>
          </a:p>
        </p:txBody>
      </p:sp>
      <p:sp>
        <p:nvSpPr>
          <p:cNvPr id="4" name="Title 3">
            <a:extLst>
              <a:ext uri="{FF2B5EF4-FFF2-40B4-BE49-F238E27FC236}">
                <a16:creationId xmlns:a16="http://schemas.microsoft.com/office/drawing/2014/main" id="{4CC12F6A-0797-8F0D-E1DD-BF910B5E4EC6}"/>
              </a:ext>
            </a:extLst>
          </p:cNvPr>
          <p:cNvSpPr>
            <a:spLocks noGrp="1"/>
          </p:cNvSpPr>
          <p:nvPr>
            <p:ph type="title"/>
          </p:nvPr>
        </p:nvSpPr>
        <p:spPr/>
        <p:txBody>
          <a:bodyPr/>
          <a:lstStyle/>
          <a:p>
            <a:r>
              <a:rPr lang="en-US" dirty="0"/>
              <a:t>Challenges Associated with Building a Data-Centric Organization</a:t>
            </a:r>
          </a:p>
        </p:txBody>
      </p:sp>
      <p:grpSp>
        <p:nvGrpSpPr>
          <p:cNvPr id="11" name="Group 10">
            <a:extLst>
              <a:ext uri="{FF2B5EF4-FFF2-40B4-BE49-F238E27FC236}">
                <a16:creationId xmlns:a16="http://schemas.microsoft.com/office/drawing/2014/main" id="{C66D93F0-7147-EEA0-26F0-ABEC17BD5B16}"/>
              </a:ext>
            </a:extLst>
          </p:cNvPr>
          <p:cNvGrpSpPr/>
          <p:nvPr/>
        </p:nvGrpSpPr>
        <p:grpSpPr>
          <a:xfrm>
            <a:off x="5982154" y="1596637"/>
            <a:ext cx="5551533" cy="4071125"/>
            <a:chOff x="5013697" y="1393080"/>
            <a:chExt cx="6106686" cy="4478238"/>
          </a:xfrm>
        </p:grpSpPr>
        <p:graphicFrame>
          <p:nvGraphicFramePr>
            <p:cNvPr id="5" name="Diagram 4">
              <a:extLst>
                <a:ext uri="{FF2B5EF4-FFF2-40B4-BE49-F238E27FC236}">
                  <a16:creationId xmlns:a16="http://schemas.microsoft.com/office/drawing/2014/main" id="{30AC4163-3C95-CB3B-BB60-384D2F34D748}"/>
                </a:ext>
              </a:extLst>
            </p:cNvPr>
            <p:cNvGraphicFramePr/>
            <p:nvPr/>
          </p:nvGraphicFramePr>
          <p:xfrm>
            <a:off x="5013697" y="1393080"/>
            <a:ext cx="6106686" cy="4478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Line 315">
              <a:extLst>
                <a:ext uri="{FF2B5EF4-FFF2-40B4-BE49-F238E27FC236}">
                  <a16:creationId xmlns:a16="http://schemas.microsoft.com/office/drawing/2014/main" id="{E6B54A37-323B-C568-5F79-389EF8806072}"/>
                </a:ext>
              </a:extLst>
            </p:cNvPr>
            <p:cNvSpPr>
              <a:spLocks noChangeShapeType="1"/>
            </p:cNvSpPr>
            <p:nvPr/>
          </p:nvSpPr>
          <p:spPr bwMode="auto">
            <a:xfrm>
              <a:off x="8853403" y="3652422"/>
              <a:ext cx="340465" cy="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pPr defTabSz="914400">
                <a:defRPr/>
              </a:pPr>
              <a:endParaRPr lang="en-US" kern="0" dirty="0">
                <a:solidFill>
                  <a:sysClr val="windowText" lastClr="000000"/>
                </a:solidFill>
              </a:endParaRPr>
            </a:p>
          </p:txBody>
        </p:sp>
        <p:sp>
          <p:nvSpPr>
            <p:cNvPr id="7" name="Line 315">
              <a:extLst>
                <a:ext uri="{FF2B5EF4-FFF2-40B4-BE49-F238E27FC236}">
                  <a16:creationId xmlns:a16="http://schemas.microsoft.com/office/drawing/2014/main" id="{360B5F30-CE40-CD4D-C782-400480D5E302}"/>
                </a:ext>
              </a:extLst>
            </p:cNvPr>
            <p:cNvSpPr>
              <a:spLocks noChangeShapeType="1"/>
            </p:cNvSpPr>
            <p:nvPr/>
          </p:nvSpPr>
          <p:spPr bwMode="auto">
            <a:xfrm>
              <a:off x="6953483" y="3652422"/>
              <a:ext cx="340465" cy="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pPr defTabSz="914400">
                <a:defRPr/>
              </a:pPr>
              <a:endParaRPr lang="en-US" kern="0" dirty="0">
                <a:solidFill>
                  <a:sysClr val="windowText" lastClr="000000"/>
                </a:solidFill>
              </a:endParaRPr>
            </a:p>
          </p:txBody>
        </p:sp>
        <p:sp>
          <p:nvSpPr>
            <p:cNvPr id="8" name="Line 315">
              <a:extLst>
                <a:ext uri="{FF2B5EF4-FFF2-40B4-BE49-F238E27FC236}">
                  <a16:creationId xmlns:a16="http://schemas.microsoft.com/office/drawing/2014/main" id="{340072F4-FC1C-D09C-5F96-DE61D4AB2B06}"/>
                </a:ext>
              </a:extLst>
            </p:cNvPr>
            <p:cNvSpPr>
              <a:spLocks noChangeShapeType="1"/>
            </p:cNvSpPr>
            <p:nvPr/>
          </p:nvSpPr>
          <p:spPr bwMode="auto">
            <a:xfrm rot="5400000">
              <a:off x="7908523" y="2677062"/>
              <a:ext cx="340465" cy="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pPr defTabSz="914400">
                <a:defRPr/>
              </a:pPr>
              <a:endParaRPr lang="en-US" kern="0" dirty="0">
                <a:solidFill>
                  <a:sysClr val="windowText" lastClr="000000"/>
                </a:solidFill>
              </a:endParaRPr>
            </a:p>
          </p:txBody>
        </p:sp>
        <p:sp>
          <p:nvSpPr>
            <p:cNvPr id="10" name="Line 315">
              <a:extLst>
                <a:ext uri="{FF2B5EF4-FFF2-40B4-BE49-F238E27FC236}">
                  <a16:creationId xmlns:a16="http://schemas.microsoft.com/office/drawing/2014/main" id="{8C432028-F0BD-0BD4-EAD5-1E85D4510C1E}"/>
                </a:ext>
              </a:extLst>
            </p:cNvPr>
            <p:cNvSpPr>
              <a:spLocks noChangeShapeType="1"/>
            </p:cNvSpPr>
            <p:nvPr/>
          </p:nvSpPr>
          <p:spPr bwMode="auto">
            <a:xfrm rot="5400000">
              <a:off x="7908523" y="4587142"/>
              <a:ext cx="340465" cy="0"/>
            </a:xfrm>
            <a:prstGeom prst="line">
              <a:avLst/>
            </a:prstGeom>
            <a:noFill/>
            <a:ln w="19050">
              <a:solidFill>
                <a:srgbClr val="000000"/>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pPr defTabSz="914400">
                <a:defRPr/>
              </a:pPr>
              <a:endParaRPr lang="en-US" kern="0" dirty="0">
                <a:solidFill>
                  <a:sysClr val="windowText" lastClr="000000"/>
                </a:solidFill>
              </a:endParaRPr>
            </a:p>
          </p:txBody>
        </p:sp>
      </p:grpSp>
    </p:spTree>
    <p:custDataLst>
      <p:tags r:id="rId1"/>
    </p:custDataLst>
    <p:extLst>
      <p:ext uri="{BB962C8B-B14F-4D97-AF65-F5344CB8AC3E}">
        <p14:creationId xmlns:p14="http://schemas.microsoft.com/office/powerpoint/2010/main" val="4237488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CE543C-F2E5-2B78-3C23-9E8E64AE9CAA}"/>
              </a:ext>
            </a:extLst>
          </p:cNvPr>
          <p:cNvSpPr>
            <a:spLocks noGrp="1"/>
          </p:cNvSpPr>
          <p:nvPr>
            <p:ph type="sldNum" sz="quarter" idx="12"/>
          </p:nvPr>
        </p:nvSpPr>
        <p:spPr/>
        <p:txBody>
          <a:bodyPr/>
          <a:lstStyle/>
          <a:p>
            <a:fld id="{A8160BDD-7155-D744-B749-9730458604AD}" type="slidenum">
              <a:rPr lang="en-US" smtClean="0"/>
              <a:pPr/>
              <a:t>6</a:t>
            </a:fld>
            <a:endParaRPr lang="en-US" dirty="0"/>
          </a:p>
        </p:txBody>
      </p:sp>
      <p:sp>
        <p:nvSpPr>
          <p:cNvPr id="3" name="Content Placeholder 2">
            <a:extLst>
              <a:ext uri="{FF2B5EF4-FFF2-40B4-BE49-F238E27FC236}">
                <a16:creationId xmlns:a16="http://schemas.microsoft.com/office/drawing/2014/main" id="{0DE52BC5-C86D-E95A-2455-CCC991672C48}"/>
              </a:ext>
            </a:extLst>
          </p:cNvPr>
          <p:cNvSpPr>
            <a:spLocks noGrp="1"/>
          </p:cNvSpPr>
          <p:nvPr>
            <p:ph idx="1"/>
          </p:nvPr>
        </p:nvSpPr>
        <p:spPr/>
        <p:txBody>
          <a:bodyPr/>
          <a:lstStyle/>
          <a:p>
            <a:r>
              <a:rPr lang="en-US" dirty="0"/>
              <a:t>Getting management buy-in.</a:t>
            </a:r>
          </a:p>
          <a:p>
            <a:r>
              <a:rPr lang="en-US" dirty="0"/>
              <a:t>Aligning with organizational objectives/values.</a:t>
            </a:r>
          </a:p>
          <a:p>
            <a:r>
              <a:rPr lang="en-US" dirty="0"/>
              <a:t>Identifying potential contributors.</a:t>
            </a:r>
          </a:p>
          <a:p>
            <a:r>
              <a:rPr lang="en-US" dirty="0"/>
              <a:t>Preparing teams to succeed.</a:t>
            </a:r>
          </a:p>
        </p:txBody>
      </p:sp>
      <p:sp>
        <p:nvSpPr>
          <p:cNvPr id="4" name="Title 3">
            <a:extLst>
              <a:ext uri="{FF2B5EF4-FFF2-40B4-BE49-F238E27FC236}">
                <a16:creationId xmlns:a16="http://schemas.microsoft.com/office/drawing/2014/main" id="{CEC194F5-35F0-8C98-E2D5-54F3E3867AD9}"/>
              </a:ext>
            </a:extLst>
          </p:cNvPr>
          <p:cNvSpPr>
            <a:spLocks noGrp="1"/>
          </p:cNvSpPr>
          <p:nvPr>
            <p:ph type="title"/>
          </p:nvPr>
        </p:nvSpPr>
        <p:spPr/>
        <p:txBody>
          <a:bodyPr/>
          <a:lstStyle/>
          <a:p>
            <a:r>
              <a:rPr lang="en-US" dirty="0"/>
              <a:t>Organizational Preparation</a:t>
            </a:r>
          </a:p>
        </p:txBody>
      </p:sp>
    </p:spTree>
    <p:extLst>
      <p:ext uri="{BB962C8B-B14F-4D97-AF65-F5344CB8AC3E}">
        <p14:creationId xmlns:p14="http://schemas.microsoft.com/office/powerpoint/2010/main" val="2376581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5F1485-EC2C-7C3B-B925-70433A5A61E8}"/>
              </a:ext>
            </a:extLst>
          </p:cNvPr>
          <p:cNvSpPr>
            <a:spLocks noGrp="1"/>
          </p:cNvSpPr>
          <p:nvPr>
            <p:ph type="sldNum" sz="quarter" idx="12"/>
          </p:nvPr>
        </p:nvSpPr>
        <p:spPr/>
        <p:txBody>
          <a:bodyPr/>
          <a:lstStyle/>
          <a:p>
            <a:fld id="{A8160BDD-7155-D744-B749-9730458604AD}" type="slidenum">
              <a:rPr lang="en-US" smtClean="0"/>
              <a:pPr/>
              <a:t>7</a:t>
            </a:fld>
            <a:endParaRPr lang="en-US" dirty="0"/>
          </a:p>
        </p:txBody>
      </p:sp>
      <p:sp>
        <p:nvSpPr>
          <p:cNvPr id="3" name="Content Placeholder 2">
            <a:extLst>
              <a:ext uri="{FF2B5EF4-FFF2-40B4-BE49-F238E27FC236}">
                <a16:creationId xmlns:a16="http://schemas.microsoft.com/office/drawing/2014/main" id="{46D65A5C-3CD7-C52E-46D7-9C1E64CFCEF1}"/>
              </a:ext>
            </a:extLst>
          </p:cNvPr>
          <p:cNvSpPr>
            <a:spLocks noGrp="1"/>
          </p:cNvSpPr>
          <p:nvPr>
            <p:ph idx="1"/>
          </p:nvPr>
        </p:nvSpPr>
        <p:spPr/>
        <p:txBody>
          <a:bodyPr/>
          <a:lstStyle/>
          <a:p>
            <a:r>
              <a:rPr lang="en-US" dirty="0"/>
              <a:t>Training</a:t>
            </a:r>
          </a:p>
          <a:p>
            <a:r>
              <a:rPr lang="en-US" dirty="0"/>
              <a:t>Talent recruiting and acquisition</a:t>
            </a:r>
          </a:p>
          <a:p>
            <a:r>
              <a:rPr lang="en-US" dirty="0"/>
              <a:t>Combining roles</a:t>
            </a:r>
          </a:p>
        </p:txBody>
      </p:sp>
      <p:sp>
        <p:nvSpPr>
          <p:cNvPr id="4" name="Title 3">
            <a:extLst>
              <a:ext uri="{FF2B5EF4-FFF2-40B4-BE49-F238E27FC236}">
                <a16:creationId xmlns:a16="http://schemas.microsoft.com/office/drawing/2014/main" id="{7135316F-B296-E15C-0DE7-4889424F7800}"/>
              </a:ext>
            </a:extLst>
          </p:cNvPr>
          <p:cNvSpPr>
            <a:spLocks noGrp="1"/>
          </p:cNvSpPr>
          <p:nvPr>
            <p:ph type="title"/>
          </p:nvPr>
        </p:nvSpPr>
        <p:spPr/>
        <p:txBody>
          <a:bodyPr/>
          <a:lstStyle/>
          <a:p>
            <a:r>
              <a:rPr lang="en-US" dirty="0"/>
              <a:t>Team Preparation</a:t>
            </a:r>
          </a:p>
        </p:txBody>
      </p:sp>
      <p:pic>
        <p:nvPicPr>
          <p:cNvPr id="10" name="Picture 9" descr="People in a job interview">
            <a:extLst>
              <a:ext uri="{FF2B5EF4-FFF2-40B4-BE49-F238E27FC236}">
                <a16:creationId xmlns:a16="http://schemas.microsoft.com/office/drawing/2014/main" id="{775EF16B-C573-DFEA-2623-DE2FD23F413C}"/>
              </a:ext>
            </a:extLst>
          </p:cNvPr>
          <p:cNvPicPr>
            <a:picLocks noChangeAspect="1"/>
          </p:cNvPicPr>
          <p:nvPr/>
        </p:nvPicPr>
        <p:blipFill>
          <a:blip r:embed="rId2"/>
          <a:stretch>
            <a:fillRect/>
          </a:stretch>
        </p:blipFill>
        <p:spPr>
          <a:xfrm>
            <a:off x="5783429" y="2057919"/>
            <a:ext cx="5806743" cy="3871161"/>
          </a:xfrm>
          <a:prstGeom prst="rect">
            <a:avLst/>
          </a:prstGeom>
        </p:spPr>
      </p:pic>
    </p:spTree>
    <p:extLst>
      <p:ext uri="{BB962C8B-B14F-4D97-AF65-F5344CB8AC3E}">
        <p14:creationId xmlns:p14="http://schemas.microsoft.com/office/powerpoint/2010/main" val="2354411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5E97AB-9F72-735B-B56D-078FC1652707}"/>
              </a:ext>
            </a:extLst>
          </p:cNvPr>
          <p:cNvSpPr>
            <a:spLocks noGrp="1"/>
          </p:cNvSpPr>
          <p:nvPr>
            <p:ph type="sldNum" sz="quarter" idx="12"/>
          </p:nvPr>
        </p:nvSpPr>
        <p:spPr/>
        <p:txBody>
          <a:bodyPr/>
          <a:lstStyle/>
          <a:p>
            <a:fld id="{A8160BDD-7155-D744-B749-9730458604AD}" type="slidenum">
              <a:rPr lang="en-US" smtClean="0"/>
              <a:t>8</a:t>
            </a:fld>
            <a:endParaRPr lang="en-US" dirty="0"/>
          </a:p>
        </p:txBody>
      </p:sp>
      <p:sp>
        <p:nvSpPr>
          <p:cNvPr id="6" name="Content Placeholder 5">
            <a:extLst>
              <a:ext uri="{FF2B5EF4-FFF2-40B4-BE49-F238E27FC236}">
                <a16:creationId xmlns:a16="http://schemas.microsoft.com/office/drawing/2014/main" id="{90BC162D-186F-D22F-130E-796D920555C3}"/>
              </a:ext>
            </a:extLst>
          </p:cNvPr>
          <p:cNvSpPr>
            <a:spLocks noGrp="1"/>
          </p:cNvSpPr>
          <p:nvPr>
            <p:ph idx="1"/>
          </p:nvPr>
        </p:nvSpPr>
        <p:spPr/>
        <p:txBody>
          <a:bodyPr/>
          <a:lstStyle/>
          <a:p>
            <a:pPr algn="l">
              <a:buFont typeface="+mj-lt"/>
              <a:buAutoNum type="arabicPeriod"/>
            </a:pPr>
            <a:r>
              <a:rPr lang="en-US" dirty="0"/>
              <a:t>The executive team has embraced the idea of incorporating data science practices throughout the organization.</a:t>
            </a:r>
            <a:br>
              <a:rPr lang="en-US" dirty="0"/>
            </a:br>
            <a:br>
              <a:rPr lang="en-US" dirty="0"/>
            </a:br>
            <a:r>
              <a:rPr lang="en-US" dirty="0"/>
              <a:t>What recommendations would you make to ensure the success of the endeavor?</a:t>
            </a:r>
            <a:br>
              <a:rPr lang="en-US" dirty="0"/>
            </a:br>
            <a:endParaRPr lang="en-US" dirty="0"/>
          </a:p>
          <a:p>
            <a:pPr algn="l">
              <a:buFont typeface="+mj-lt"/>
              <a:buAutoNum type="arabicPeriod"/>
            </a:pPr>
            <a:r>
              <a:rPr lang="en-US" dirty="0"/>
              <a:t>After performing a resource assessment, several new job roles were identified as needing to be filled.</a:t>
            </a:r>
            <a:br>
              <a:rPr lang="en-US" dirty="0"/>
            </a:br>
            <a:br>
              <a:rPr lang="en-US" dirty="0"/>
            </a:br>
            <a:r>
              <a:rPr lang="en-US" dirty="0"/>
              <a:t>Which staffing option or options would you recommend the company use to optimize costs?</a:t>
            </a:r>
          </a:p>
        </p:txBody>
      </p:sp>
      <p:sp>
        <p:nvSpPr>
          <p:cNvPr id="5" name="Title 4">
            <a:extLst>
              <a:ext uri="{FF2B5EF4-FFF2-40B4-BE49-F238E27FC236}">
                <a16:creationId xmlns:a16="http://schemas.microsoft.com/office/drawing/2014/main" id="{4823F00B-6772-4EB9-8E52-DA9C8C10DF44}"/>
              </a:ext>
            </a:extLst>
          </p:cNvPr>
          <p:cNvSpPr>
            <a:spLocks noGrp="1"/>
          </p:cNvSpPr>
          <p:nvPr>
            <p:ph type="title"/>
          </p:nvPr>
        </p:nvSpPr>
        <p:spPr/>
        <p:txBody>
          <a:bodyPr/>
          <a:lstStyle/>
          <a:p>
            <a:r>
              <a:rPr lang="en-US" dirty="0"/>
              <a:t>Activity: Discussing the Development of Data-Centric Organizations</a:t>
            </a:r>
          </a:p>
        </p:txBody>
      </p:sp>
    </p:spTree>
    <p:extLst>
      <p:ext uri="{BB962C8B-B14F-4D97-AF65-F5344CB8AC3E}">
        <p14:creationId xmlns:p14="http://schemas.microsoft.com/office/powerpoint/2010/main" val="723931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F2AE01-60DC-EC57-ACA0-B10259BF7C19}"/>
              </a:ext>
            </a:extLst>
          </p:cNvPr>
          <p:cNvSpPr>
            <a:spLocks noGrp="1"/>
          </p:cNvSpPr>
          <p:nvPr>
            <p:ph type="sldNum" sz="quarter" idx="12"/>
          </p:nvPr>
        </p:nvSpPr>
        <p:spPr/>
        <p:txBody>
          <a:bodyPr/>
          <a:lstStyle/>
          <a:p>
            <a:fld id="{A8160BDD-7155-D744-B749-9730458604AD}" type="slidenum">
              <a:rPr lang="en-US" smtClean="0"/>
              <a:t>9</a:t>
            </a:fld>
            <a:endParaRPr lang="en-US" dirty="0"/>
          </a:p>
        </p:txBody>
      </p:sp>
      <p:sp>
        <p:nvSpPr>
          <p:cNvPr id="3" name="Text Placeholder 2">
            <a:extLst>
              <a:ext uri="{FF2B5EF4-FFF2-40B4-BE49-F238E27FC236}">
                <a16:creationId xmlns:a16="http://schemas.microsoft.com/office/drawing/2014/main" id="{2C0C5511-B5CA-928F-9C7E-6D088E086EAF}"/>
              </a:ext>
            </a:extLst>
          </p:cNvPr>
          <p:cNvSpPr>
            <a:spLocks noGrp="1"/>
          </p:cNvSpPr>
          <p:nvPr>
            <p:ph type="body" sz="quarter" idx="14"/>
          </p:nvPr>
        </p:nvSpPr>
        <p:spPr/>
        <p:txBody>
          <a:bodyPr/>
          <a:lstStyle/>
          <a:p>
            <a:r>
              <a:rPr lang="en-US" dirty="0"/>
              <a:t>Develop an Implementation Strategy</a:t>
            </a:r>
          </a:p>
        </p:txBody>
      </p:sp>
      <p:pic>
        <p:nvPicPr>
          <p:cNvPr id="6" name="Picture Placeholder 5">
            <a:extLst>
              <a:ext uri="{FF2B5EF4-FFF2-40B4-BE49-F238E27FC236}">
                <a16:creationId xmlns:a16="http://schemas.microsoft.com/office/drawing/2014/main" id="{A930C1A0-623C-D353-E9CF-8D02C7C4AC88}"/>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3615370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F128D0-7B0C-3D60-11BB-5682A11B8045}"/>
              </a:ext>
            </a:extLst>
          </p:cNvPr>
          <p:cNvSpPr>
            <a:spLocks noGrp="1"/>
          </p:cNvSpPr>
          <p:nvPr>
            <p:ph type="sldNum" sz="quarter" idx="12"/>
          </p:nvPr>
        </p:nvSpPr>
        <p:spPr/>
        <p:txBody>
          <a:bodyPr/>
          <a:lstStyle/>
          <a:p>
            <a:fld id="{A8160BDD-7155-D744-B749-9730458604AD}" type="slidenum">
              <a:rPr lang="en-US" smtClean="0"/>
              <a:t>10</a:t>
            </a:fld>
            <a:endParaRPr lang="en-US" dirty="0"/>
          </a:p>
        </p:txBody>
      </p:sp>
      <p:sp>
        <p:nvSpPr>
          <p:cNvPr id="6" name="Content Placeholder 5">
            <a:extLst>
              <a:ext uri="{FF2B5EF4-FFF2-40B4-BE49-F238E27FC236}">
                <a16:creationId xmlns:a16="http://schemas.microsoft.com/office/drawing/2014/main" id="{4B88AD45-AB0B-A4BD-9311-2A5F1F67A63F}"/>
              </a:ext>
            </a:extLst>
          </p:cNvPr>
          <p:cNvSpPr>
            <a:spLocks noGrp="1"/>
          </p:cNvSpPr>
          <p:nvPr>
            <p:ph idx="1"/>
          </p:nvPr>
        </p:nvSpPr>
        <p:spPr/>
        <p:txBody>
          <a:bodyPr/>
          <a:lstStyle/>
          <a:p>
            <a:r>
              <a:rPr lang="en-US" dirty="0"/>
              <a:t>Numerous possible implementations.</a:t>
            </a:r>
          </a:p>
          <a:p>
            <a:r>
              <a:rPr lang="en-US" dirty="0"/>
              <a:t>Identify the most viable options.</a:t>
            </a:r>
          </a:p>
          <a:p>
            <a:pPr lvl="1"/>
            <a:r>
              <a:rPr lang="en-US" dirty="0"/>
              <a:t>What provides the most benefit?</a:t>
            </a:r>
          </a:p>
          <a:p>
            <a:pPr lvl="1"/>
            <a:r>
              <a:rPr lang="en-US" dirty="0"/>
              <a:t>What can be done at a low cost?</a:t>
            </a:r>
          </a:p>
          <a:p>
            <a:pPr lvl="1"/>
            <a:r>
              <a:rPr lang="en-US" dirty="0"/>
              <a:t>What can be done quickly?</a:t>
            </a:r>
          </a:p>
          <a:p>
            <a:r>
              <a:rPr lang="en-US" dirty="0"/>
              <a:t>Prioritize the projects.</a:t>
            </a:r>
          </a:p>
          <a:p>
            <a:r>
              <a:rPr lang="en-US" dirty="0"/>
              <a:t>Cost vs. benefits.</a:t>
            </a:r>
          </a:p>
        </p:txBody>
      </p:sp>
      <p:sp>
        <p:nvSpPr>
          <p:cNvPr id="5" name="Title 4">
            <a:extLst>
              <a:ext uri="{FF2B5EF4-FFF2-40B4-BE49-F238E27FC236}">
                <a16:creationId xmlns:a16="http://schemas.microsoft.com/office/drawing/2014/main" id="{9CF01903-62CB-DCBB-8A57-78FA632BA82C}"/>
              </a:ext>
            </a:extLst>
          </p:cNvPr>
          <p:cNvSpPr>
            <a:spLocks noGrp="1"/>
          </p:cNvSpPr>
          <p:nvPr>
            <p:ph type="title"/>
          </p:nvPr>
        </p:nvSpPr>
        <p:spPr/>
        <p:txBody>
          <a:bodyPr/>
          <a:lstStyle/>
          <a:p>
            <a:r>
              <a:rPr lang="en-US" dirty="0"/>
              <a:t>Selection of Business Cases for Implementation</a:t>
            </a:r>
          </a:p>
        </p:txBody>
      </p:sp>
      <p:graphicFrame>
        <p:nvGraphicFramePr>
          <p:cNvPr id="8" name="Diagram 7">
            <a:extLst>
              <a:ext uri="{FF2B5EF4-FFF2-40B4-BE49-F238E27FC236}">
                <a16:creationId xmlns:a16="http://schemas.microsoft.com/office/drawing/2014/main" id="{8D0C5886-B417-AA70-53F1-95BC4CB1F1F6}"/>
              </a:ext>
            </a:extLst>
          </p:cNvPr>
          <p:cNvGraphicFramePr/>
          <p:nvPr/>
        </p:nvGraphicFramePr>
        <p:xfrm>
          <a:off x="5735627" y="719666"/>
          <a:ext cx="6106686"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2565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797139-0AB9-82DB-B039-1FB90861015E}"/>
              </a:ext>
            </a:extLst>
          </p:cNvPr>
          <p:cNvSpPr>
            <a:spLocks noGrp="1"/>
          </p:cNvSpPr>
          <p:nvPr>
            <p:ph type="sldNum" sz="quarter" idx="12"/>
          </p:nvPr>
        </p:nvSpPr>
        <p:spPr/>
        <p:txBody>
          <a:bodyPr/>
          <a:lstStyle/>
          <a:p>
            <a:fld id="{A8160BDD-7155-D744-B749-9730458604AD}" type="slidenum">
              <a:rPr lang="en-US" smtClean="0"/>
              <a:pPr/>
              <a:t>11</a:t>
            </a:fld>
            <a:endParaRPr lang="en-US" dirty="0"/>
          </a:p>
        </p:txBody>
      </p:sp>
      <p:sp>
        <p:nvSpPr>
          <p:cNvPr id="3" name="Content Placeholder 2">
            <a:extLst>
              <a:ext uri="{FF2B5EF4-FFF2-40B4-BE49-F238E27FC236}">
                <a16:creationId xmlns:a16="http://schemas.microsoft.com/office/drawing/2014/main" id="{0BB0DB6B-5FC3-0C72-4E6F-3F271363C82E}"/>
              </a:ext>
            </a:extLst>
          </p:cNvPr>
          <p:cNvSpPr>
            <a:spLocks noGrp="1"/>
          </p:cNvSpPr>
          <p:nvPr>
            <p:ph idx="1"/>
          </p:nvPr>
        </p:nvSpPr>
        <p:spPr/>
        <p:txBody>
          <a:bodyPr/>
          <a:lstStyle/>
          <a:p>
            <a:r>
              <a:rPr lang="en-US" dirty="0"/>
              <a:t>People</a:t>
            </a:r>
          </a:p>
          <a:p>
            <a:r>
              <a:rPr lang="en-US" dirty="0"/>
              <a:t>Technology</a:t>
            </a:r>
          </a:p>
          <a:p>
            <a:r>
              <a:rPr lang="en-US" dirty="0"/>
              <a:t>Data</a:t>
            </a:r>
          </a:p>
          <a:p>
            <a:r>
              <a:rPr lang="en-US" dirty="0"/>
              <a:t>Governance</a:t>
            </a:r>
          </a:p>
          <a:p>
            <a:r>
              <a:rPr lang="en-US" dirty="0"/>
              <a:t>Time</a:t>
            </a:r>
          </a:p>
        </p:txBody>
      </p:sp>
      <p:sp>
        <p:nvSpPr>
          <p:cNvPr id="4" name="Title 3">
            <a:extLst>
              <a:ext uri="{FF2B5EF4-FFF2-40B4-BE49-F238E27FC236}">
                <a16:creationId xmlns:a16="http://schemas.microsoft.com/office/drawing/2014/main" id="{423C01B2-476A-1A42-0D5B-8189A22DD65F}"/>
              </a:ext>
            </a:extLst>
          </p:cNvPr>
          <p:cNvSpPr>
            <a:spLocks noGrp="1"/>
          </p:cNvSpPr>
          <p:nvPr>
            <p:ph type="title"/>
          </p:nvPr>
        </p:nvSpPr>
        <p:spPr/>
        <p:txBody>
          <a:bodyPr/>
          <a:lstStyle/>
          <a:p>
            <a:r>
              <a:rPr lang="en-US" dirty="0"/>
              <a:t>Implementation Investments</a:t>
            </a:r>
          </a:p>
        </p:txBody>
      </p:sp>
    </p:spTree>
    <p:extLst>
      <p:ext uri="{BB962C8B-B14F-4D97-AF65-F5344CB8AC3E}">
        <p14:creationId xmlns:p14="http://schemas.microsoft.com/office/powerpoint/2010/main" val="1322157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A9811B-D605-7BB3-EB31-A0B214C6C866}"/>
              </a:ext>
            </a:extLst>
          </p:cNvPr>
          <p:cNvSpPr>
            <a:spLocks noGrp="1"/>
          </p:cNvSpPr>
          <p:nvPr>
            <p:ph type="sldNum" sz="quarter" idx="12"/>
          </p:nvPr>
        </p:nvSpPr>
        <p:spPr/>
        <p:txBody>
          <a:bodyPr/>
          <a:lstStyle/>
          <a:p>
            <a:fld id="{A8160BDD-7155-D744-B749-9730458604AD}" type="slidenum">
              <a:rPr lang="en-US" smtClean="0"/>
              <a:pPr/>
              <a:t>12</a:t>
            </a:fld>
            <a:endParaRPr lang="en-US" dirty="0"/>
          </a:p>
        </p:txBody>
      </p:sp>
      <p:sp>
        <p:nvSpPr>
          <p:cNvPr id="3" name="Content Placeholder 2">
            <a:extLst>
              <a:ext uri="{FF2B5EF4-FFF2-40B4-BE49-F238E27FC236}">
                <a16:creationId xmlns:a16="http://schemas.microsoft.com/office/drawing/2014/main" id="{712459B3-5FB7-DE7E-E682-28D6D9DD730A}"/>
              </a:ext>
            </a:extLst>
          </p:cNvPr>
          <p:cNvSpPr>
            <a:spLocks noGrp="1"/>
          </p:cNvSpPr>
          <p:nvPr>
            <p:ph idx="1"/>
          </p:nvPr>
        </p:nvSpPr>
        <p:spPr/>
        <p:txBody>
          <a:bodyPr/>
          <a:lstStyle/>
          <a:p>
            <a:r>
              <a:rPr lang="en-US" dirty="0"/>
              <a:t>Collect only relevant data.</a:t>
            </a:r>
          </a:p>
          <a:p>
            <a:r>
              <a:rPr lang="en-US" dirty="0"/>
              <a:t>Identify collection options.</a:t>
            </a:r>
          </a:p>
          <a:p>
            <a:r>
              <a:rPr lang="en-US" dirty="0"/>
              <a:t>Generate synthetic data.</a:t>
            </a:r>
          </a:p>
          <a:p>
            <a:r>
              <a:rPr lang="en-US" dirty="0"/>
              <a:t>Identify storage solution.</a:t>
            </a:r>
          </a:p>
          <a:p>
            <a:r>
              <a:rPr lang="en-US" dirty="0"/>
              <a:t>Decide how to combine data from different sources.</a:t>
            </a:r>
          </a:p>
        </p:txBody>
      </p:sp>
      <p:sp>
        <p:nvSpPr>
          <p:cNvPr id="4" name="Title 3">
            <a:extLst>
              <a:ext uri="{FF2B5EF4-FFF2-40B4-BE49-F238E27FC236}">
                <a16:creationId xmlns:a16="http://schemas.microsoft.com/office/drawing/2014/main" id="{CA51926B-8B30-33FA-EE0A-BACD9ABF7DBB}"/>
              </a:ext>
            </a:extLst>
          </p:cNvPr>
          <p:cNvSpPr>
            <a:spLocks noGrp="1"/>
          </p:cNvSpPr>
          <p:nvPr>
            <p:ph type="title"/>
          </p:nvPr>
        </p:nvSpPr>
        <p:spPr/>
        <p:txBody>
          <a:bodyPr/>
          <a:lstStyle/>
          <a:p>
            <a:r>
              <a:rPr lang="en-US" dirty="0"/>
              <a:t>Data Collection Considerations</a:t>
            </a:r>
          </a:p>
        </p:txBody>
      </p:sp>
      <p:graphicFrame>
        <p:nvGraphicFramePr>
          <p:cNvPr id="5" name="Diagram 4">
            <a:extLst>
              <a:ext uri="{FF2B5EF4-FFF2-40B4-BE49-F238E27FC236}">
                <a16:creationId xmlns:a16="http://schemas.microsoft.com/office/drawing/2014/main" id="{9A6C74B8-5DBD-D16D-1E58-20C9CD05E560}"/>
              </a:ext>
            </a:extLst>
          </p:cNvPr>
          <p:cNvGraphicFramePr/>
          <p:nvPr/>
        </p:nvGraphicFramePr>
        <p:xfrm>
          <a:off x="6323136" y="1901437"/>
          <a:ext cx="5551533" cy="4071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3650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AD597A-1716-8244-77D8-7F7C9198F5C4}"/>
              </a:ext>
            </a:extLst>
          </p:cNvPr>
          <p:cNvSpPr>
            <a:spLocks noGrp="1"/>
          </p:cNvSpPr>
          <p:nvPr>
            <p:ph type="sldNum" sz="quarter" idx="12"/>
          </p:nvPr>
        </p:nvSpPr>
        <p:spPr/>
        <p:txBody>
          <a:bodyPr/>
          <a:lstStyle/>
          <a:p>
            <a:fld id="{A8160BDD-7155-D744-B749-9730458604AD}" type="slidenum">
              <a:rPr lang="en-US" smtClean="0"/>
              <a:pPr/>
              <a:t>13</a:t>
            </a:fld>
            <a:endParaRPr lang="en-US" dirty="0"/>
          </a:p>
        </p:txBody>
      </p:sp>
      <p:sp>
        <p:nvSpPr>
          <p:cNvPr id="3" name="Content Placeholder 2">
            <a:extLst>
              <a:ext uri="{FF2B5EF4-FFF2-40B4-BE49-F238E27FC236}">
                <a16:creationId xmlns:a16="http://schemas.microsoft.com/office/drawing/2014/main" id="{326A12D4-F243-7D92-0568-E16F625B8C9D}"/>
              </a:ext>
            </a:extLst>
          </p:cNvPr>
          <p:cNvSpPr>
            <a:spLocks noGrp="1"/>
          </p:cNvSpPr>
          <p:nvPr>
            <p:ph idx="1"/>
          </p:nvPr>
        </p:nvSpPr>
        <p:spPr/>
        <p:txBody>
          <a:bodyPr/>
          <a:lstStyle/>
          <a:p>
            <a:r>
              <a:rPr lang="en-US" dirty="0"/>
              <a:t>Find/use tools that streamline preprocessing tasks.</a:t>
            </a:r>
          </a:p>
          <a:p>
            <a:pPr lvl="1"/>
            <a:r>
              <a:rPr lang="en-US" dirty="0"/>
              <a:t>Data wrangling</a:t>
            </a:r>
          </a:p>
          <a:p>
            <a:pPr lvl="1"/>
            <a:r>
              <a:rPr lang="en-US" dirty="0"/>
              <a:t>Data cleaning</a:t>
            </a:r>
          </a:p>
          <a:p>
            <a:r>
              <a:rPr lang="en-US" dirty="0"/>
              <a:t>Find/use tools that support EDA activities.</a:t>
            </a:r>
          </a:p>
          <a:p>
            <a:pPr lvl="1"/>
            <a:r>
              <a:rPr lang="en-US" dirty="0"/>
              <a:t>Examine datasets.</a:t>
            </a:r>
          </a:p>
          <a:p>
            <a:pPr lvl="1"/>
            <a:r>
              <a:rPr lang="en-US" dirty="0"/>
              <a:t>Summarize main characteristics.</a:t>
            </a:r>
          </a:p>
          <a:p>
            <a:pPr lvl="1"/>
            <a:r>
              <a:rPr lang="en-US" dirty="0"/>
              <a:t>Visualize summary information.</a:t>
            </a:r>
          </a:p>
        </p:txBody>
      </p:sp>
      <p:sp>
        <p:nvSpPr>
          <p:cNvPr id="4" name="Title 3">
            <a:extLst>
              <a:ext uri="{FF2B5EF4-FFF2-40B4-BE49-F238E27FC236}">
                <a16:creationId xmlns:a16="http://schemas.microsoft.com/office/drawing/2014/main" id="{E0E18423-3802-7D5F-C96B-7130679DCD20}"/>
              </a:ext>
            </a:extLst>
          </p:cNvPr>
          <p:cNvSpPr>
            <a:spLocks noGrp="1"/>
          </p:cNvSpPr>
          <p:nvPr>
            <p:ph type="title"/>
          </p:nvPr>
        </p:nvSpPr>
        <p:spPr/>
        <p:txBody>
          <a:bodyPr/>
          <a:lstStyle/>
          <a:p>
            <a:r>
              <a:rPr lang="en-US" dirty="0"/>
              <a:t>Data Preparation Considerations</a:t>
            </a:r>
          </a:p>
        </p:txBody>
      </p:sp>
      <p:pic>
        <p:nvPicPr>
          <p:cNvPr id="6" name="Graphic 5" descr="Bar graph with upward trend outline">
            <a:extLst>
              <a:ext uri="{FF2B5EF4-FFF2-40B4-BE49-F238E27FC236}">
                <a16:creationId xmlns:a16="http://schemas.microsoft.com/office/drawing/2014/main" id="{DA6E2DAD-1B09-026D-D4F9-F22B687A3A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92739" y="4642627"/>
            <a:ext cx="1217066" cy="1217066"/>
          </a:xfrm>
          <a:prstGeom prst="rect">
            <a:avLst/>
          </a:prstGeom>
        </p:spPr>
      </p:pic>
      <p:pic>
        <p:nvPicPr>
          <p:cNvPr id="8" name="Graphic 7" descr="Gears outline">
            <a:extLst>
              <a:ext uri="{FF2B5EF4-FFF2-40B4-BE49-F238E27FC236}">
                <a16:creationId xmlns:a16="http://schemas.microsoft.com/office/drawing/2014/main" id="{E524A6A7-E386-058C-EC67-8F51B6EA301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53345" y="1625651"/>
            <a:ext cx="1472650" cy="1472650"/>
          </a:xfrm>
          <a:prstGeom prst="rect">
            <a:avLst/>
          </a:prstGeom>
        </p:spPr>
      </p:pic>
      <p:pic>
        <p:nvPicPr>
          <p:cNvPr id="10" name="Graphic 9" descr="Checklist outline">
            <a:extLst>
              <a:ext uri="{FF2B5EF4-FFF2-40B4-BE49-F238E27FC236}">
                <a16:creationId xmlns:a16="http://schemas.microsoft.com/office/drawing/2014/main" id="{62700167-56FD-CBA7-5415-842D4D990A5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00819" y="3368066"/>
            <a:ext cx="1005840" cy="1005840"/>
          </a:xfrm>
          <a:prstGeom prst="rect">
            <a:avLst/>
          </a:prstGeom>
        </p:spPr>
      </p:pic>
    </p:spTree>
    <p:extLst>
      <p:ext uri="{BB962C8B-B14F-4D97-AF65-F5344CB8AC3E}">
        <p14:creationId xmlns:p14="http://schemas.microsoft.com/office/powerpoint/2010/main" val="1731217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rrow: Down 10">
            <a:extLst>
              <a:ext uri="{FF2B5EF4-FFF2-40B4-BE49-F238E27FC236}">
                <a16:creationId xmlns:a16="http://schemas.microsoft.com/office/drawing/2014/main" id="{B0F8EA6F-65F6-F368-34C2-8C947CA692D0}"/>
              </a:ext>
            </a:extLst>
          </p:cNvPr>
          <p:cNvSpPr/>
          <p:nvPr/>
        </p:nvSpPr>
        <p:spPr>
          <a:xfrm>
            <a:off x="9733280" y="2001520"/>
            <a:ext cx="762000" cy="3992880"/>
          </a:xfrm>
          <a:prstGeom prst="downArrow">
            <a:avLst/>
          </a:prstGeom>
          <a:noFill/>
          <a:ln w="28575" cap="flat" cmpd="sng" algn="ctr">
            <a:solidFill>
              <a:schemeClr val="tx1"/>
            </a:solidFill>
            <a:prstDash val="solid"/>
          </a:ln>
          <a:effectLst/>
        </p:spPr>
        <p:txBody>
          <a:bodyPr rtlCol="0" anchor="ctr"/>
          <a:lstStyle/>
          <a:p>
            <a:pPr algn="ctr" defTabSz="914400"/>
            <a:endParaRPr lang="en-US" sz="1100" b="1" kern="0" dirty="0">
              <a:ln>
                <a:solidFill>
                  <a:schemeClr val="tx1"/>
                </a:solidFill>
              </a:ln>
              <a:solidFill>
                <a:srgbClr val="FF0000"/>
              </a:solidFill>
              <a:latin typeface="Arial"/>
            </a:endParaRPr>
          </a:p>
        </p:txBody>
      </p:sp>
      <p:sp>
        <p:nvSpPr>
          <p:cNvPr id="2" name="Slide Number Placeholder 1">
            <a:extLst>
              <a:ext uri="{FF2B5EF4-FFF2-40B4-BE49-F238E27FC236}">
                <a16:creationId xmlns:a16="http://schemas.microsoft.com/office/drawing/2014/main" id="{826542DB-111D-F89C-E974-00F78588D841}"/>
              </a:ext>
            </a:extLst>
          </p:cNvPr>
          <p:cNvSpPr>
            <a:spLocks noGrp="1"/>
          </p:cNvSpPr>
          <p:nvPr>
            <p:ph type="sldNum" sz="quarter" idx="12"/>
          </p:nvPr>
        </p:nvSpPr>
        <p:spPr/>
        <p:txBody>
          <a:bodyPr/>
          <a:lstStyle/>
          <a:p>
            <a:fld id="{A8160BDD-7155-D744-B749-9730458604AD}" type="slidenum">
              <a:rPr lang="en-US" smtClean="0"/>
              <a:pPr/>
              <a:t>14</a:t>
            </a:fld>
            <a:endParaRPr lang="en-US" dirty="0"/>
          </a:p>
        </p:txBody>
      </p:sp>
      <p:sp>
        <p:nvSpPr>
          <p:cNvPr id="3" name="Content Placeholder 2">
            <a:extLst>
              <a:ext uri="{FF2B5EF4-FFF2-40B4-BE49-F238E27FC236}">
                <a16:creationId xmlns:a16="http://schemas.microsoft.com/office/drawing/2014/main" id="{57FB0055-99D8-58E6-378A-A0AC4C3D8270}"/>
              </a:ext>
            </a:extLst>
          </p:cNvPr>
          <p:cNvSpPr>
            <a:spLocks noGrp="1"/>
          </p:cNvSpPr>
          <p:nvPr>
            <p:ph idx="1"/>
          </p:nvPr>
        </p:nvSpPr>
        <p:spPr/>
        <p:txBody>
          <a:bodyPr/>
          <a:lstStyle/>
          <a:p>
            <a:pPr algn="l"/>
            <a:r>
              <a:rPr lang="en-US" dirty="0"/>
              <a:t>Select algorithms/ML models that support solving the identified business problem.</a:t>
            </a:r>
          </a:p>
          <a:p>
            <a:pPr algn="l"/>
            <a:r>
              <a:rPr lang="en-US" dirty="0"/>
              <a:t>Tune the model's hyperparameters to optimize performance.</a:t>
            </a:r>
          </a:p>
          <a:p>
            <a:pPr algn="l"/>
            <a:r>
              <a:rPr lang="en-US" dirty="0"/>
              <a:t>During model testing, identify/use multiple algorithms.</a:t>
            </a:r>
          </a:p>
          <a:p>
            <a:pPr algn="l"/>
            <a:r>
              <a:rPr lang="en-US" dirty="0"/>
              <a:t>Evaluate the model's performance and results. </a:t>
            </a:r>
          </a:p>
          <a:p>
            <a:pPr algn="l"/>
            <a:r>
              <a:rPr lang="en-US" dirty="0"/>
              <a:t>Don't deploy a model too soon.</a:t>
            </a:r>
          </a:p>
          <a:p>
            <a:pPr algn="l"/>
            <a:r>
              <a:rPr lang="en-US" dirty="0"/>
              <a:t>Verify that repeatable, scalable, and flawless results are achieved.</a:t>
            </a:r>
          </a:p>
          <a:p>
            <a:pPr algn="l"/>
            <a:r>
              <a:rPr lang="en-US" dirty="0"/>
              <a:t>Monitor output for performance and quality.</a:t>
            </a:r>
          </a:p>
        </p:txBody>
      </p:sp>
      <p:sp>
        <p:nvSpPr>
          <p:cNvPr id="4" name="Title 3">
            <a:extLst>
              <a:ext uri="{FF2B5EF4-FFF2-40B4-BE49-F238E27FC236}">
                <a16:creationId xmlns:a16="http://schemas.microsoft.com/office/drawing/2014/main" id="{D21875B4-DAF4-0B59-A93E-22DC574A3123}"/>
              </a:ext>
            </a:extLst>
          </p:cNvPr>
          <p:cNvSpPr>
            <a:spLocks noGrp="1"/>
          </p:cNvSpPr>
          <p:nvPr>
            <p:ph type="title"/>
          </p:nvPr>
        </p:nvSpPr>
        <p:spPr/>
        <p:txBody>
          <a:bodyPr/>
          <a:lstStyle/>
          <a:p>
            <a:r>
              <a:rPr lang="en-US" dirty="0"/>
              <a:t>Modeling and Deployment Considerations</a:t>
            </a:r>
          </a:p>
        </p:txBody>
      </p:sp>
      <p:sp>
        <p:nvSpPr>
          <p:cNvPr id="7" name="Rounded Rectangle 143">
            <a:extLst>
              <a:ext uri="{FF2B5EF4-FFF2-40B4-BE49-F238E27FC236}">
                <a16:creationId xmlns:a16="http://schemas.microsoft.com/office/drawing/2014/main" id="{A2F33EA8-D0AF-F07C-84A3-09D55128F4DC}"/>
              </a:ext>
            </a:extLst>
          </p:cNvPr>
          <p:cNvSpPr/>
          <p:nvPr/>
        </p:nvSpPr>
        <p:spPr>
          <a:xfrm>
            <a:off x="9243740" y="2625406"/>
            <a:ext cx="1724025"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defRPr/>
            </a:pPr>
            <a:r>
              <a:rPr lang="en-US" sz="1300" b="1" kern="0" dirty="0">
                <a:solidFill>
                  <a:srgbClr val="FFFFFF"/>
                </a:solidFill>
                <a:latin typeface="Calibri"/>
                <a:cs typeface="Calibri"/>
              </a:rPr>
              <a:t>Train</a:t>
            </a:r>
          </a:p>
        </p:txBody>
      </p:sp>
      <p:sp>
        <p:nvSpPr>
          <p:cNvPr id="8" name="Rounded Rectangle 143">
            <a:extLst>
              <a:ext uri="{FF2B5EF4-FFF2-40B4-BE49-F238E27FC236}">
                <a16:creationId xmlns:a16="http://schemas.microsoft.com/office/drawing/2014/main" id="{38AB743E-1449-357F-5696-BD385D1959C6}"/>
              </a:ext>
            </a:extLst>
          </p:cNvPr>
          <p:cNvSpPr/>
          <p:nvPr/>
        </p:nvSpPr>
        <p:spPr>
          <a:xfrm>
            <a:off x="9243740" y="3433740"/>
            <a:ext cx="1724025"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defRPr/>
            </a:pPr>
            <a:r>
              <a:rPr lang="en-US" sz="1300" b="1" kern="0" dirty="0">
                <a:solidFill>
                  <a:srgbClr val="FFFFFF"/>
                </a:solidFill>
                <a:latin typeface="Calibri"/>
                <a:cs typeface="Calibri"/>
              </a:rPr>
              <a:t>Test</a:t>
            </a:r>
          </a:p>
        </p:txBody>
      </p:sp>
      <p:sp>
        <p:nvSpPr>
          <p:cNvPr id="9" name="Rounded Rectangle 143">
            <a:extLst>
              <a:ext uri="{FF2B5EF4-FFF2-40B4-BE49-F238E27FC236}">
                <a16:creationId xmlns:a16="http://schemas.microsoft.com/office/drawing/2014/main" id="{D1F90B73-DAC5-1976-2351-6F09F03464BB}"/>
              </a:ext>
            </a:extLst>
          </p:cNvPr>
          <p:cNvSpPr/>
          <p:nvPr/>
        </p:nvSpPr>
        <p:spPr>
          <a:xfrm>
            <a:off x="9243740" y="4242074"/>
            <a:ext cx="1724025"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defRPr/>
            </a:pPr>
            <a:r>
              <a:rPr lang="en-US" sz="1300" b="1" kern="0" dirty="0">
                <a:solidFill>
                  <a:srgbClr val="FFFFFF"/>
                </a:solidFill>
                <a:latin typeface="Calibri"/>
                <a:cs typeface="Calibri"/>
              </a:rPr>
              <a:t>Evaluate</a:t>
            </a:r>
          </a:p>
        </p:txBody>
      </p:sp>
      <p:sp>
        <p:nvSpPr>
          <p:cNvPr id="10" name="Rounded Rectangle 143">
            <a:extLst>
              <a:ext uri="{FF2B5EF4-FFF2-40B4-BE49-F238E27FC236}">
                <a16:creationId xmlns:a16="http://schemas.microsoft.com/office/drawing/2014/main" id="{B0EA7260-BE3F-F443-4D0B-4CF295282D1E}"/>
              </a:ext>
            </a:extLst>
          </p:cNvPr>
          <p:cNvSpPr/>
          <p:nvPr/>
        </p:nvSpPr>
        <p:spPr>
          <a:xfrm>
            <a:off x="9243740" y="5050409"/>
            <a:ext cx="1724025"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defRPr/>
            </a:pPr>
            <a:r>
              <a:rPr lang="en-US" sz="1300" b="1" kern="0" dirty="0">
                <a:solidFill>
                  <a:srgbClr val="FFFFFF"/>
                </a:solidFill>
                <a:latin typeface="Calibri"/>
                <a:cs typeface="Calibri"/>
              </a:rPr>
              <a:t>Deploy</a:t>
            </a:r>
          </a:p>
        </p:txBody>
      </p:sp>
    </p:spTree>
    <p:extLst>
      <p:ext uri="{BB962C8B-B14F-4D97-AF65-F5344CB8AC3E}">
        <p14:creationId xmlns:p14="http://schemas.microsoft.com/office/powerpoint/2010/main" val="2454980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DDB246-2488-5951-75FA-ABCE337A3C8F}"/>
              </a:ext>
            </a:extLst>
          </p:cNvPr>
          <p:cNvSpPr>
            <a:spLocks noGrp="1"/>
          </p:cNvSpPr>
          <p:nvPr>
            <p:ph type="sldNum" sz="quarter" idx="12"/>
          </p:nvPr>
        </p:nvSpPr>
        <p:spPr/>
        <p:txBody>
          <a:bodyPr/>
          <a:lstStyle/>
          <a:p>
            <a:fld id="{A8160BDD-7155-D744-B749-9730458604AD}" type="slidenum">
              <a:rPr lang="en-US" smtClean="0"/>
              <a:pPr/>
              <a:t>15</a:t>
            </a:fld>
            <a:endParaRPr lang="en-US" dirty="0"/>
          </a:p>
        </p:txBody>
      </p:sp>
      <p:sp>
        <p:nvSpPr>
          <p:cNvPr id="3" name="Content Placeholder 2">
            <a:extLst>
              <a:ext uri="{FF2B5EF4-FFF2-40B4-BE49-F238E27FC236}">
                <a16:creationId xmlns:a16="http://schemas.microsoft.com/office/drawing/2014/main" id="{36F54F13-135C-2387-1EC6-B2AC52FBF563}"/>
              </a:ext>
            </a:extLst>
          </p:cNvPr>
          <p:cNvSpPr>
            <a:spLocks noGrp="1"/>
          </p:cNvSpPr>
          <p:nvPr>
            <p:ph idx="1"/>
          </p:nvPr>
        </p:nvSpPr>
        <p:spPr/>
        <p:txBody>
          <a:bodyPr/>
          <a:lstStyle/>
          <a:p>
            <a:r>
              <a:rPr lang="en-US" dirty="0"/>
              <a:t>Identify audience and adjust communications when needed.</a:t>
            </a:r>
          </a:p>
          <a:p>
            <a:r>
              <a:rPr lang="en-US" dirty="0"/>
              <a:t>Summarize the project and provide context.</a:t>
            </a:r>
          </a:p>
          <a:p>
            <a:r>
              <a:rPr lang="en-US" dirty="0"/>
              <a:t>Highlight/explain key findings.</a:t>
            </a:r>
          </a:p>
          <a:p>
            <a:r>
              <a:rPr lang="en-US" dirty="0"/>
              <a:t>Use visualizations.</a:t>
            </a:r>
          </a:p>
          <a:p>
            <a:r>
              <a:rPr lang="en-US" dirty="0"/>
              <a:t>Create reports (findings and visualizations).</a:t>
            </a:r>
          </a:p>
          <a:p>
            <a:r>
              <a:rPr lang="en-US" dirty="0"/>
              <a:t>Ask for feedback.</a:t>
            </a:r>
          </a:p>
        </p:txBody>
      </p:sp>
      <p:sp>
        <p:nvSpPr>
          <p:cNvPr id="4" name="Title 3">
            <a:extLst>
              <a:ext uri="{FF2B5EF4-FFF2-40B4-BE49-F238E27FC236}">
                <a16:creationId xmlns:a16="http://schemas.microsoft.com/office/drawing/2014/main" id="{95541563-96E2-F8EE-1301-F26308ED41C4}"/>
              </a:ext>
            </a:extLst>
          </p:cNvPr>
          <p:cNvSpPr>
            <a:spLocks noGrp="1"/>
          </p:cNvSpPr>
          <p:nvPr>
            <p:ph type="title"/>
          </p:nvPr>
        </p:nvSpPr>
        <p:spPr/>
        <p:txBody>
          <a:bodyPr/>
          <a:lstStyle/>
          <a:p>
            <a:r>
              <a:rPr lang="en-US" dirty="0"/>
              <a:t>Results Communication Considerations</a:t>
            </a:r>
          </a:p>
        </p:txBody>
      </p:sp>
      <p:pic>
        <p:nvPicPr>
          <p:cNvPr id="6" name="Picture 5" descr="Businesswoman giving presentation to coworkers">
            <a:extLst>
              <a:ext uri="{FF2B5EF4-FFF2-40B4-BE49-F238E27FC236}">
                <a16:creationId xmlns:a16="http://schemas.microsoft.com/office/drawing/2014/main" id="{786F7E01-1226-799F-4555-63C77567F42B}"/>
              </a:ext>
            </a:extLst>
          </p:cNvPr>
          <p:cNvPicPr>
            <a:picLocks noChangeAspect="1"/>
          </p:cNvPicPr>
          <p:nvPr/>
        </p:nvPicPr>
        <p:blipFill>
          <a:blip r:embed="rId2"/>
          <a:stretch>
            <a:fillRect/>
          </a:stretch>
        </p:blipFill>
        <p:spPr>
          <a:xfrm>
            <a:off x="5824655" y="2158281"/>
            <a:ext cx="5724289" cy="3871161"/>
          </a:xfrm>
          <a:prstGeom prst="rect">
            <a:avLst/>
          </a:prstGeom>
        </p:spPr>
      </p:pic>
    </p:spTree>
    <p:extLst>
      <p:ext uri="{BB962C8B-B14F-4D97-AF65-F5344CB8AC3E}">
        <p14:creationId xmlns:p14="http://schemas.microsoft.com/office/powerpoint/2010/main" val="2603389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5E97AB-9F72-735B-B56D-078FC1652707}"/>
              </a:ext>
            </a:extLst>
          </p:cNvPr>
          <p:cNvSpPr>
            <a:spLocks noGrp="1"/>
          </p:cNvSpPr>
          <p:nvPr>
            <p:ph type="sldNum" sz="quarter" idx="12"/>
          </p:nvPr>
        </p:nvSpPr>
        <p:spPr/>
        <p:txBody>
          <a:bodyPr/>
          <a:lstStyle/>
          <a:p>
            <a:fld id="{A8160BDD-7155-D744-B749-9730458604AD}" type="slidenum">
              <a:rPr lang="en-US" smtClean="0"/>
              <a:t>16</a:t>
            </a:fld>
            <a:endParaRPr lang="en-US" dirty="0"/>
          </a:p>
        </p:txBody>
      </p:sp>
      <p:sp>
        <p:nvSpPr>
          <p:cNvPr id="6" name="Content Placeholder 5">
            <a:extLst>
              <a:ext uri="{FF2B5EF4-FFF2-40B4-BE49-F238E27FC236}">
                <a16:creationId xmlns:a16="http://schemas.microsoft.com/office/drawing/2014/main" id="{90BC162D-186F-D22F-130E-796D920555C3}"/>
              </a:ext>
            </a:extLst>
          </p:cNvPr>
          <p:cNvSpPr>
            <a:spLocks noGrp="1"/>
          </p:cNvSpPr>
          <p:nvPr>
            <p:ph idx="1"/>
          </p:nvPr>
        </p:nvSpPr>
        <p:spPr/>
        <p:txBody>
          <a:bodyPr/>
          <a:lstStyle/>
          <a:p>
            <a:pPr algn="l">
              <a:buFont typeface="+mj-lt"/>
              <a:buAutoNum type="arabicPeriod"/>
            </a:pPr>
            <a:r>
              <a:rPr lang="en-US" dirty="0"/>
              <a:t>You are brainstorming ideas for possible data science projects, including recommender systems for the online store and reducing customer churn. You need to identify the order in which the ideas should be addressed.</a:t>
            </a:r>
            <a:br>
              <a:rPr lang="en-US" dirty="0"/>
            </a:br>
            <a:br>
              <a:rPr lang="en-US" dirty="0"/>
            </a:br>
            <a:r>
              <a:rPr lang="en-US" dirty="0"/>
              <a:t>What are some determining factors you would use to prioritize the project ideas?</a:t>
            </a:r>
            <a:br>
              <a:rPr lang="en-US" dirty="0"/>
            </a:br>
            <a:endParaRPr lang="en-US" dirty="0"/>
          </a:p>
          <a:p>
            <a:pPr algn="l">
              <a:buFont typeface="+mj-lt"/>
              <a:buAutoNum type="arabicPeriod"/>
            </a:pPr>
            <a:r>
              <a:rPr lang="en-US" dirty="0"/>
              <a:t>The customer churn project is approved.</a:t>
            </a:r>
            <a:br>
              <a:rPr lang="en-US" dirty="0"/>
            </a:br>
            <a:br>
              <a:rPr lang="en-US" dirty="0"/>
            </a:br>
            <a:r>
              <a:rPr lang="en-US" dirty="0"/>
              <a:t>What is one issue that the implementation team should consider before beginning data collection?</a:t>
            </a:r>
          </a:p>
        </p:txBody>
      </p:sp>
      <p:sp>
        <p:nvSpPr>
          <p:cNvPr id="5" name="Title 4">
            <a:extLst>
              <a:ext uri="{FF2B5EF4-FFF2-40B4-BE49-F238E27FC236}">
                <a16:creationId xmlns:a16="http://schemas.microsoft.com/office/drawing/2014/main" id="{4823F00B-6772-4EB9-8E52-DA9C8C10DF44}"/>
              </a:ext>
            </a:extLst>
          </p:cNvPr>
          <p:cNvSpPr>
            <a:spLocks noGrp="1"/>
          </p:cNvSpPr>
          <p:nvPr>
            <p:ph type="title"/>
          </p:nvPr>
        </p:nvSpPr>
        <p:spPr/>
        <p:txBody>
          <a:bodyPr/>
          <a:lstStyle/>
          <a:p>
            <a:r>
              <a:rPr lang="en-US" dirty="0"/>
              <a:t>Activity: Developing an Implementation Strategy</a:t>
            </a:r>
          </a:p>
        </p:txBody>
      </p:sp>
    </p:spTree>
    <p:extLst>
      <p:ext uri="{BB962C8B-B14F-4D97-AF65-F5344CB8AC3E}">
        <p14:creationId xmlns:p14="http://schemas.microsoft.com/office/powerpoint/2010/main" val="2911863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728071-1DF1-D898-78C9-04388B5A09A0}"/>
              </a:ext>
            </a:extLst>
          </p:cNvPr>
          <p:cNvSpPr>
            <a:spLocks noGrp="1"/>
          </p:cNvSpPr>
          <p:nvPr>
            <p:ph type="sldNum" sz="quarter" idx="12"/>
          </p:nvPr>
        </p:nvSpPr>
        <p:spPr/>
        <p:txBody>
          <a:bodyPr/>
          <a:lstStyle/>
          <a:p>
            <a:fld id="{A8160BDD-7155-D744-B749-9730458604AD}" type="slidenum">
              <a:rPr lang="en-US" smtClean="0"/>
              <a:t>17</a:t>
            </a:fld>
            <a:endParaRPr lang="en-US" dirty="0"/>
          </a:p>
        </p:txBody>
      </p:sp>
      <p:sp>
        <p:nvSpPr>
          <p:cNvPr id="3" name="Text Placeholder 2">
            <a:extLst>
              <a:ext uri="{FF2B5EF4-FFF2-40B4-BE49-F238E27FC236}">
                <a16:creationId xmlns:a16="http://schemas.microsoft.com/office/drawing/2014/main" id="{DBB8F02C-0E78-4A56-CB85-6FDCEA1646BA}"/>
              </a:ext>
            </a:extLst>
          </p:cNvPr>
          <p:cNvSpPr>
            <a:spLocks noGrp="1"/>
          </p:cNvSpPr>
          <p:nvPr>
            <p:ph type="body" sz="quarter" idx="14"/>
          </p:nvPr>
        </p:nvSpPr>
        <p:spPr/>
        <p:txBody>
          <a:bodyPr/>
          <a:lstStyle/>
          <a:p>
            <a:r>
              <a:rPr lang="en-US" dirty="0"/>
              <a:t>Identify Impact of Data Science on Business</a:t>
            </a:r>
          </a:p>
        </p:txBody>
      </p:sp>
      <p:pic>
        <p:nvPicPr>
          <p:cNvPr id="6" name="Picture Placeholder 5">
            <a:extLst>
              <a:ext uri="{FF2B5EF4-FFF2-40B4-BE49-F238E27FC236}">
                <a16:creationId xmlns:a16="http://schemas.microsoft.com/office/drawing/2014/main" id="{5ECD4F3B-C13D-060A-54F2-CA06B2072DDE}"/>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940844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F128D0-7B0C-3D60-11BB-5682A11B8045}"/>
              </a:ext>
            </a:extLst>
          </p:cNvPr>
          <p:cNvSpPr>
            <a:spLocks noGrp="1"/>
          </p:cNvSpPr>
          <p:nvPr>
            <p:ph type="sldNum" sz="quarter" idx="12"/>
          </p:nvPr>
        </p:nvSpPr>
        <p:spPr/>
        <p:txBody>
          <a:bodyPr/>
          <a:lstStyle/>
          <a:p>
            <a:fld id="{A8160BDD-7155-D744-B749-9730458604AD}" type="slidenum">
              <a:rPr lang="en-US" smtClean="0"/>
              <a:t>18</a:t>
            </a:fld>
            <a:endParaRPr lang="en-US" dirty="0"/>
          </a:p>
        </p:txBody>
      </p:sp>
      <p:sp>
        <p:nvSpPr>
          <p:cNvPr id="6" name="Content Placeholder 5">
            <a:extLst>
              <a:ext uri="{FF2B5EF4-FFF2-40B4-BE49-F238E27FC236}">
                <a16:creationId xmlns:a16="http://schemas.microsoft.com/office/drawing/2014/main" id="{4B88AD45-AB0B-A4BD-9311-2A5F1F67A63F}"/>
              </a:ext>
            </a:extLst>
          </p:cNvPr>
          <p:cNvSpPr>
            <a:spLocks noGrp="1"/>
          </p:cNvSpPr>
          <p:nvPr>
            <p:ph idx="1"/>
          </p:nvPr>
        </p:nvSpPr>
        <p:spPr/>
        <p:txBody>
          <a:bodyPr/>
          <a:lstStyle/>
          <a:p>
            <a:r>
              <a:rPr lang="en-US" dirty="0"/>
              <a:t>Reputational impact</a:t>
            </a:r>
          </a:p>
          <a:p>
            <a:r>
              <a:rPr lang="en-US" dirty="0"/>
              <a:t>Impact on talent pool</a:t>
            </a:r>
          </a:p>
          <a:p>
            <a:r>
              <a:rPr lang="en-US" dirty="0"/>
              <a:t>Legal and regulatory compliance</a:t>
            </a:r>
          </a:p>
        </p:txBody>
      </p:sp>
      <p:sp>
        <p:nvSpPr>
          <p:cNvPr id="5" name="Title 4">
            <a:extLst>
              <a:ext uri="{FF2B5EF4-FFF2-40B4-BE49-F238E27FC236}">
                <a16:creationId xmlns:a16="http://schemas.microsoft.com/office/drawing/2014/main" id="{9CF01903-62CB-DCBB-8A57-78FA632BA82C}"/>
              </a:ext>
            </a:extLst>
          </p:cNvPr>
          <p:cNvSpPr>
            <a:spLocks noGrp="1"/>
          </p:cNvSpPr>
          <p:nvPr>
            <p:ph type="title"/>
          </p:nvPr>
        </p:nvSpPr>
        <p:spPr/>
        <p:txBody>
          <a:bodyPr/>
          <a:lstStyle/>
          <a:p>
            <a:r>
              <a:rPr lang="en-US" dirty="0"/>
              <a:t>Effects on Overall Business Operations</a:t>
            </a:r>
          </a:p>
        </p:txBody>
      </p:sp>
    </p:spTree>
    <p:extLst>
      <p:ext uri="{BB962C8B-B14F-4D97-AF65-F5344CB8AC3E}">
        <p14:creationId xmlns:p14="http://schemas.microsoft.com/office/powerpoint/2010/main" val="2151903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381B3D-D528-5623-305F-D4695606F494}"/>
              </a:ext>
            </a:extLst>
          </p:cNvPr>
          <p:cNvSpPr>
            <a:spLocks noGrp="1"/>
          </p:cNvSpPr>
          <p:nvPr>
            <p:ph type="sldNum" sz="quarter" idx="12"/>
          </p:nvPr>
        </p:nvSpPr>
        <p:spPr/>
        <p:txBody>
          <a:bodyPr/>
          <a:lstStyle/>
          <a:p>
            <a:fld id="{A8160BDD-7155-D744-B749-9730458604AD}" type="slidenum">
              <a:rPr lang="en-US" smtClean="0"/>
              <a:pPr/>
              <a:t>19</a:t>
            </a:fld>
            <a:endParaRPr lang="en-US" dirty="0"/>
          </a:p>
        </p:txBody>
      </p:sp>
      <p:sp>
        <p:nvSpPr>
          <p:cNvPr id="3" name="Content Placeholder 2">
            <a:extLst>
              <a:ext uri="{FF2B5EF4-FFF2-40B4-BE49-F238E27FC236}">
                <a16:creationId xmlns:a16="http://schemas.microsoft.com/office/drawing/2014/main" id="{1D214B74-8A75-3EAD-2E96-E934878500BC}"/>
              </a:ext>
            </a:extLst>
          </p:cNvPr>
          <p:cNvSpPr>
            <a:spLocks noGrp="1"/>
          </p:cNvSpPr>
          <p:nvPr>
            <p:ph idx="1"/>
          </p:nvPr>
        </p:nvSpPr>
        <p:spPr/>
        <p:txBody>
          <a:bodyPr/>
          <a:lstStyle/>
          <a:p>
            <a:r>
              <a:rPr lang="en-US" dirty="0"/>
              <a:t>Cost management</a:t>
            </a:r>
          </a:p>
          <a:p>
            <a:r>
              <a:rPr lang="en-US" dirty="0"/>
              <a:t>Management of infrastructure requirements</a:t>
            </a:r>
          </a:p>
          <a:p>
            <a:r>
              <a:rPr lang="en-US" dirty="0"/>
              <a:t>Employee impact</a:t>
            </a:r>
          </a:p>
          <a:p>
            <a:r>
              <a:rPr lang="en-US" dirty="0"/>
              <a:t>Organizational changes</a:t>
            </a:r>
          </a:p>
        </p:txBody>
      </p:sp>
      <p:sp>
        <p:nvSpPr>
          <p:cNvPr id="4" name="Title 3">
            <a:extLst>
              <a:ext uri="{FF2B5EF4-FFF2-40B4-BE49-F238E27FC236}">
                <a16:creationId xmlns:a16="http://schemas.microsoft.com/office/drawing/2014/main" id="{8FFB6780-3305-0526-2175-9D6C5569C76A}"/>
              </a:ext>
            </a:extLst>
          </p:cNvPr>
          <p:cNvSpPr>
            <a:spLocks noGrp="1"/>
          </p:cNvSpPr>
          <p:nvPr>
            <p:ph type="title"/>
          </p:nvPr>
        </p:nvSpPr>
        <p:spPr/>
        <p:txBody>
          <a:bodyPr/>
          <a:lstStyle/>
          <a:p>
            <a:r>
              <a:rPr lang="en-US" dirty="0"/>
              <a:t>Effects on Business Processes and Practices</a:t>
            </a:r>
          </a:p>
        </p:txBody>
      </p:sp>
    </p:spTree>
    <p:extLst>
      <p:ext uri="{BB962C8B-B14F-4D97-AF65-F5344CB8AC3E}">
        <p14:creationId xmlns:p14="http://schemas.microsoft.com/office/powerpoint/2010/main" val="374592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8B5609-282A-3744-5C31-10A038FBD639}"/>
              </a:ext>
            </a:extLst>
          </p:cNvPr>
          <p:cNvSpPr>
            <a:spLocks noGrp="1"/>
          </p:cNvSpPr>
          <p:nvPr>
            <p:ph type="sldNum" sz="quarter" idx="12"/>
          </p:nvPr>
        </p:nvSpPr>
        <p:spPr/>
        <p:txBody>
          <a:bodyPr/>
          <a:lstStyle/>
          <a:p>
            <a:fld id="{A8160BDD-7155-D744-B749-9730458604AD}" type="slidenum">
              <a:rPr lang="en-US" smtClean="0"/>
              <a:pPr/>
              <a:t>20</a:t>
            </a:fld>
            <a:endParaRPr lang="en-US" dirty="0"/>
          </a:p>
        </p:txBody>
      </p:sp>
      <p:sp>
        <p:nvSpPr>
          <p:cNvPr id="4" name="Title 3">
            <a:extLst>
              <a:ext uri="{FF2B5EF4-FFF2-40B4-BE49-F238E27FC236}">
                <a16:creationId xmlns:a16="http://schemas.microsoft.com/office/drawing/2014/main" id="{56ECFAF6-D50F-4EE5-FE4A-2CDADED902F7}"/>
              </a:ext>
            </a:extLst>
          </p:cNvPr>
          <p:cNvSpPr>
            <a:spLocks noGrp="1"/>
          </p:cNvSpPr>
          <p:nvPr>
            <p:ph type="title"/>
          </p:nvPr>
        </p:nvSpPr>
        <p:spPr/>
        <p:txBody>
          <a:bodyPr/>
          <a:lstStyle/>
          <a:p>
            <a:r>
              <a:rPr lang="en-US" dirty="0"/>
              <a:t>Data Issues</a:t>
            </a:r>
          </a:p>
        </p:txBody>
      </p:sp>
      <p:grpSp>
        <p:nvGrpSpPr>
          <p:cNvPr id="3" name="Group 2">
            <a:extLst>
              <a:ext uri="{FF2B5EF4-FFF2-40B4-BE49-F238E27FC236}">
                <a16:creationId xmlns:a16="http://schemas.microsoft.com/office/drawing/2014/main" id="{C72C1386-C796-73D2-FBE4-B2AA6702DBC1}"/>
              </a:ext>
            </a:extLst>
          </p:cNvPr>
          <p:cNvGrpSpPr/>
          <p:nvPr/>
        </p:nvGrpSpPr>
        <p:grpSpPr>
          <a:xfrm>
            <a:off x="976785" y="2655156"/>
            <a:ext cx="10238430" cy="1952627"/>
            <a:chOff x="910744" y="2864165"/>
            <a:chExt cx="10238430" cy="1952627"/>
          </a:xfrm>
        </p:grpSpPr>
        <p:sp>
          <p:nvSpPr>
            <p:cNvPr id="7" name="Freeform: Shape 6">
              <a:extLst>
                <a:ext uri="{FF2B5EF4-FFF2-40B4-BE49-F238E27FC236}">
                  <a16:creationId xmlns:a16="http://schemas.microsoft.com/office/drawing/2014/main" id="{F52C29CA-F4F2-E1EA-BC5F-F3830256CBD0}"/>
                </a:ext>
              </a:extLst>
            </p:cNvPr>
            <p:cNvSpPr/>
            <p:nvPr/>
          </p:nvSpPr>
          <p:spPr>
            <a:xfrm>
              <a:off x="910744" y="2864165"/>
              <a:ext cx="2402674" cy="1918775"/>
            </a:xfrm>
            <a:custGeom>
              <a:avLst/>
              <a:gdLst>
                <a:gd name="connsiteX0" fmla="*/ 0 w 3197959"/>
                <a:gd name="connsiteY0" fmla="*/ 0 h 1918775"/>
                <a:gd name="connsiteX1" fmla="*/ 3197959 w 3197959"/>
                <a:gd name="connsiteY1" fmla="*/ 0 h 1918775"/>
                <a:gd name="connsiteX2" fmla="*/ 3197959 w 3197959"/>
                <a:gd name="connsiteY2" fmla="*/ 1918775 h 1918775"/>
                <a:gd name="connsiteX3" fmla="*/ 0 w 3197959"/>
                <a:gd name="connsiteY3" fmla="*/ 1918775 h 1918775"/>
                <a:gd name="connsiteX4" fmla="*/ 0 w 3197959"/>
                <a:gd name="connsiteY4" fmla="*/ 0 h 1918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959" h="1918775">
                  <a:moveTo>
                    <a:pt x="0" y="0"/>
                  </a:moveTo>
                  <a:lnTo>
                    <a:pt x="3197959" y="0"/>
                  </a:lnTo>
                  <a:lnTo>
                    <a:pt x="3197959" y="1918775"/>
                  </a:lnTo>
                  <a:lnTo>
                    <a:pt x="0" y="1918775"/>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0030" tIns="240030" rIns="240030" bIns="240030" numCol="1" spcCol="1270" anchor="ctr" anchorCtr="0">
              <a:noAutofit/>
            </a:bodyPr>
            <a:lstStyle/>
            <a:p>
              <a:pPr marL="0" lvl="0" indent="0" algn="ctr" defTabSz="2800350">
                <a:lnSpc>
                  <a:spcPct val="90000"/>
                </a:lnSpc>
                <a:spcBef>
                  <a:spcPct val="0"/>
                </a:spcBef>
                <a:spcAft>
                  <a:spcPct val="35000"/>
                </a:spcAft>
                <a:buNone/>
              </a:pPr>
              <a:r>
                <a:rPr lang="en-US" sz="3200" kern="1200" dirty="0"/>
                <a:t>Security</a:t>
              </a:r>
            </a:p>
          </p:txBody>
        </p:sp>
        <p:sp>
          <p:nvSpPr>
            <p:cNvPr id="8" name="Freeform: Shape 7">
              <a:extLst>
                <a:ext uri="{FF2B5EF4-FFF2-40B4-BE49-F238E27FC236}">
                  <a16:creationId xmlns:a16="http://schemas.microsoft.com/office/drawing/2014/main" id="{4C631B99-E399-0682-57BB-3D0E25389F4B}"/>
                </a:ext>
              </a:extLst>
            </p:cNvPr>
            <p:cNvSpPr/>
            <p:nvPr/>
          </p:nvSpPr>
          <p:spPr>
            <a:xfrm>
              <a:off x="3522663" y="2864165"/>
              <a:ext cx="2402674" cy="1918775"/>
            </a:xfrm>
            <a:custGeom>
              <a:avLst/>
              <a:gdLst>
                <a:gd name="connsiteX0" fmla="*/ 0 w 3197959"/>
                <a:gd name="connsiteY0" fmla="*/ 0 h 1918775"/>
                <a:gd name="connsiteX1" fmla="*/ 3197959 w 3197959"/>
                <a:gd name="connsiteY1" fmla="*/ 0 h 1918775"/>
                <a:gd name="connsiteX2" fmla="*/ 3197959 w 3197959"/>
                <a:gd name="connsiteY2" fmla="*/ 1918775 h 1918775"/>
                <a:gd name="connsiteX3" fmla="*/ 0 w 3197959"/>
                <a:gd name="connsiteY3" fmla="*/ 1918775 h 1918775"/>
                <a:gd name="connsiteX4" fmla="*/ 0 w 3197959"/>
                <a:gd name="connsiteY4" fmla="*/ 0 h 1918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959" h="1918775">
                  <a:moveTo>
                    <a:pt x="0" y="0"/>
                  </a:moveTo>
                  <a:lnTo>
                    <a:pt x="3197959" y="0"/>
                  </a:lnTo>
                  <a:lnTo>
                    <a:pt x="3197959" y="1918775"/>
                  </a:lnTo>
                  <a:lnTo>
                    <a:pt x="0" y="1918775"/>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0030" tIns="240030" rIns="240030" bIns="240030" numCol="1" spcCol="1270" anchor="ctr" anchorCtr="0">
              <a:noAutofit/>
            </a:bodyPr>
            <a:lstStyle/>
            <a:p>
              <a:pPr marL="0" lvl="0" indent="0" algn="ctr" defTabSz="2800350">
                <a:lnSpc>
                  <a:spcPct val="90000"/>
                </a:lnSpc>
                <a:spcBef>
                  <a:spcPct val="0"/>
                </a:spcBef>
                <a:spcAft>
                  <a:spcPct val="35000"/>
                </a:spcAft>
                <a:buNone/>
              </a:pPr>
              <a:r>
                <a:rPr lang="en-US" sz="3200" kern="1200" dirty="0"/>
                <a:t>Controls</a:t>
              </a:r>
            </a:p>
          </p:txBody>
        </p:sp>
        <p:sp>
          <p:nvSpPr>
            <p:cNvPr id="9" name="Freeform: Shape 8">
              <a:extLst>
                <a:ext uri="{FF2B5EF4-FFF2-40B4-BE49-F238E27FC236}">
                  <a16:creationId xmlns:a16="http://schemas.microsoft.com/office/drawing/2014/main" id="{87122F73-42B6-EA32-1404-3B207B563918}"/>
                </a:ext>
              </a:extLst>
            </p:cNvPr>
            <p:cNvSpPr/>
            <p:nvPr/>
          </p:nvSpPr>
          <p:spPr>
            <a:xfrm>
              <a:off x="6134582" y="2898017"/>
              <a:ext cx="2402674" cy="1918775"/>
            </a:xfrm>
            <a:custGeom>
              <a:avLst/>
              <a:gdLst>
                <a:gd name="connsiteX0" fmla="*/ 0 w 3197959"/>
                <a:gd name="connsiteY0" fmla="*/ 0 h 1918775"/>
                <a:gd name="connsiteX1" fmla="*/ 3197959 w 3197959"/>
                <a:gd name="connsiteY1" fmla="*/ 0 h 1918775"/>
                <a:gd name="connsiteX2" fmla="*/ 3197959 w 3197959"/>
                <a:gd name="connsiteY2" fmla="*/ 1918775 h 1918775"/>
                <a:gd name="connsiteX3" fmla="*/ 0 w 3197959"/>
                <a:gd name="connsiteY3" fmla="*/ 1918775 h 1918775"/>
                <a:gd name="connsiteX4" fmla="*/ 0 w 3197959"/>
                <a:gd name="connsiteY4" fmla="*/ 0 h 1918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959" h="1918775">
                  <a:moveTo>
                    <a:pt x="0" y="0"/>
                  </a:moveTo>
                  <a:lnTo>
                    <a:pt x="3197959" y="0"/>
                  </a:lnTo>
                  <a:lnTo>
                    <a:pt x="3197959" y="1918775"/>
                  </a:lnTo>
                  <a:lnTo>
                    <a:pt x="0" y="1918775"/>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0030" tIns="240030" rIns="240030" bIns="240030" numCol="1" spcCol="1270" anchor="ctr" anchorCtr="0">
              <a:noAutofit/>
            </a:bodyPr>
            <a:lstStyle/>
            <a:p>
              <a:pPr marL="0" lvl="0" indent="0" algn="ctr" defTabSz="2800350">
                <a:lnSpc>
                  <a:spcPct val="90000"/>
                </a:lnSpc>
                <a:spcBef>
                  <a:spcPct val="0"/>
                </a:spcBef>
                <a:spcAft>
                  <a:spcPct val="35000"/>
                </a:spcAft>
                <a:buNone/>
              </a:pPr>
              <a:r>
                <a:rPr lang="en-US" sz="3200" kern="1200" dirty="0"/>
                <a:t>Quality</a:t>
              </a:r>
            </a:p>
          </p:txBody>
        </p:sp>
        <p:sp>
          <p:nvSpPr>
            <p:cNvPr id="10" name="Freeform: Shape 9">
              <a:extLst>
                <a:ext uri="{FF2B5EF4-FFF2-40B4-BE49-F238E27FC236}">
                  <a16:creationId xmlns:a16="http://schemas.microsoft.com/office/drawing/2014/main" id="{AFD49FC6-F07D-1D54-94E9-361515F3DEA5}"/>
                </a:ext>
              </a:extLst>
            </p:cNvPr>
            <p:cNvSpPr/>
            <p:nvPr/>
          </p:nvSpPr>
          <p:spPr>
            <a:xfrm>
              <a:off x="8746500" y="2898017"/>
              <a:ext cx="2402674" cy="1918775"/>
            </a:xfrm>
            <a:custGeom>
              <a:avLst/>
              <a:gdLst>
                <a:gd name="connsiteX0" fmla="*/ 0 w 3197959"/>
                <a:gd name="connsiteY0" fmla="*/ 0 h 1918775"/>
                <a:gd name="connsiteX1" fmla="*/ 3197959 w 3197959"/>
                <a:gd name="connsiteY1" fmla="*/ 0 h 1918775"/>
                <a:gd name="connsiteX2" fmla="*/ 3197959 w 3197959"/>
                <a:gd name="connsiteY2" fmla="*/ 1918775 h 1918775"/>
                <a:gd name="connsiteX3" fmla="*/ 0 w 3197959"/>
                <a:gd name="connsiteY3" fmla="*/ 1918775 h 1918775"/>
                <a:gd name="connsiteX4" fmla="*/ 0 w 3197959"/>
                <a:gd name="connsiteY4" fmla="*/ 0 h 1918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959" h="1918775">
                  <a:moveTo>
                    <a:pt x="0" y="0"/>
                  </a:moveTo>
                  <a:lnTo>
                    <a:pt x="3197959" y="0"/>
                  </a:lnTo>
                  <a:lnTo>
                    <a:pt x="3197959" y="1918775"/>
                  </a:lnTo>
                  <a:lnTo>
                    <a:pt x="0" y="1918775"/>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0030" tIns="240030" rIns="240030" bIns="240030" numCol="1" spcCol="1270" anchor="ctr" anchorCtr="0">
              <a:noAutofit/>
            </a:bodyPr>
            <a:lstStyle/>
            <a:p>
              <a:pPr marL="0" lvl="0" indent="0" algn="ctr" defTabSz="2800350">
                <a:lnSpc>
                  <a:spcPct val="90000"/>
                </a:lnSpc>
                <a:spcBef>
                  <a:spcPct val="0"/>
                </a:spcBef>
                <a:spcAft>
                  <a:spcPct val="35000"/>
                </a:spcAft>
                <a:buNone/>
              </a:pPr>
              <a:r>
                <a:rPr lang="en-US" sz="3200" kern="1200" dirty="0"/>
                <a:t>Privacy</a:t>
              </a:r>
            </a:p>
          </p:txBody>
        </p:sp>
      </p:grpSp>
    </p:spTree>
    <p:extLst>
      <p:ext uri="{BB962C8B-B14F-4D97-AF65-F5344CB8AC3E}">
        <p14:creationId xmlns:p14="http://schemas.microsoft.com/office/powerpoint/2010/main" val="3516020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C9B457-D120-5D3F-EFEB-609C409C7539}"/>
              </a:ext>
            </a:extLst>
          </p:cNvPr>
          <p:cNvSpPr>
            <a:spLocks noGrp="1"/>
          </p:cNvSpPr>
          <p:nvPr>
            <p:ph type="sldNum" sz="quarter" idx="12"/>
          </p:nvPr>
        </p:nvSpPr>
        <p:spPr/>
        <p:txBody>
          <a:bodyPr/>
          <a:lstStyle/>
          <a:p>
            <a:fld id="{A8160BDD-7155-D744-B749-9730458604AD}" type="slidenum">
              <a:rPr lang="en-US" smtClean="0"/>
              <a:pPr/>
              <a:t>21</a:t>
            </a:fld>
            <a:endParaRPr lang="en-US" dirty="0"/>
          </a:p>
        </p:txBody>
      </p:sp>
      <p:sp>
        <p:nvSpPr>
          <p:cNvPr id="3" name="Content Placeholder 2">
            <a:extLst>
              <a:ext uri="{FF2B5EF4-FFF2-40B4-BE49-F238E27FC236}">
                <a16:creationId xmlns:a16="http://schemas.microsoft.com/office/drawing/2014/main" id="{04B5FB31-37BA-45FD-FEF8-13D871D70FFF}"/>
              </a:ext>
            </a:extLst>
          </p:cNvPr>
          <p:cNvSpPr>
            <a:spLocks noGrp="1"/>
          </p:cNvSpPr>
          <p:nvPr>
            <p:ph idx="1"/>
          </p:nvPr>
        </p:nvSpPr>
        <p:spPr/>
        <p:txBody>
          <a:bodyPr/>
          <a:lstStyle/>
          <a:p>
            <a:r>
              <a:rPr lang="en-US" dirty="0"/>
              <a:t>Lack of formal governance for AI.</a:t>
            </a:r>
          </a:p>
          <a:p>
            <a:r>
              <a:rPr lang="en-US" dirty="0"/>
              <a:t>Acquisition of third-party data and AI products.</a:t>
            </a:r>
          </a:p>
          <a:p>
            <a:r>
              <a:rPr lang="en-US" dirty="0"/>
              <a:t>Lack of domain expertise.</a:t>
            </a:r>
          </a:p>
          <a:p>
            <a:r>
              <a:rPr lang="en-US" dirty="0"/>
              <a:t>Using black-box models and technologies.</a:t>
            </a:r>
          </a:p>
        </p:txBody>
      </p:sp>
      <p:sp>
        <p:nvSpPr>
          <p:cNvPr id="4" name="Title 3">
            <a:extLst>
              <a:ext uri="{FF2B5EF4-FFF2-40B4-BE49-F238E27FC236}">
                <a16:creationId xmlns:a16="http://schemas.microsoft.com/office/drawing/2014/main" id="{0B5D26AE-35AD-14AB-5574-44BC77DAF2AF}"/>
              </a:ext>
            </a:extLst>
          </p:cNvPr>
          <p:cNvSpPr>
            <a:spLocks noGrp="1"/>
          </p:cNvSpPr>
          <p:nvPr>
            <p:ph type="title"/>
          </p:nvPr>
        </p:nvSpPr>
        <p:spPr/>
        <p:txBody>
          <a:bodyPr/>
          <a:lstStyle/>
          <a:p>
            <a:r>
              <a:rPr lang="en-US" dirty="0"/>
              <a:t>AI-Related Risks</a:t>
            </a:r>
          </a:p>
        </p:txBody>
      </p:sp>
      <p:pic>
        <p:nvPicPr>
          <p:cNvPr id="8" name="Graphic 7" descr="Artificial Intelligence outline">
            <a:extLst>
              <a:ext uri="{FF2B5EF4-FFF2-40B4-BE49-F238E27FC236}">
                <a16:creationId xmlns:a16="http://schemas.microsoft.com/office/drawing/2014/main" id="{B69DEDA3-C818-8A16-C131-355E054157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39527" y="4233007"/>
            <a:ext cx="1781907" cy="1781907"/>
          </a:xfrm>
          <a:prstGeom prst="rect">
            <a:avLst/>
          </a:prstGeom>
        </p:spPr>
      </p:pic>
    </p:spTree>
    <p:extLst>
      <p:ext uri="{BB962C8B-B14F-4D97-AF65-F5344CB8AC3E}">
        <p14:creationId xmlns:p14="http://schemas.microsoft.com/office/powerpoint/2010/main" val="3176919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5E97AB-9F72-735B-B56D-078FC1652707}"/>
              </a:ext>
            </a:extLst>
          </p:cNvPr>
          <p:cNvSpPr>
            <a:spLocks noGrp="1"/>
          </p:cNvSpPr>
          <p:nvPr>
            <p:ph type="sldNum" sz="quarter" idx="12"/>
          </p:nvPr>
        </p:nvSpPr>
        <p:spPr/>
        <p:txBody>
          <a:bodyPr/>
          <a:lstStyle/>
          <a:p>
            <a:fld id="{A8160BDD-7155-D744-B749-9730458604AD}" type="slidenum">
              <a:rPr lang="en-US" smtClean="0"/>
              <a:t>22</a:t>
            </a:fld>
            <a:endParaRPr lang="en-US" dirty="0"/>
          </a:p>
        </p:txBody>
      </p:sp>
      <p:sp>
        <p:nvSpPr>
          <p:cNvPr id="6" name="Content Placeholder 5">
            <a:extLst>
              <a:ext uri="{FF2B5EF4-FFF2-40B4-BE49-F238E27FC236}">
                <a16:creationId xmlns:a16="http://schemas.microsoft.com/office/drawing/2014/main" id="{90BC162D-186F-D22F-130E-796D920555C3}"/>
              </a:ext>
            </a:extLst>
          </p:cNvPr>
          <p:cNvSpPr>
            <a:spLocks noGrp="1"/>
          </p:cNvSpPr>
          <p:nvPr>
            <p:ph idx="1"/>
          </p:nvPr>
        </p:nvSpPr>
        <p:spPr/>
        <p:txBody>
          <a:bodyPr/>
          <a:lstStyle/>
          <a:p>
            <a:pPr algn="l">
              <a:buFont typeface="+mj-lt"/>
              <a:buAutoNum type="arabicPeriod"/>
            </a:pPr>
            <a:r>
              <a:rPr lang="en-US" dirty="0"/>
              <a:t>Management asks if you can categorize upcoming data science projects according to the level of impact they will have on the overall operation of the business.</a:t>
            </a:r>
            <a:br>
              <a:rPr lang="en-US" dirty="0"/>
            </a:br>
            <a:br>
              <a:rPr lang="en-US" dirty="0"/>
            </a:br>
            <a:r>
              <a:rPr lang="en-US" dirty="0"/>
              <a:t>Of the issues discussed. which do you think carries the most weight? Why?</a:t>
            </a:r>
            <a:br>
              <a:rPr lang="en-US" dirty="0"/>
            </a:br>
            <a:endParaRPr lang="en-US" dirty="0"/>
          </a:p>
          <a:p>
            <a:pPr algn="l">
              <a:buFont typeface="+mj-lt"/>
              <a:buAutoNum type="arabicPeriod"/>
            </a:pPr>
            <a:r>
              <a:rPr lang="en-US" dirty="0"/>
              <a:t>Someone suggests using third-party data and AI systems to control costs and streamline implementation. Not everyone on the team agrees.</a:t>
            </a:r>
            <a:br>
              <a:rPr lang="en-US" dirty="0"/>
            </a:br>
            <a:br>
              <a:rPr lang="en-US" dirty="0"/>
            </a:br>
            <a:r>
              <a:rPr lang="en-US" dirty="0"/>
              <a:t>What side of the discussion would you take?</a:t>
            </a:r>
          </a:p>
        </p:txBody>
      </p:sp>
      <p:sp>
        <p:nvSpPr>
          <p:cNvPr id="5" name="Title 4">
            <a:extLst>
              <a:ext uri="{FF2B5EF4-FFF2-40B4-BE49-F238E27FC236}">
                <a16:creationId xmlns:a16="http://schemas.microsoft.com/office/drawing/2014/main" id="{4823F00B-6772-4EB9-8E52-DA9C8C10DF44}"/>
              </a:ext>
            </a:extLst>
          </p:cNvPr>
          <p:cNvSpPr>
            <a:spLocks noGrp="1"/>
          </p:cNvSpPr>
          <p:nvPr>
            <p:ph type="title"/>
          </p:nvPr>
        </p:nvSpPr>
        <p:spPr/>
        <p:txBody>
          <a:bodyPr/>
          <a:lstStyle/>
          <a:p>
            <a:r>
              <a:rPr lang="en-US" dirty="0"/>
              <a:t>Activity: Discussing the Impact of Data Science on Business</a:t>
            </a:r>
          </a:p>
        </p:txBody>
      </p:sp>
    </p:spTree>
    <p:extLst>
      <p:ext uri="{BB962C8B-B14F-4D97-AF65-F5344CB8AC3E}">
        <p14:creationId xmlns:p14="http://schemas.microsoft.com/office/powerpoint/2010/main" val="1803448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728071-1DF1-D898-78C9-04388B5A09A0}"/>
              </a:ext>
            </a:extLst>
          </p:cNvPr>
          <p:cNvSpPr>
            <a:spLocks noGrp="1"/>
          </p:cNvSpPr>
          <p:nvPr>
            <p:ph type="sldNum" sz="quarter" idx="12"/>
          </p:nvPr>
        </p:nvSpPr>
        <p:spPr/>
        <p:txBody>
          <a:bodyPr/>
          <a:lstStyle/>
          <a:p>
            <a:fld id="{A8160BDD-7155-D744-B749-9730458604AD}" type="slidenum">
              <a:rPr lang="en-US" smtClean="0"/>
              <a:t>23</a:t>
            </a:fld>
            <a:endParaRPr lang="en-US" dirty="0"/>
          </a:p>
        </p:txBody>
      </p:sp>
      <p:sp>
        <p:nvSpPr>
          <p:cNvPr id="3" name="Text Placeholder 2">
            <a:extLst>
              <a:ext uri="{FF2B5EF4-FFF2-40B4-BE49-F238E27FC236}">
                <a16:creationId xmlns:a16="http://schemas.microsoft.com/office/drawing/2014/main" id="{DBB8F02C-0E78-4A56-CB85-6FDCEA1646BA}"/>
              </a:ext>
            </a:extLst>
          </p:cNvPr>
          <p:cNvSpPr>
            <a:spLocks noGrp="1"/>
          </p:cNvSpPr>
          <p:nvPr>
            <p:ph type="body" sz="quarter" idx="14"/>
          </p:nvPr>
        </p:nvSpPr>
        <p:spPr/>
        <p:txBody>
          <a:bodyPr/>
          <a:lstStyle/>
          <a:p>
            <a:r>
              <a:rPr lang="en-US" dirty="0"/>
              <a:t>Identify Governance Measures</a:t>
            </a:r>
          </a:p>
        </p:txBody>
      </p:sp>
      <p:pic>
        <p:nvPicPr>
          <p:cNvPr id="6" name="Picture Placeholder 5">
            <a:extLst>
              <a:ext uri="{FF2B5EF4-FFF2-40B4-BE49-F238E27FC236}">
                <a16:creationId xmlns:a16="http://schemas.microsoft.com/office/drawing/2014/main" id="{5ECD4F3B-C13D-060A-54F2-CA06B2072DDE}"/>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2612310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F128D0-7B0C-3D60-11BB-5682A11B8045}"/>
              </a:ext>
            </a:extLst>
          </p:cNvPr>
          <p:cNvSpPr>
            <a:spLocks noGrp="1"/>
          </p:cNvSpPr>
          <p:nvPr>
            <p:ph type="sldNum" sz="quarter" idx="12"/>
          </p:nvPr>
        </p:nvSpPr>
        <p:spPr/>
        <p:txBody>
          <a:bodyPr/>
          <a:lstStyle/>
          <a:p>
            <a:fld id="{A8160BDD-7155-D744-B749-9730458604AD}" type="slidenum">
              <a:rPr lang="en-US" smtClean="0"/>
              <a:t>24</a:t>
            </a:fld>
            <a:endParaRPr lang="en-US" dirty="0"/>
          </a:p>
        </p:txBody>
      </p:sp>
      <p:sp>
        <p:nvSpPr>
          <p:cNvPr id="6" name="Content Placeholder 5">
            <a:extLst>
              <a:ext uri="{FF2B5EF4-FFF2-40B4-BE49-F238E27FC236}">
                <a16:creationId xmlns:a16="http://schemas.microsoft.com/office/drawing/2014/main" id="{4B88AD45-AB0B-A4BD-9311-2A5F1F67A63F}"/>
              </a:ext>
            </a:extLst>
          </p:cNvPr>
          <p:cNvSpPr>
            <a:spLocks noGrp="1"/>
          </p:cNvSpPr>
          <p:nvPr>
            <p:ph idx="1"/>
          </p:nvPr>
        </p:nvSpPr>
        <p:spPr/>
        <p:txBody>
          <a:bodyPr/>
          <a:lstStyle/>
          <a:p>
            <a:r>
              <a:rPr lang="en-US" dirty="0"/>
              <a:t>Privacy</a:t>
            </a:r>
          </a:p>
          <a:p>
            <a:r>
              <a:rPr lang="en-US" dirty="0"/>
              <a:t>Accountability</a:t>
            </a:r>
          </a:p>
          <a:p>
            <a:r>
              <a:rPr lang="en-US" dirty="0"/>
              <a:t>Transparency/explainability</a:t>
            </a:r>
          </a:p>
          <a:p>
            <a:r>
              <a:rPr lang="en-US" dirty="0"/>
              <a:t>Fairness/non-discrimination</a:t>
            </a:r>
          </a:p>
          <a:p>
            <a:r>
              <a:rPr lang="en-US" dirty="0"/>
              <a:t>Safety/security</a:t>
            </a:r>
          </a:p>
        </p:txBody>
      </p:sp>
      <p:sp>
        <p:nvSpPr>
          <p:cNvPr id="5" name="Title 4">
            <a:extLst>
              <a:ext uri="{FF2B5EF4-FFF2-40B4-BE49-F238E27FC236}">
                <a16:creationId xmlns:a16="http://schemas.microsoft.com/office/drawing/2014/main" id="{9CF01903-62CB-DCBB-8A57-78FA632BA82C}"/>
              </a:ext>
            </a:extLst>
          </p:cNvPr>
          <p:cNvSpPr>
            <a:spLocks noGrp="1"/>
          </p:cNvSpPr>
          <p:nvPr>
            <p:ph type="title"/>
          </p:nvPr>
        </p:nvSpPr>
        <p:spPr/>
        <p:txBody>
          <a:bodyPr/>
          <a:lstStyle/>
          <a:p>
            <a:r>
              <a:rPr lang="en-US" dirty="0"/>
              <a:t>Ethical Considerations</a:t>
            </a:r>
          </a:p>
        </p:txBody>
      </p:sp>
      <p:sp>
        <p:nvSpPr>
          <p:cNvPr id="3" name="Text Placeholder 2">
            <a:extLst>
              <a:ext uri="{FF2B5EF4-FFF2-40B4-BE49-F238E27FC236}">
                <a16:creationId xmlns:a16="http://schemas.microsoft.com/office/drawing/2014/main" id="{F993E4B4-3B59-4A3F-1376-EF7A443F94EB}"/>
              </a:ext>
            </a:extLst>
          </p:cNvPr>
          <p:cNvSpPr>
            <a:spLocks noGrp="1"/>
          </p:cNvSpPr>
          <p:nvPr>
            <p:ph type="body" sz="quarter" idx="13"/>
          </p:nvPr>
        </p:nvSpPr>
        <p:spPr/>
        <p:txBody>
          <a:bodyPr/>
          <a:lstStyle/>
          <a:p>
            <a:pPr algn="l"/>
            <a:r>
              <a:rPr lang="en-US" b="1" dirty="0"/>
              <a:t>Data ethics</a:t>
            </a:r>
            <a:r>
              <a:rPr lang="en-US" dirty="0"/>
              <a:t>: A collection of moral principles that govern how organizations gather, protect, and use data.</a:t>
            </a:r>
          </a:p>
        </p:txBody>
      </p:sp>
    </p:spTree>
    <p:extLst>
      <p:ext uri="{BB962C8B-B14F-4D97-AF65-F5344CB8AC3E}">
        <p14:creationId xmlns:p14="http://schemas.microsoft.com/office/powerpoint/2010/main" val="3512465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5A1E5C-3E11-968F-6C9F-5ACCA18AB3F6}"/>
              </a:ext>
            </a:extLst>
          </p:cNvPr>
          <p:cNvSpPr>
            <a:spLocks noGrp="1"/>
          </p:cNvSpPr>
          <p:nvPr>
            <p:ph type="sldNum" sz="quarter" idx="12"/>
          </p:nvPr>
        </p:nvSpPr>
        <p:spPr/>
        <p:txBody>
          <a:bodyPr/>
          <a:lstStyle/>
          <a:p>
            <a:fld id="{A8160BDD-7155-D744-B749-9730458604AD}" type="slidenum">
              <a:rPr lang="en-US" smtClean="0"/>
              <a:pPr/>
              <a:t>25</a:t>
            </a:fld>
            <a:endParaRPr lang="en-US" dirty="0"/>
          </a:p>
        </p:txBody>
      </p:sp>
      <p:sp>
        <p:nvSpPr>
          <p:cNvPr id="3" name="Content Placeholder 2">
            <a:extLst>
              <a:ext uri="{FF2B5EF4-FFF2-40B4-BE49-F238E27FC236}">
                <a16:creationId xmlns:a16="http://schemas.microsoft.com/office/drawing/2014/main" id="{4FEAD49E-E49C-BDF6-FA1D-9A59B328CDB7}"/>
              </a:ext>
            </a:extLst>
          </p:cNvPr>
          <p:cNvSpPr>
            <a:spLocks noGrp="1"/>
          </p:cNvSpPr>
          <p:nvPr>
            <p:ph idx="1"/>
          </p:nvPr>
        </p:nvSpPr>
        <p:spPr/>
        <p:txBody>
          <a:bodyPr/>
          <a:lstStyle/>
          <a:p>
            <a:r>
              <a:rPr lang="en-US" dirty="0"/>
              <a:t>Data privacy</a:t>
            </a:r>
          </a:p>
          <a:p>
            <a:pPr lvl="1"/>
            <a:r>
              <a:rPr lang="en-US" dirty="0"/>
              <a:t>GDPR</a:t>
            </a:r>
          </a:p>
          <a:p>
            <a:pPr lvl="1"/>
            <a:r>
              <a:rPr lang="en-US" dirty="0"/>
              <a:t>PCI DSS</a:t>
            </a:r>
          </a:p>
          <a:p>
            <a:pPr lvl="1"/>
            <a:r>
              <a:rPr lang="en-US" dirty="0"/>
              <a:t>OECD Privacy Guidelines</a:t>
            </a:r>
          </a:p>
          <a:p>
            <a:pPr lvl="1"/>
            <a:r>
              <a:rPr lang="en-US" dirty="0"/>
              <a:t>APEC CBPR</a:t>
            </a:r>
          </a:p>
          <a:p>
            <a:r>
              <a:rPr lang="en-US" dirty="0"/>
              <a:t>AI implementations</a:t>
            </a:r>
          </a:p>
          <a:p>
            <a:pPr lvl="1"/>
            <a:r>
              <a:rPr lang="en-US" dirty="0"/>
              <a:t>China: provisional regulations governing generative AI.</a:t>
            </a:r>
          </a:p>
          <a:p>
            <a:pPr lvl="1"/>
            <a:r>
              <a:rPr lang="en-US" dirty="0"/>
              <a:t>Proposed legislation in other countries (EU, Canada).</a:t>
            </a:r>
          </a:p>
          <a:p>
            <a:r>
              <a:rPr lang="en-US" dirty="0"/>
              <a:t>Be aware of what applies to your company.</a:t>
            </a:r>
          </a:p>
          <a:p>
            <a:r>
              <a:rPr lang="en-US" dirty="0"/>
              <a:t>Rapidly changing landscape—keep up with new developments.</a:t>
            </a:r>
          </a:p>
        </p:txBody>
      </p:sp>
      <p:sp>
        <p:nvSpPr>
          <p:cNvPr id="4" name="Title 3">
            <a:extLst>
              <a:ext uri="{FF2B5EF4-FFF2-40B4-BE49-F238E27FC236}">
                <a16:creationId xmlns:a16="http://schemas.microsoft.com/office/drawing/2014/main" id="{C4453D4A-C420-86FB-C15F-6D2BE18CD45B}"/>
              </a:ext>
            </a:extLst>
          </p:cNvPr>
          <p:cNvSpPr>
            <a:spLocks noGrp="1"/>
          </p:cNvSpPr>
          <p:nvPr>
            <p:ph type="title"/>
          </p:nvPr>
        </p:nvSpPr>
        <p:spPr/>
        <p:txBody>
          <a:bodyPr/>
          <a:lstStyle/>
          <a:p>
            <a:r>
              <a:rPr lang="en-US" dirty="0"/>
              <a:t>Legal and Regulatory Considerations, Frameworks, and Guidelines</a:t>
            </a:r>
          </a:p>
        </p:txBody>
      </p:sp>
    </p:spTree>
    <p:extLst>
      <p:ext uri="{BB962C8B-B14F-4D97-AF65-F5344CB8AC3E}">
        <p14:creationId xmlns:p14="http://schemas.microsoft.com/office/powerpoint/2010/main" val="1624313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5E97AB-9F72-735B-B56D-078FC1652707}"/>
              </a:ext>
            </a:extLst>
          </p:cNvPr>
          <p:cNvSpPr>
            <a:spLocks noGrp="1"/>
          </p:cNvSpPr>
          <p:nvPr>
            <p:ph type="sldNum" sz="quarter" idx="12"/>
          </p:nvPr>
        </p:nvSpPr>
        <p:spPr/>
        <p:txBody>
          <a:bodyPr/>
          <a:lstStyle/>
          <a:p>
            <a:fld id="{A8160BDD-7155-D744-B749-9730458604AD}" type="slidenum">
              <a:rPr lang="en-US" smtClean="0"/>
              <a:t>26</a:t>
            </a:fld>
            <a:endParaRPr lang="en-US" dirty="0"/>
          </a:p>
        </p:txBody>
      </p:sp>
      <p:sp>
        <p:nvSpPr>
          <p:cNvPr id="6" name="Content Placeholder 5">
            <a:extLst>
              <a:ext uri="{FF2B5EF4-FFF2-40B4-BE49-F238E27FC236}">
                <a16:creationId xmlns:a16="http://schemas.microsoft.com/office/drawing/2014/main" id="{90BC162D-186F-D22F-130E-796D920555C3}"/>
              </a:ext>
            </a:extLst>
          </p:cNvPr>
          <p:cNvSpPr>
            <a:spLocks noGrp="1"/>
          </p:cNvSpPr>
          <p:nvPr>
            <p:ph idx="1"/>
          </p:nvPr>
        </p:nvSpPr>
        <p:spPr/>
        <p:txBody>
          <a:bodyPr/>
          <a:lstStyle/>
          <a:p>
            <a:pPr algn="l">
              <a:buFont typeface="+mj-lt"/>
              <a:buAutoNum type="arabicPeriod"/>
            </a:pPr>
            <a:r>
              <a:rPr lang="en-US" dirty="0"/>
              <a:t>In the customer churn project, a large percentage of the data appears to represent only a few small geographical areas.</a:t>
            </a:r>
            <a:br>
              <a:rPr lang="en-US" dirty="0"/>
            </a:br>
            <a:br>
              <a:rPr lang="en-US" dirty="0"/>
            </a:br>
            <a:r>
              <a:rPr lang="en-US" dirty="0"/>
              <a:t>Would you consider this a cause for concern? Why or why not?</a:t>
            </a:r>
            <a:br>
              <a:rPr lang="en-US" dirty="0"/>
            </a:br>
            <a:endParaRPr lang="en-US" dirty="0"/>
          </a:p>
          <a:p>
            <a:pPr algn="l">
              <a:buFont typeface="+mj-lt"/>
              <a:buAutoNum type="arabicPeriod"/>
            </a:pPr>
            <a:r>
              <a:rPr lang="en-US" dirty="0"/>
              <a:t>Of the laws, regulations, and guidelines discussed in this topic, which do you think has the largest reach?</a:t>
            </a:r>
          </a:p>
        </p:txBody>
      </p:sp>
      <p:sp>
        <p:nvSpPr>
          <p:cNvPr id="5" name="Title 4">
            <a:extLst>
              <a:ext uri="{FF2B5EF4-FFF2-40B4-BE49-F238E27FC236}">
                <a16:creationId xmlns:a16="http://schemas.microsoft.com/office/drawing/2014/main" id="{4823F00B-6772-4EB9-8E52-DA9C8C10DF44}"/>
              </a:ext>
            </a:extLst>
          </p:cNvPr>
          <p:cNvSpPr>
            <a:spLocks noGrp="1"/>
          </p:cNvSpPr>
          <p:nvPr>
            <p:ph type="title"/>
          </p:nvPr>
        </p:nvSpPr>
        <p:spPr/>
        <p:txBody>
          <a:bodyPr/>
          <a:lstStyle/>
          <a:p>
            <a:r>
              <a:rPr lang="en-US" dirty="0"/>
              <a:t>Activity: Discussing Governance Measures</a:t>
            </a:r>
          </a:p>
        </p:txBody>
      </p:sp>
    </p:spTree>
    <p:extLst>
      <p:ext uri="{BB962C8B-B14F-4D97-AF65-F5344CB8AC3E}">
        <p14:creationId xmlns:p14="http://schemas.microsoft.com/office/powerpoint/2010/main" val="518100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66C9B1-39AE-C744-9CCB-B1B902A6F342}"/>
              </a:ext>
            </a:extLst>
          </p:cNvPr>
          <p:cNvSpPr>
            <a:spLocks noGrp="1"/>
          </p:cNvSpPr>
          <p:nvPr>
            <p:ph type="sldNum" sz="quarter" idx="12"/>
          </p:nvPr>
        </p:nvSpPr>
        <p:spPr/>
        <p:txBody>
          <a:bodyPr/>
          <a:lstStyle/>
          <a:p>
            <a:fld id="{A8160BDD-7155-D744-B749-9730458604AD}" type="slidenum">
              <a:rPr lang="en-US" smtClean="0"/>
              <a:pPr/>
              <a:t>27</a:t>
            </a:fld>
            <a:endParaRPr lang="en-US" dirty="0"/>
          </a:p>
        </p:txBody>
      </p:sp>
      <p:sp>
        <p:nvSpPr>
          <p:cNvPr id="3" name="Text Placeholder 2">
            <a:extLst>
              <a:ext uri="{FF2B5EF4-FFF2-40B4-BE49-F238E27FC236}">
                <a16:creationId xmlns:a16="http://schemas.microsoft.com/office/drawing/2014/main" id="{17BE0E2B-4E33-CB49-95F1-AC0E74888D2F}"/>
              </a:ext>
            </a:extLst>
          </p:cNvPr>
          <p:cNvSpPr>
            <a:spLocks noGrp="1"/>
          </p:cNvSpPr>
          <p:nvPr>
            <p:ph type="body" sz="quarter" idx="13"/>
          </p:nvPr>
        </p:nvSpPr>
        <p:spPr/>
        <p:txBody>
          <a:bodyPr/>
          <a:lstStyle/>
          <a:p>
            <a:pPr algn="l"/>
            <a:r>
              <a:rPr lang="en-US" dirty="0"/>
              <a:t>Try to envision your company transforming to a data-centric organization. In your opinion, what do you think the greatest roadblocks will be?</a:t>
            </a:r>
          </a:p>
          <a:p>
            <a:pPr algn="l"/>
            <a:r>
              <a:rPr lang="en-US" dirty="0"/>
              <a:t>Of the various effects on business discussed in this lesson, which do you think will have the largest impact at your workplace?</a:t>
            </a:r>
          </a:p>
        </p:txBody>
      </p:sp>
    </p:spTree>
    <p:extLst>
      <p:ext uri="{BB962C8B-B14F-4D97-AF65-F5344CB8AC3E}">
        <p14:creationId xmlns:p14="http://schemas.microsoft.com/office/powerpoint/2010/main" val="40939923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XFILEPNG" val="C:\MyWIP\CNX0480 ETBiz\trunk\CNX0480\images\datacentric.png"/>
</p:tagLst>
</file>

<file path=ppt/theme/theme1.xml><?xml version="1.0" encoding="utf-8"?>
<a:theme xmlns:a="http://schemas.openxmlformats.org/drawingml/2006/main" name="CNX">
  <a:themeElements>
    <a:clrScheme name="CNX 1">
      <a:dk1>
        <a:srgbClr val="000000"/>
      </a:dk1>
      <a:lt1>
        <a:srgbClr val="FFFFFF"/>
      </a:lt1>
      <a:dk2>
        <a:srgbClr val="000000"/>
      </a:dk2>
      <a:lt2>
        <a:srgbClr val="FFFFFF"/>
      </a:lt2>
      <a:accent1>
        <a:srgbClr val="009DDC"/>
      </a:accent1>
      <a:accent2>
        <a:srgbClr val="1D76BB"/>
      </a:accent2>
      <a:accent3>
        <a:srgbClr val="F05323"/>
      </a:accent3>
      <a:accent4>
        <a:srgbClr val="1D3764"/>
      </a:accent4>
      <a:accent5>
        <a:srgbClr val="C1C5C9"/>
      </a:accent5>
      <a:accent6>
        <a:srgbClr val="009DDC"/>
      </a:accent6>
      <a:hlink>
        <a:srgbClr val="009DDC"/>
      </a:hlink>
      <a:folHlink>
        <a:srgbClr val="009DD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NX_OV_Template_BIZ_1.1.potx" id="{3F606734-24ED-44F4-AF39-A80BB4CDD828}" vid="{DA8138EA-2326-4EF5-918C-5DC2501FD4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A3E69E70E30E468993238898FCF574" ma:contentTypeVersion="4" ma:contentTypeDescription="Create a new document." ma:contentTypeScope="" ma:versionID="dc0a16b6a225e328636b89082a0fd4a9">
  <xsd:schema xmlns:xsd="http://www.w3.org/2001/XMLSchema" xmlns:xs="http://www.w3.org/2001/XMLSchema" xmlns:p="http://schemas.microsoft.com/office/2006/metadata/properties" xmlns:ns2="64dd2cb5-7863-47d4-b3f2-5b70c1925be2" targetNamespace="http://schemas.microsoft.com/office/2006/metadata/properties" ma:root="true" ma:fieldsID="b5d20a745309770a795a0694b6cd691c" ns2:_="">
    <xsd:import namespace="64dd2cb5-7863-47d4-b3f2-5b70c1925be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dd2cb5-7863-47d4-b3f2-5b70c1925b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5412840-34B3-43D0-9071-24C4F0CCE5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4dd2cb5-7863-47d4-b3f2-5b70c1925b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77BBCB1-D0C3-46F8-A7FC-B2722C0802BF}">
  <ds:schemaRefs>
    <ds:schemaRef ds:uri="http://schemas.microsoft.com/sharepoint/v3/contenttype/forms"/>
  </ds:schemaRefs>
</ds:datastoreItem>
</file>

<file path=customXml/itemProps3.xml><?xml version="1.0" encoding="utf-8"?>
<ds:datastoreItem xmlns:ds="http://schemas.openxmlformats.org/officeDocument/2006/customXml" ds:itemID="{9EE0D89E-233E-41F5-B369-92342F4EEEF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CNX_OV_Template_BIZ_1.2</Template>
  <TotalTime>105</TotalTime>
  <Words>948</Words>
  <Application>Microsoft Office PowerPoint</Application>
  <PresentationFormat>Widescreen</PresentationFormat>
  <Paragraphs>175</Paragraphs>
  <Slides>27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CNX</vt:lpstr>
      <vt:lpstr>Implementing Business Requirements for Data Science</vt:lpstr>
      <vt:lpstr>Implementing Business Requirements for Data Science</vt:lpstr>
      <vt:lpstr>PowerPoint Presentation</vt:lpstr>
      <vt:lpstr>What Is a Data-Centric Organization?</vt:lpstr>
      <vt:lpstr>Challenges Associated with Building a Data-Centric Organization</vt:lpstr>
      <vt:lpstr>Organizational Preparation</vt:lpstr>
      <vt:lpstr>Team Preparation</vt:lpstr>
      <vt:lpstr>Activity: Discussing the Development of Data-Centric Organizations</vt:lpstr>
      <vt:lpstr>PowerPoint Presentation</vt:lpstr>
      <vt:lpstr>Selection of Business Cases for Implementation</vt:lpstr>
      <vt:lpstr>Implementation Investments</vt:lpstr>
      <vt:lpstr>Data Collection Considerations</vt:lpstr>
      <vt:lpstr>Data Preparation Considerations</vt:lpstr>
      <vt:lpstr>Modeling and Deployment Considerations</vt:lpstr>
      <vt:lpstr>Results Communication Considerations</vt:lpstr>
      <vt:lpstr>Activity: Developing an Implementation Strategy</vt:lpstr>
      <vt:lpstr>PowerPoint Presentation</vt:lpstr>
      <vt:lpstr>Effects on Overall Business Operations</vt:lpstr>
      <vt:lpstr>Effects on Business Processes and Practices</vt:lpstr>
      <vt:lpstr>Data Issues</vt:lpstr>
      <vt:lpstr>AI-Related Risks</vt:lpstr>
      <vt:lpstr>Activity: Discussing the Impact of Data Science on Business</vt:lpstr>
      <vt:lpstr>PowerPoint Presentation</vt:lpstr>
      <vt:lpstr>Ethical Considerations</vt:lpstr>
      <vt:lpstr>Legal and Regulatory Considerations, Frameworks, and Guidelines</vt:lpstr>
      <vt:lpstr>Activity: Discussing Governance Measures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Impact of Data Science</dc:title>
  <dc:creator>Jason Nufryk</dc:creator>
  <cp:lastModifiedBy>Laurie Perry</cp:lastModifiedBy>
  <cp:revision>22</cp:revision>
  <dcterms:created xsi:type="dcterms:W3CDTF">2023-03-30T18:52:03Z</dcterms:created>
  <dcterms:modified xsi:type="dcterms:W3CDTF">2023-11-10T20:41:00Z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0x0101000FA3E69E70E30E468993238898FCF574</vt:lpwstr>
  </property>
</Properties>
</file>
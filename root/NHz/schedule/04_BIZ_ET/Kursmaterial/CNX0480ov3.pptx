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7" r:id="rId4"/>
  </p:sldMasterIdLst>
  <p:notesMasterIdLst>
    <p:notesMasterId r:id="rId44"/>
  </p:notesMasterIdLst>
  <p:handoutMasterIdLst>
    <p:handoutMasterId r:id="rId45"/>
  </p:handoutMasterIdLst>
  <p:sldIdLst>
    <p:sldId id="275" r:id="rId5"/>
    <p:sldId id="272" r:id="rId6"/>
    <p:sldId id="264" r:id="rId7"/>
    <p:sldId id="308" r:id="rId8"/>
    <p:sldId id="309" r:id="rId9"/>
    <p:sldId id="310" r:id="rId10"/>
    <p:sldId id="276" r:id="rId11"/>
    <p:sldId id="311" r:id="rId12"/>
    <p:sldId id="278" r:id="rId13"/>
    <p:sldId id="312" r:id="rId14"/>
    <p:sldId id="313" r:id="rId15"/>
    <p:sldId id="314" r:id="rId16"/>
    <p:sldId id="280" r:id="rId17"/>
    <p:sldId id="281" r:id="rId18"/>
    <p:sldId id="315" r:id="rId19"/>
    <p:sldId id="316" r:id="rId20"/>
    <p:sldId id="286" r:id="rId21"/>
    <p:sldId id="287" r:id="rId22"/>
    <p:sldId id="317" r:id="rId23"/>
    <p:sldId id="288" r:id="rId24"/>
    <p:sldId id="318" r:id="rId25"/>
    <p:sldId id="273" r:id="rId26"/>
    <p:sldId id="319" r:id="rId27"/>
    <p:sldId id="293" r:id="rId28"/>
    <p:sldId id="294" r:id="rId29"/>
    <p:sldId id="295" r:id="rId30"/>
    <p:sldId id="320" r:id="rId31"/>
    <p:sldId id="296" r:id="rId32"/>
    <p:sldId id="274" r:id="rId33"/>
    <p:sldId id="29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271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 Vorenkam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DDC"/>
    <a:srgbClr val="1D3764"/>
    <a:srgbClr val="E71854"/>
    <a:srgbClr val="FAD02C"/>
    <a:srgbClr val="FAAF41"/>
    <a:srgbClr val="198CA8"/>
    <a:srgbClr val="2466AC"/>
    <a:srgbClr val="D1D2D3"/>
    <a:srgbClr val="F05A2B"/>
    <a:srgbClr val="1D3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9" autoAdjust="0"/>
    <p:restoredTop sz="96327" autoAdjust="0"/>
  </p:normalViewPr>
  <p:slideViewPr>
    <p:cSldViewPr snapToGrid="0">
      <p:cViewPr varScale="1">
        <p:scale>
          <a:sx n="103" d="100"/>
          <a:sy n="103" d="100"/>
        </p:scale>
        <p:origin x="732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12564"/>
    </p:cViewPr>
  </p:sorterViewPr>
  <p:notesViewPr>
    <p:cSldViewPr snapToGrid="0">
      <p:cViewPr varScale="1">
        <p:scale>
          <a:sx n="81" d="100"/>
          <a:sy n="81" d="100"/>
        </p:scale>
        <p:origin x="20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AEC47B-224E-4653-AF67-26DDC13E1C26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1_2" csCatId="accent1" phldr="1"/>
      <dgm:spPr/>
    </dgm:pt>
    <dgm:pt modelId="{11DB9278-CEDB-4A1A-9FBB-607B8E8EB756}">
      <dgm:prSet phldrT="[Text]"/>
      <dgm:spPr/>
      <dgm:t>
        <a:bodyPr/>
        <a:lstStyle/>
        <a:p>
          <a:r>
            <a:rPr lang="en-US" dirty="0"/>
            <a:t>Mathematical Skills</a:t>
          </a:r>
        </a:p>
      </dgm:t>
    </dgm:pt>
    <dgm:pt modelId="{917BEB15-1932-4CAC-A560-3EB04B8D1CB6}" type="parTrans" cxnId="{A3C752E6-3660-42D4-9571-ABBBE4A69399}">
      <dgm:prSet/>
      <dgm:spPr/>
      <dgm:t>
        <a:bodyPr/>
        <a:lstStyle/>
        <a:p>
          <a:endParaRPr lang="en-US"/>
        </a:p>
      </dgm:t>
    </dgm:pt>
    <dgm:pt modelId="{5CACEBED-4063-4ACA-87B8-1B9CE8A8EB0C}" type="sibTrans" cxnId="{A3C752E6-3660-42D4-9571-ABBBE4A69399}">
      <dgm:prSet/>
      <dgm:spPr/>
      <dgm:t>
        <a:bodyPr/>
        <a:lstStyle/>
        <a:p>
          <a:endParaRPr lang="en-US"/>
        </a:p>
      </dgm:t>
    </dgm:pt>
    <dgm:pt modelId="{887BAAE7-556E-4EE7-8D9C-BBEE489487D4}">
      <dgm:prSet phldrT="[Text]"/>
      <dgm:spPr/>
      <dgm:t>
        <a:bodyPr/>
        <a:lstStyle/>
        <a:p>
          <a:r>
            <a:rPr lang="en-US" dirty="0"/>
            <a:t>Industry/Domain Knowledge</a:t>
          </a:r>
        </a:p>
      </dgm:t>
    </dgm:pt>
    <dgm:pt modelId="{DE52309B-E5E8-4E8A-9290-B276E46BAB3B}" type="parTrans" cxnId="{755F66AA-2E68-491F-995B-AF7D17BF6010}">
      <dgm:prSet/>
      <dgm:spPr/>
      <dgm:t>
        <a:bodyPr/>
        <a:lstStyle/>
        <a:p>
          <a:endParaRPr lang="en-US"/>
        </a:p>
      </dgm:t>
    </dgm:pt>
    <dgm:pt modelId="{8DCFEA1A-442B-4116-9789-562986DAEFB0}" type="sibTrans" cxnId="{755F66AA-2E68-491F-995B-AF7D17BF6010}">
      <dgm:prSet/>
      <dgm:spPr/>
      <dgm:t>
        <a:bodyPr/>
        <a:lstStyle/>
        <a:p>
          <a:endParaRPr lang="en-US"/>
        </a:p>
      </dgm:t>
    </dgm:pt>
    <dgm:pt modelId="{6969BABC-E749-48B7-A26D-C156042AD87F}">
      <dgm:prSet phldrT="[Text]"/>
      <dgm:spPr/>
      <dgm:t>
        <a:bodyPr/>
        <a:lstStyle/>
        <a:p>
          <a:r>
            <a:rPr lang="en-US" dirty="0"/>
            <a:t>Computing Skills</a:t>
          </a:r>
        </a:p>
      </dgm:t>
    </dgm:pt>
    <dgm:pt modelId="{144FEEBB-BF5B-4C6F-9DEB-8B436F00BAC9}" type="parTrans" cxnId="{BB9BB067-E2E7-4F74-BDFD-4A0E0BC4F197}">
      <dgm:prSet/>
      <dgm:spPr/>
      <dgm:t>
        <a:bodyPr/>
        <a:lstStyle/>
        <a:p>
          <a:endParaRPr lang="en-US"/>
        </a:p>
      </dgm:t>
    </dgm:pt>
    <dgm:pt modelId="{CC523D21-D284-4064-9268-4A9D320BE9E5}" type="sibTrans" cxnId="{BB9BB067-E2E7-4F74-BDFD-4A0E0BC4F197}">
      <dgm:prSet/>
      <dgm:spPr/>
      <dgm:t>
        <a:bodyPr/>
        <a:lstStyle/>
        <a:p>
          <a:endParaRPr lang="en-US"/>
        </a:p>
      </dgm:t>
    </dgm:pt>
    <dgm:pt modelId="{3D61B0A3-DEC8-487D-951F-B6F2415FF798}" type="pres">
      <dgm:prSet presAssocID="{B7AEC47B-224E-4653-AF67-26DDC13E1C26}" presName="Name0" presStyleCnt="0">
        <dgm:presLayoutVars>
          <dgm:chMax val="7"/>
          <dgm:dir/>
          <dgm:resizeHandles val="exact"/>
        </dgm:presLayoutVars>
      </dgm:prSet>
      <dgm:spPr/>
    </dgm:pt>
    <dgm:pt modelId="{B8AFBA12-AD79-4165-83A3-302C39C259F8}" type="pres">
      <dgm:prSet presAssocID="{B7AEC47B-224E-4653-AF67-26DDC13E1C26}" presName="ellipse1" presStyleLbl="vennNode1" presStyleIdx="0" presStyleCnt="3" custLinFactNeighborX="10197">
        <dgm:presLayoutVars>
          <dgm:bulletEnabled val="1"/>
        </dgm:presLayoutVars>
      </dgm:prSet>
      <dgm:spPr/>
    </dgm:pt>
    <dgm:pt modelId="{C86B5A45-2E5E-46D9-986C-4C4A08493909}" type="pres">
      <dgm:prSet presAssocID="{B7AEC47B-224E-4653-AF67-26DDC13E1C26}" presName="ellipse2" presStyleLbl="vennNode1" presStyleIdx="1" presStyleCnt="3">
        <dgm:presLayoutVars>
          <dgm:bulletEnabled val="1"/>
        </dgm:presLayoutVars>
      </dgm:prSet>
      <dgm:spPr/>
    </dgm:pt>
    <dgm:pt modelId="{BF6BC3F0-3067-47D4-AE7F-227A28FB554A}" type="pres">
      <dgm:prSet presAssocID="{B7AEC47B-224E-4653-AF67-26DDC13E1C26}" presName="ellipse3" presStyleLbl="vennNode1" presStyleIdx="2" presStyleCnt="3" custLinFactNeighborX="-12051">
        <dgm:presLayoutVars>
          <dgm:bulletEnabled val="1"/>
        </dgm:presLayoutVars>
      </dgm:prSet>
      <dgm:spPr/>
    </dgm:pt>
  </dgm:ptLst>
  <dgm:cxnLst>
    <dgm:cxn modelId="{5756041B-C425-47D7-B90E-0630ED4B5FFB}" type="presOf" srcId="{B7AEC47B-224E-4653-AF67-26DDC13E1C26}" destId="{3D61B0A3-DEC8-487D-951F-B6F2415FF798}" srcOrd="0" destOrd="0" presId="urn:microsoft.com/office/officeart/2005/8/layout/rings+Icon"/>
    <dgm:cxn modelId="{7AF97E5D-A346-4F93-AF01-D222E65C7B45}" type="presOf" srcId="{887BAAE7-556E-4EE7-8D9C-BBEE489487D4}" destId="{C86B5A45-2E5E-46D9-986C-4C4A08493909}" srcOrd="0" destOrd="0" presId="urn:microsoft.com/office/officeart/2005/8/layout/rings+Icon"/>
    <dgm:cxn modelId="{4BA01344-A0FE-474E-BB44-B9523C731CCC}" type="presOf" srcId="{11DB9278-CEDB-4A1A-9FBB-607B8E8EB756}" destId="{B8AFBA12-AD79-4165-83A3-302C39C259F8}" srcOrd="0" destOrd="0" presId="urn:microsoft.com/office/officeart/2005/8/layout/rings+Icon"/>
    <dgm:cxn modelId="{BB9BB067-E2E7-4F74-BDFD-4A0E0BC4F197}" srcId="{B7AEC47B-224E-4653-AF67-26DDC13E1C26}" destId="{6969BABC-E749-48B7-A26D-C156042AD87F}" srcOrd="2" destOrd="0" parTransId="{144FEEBB-BF5B-4C6F-9DEB-8B436F00BAC9}" sibTransId="{CC523D21-D284-4064-9268-4A9D320BE9E5}"/>
    <dgm:cxn modelId="{755F66AA-2E68-491F-995B-AF7D17BF6010}" srcId="{B7AEC47B-224E-4653-AF67-26DDC13E1C26}" destId="{887BAAE7-556E-4EE7-8D9C-BBEE489487D4}" srcOrd="1" destOrd="0" parTransId="{DE52309B-E5E8-4E8A-9290-B276E46BAB3B}" sibTransId="{8DCFEA1A-442B-4116-9789-562986DAEFB0}"/>
    <dgm:cxn modelId="{813F55CB-DBC5-40FF-852F-607E93716717}" type="presOf" srcId="{6969BABC-E749-48B7-A26D-C156042AD87F}" destId="{BF6BC3F0-3067-47D4-AE7F-227A28FB554A}" srcOrd="0" destOrd="0" presId="urn:microsoft.com/office/officeart/2005/8/layout/rings+Icon"/>
    <dgm:cxn modelId="{A3C752E6-3660-42D4-9571-ABBBE4A69399}" srcId="{B7AEC47B-224E-4653-AF67-26DDC13E1C26}" destId="{11DB9278-CEDB-4A1A-9FBB-607B8E8EB756}" srcOrd="0" destOrd="0" parTransId="{917BEB15-1932-4CAC-A560-3EB04B8D1CB6}" sibTransId="{5CACEBED-4063-4ACA-87B8-1B9CE8A8EB0C}"/>
    <dgm:cxn modelId="{0E51D1C9-5FC2-438A-AC61-323112C8075D}" type="presParOf" srcId="{3D61B0A3-DEC8-487D-951F-B6F2415FF798}" destId="{B8AFBA12-AD79-4165-83A3-302C39C259F8}" srcOrd="0" destOrd="0" presId="urn:microsoft.com/office/officeart/2005/8/layout/rings+Icon"/>
    <dgm:cxn modelId="{063D6D41-C551-4661-9749-F0ADFB9F5322}" type="presParOf" srcId="{3D61B0A3-DEC8-487D-951F-B6F2415FF798}" destId="{C86B5A45-2E5E-46D9-986C-4C4A08493909}" srcOrd="1" destOrd="0" presId="urn:microsoft.com/office/officeart/2005/8/layout/rings+Icon"/>
    <dgm:cxn modelId="{C31A1BA6-1A71-4B1B-B55C-7F961328D6A7}" type="presParOf" srcId="{3D61B0A3-DEC8-487D-951F-B6F2415FF798}" destId="{BF6BC3F0-3067-47D4-AE7F-227A28FB554A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AEC47B-224E-4653-AF67-26DDC13E1C26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1_2" csCatId="accent1" phldr="1"/>
      <dgm:spPr/>
    </dgm:pt>
    <dgm:pt modelId="{11DB9278-CEDB-4A1A-9FBB-607B8E8EB756}">
      <dgm:prSet phldrT="[Text]"/>
      <dgm:spPr/>
      <dgm:t>
        <a:bodyPr/>
        <a:lstStyle/>
        <a:p>
          <a:r>
            <a:rPr lang="en-US" dirty="0"/>
            <a:t>Mathematical Skills</a:t>
          </a:r>
        </a:p>
      </dgm:t>
    </dgm:pt>
    <dgm:pt modelId="{917BEB15-1932-4CAC-A560-3EB04B8D1CB6}" type="parTrans" cxnId="{A3C752E6-3660-42D4-9571-ABBBE4A69399}">
      <dgm:prSet/>
      <dgm:spPr/>
      <dgm:t>
        <a:bodyPr/>
        <a:lstStyle/>
        <a:p>
          <a:endParaRPr lang="en-US"/>
        </a:p>
      </dgm:t>
    </dgm:pt>
    <dgm:pt modelId="{5CACEBED-4063-4ACA-87B8-1B9CE8A8EB0C}" type="sibTrans" cxnId="{A3C752E6-3660-42D4-9571-ABBBE4A69399}">
      <dgm:prSet/>
      <dgm:spPr/>
      <dgm:t>
        <a:bodyPr/>
        <a:lstStyle/>
        <a:p>
          <a:endParaRPr lang="en-US"/>
        </a:p>
      </dgm:t>
    </dgm:pt>
    <dgm:pt modelId="{887BAAE7-556E-4EE7-8D9C-BBEE489487D4}">
      <dgm:prSet phldrT="[Text]"/>
      <dgm:spPr/>
      <dgm:t>
        <a:bodyPr/>
        <a:lstStyle/>
        <a:p>
          <a:r>
            <a:rPr lang="en-US" dirty="0"/>
            <a:t>Industry/Domain Knowledge</a:t>
          </a:r>
        </a:p>
      </dgm:t>
    </dgm:pt>
    <dgm:pt modelId="{DE52309B-E5E8-4E8A-9290-B276E46BAB3B}" type="parTrans" cxnId="{755F66AA-2E68-491F-995B-AF7D17BF6010}">
      <dgm:prSet/>
      <dgm:spPr/>
      <dgm:t>
        <a:bodyPr/>
        <a:lstStyle/>
        <a:p>
          <a:endParaRPr lang="en-US"/>
        </a:p>
      </dgm:t>
    </dgm:pt>
    <dgm:pt modelId="{8DCFEA1A-442B-4116-9789-562986DAEFB0}" type="sibTrans" cxnId="{755F66AA-2E68-491F-995B-AF7D17BF6010}">
      <dgm:prSet/>
      <dgm:spPr/>
      <dgm:t>
        <a:bodyPr/>
        <a:lstStyle/>
        <a:p>
          <a:endParaRPr lang="en-US"/>
        </a:p>
      </dgm:t>
    </dgm:pt>
    <dgm:pt modelId="{6969BABC-E749-48B7-A26D-C156042AD87F}">
      <dgm:prSet phldrT="[Text]"/>
      <dgm:spPr/>
      <dgm:t>
        <a:bodyPr/>
        <a:lstStyle/>
        <a:p>
          <a:r>
            <a:rPr lang="en-US" dirty="0"/>
            <a:t>  Computing Skills</a:t>
          </a:r>
        </a:p>
      </dgm:t>
    </dgm:pt>
    <dgm:pt modelId="{144FEEBB-BF5B-4C6F-9DEB-8B436F00BAC9}" type="parTrans" cxnId="{BB9BB067-E2E7-4F74-BDFD-4A0E0BC4F197}">
      <dgm:prSet/>
      <dgm:spPr/>
      <dgm:t>
        <a:bodyPr/>
        <a:lstStyle/>
        <a:p>
          <a:endParaRPr lang="en-US"/>
        </a:p>
      </dgm:t>
    </dgm:pt>
    <dgm:pt modelId="{CC523D21-D284-4064-9268-4A9D320BE9E5}" type="sibTrans" cxnId="{BB9BB067-E2E7-4F74-BDFD-4A0E0BC4F197}">
      <dgm:prSet/>
      <dgm:spPr/>
      <dgm:t>
        <a:bodyPr/>
        <a:lstStyle/>
        <a:p>
          <a:endParaRPr lang="en-US"/>
        </a:p>
      </dgm:t>
    </dgm:pt>
    <dgm:pt modelId="{3D61B0A3-DEC8-487D-951F-B6F2415FF798}" type="pres">
      <dgm:prSet presAssocID="{B7AEC47B-224E-4653-AF67-26DDC13E1C26}" presName="Name0" presStyleCnt="0">
        <dgm:presLayoutVars>
          <dgm:chMax val="7"/>
          <dgm:dir/>
          <dgm:resizeHandles val="exact"/>
        </dgm:presLayoutVars>
      </dgm:prSet>
      <dgm:spPr/>
    </dgm:pt>
    <dgm:pt modelId="{B8AFBA12-AD79-4165-83A3-302C39C259F8}" type="pres">
      <dgm:prSet presAssocID="{B7AEC47B-224E-4653-AF67-26DDC13E1C26}" presName="ellipse1" presStyleLbl="vennNode1" presStyleIdx="0" presStyleCnt="3" custLinFactNeighborX="10197">
        <dgm:presLayoutVars>
          <dgm:bulletEnabled val="1"/>
        </dgm:presLayoutVars>
      </dgm:prSet>
      <dgm:spPr/>
    </dgm:pt>
    <dgm:pt modelId="{C86B5A45-2E5E-46D9-986C-4C4A08493909}" type="pres">
      <dgm:prSet presAssocID="{B7AEC47B-224E-4653-AF67-26DDC13E1C26}" presName="ellipse2" presStyleLbl="vennNode1" presStyleIdx="1" presStyleCnt="3">
        <dgm:presLayoutVars>
          <dgm:bulletEnabled val="1"/>
        </dgm:presLayoutVars>
      </dgm:prSet>
      <dgm:spPr/>
    </dgm:pt>
    <dgm:pt modelId="{BF6BC3F0-3067-47D4-AE7F-227A28FB554A}" type="pres">
      <dgm:prSet presAssocID="{B7AEC47B-224E-4653-AF67-26DDC13E1C26}" presName="ellipse3" presStyleLbl="vennNode1" presStyleIdx="2" presStyleCnt="3" custLinFactNeighborX="-12051">
        <dgm:presLayoutVars>
          <dgm:bulletEnabled val="1"/>
        </dgm:presLayoutVars>
      </dgm:prSet>
      <dgm:spPr/>
    </dgm:pt>
  </dgm:ptLst>
  <dgm:cxnLst>
    <dgm:cxn modelId="{5756041B-C425-47D7-B90E-0630ED4B5FFB}" type="presOf" srcId="{B7AEC47B-224E-4653-AF67-26DDC13E1C26}" destId="{3D61B0A3-DEC8-487D-951F-B6F2415FF798}" srcOrd="0" destOrd="0" presId="urn:microsoft.com/office/officeart/2005/8/layout/rings+Icon"/>
    <dgm:cxn modelId="{7AF97E5D-A346-4F93-AF01-D222E65C7B45}" type="presOf" srcId="{887BAAE7-556E-4EE7-8D9C-BBEE489487D4}" destId="{C86B5A45-2E5E-46D9-986C-4C4A08493909}" srcOrd="0" destOrd="0" presId="urn:microsoft.com/office/officeart/2005/8/layout/rings+Icon"/>
    <dgm:cxn modelId="{4BA01344-A0FE-474E-BB44-B9523C731CCC}" type="presOf" srcId="{11DB9278-CEDB-4A1A-9FBB-607B8E8EB756}" destId="{B8AFBA12-AD79-4165-83A3-302C39C259F8}" srcOrd="0" destOrd="0" presId="urn:microsoft.com/office/officeart/2005/8/layout/rings+Icon"/>
    <dgm:cxn modelId="{BB9BB067-E2E7-4F74-BDFD-4A0E0BC4F197}" srcId="{B7AEC47B-224E-4653-AF67-26DDC13E1C26}" destId="{6969BABC-E749-48B7-A26D-C156042AD87F}" srcOrd="2" destOrd="0" parTransId="{144FEEBB-BF5B-4C6F-9DEB-8B436F00BAC9}" sibTransId="{CC523D21-D284-4064-9268-4A9D320BE9E5}"/>
    <dgm:cxn modelId="{755F66AA-2E68-491F-995B-AF7D17BF6010}" srcId="{B7AEC47B-224E-4653-AF67-26DDC13E1C26}" destId="{887BAAE7-556E-4EE7-8D9C-BBEE489487D4}" srcOrd="1" destOrd="0" parTransId="{DE52309B-E5E8-4E8A-9290-B276E46BAB3B}" sibTransId="{8DCFEA1A-442B-4116-9789-562986DAEFB0}"/>
    <dgm:cxn modelId="{813F55CB-DBC5-40FF-852F-607E93716717}" type="presOf" srcId="{6969BABC-E749-48B7-A26D-C156042AD87F}" destId="{BF6BC3F0-3067-47D4-AE7F-227A28FB554A}" srcOrd="0" destOrd="0" presId="urn:microsoft.com/office/officeart/2005/8/layout/rings+Icon"/>
    <dgm:cxn modelId="{A3C752E6-3660-42D4-9571-ABBBE4A69399}" srcId="{B7AEC47B-224E-4653-AF67-26DDC13E1C26}" destId="{11DB9278-CEDB-4A1A-9FBB-607B8E8EB756}" srcOrd="0" destOrd="0" parTransId="{917BEB15-1932-4CAC-A560-3EB04B8D1CB6}" sibTransId="{5CACEBED-4063-4ACA-87B8-1B9CE8A8EB0C}"/>
    <dgm:cxn modelId="{0E51D1C9-5FC2-438A-AC61-323112C8075D}" type="presParOf" srcId="{3D61B0A3-DEC8-487D-951F-B6F2415FF798}" destId="{B8AFBA12-AD79-4165-83A3-302C39C259F8}" srcOrd="0" destOrd="0" presId="urn:microsoft.com/office/officeart/2005/8/layout/rings+Icon"/>
    <dgm:cxn modelId="{063D6D41-C551-4661-9749-F0ADFB9F5322}" type="presParOf" srcId="{3D61B0A3-DEC8-487D-951F-B6F2415FF798}" destId="{C86B5A45-2E5E-46D9-986C-4C4A08493909}" srcOrd="1" destOrd="0" presId="urn:microsoft.com/office/officeart/2005/8/layout/rings+Icon"/>
    <dgm:cxn modelId="{C31A1BA6-1A71-4B1B-B55C-7F961328D6A7}" type="presParOf" srcId="{3D61B0A3-DEC8-487D-951F-B6F2415FF798}" destId="{BF6BC3F0-3067-47D4-AE7F-227A28FB554A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5BBC8A-976A-45B2-9204-36BF520D6C61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FD119F-E876-425D-8541-3EF6C816F836}">
      <dgm:prSet phldrT="[Text]"/>
      <dgm:spPr/>
      <dgm:t>
        <a:bodyPr/>
        <a:lstStyle/>
        <a:p>
          <a:r>
            <a:rPr lang="en-US" dirty="0"/>
            <a:t>Problem Identification</a:t>
          </a:r>
        </a:p>
      </dgm:t>
    </dgm:pt>
    <dgm:pt modelId="{27681E74-0E2D-4F3D-8AC4-1ED2541A65D4}" type="parTrans" cxnId="{7EF5B112-8DD0-465B-ACFF-0C8224DE6B7D}">
      <dgm:prSet/>
      <dgm:spPr/>
      <dgm:t>
        <a:bodyPr/>
        <a:lstStyle/>
        <a:p>
          <a:endParaRPr lang="en-US"/>
        </a:p>
      </dgm:t>
    </dgm:pt>
    <dgm:pt modelId="{2DD7910D-AEF3-4D9E-9686-26269E8045DC}" type="sibTrans" cxnId="{7EF5B112-8DD0-465B-ACFF-0C8224DE6B7D}">
      <dgm:prSet/>
      <dgm:spPr/>
      <dgm:t>
        <a:bodyPr/>
        <a:lstStyle/>
        <a:p>
          <a:endParaRPr lang="en-US"/>
        </a:p>
      </dgm:t>
    </dgm:pt>
    <dgm:pt modelId="{659AC76F-D527-4D7C-8D00-6F7317C75B8F}">
      <dgm:prSet phldrT="[Text]"/>
      <dgm:spPr/>
      <dgm:t>
        <a:bodyPr/>
        <a:lstStyle/>
        <a:p>
          <a:r>
            <a:rPr lang="en-US" dirty="0"/>
            <a:t>Data Collection</a:t>
          </a:r>
        </a:p>
      </dgm:t>
    </dgm:pt>
    <dgm:pt modelId="{BA0598EE-C176-42E6-8FF2-2A0DC99717B4}" type="parTrans" cxnId="{6BD42918-A7DD-4BD0-847A-173D8BB8E42A}">
      <dgm:prSet/>
      <dgm:spPr/>
      <dgm:t>
        <a:bodyPr/>
        <a:lstStyle/>
        <a:p>
          <a:endParaRPr lang="en-US"/>
        </a:p>
      </dgm:t>
    </dgm:pt>
    <dgm:pt modelId="{C3630CEF-84E3-4EB7-8985-F28B8460E0E3}" type="sibTrans" cxnId="{6BD42918-A7DD-4BD0-847A-173D8BB8E42A}">
      <dgm:prSet/>
      <dgm:spPr/>
      <dgm:t>
        <a:bodyPr/>
        <a:lstStyle/>
        <a:p>
          <a:endParaRPr lang="en-US"/>
        </a:p>
      </dgm:t>
    </dgm:pt>
    <dgm:pt modelId="{ED37B1AC-4AEA-4D64-A0A0-B2A592F97081}">
      <dgm:prSet phldrT="[Text]"/>
      <dgm:spPr/>
      <dgm:t>
        <a:bodyPr/>
        <a:lstStyle/>
        <a:p>
          <a:r>
            <a:rPr lang="en-US" dirty="0"/>
            <a:t>Preprocessing</a:t>
          </a:r>
        </a:p>
      </dgm:t>
    </dgm:pt>
    <dgm:pt modelId="{2B8A5393-C0F8-428B-9CFE-1A7DEA135424}" type="parTrans" cxnId="{DCEB1306-CB85-429F-BFAC-9FDDDD3949BC}">
      <dgm:prSet/>
      <dgm:spPr/>
      <dgm:t>
        <a:bodyPr/>
        <a:lstStyle/>
        <a:p>
          <a:endParaRPr lang="en-US"/>
        </a:p>
      </dgm:t>
    </dgm:pt>
    <dgm:pt modelId="{DC56E9D0-2180-42B4-A2D0-CF173CFA07BC}" type="sibTrans" cxnId="{DCEB1306-CB85-429F-BFAC-9FDDDD3949BC}">
      <dgm:prSet/>
      <dgm:spPr/>
      <dgm:t>
        <a:bodyPr/>
        <a:lstStyle/>
        <a:p>
          <a:endParaRPr lang="en-US"/>
        </a:p>
      </dgm:t>
    </dgm:pt>
    <dgm:pt modelId="{7E4202A9-95E5-4D47-8D49-C2A1C93C0C95}">
      <dgm:prSet phldrT="[Text]"/>
      <dgm:spPr/>
      <dgm:t>
        <a:bodyPr/>
        <a:lstStyle/>
        <a:p>
          <a:r>
            <a:rPr lang="en-US" dirty="0"/>
            <a:t>Exploratory Data Analysis</a:t>
          </a:r>
        </a:p>
      </dgm:t>
    </dgm:pt>
    <dgm:pt modelId="{9EC19357-42A1-4474-8016-A4FCE3EE1A1F}" type="parTrans" cxnId="{85B2206F-A094-4915-A012-B70470E87FA5}">
      <dgm:prSet/>
      <dgm:spPr/>
      <dgm:t>
        <a:bodyPr/>
        <a:lstStyle/>
        <a:p>
          <a:endParaRPr lang="en-US"/>
        </a:p>
      </dgm:t>
    </dgm:pt>
    <dgm:pt modelId="{6418F46F-81E8-48AE-BA96-CF3B0ECFFAA0}" type="sibTrans" cxnId="{85B2206F-A094-4915-A012-B70470E87FA5}">
      <dgm:prSet/>
      <dgm:spPr/>
      <dgm:t>
        <a:bodyPr/>
        <a:lstStyle/>
        <a:p>
          <a:endParaRPr lang="en-US"/>
        </a:p>
      </dgm:t>
    </dgm:pt>
    <dgm:pt modelId="{19573358-0231-45F9-BE2A-077727F94837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1A7EA99B-881B-4D74-A8F4-3FAB60083D2B}" type="parTrans" cxnId="{143B056F-A691-48C9-A9AC-2DEC7AE79EF0}">
      <dgm:prSet/>
      <dgm:spPr/>
      <dgm:t>
        <a:bodyPr/>
        <a:lstStyle/>
        <a:p>
          <a:endParaRPr lang="en-US"/>
        </a:p>
      </dgm:t>
    </dgm:pt>
    <dgm:pt modelId="{D1F64A61-D391-43A8-BBAB-0E3D1BAE2C05}" type="sibTrans" cxnId="{143B056F-A691-48C9-A9AC-2DEC7AE79EF0}">
      <dgm:prSet/>
      <dgm:spPr/>
      <dgm:t>
        <a:bodyPr/>
        <a:lstStyle/>
        <a:p>
          <a:endParaRPr lang="en-US"/>
        </a:p>
      </dgm:t>
    </dgm:pt>
    <dgm:pt modelId="{42FD0323-7F45-4D7E-89CE-78DEC09A3531}">
      <dgm:prSet phldrT="[Text]"/>
      <dgm:spPr/>
      <dgm:t>
        <a:bodyPr/>
        <a:lstStyle/>
        <a:p>
          <a:r>
            <a:rPr lang="en-US" dirty="0"/>
            <a:t>Model Deployment</a:t>
          </a:r>
        </a:p>
      </dgm:t>
    </dgm:pt>
    <dgm:pt modelId="{AB49C39F-9A1B-42E4-9FF7-7BDBA0082BC7}" type="parTrans" cxnId="{38BF793E-102A-4129-8550-D605778BC1F3}">
      <dgm:prSet/>
      <dgm:spPr/>
      <dgm:t>
        <a:bodyPr/>
        <a:lstStyle/>
        <a:p>
          <a:endParaRPr lang="en-US"/>
        </a:p>
      </dgm:t>
    </dgm:pt>
    <dgm:pt modelId="{6F40F958-A147-4A82-AE45-5FB72264440E}" type="sibTrans" cxnId="{38BF793E-102A-4129-8550-D605778BC1F3}">
      <dgm:prSet/>
      <dgm:spPr/>
      <dgm:t>
        <a:bodyPr/>
        <a:lstStyle/>
        <a:p>
          <a:endParaRPr lang="en-US"/>
        </a:p>
      </dgm:t>
    </dgm:pt>
    <dgm:pt modelId="{CC8928B4-FB4E-4B38-8AA9-41E6752BB97C}">
      <dgm:prSet phldrT="[Text]"/>
      <dgm:spPr/>
      <dgm:t>
        <a:bodyPr/>
        <a:lstStyle/>
        <a:p>
          <a:r>
            <a:rPr lang="en-US" dirty="0"/>
            <a:t>Communication of Results</a:t>
          </a:r>
        </a:p>
      </dgm:t>
    </dgm:pt>
    <dgm:pt modelId="{4DD891A0-B7B3-4A8C-862B-E889B6E4D6C3}" type="parTrans" cxnId="{C9303196-A9CC-4DB6-A844-E7B5B544C747}">
      <dgm:prSet/>
      <dgm:spPr/>
      <dgm:t>
        <a:bodyPr/>
        <a:lstStyle/>
        <a:p>
          <a:endParaRPr lang="en-US"/>
        </a:p>
      </dgm:t>
    </dgm:pt>
    <dgm:pt modelId="{62D6DA19-CA93-471D-A92B-0889336A8826}" type="sibTrans" cxnId="{C9303196-A9CC-4DB6-A844-E7B5B544C747}">
      <dgm:prSet/>
      <dgm:spPr/>
      <dgm:t>
        <a:bodyPr/>
        <a:lstStyle/>
        <a:p>
          <a:endParaRPr lang="en-US"/>
        </a:p>
      </dgm:t>
    </dgm:pt>
    <dgm:pt modelId="{A3B39588-BC15-4E97-943B-D3F0E04EA07D}" type="pres">
      <dgm:prSet presAssocID="{7F5BBC8A-976A-45B2-9204-36BF520D6C61}" presName="Name0" presStyleCnt="0">
        <dgm:presLayoutVars>
          <dgm:dir/>
          <dgm:resizeHandles val="exact"/>
        </dgm:presLayoutVars>
      </dgm:prSet>
      <dgm:spPr/>
    </dgm:pt>
    <dgm:pt modelId="{C581CBBE-8A3A-40D7-B45D-BE81C9C38243}" type="pres">
      <dgm:prSet presAssocID="{7F5BBC8A-976A-45B2-9204-36BF520D6C61}" presName="cycle" presStyleCnt="0"/>
      <dgm:spPr/>
    </dgm:pt>
    <dgm:pt modelId="{3E65FDC9-7048-4E13-AEAA-A5A4AB7D4C68}" type="pres">
      <dgm:prSet presAssocID="{2AFD119F-E876-425D-8541-3EF6C816F836}" presName="nodeFirstNode" presStyleLbl="node1" presStyleIdx="0" presStyleCnt="7">
        <dgm:presLayoutVars>
          <dgm:bulletEnabled val="1"/>
        </dgm:presLayoutVars>
      </dgm:prSet>
      <dgm:spPr/>
    </dgm:pt>
    <dgm:pt modelId="{380C38CD-2542-4DE8-9AA8-748AFBC3FDB7}" type="pres">
      <dgm:prSet presAssocID="{2DD7910D-AEF3-4D9E-9686-26269E8045DC}" presName="sibTransFirstNode" presStyleLbl="bgShp" presStyleIdx="0" presStyleCnt="1"/>
      <dgm:spPr/>
    </dgm:pt>
    <dgm:pt modelId="{B1DF61ED-43A9-472A-A1BB-DADE9EA140EC}" type="pres">
      <dgm:prSet presAssocID="{659AC76F-D527-4D7C-8D00-6F7317C75B8F}" presName="nodeFollowingNodes" presStyleLbl="node1" presStyleIdx="1" presStyleCnt="7">
        <dgm:presLayoutVars>
          <dgm:bulletEnabled val="1"/>
        </dgm:presLayoutVars>
      </dgm:prSet>
      <dgm:spPr/>
    </dgm:pt>
    <dgm:pt modelId="{09C13C07-3504-4A6A-AA3B-0F69B9C39F29}" type="pres">
      <dgm:prSet presAssocID="{ED37B1AC-4AEA-4D64-A0A0-B2A592F97081}" presName="nodeFollowingNodes" presStyleLbl="node1" presStyleIdx="2" presStyleCnt="7">
        <dgm:presLayoutVars>
          <dgm:bulletEnabled val="1"/>
        </dgm:presLayoutVars>
      </dgm:prSet>
      <dgm:spPr/>
    </dgm:pt>
    <dgm:pt modelId="{5AF88686-D3C0-4F1E-AFD8-52C3AC4F6668}" type="pres">
      <dgm:prSet presAssocID="{7E4202A9-95E5-4D47-8D49-C2A1C93C0C95}" presName="nodeFollowingNodes" presStyleLbl="node1" presStyleIdx="3" presStyleCnt="7">
        <dgm:presLayoutVars>
          <dgm:bulletEnabled val="1"/>
        </dgm:presLayoutVars>
      </dgm:prSet>
      <dgm:spPr/>
    </dgm:pt>
    <dgm:pt modelId="{9FEBECDC-602F-4F63-A7D0-146002ACBE28}" type="pres">
      <dgm:prSet presAssocID="{19573358-0231-45F9-BE2A-077727F94837}" presName="nodeFollowingNodes" presStyleLbl="node1" presStyleIdx="4" presStyleCnt="7">
        <dgm:presLayoutVars>
          <dgm:bulletEnabled val="1"/>
        </dgm:presLayoutVars>
      </dgm:prSet>
      <dgm:spPr/>
    </dgm:pt>
    <dgm:pt modelId="{B83A8E8C-60CA-480D-BA60-FDBB04FF6553}" type="pres">
      <dgm:prSet presAssocID="{42FD0323-7F45-4D7E-89CE-78DEC09A3531}" presName="nodeFollowingNodes" presStyleLbl="node1" presStyleIdx="5" presStyleCnt="7">
        <dgm:presLayoutVars>
          <dgm:bulletEnabled val="1"/>
        </dgm:presLayoutVars>
      </dgm:prSet>
      <dgm:spPr/>
    </dgm:pt>
    <dgm:pt modelId="{A29FD839-31F0-44CB-8A81-31DC3BAF0CF8}" type="pres">
      <dgm:prSet presAssocID="{CC8928B4-FB4E-4B38-8AA9-41E6752BB97C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6A422000-70E7-4008-A449-AAEF2FC045A2}" type="presOf" srcId="{ED37B1AC-4AEA-4D64-A0A0-B2A592F97081}" destId="{09C13C07-3504-4A6A-AA3B-0F69B9C39F29}" srcOrd="0" destOrd="0" presId="urn:microsoft.com/office/officeart/2005/8/layout/cycle3"/>
    <dgm:cxn modelId="{808F9A03-17A8-410C-849E-3D2FDDA73DA1}" type="presOf" srcId="{19573358-0231-45F9-BE2A-077727F94837}" destId="{9FEBECDC-602F-4F63-A7D0-146002ACBE28}" srcOrd="0" destOrd="0" presId="urn:microsoft.com/office/officeart/2005/8/layout/cycle3"/>
    <dgm:cxn modelId="{DCEB1306-CB85-429F-BFAC-9FDDDD3949BC}" srcId="{7F5BBC8A-976A-45B2-9204-36BF520D6C61}" destId="{ED37B1AC-4AEA-4D64-A0A0-B2A592F97081}" srcOrd="2" destOrd="0" parTransId="{2B8A5393-C0F8-428B-9CFE-1A7DEA135424}" sibTransId="{DC56E9D0-2180-42B4-A2D0-CF173CFA07BC}"/>
    <dgm:cxn modelId="{7EF5B112-8DD0-465B-ACFF-0C8224DE6B7D}" srcId="{7F5BBC8A-976A-45B2-9204-36BF520D6C61}" destId="{2AFD119F-E876-425D-8541-3EF6C816F836}" srcOrd="0" destOrd="0" parTransId="{27681E74-0E2D-4F3D-8AC4-1ED2541A65D4}" sibTransId="{2DD7910D-AEF3-4D9E-9686-26269E8045DC}"/>
    <dgm:cxn modelId="{6BD42918-A7DD-4BD0-847A-173D8BB8E42A}" srcId="{7F5BBC8A-976A-45B2-9204-36BF520D6C61}" destId="{659AC76F-D527-4D7C-8D00-6F7317C75B8F}" srcOrd="1" destOrd="0" parTransId="{BA0598EE-C176-42E6-8FF2-2A0DC99717B4}" sibTransId="{C3630CEF-84E3-4EB7-8985-F28B8460E0E3}"/>
    <dgm:cxn modelId="{B8BEDA30-E92E-4982-B193-83BCAB783964}" type="presOf" srcId="{2DD7910D-AEF3-4D9E-9686-26269E8045DC}" destId="{380C38CD-2542-4DE8-9AA8-748AFBC3FDB7}" srcOrd="0" destOrd="0" presId="urn:microsoft.com/office/officeart/2005/8/layout/cycle3"/>
    <dgm:cxn modelId="{589EBC31-DE6F-414E-9303-2EC1D0D0FC6C}" type="presOf" srcId="{659AC76F-D527-4D7C-8D00-6F7317C75B8F}" destId="{B1DF61ED-43A9-472A-A1BB-DADE9EA140EC}" srcOrd="0" destOrd="0" presId="urn:microsoft.com/office/officeart/2005/8/layout/cycle3"/>
    <dgm:cxn modelId="{38BF793E-102A-4129-8550-D605778BC1F3}" srcId="{7F5BBC8A-976A-45B2-9204-36BF520D6C61}" destId="{42FD0323-7F45-4D7E-89CE-78DEC09A3531}" srcOrd="5" destOrd="0" parTransId="{AB49C39F-9A1B-42E4-9FF7-7BDBA0082BC7}" sibTransId="{6F40F958-A147-4A82-AE45-5FB72264440E}"/>
    <dgm:cxn modelId="{143B056F-A691-48C9-A9AC-2DEC7AE79EF0}" srcId="{7F5BBC8A-976A-45B2-9204-36BF520D6C61}" destId="{19573358-0231-45F9-BE2A-077727F94837}" srcOrd="4" destOrd="0" parTransId="{1A7EA99B-881B-4D74-A8F4-3FAB60083D2B}" sibTransId="{D1F64A61-D391-43A8-BBAB-0E3D1BAE2C05}"/>
    <dgm:cxn modelId="{85B2206F-A094-4915-A012-B70470E87FA5}" srcId="{7F5BBC8A-976A-45B2-9204-36BF520D6C61}" destId="{7E4202A9-95E5-4D47-8D49-C2A1C93C0C95}" srcOrd="3" destOrd="0" parTransId="{9EC19357-42A1-4474-8016-A4FCE3EE1A1F}" sibTransId="{6418F46F-81E8-48AE-BA96-CF3B0ECFFAA0}"/>
    <dgm:cxn modelId="{5E6A9576-75DA-4C72-A141-554E8159E17F}" type="presOf" srcId="{7E4202A9-95E5-4D47-8D49-C2A1C93C0C95}" destId="{5AF88686-D3C0-4F1E-AFD8-52C3AC4F6668}" srcOrd="0" destOrd="0" presId="urn:microsoft.com/office/officeart/2005/8/layout/cycle3"/>
    <dgm:cxn modelId="{5A80BD59-E25C-45E2-8D55-144E5ED9D3D9}" type="presOf" srcId="{2AFD119F-E876-425D-8541-3EF6C816F836}" destId="{3E65FDC9-7048-4E13-AEAA-A5A4AB7D4C68}" srcOrd="0" destOrd="0" presId="urn:microsoft.com/office/officeart/2005/8/layout/cycle3"/>
    <dgm:cxn modelId="{C9303196-A9CC-4DB6-A844-E7B5B544C747}" srcId="{7F5BBC8A-976A-45B2-9204-36BF520D6C61}" destId="{CC8928B4-FB4E-4B38-8AA9-41E6752BB97C}" srcOrd="6" destOrd="0" parTransId="{4DD891A0-B7B3-4A8C-862B-E889B6E4D6C3}" sibTransId="{62D6DA19-CA93-471D-A92B-0889336A8826}"/>
    <dgm:cxn modelId="{C6E81597-CD09-4B88-9891-12EE8333BE4C}" type="presOf" srcId="{CC8928B4-FB4E-4B38-8AA9-41E6752BB97C}" destId="{A29FD839-31F0-44CB-8A81-31DC3BAF0CF8}" srcOrd="0" destOrd="0" presId="urn:microsoft.com/office/officeart/2005/8/layout/cycle3"/>
    <dgm:cxn modelId="{3EF069B5-F21F-4DFE-96FD-EF6232097D56}" type="presOf" srcId="{42FD0323-7F45-4D7E-89CE-78DEC09A3531}" destId="{B83A8E8C-60CA-480D-BA60-FDBB04FF6553}" srcOrd="0" destOrd="0" presId="urn:microsoft.com/office/officeart/2005/8/layout/cycle3"/>
    <dgm:cxn modelId="{C16918DB-8CE8-48FF-A967-6134F2A3140F}" type="presOf" srcId="{7F5BBC8A-976A-45B2-9204-36BF520D6C61}" destId="{A3B39588-BC15-4E97-943B-D3F0E04EA07D}" srcOrd="0" destOrd="0" presId="urn:microsoft.com/office/officeart/2005/8/layout/cycle3"/>
    <dgm:cxn modelId="{72667417-7BC6-412F-B07B-3870FAB5B341}" type="presParOf" srcId="{A3B39588-BC15-4E97-943B-D3F0E04EA07D}" destId="{C581CBBE-8A3A-40D7-B45D-BE81C9C38243}" srcOrd="0" destOrd="0" presId="urn:microsoft.com/office/officeart/2005/8/layout/cycle3"/>
    <dgm:cxn modelId="{4E7D23DD-C9A6-46E0-B327-06458FCF26E7}" type="presParOf" srcId="{C581CBBE-8A3A-40D7-B45D-BE81C9C38243}" destId="{3E65FDC9-7048-4E13-AEAA-A5A4AB7D4C68}" srcOrd="0" destOrd="0" presId="urn:microsoft.com/office/officeart/2005/8/layout/cycle3"/>
    <dgm:cxn modelId="{89CD056C-15C2-4D7B-9176-3C9F1105D919}" type="presParOf" srcId="{C581CBBE-8A3A-40D7-B45D-BE81C9C38243}" destId="{380C38CD-2542-4DE8-9AA8-748AFBC3FDB7}" srcOrd="1" destOrd="0" presId="urn:microsoft.com/office/officeart/2005/8/layout/cycle3"/>
    <dgm:cxn modelId="{5782FB8B-E0E6-4623-9D3A-5F9F7DD22F3A}" type="presParOf" srcId="{C581CBBE-8A3A-40D7-B45D-BE81C9C38243}" destId="{B1DF61ED-43A9-472A-A1BB-DADE9EA140EC}" srcOrd="2" destOrd="0" presId="urn:microsoft.com/office/officeart/2005/8/layout/cycle3"/>
    <dgm:cxn modelId="{A05A8EE1-7BF6-4C21-A133-5B40D6608DBD}" type="presParOf" srcId="{C581CBBE-8A3A-40D7-B45D-BE81C9C38243}" destId="{09C13C07-3504-4A6A-AA3B-0F69B9C39F29}" srcOrd="3" destOrd="0" presId="urn:microsoft.com/office/officeart/2005/8/layout/cycle3"/>
    <dgm:cxn modelId="{FA7029D0-DB7E-4797-A75F-9A07B5E63388}" type="presParOf" srcId="{C581CBBE-8A3A-40D7-B45D-BE81C9C38243}" destId="{5AF88686-D3C0-4F1E-AFD8-52C3AC4F6668}" srcOrd="4" destOrd="0" presId="urn:microsoft.com/office/officeart/2005/8/layout/cycle3"/>
    <dgm:cxn modelId="{2DE69C47-B066-4F51-B6DA-34C5FA48CDAC}" type="presParOf" srcId="{C581CBBE-8A3A-40D7-B45D-BE81C9C38243}" destId="{9FEBECDC-602F-4F63-A7D0-146002ACBE28}" srcOrd="5" destOrd="0" presId="urn:microsoft.com/office/officeart/2005/8/layout/cycle3"/>
    <dgm:cxn modelId="{F2A155DC-910B-45D5-890F-D9272DCBC8FC}" type="presParOf" srcId="{C581CBBE-8A3A-40D7-B45D-BE81C9C38243}" destId="{B83A8E8C-60CA-480D-BA60-FDBB04FF6553}" srcOrd="6" destOrd="0" presId="urn:microsoft.com/office/officeart/2005/8/layout/cycle3"/>
    <dgm:cxn modelId="{AE3F9C8E-5BB2-4CE2-A4C4-31BA212D7C7C}" type="presParOf" srcId="{C581CBBE-8A3A-40D7-B45D-BE81C9C38243}" destId="{A29FD839-31F0-44CB-8A81-31DC3BAF0CF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5BBC8A-976A-45B2-9204-36BF520D6C61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FD119F-E876-425D-8541-3EF6C816F836}">
      <dgm:prSet phldrT="[Text]"/>
      <dgm:spPr/>
      <dgm:t>
        <a:bodyPr/>
        <a:lstStyle/>
        <a:p>
          <a:r>
            <a:rPr lang="en-US" dirty="0"/>
            <a:t>Problem Identification</a:t>
          </a:r>
        </a:p>
      </dgm:t>
    </dgm:pt>
    <dgm:pt modelId="{27681E74-0E2D-4F3D-8AC4-1ED2541A65D4}" type="parTrans" cxnId="{7EF5B112-8DD0-465B-ACFF-0C8224DE6B7D}">
      <dgm:prSet/>
      <dgm:spPr/>
      <dgm:t>
        <a:bodyPr/>
        <a:lstStyle/>
        <a:p>
          <a:endParaRPr lang="en-US"/>
        </a:p>
      </dgm:t>
    </dgm:pt>
    <dgm:pt modelId="{2DD7910D-AEF3-4D9E-9686-26269E8045DC}" type="sibTrans" cxnId="{7EF5B112-8DD0-465B-ACFF-0C8224DE6B7D}">
      <dgm:prSet/>
      <dgm:spPr/>
      <dgm:t>
        <a:bodyPr/>
        <a:lstStyle/>
        <a:p>
          <a:endParaRPr lang="en-US"/>
        </a:p>
      </dgm:t>
    </dgm:pt>
    <dgm:pt modelId="{659AC76F-D527-4D7C-8D00-6F7317C75B8F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Data Collection</a:t>
          </a:r>
        </a:p>
      </dgm:t>
    </dgm:pt>
    <dgm:pt modelId="{BA0598EE-C176-42E6-8FF2-2A0DC99717B4}" type="parTrans" cxnId="{6BD42918-A7DD-4BD0-847A-173D8BB8E42A}">
      <dgm:prSet/>
      <dgm:spPr/>
      <dgm:t>
        <a:bodyPr/>
        <a:lstStyle/>
        <a:p>
          <a:endParaRPr lang="en-US"/>
        </a:p>
      </dgm:t>
    </dgm:pt>
    <dgm:pt modelId="{C3630CEF-84E3-4EB7-8985-F28B8460E0E3}" type="sibTrans" cxnId="{6BD42918-A7DD-4BD0-847A-173D8BB8E42A}">
      <dgm:prSet/>
      <dgm:spPr/>
      <dgm:t>
        <a:bodyPr/>
        <a:lstStyle/>
        <a:p>
          <a:endParaRPr lang="en-US"/>
        </a:p>
      </dgm:t>
    </dgm:pt>
    <dgm:pt modelId="{ED37B1AC-4AEA-4D64-A0A0-B2A592F9708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Preprocessing</a:t>
          </a:r>
        </a:p>
      </dgm:t>
    </dgm:pt>
    <dgm:pt modelId="{2B8A5393-C0F8-428B-9CFE-1A7DEA135424}" type="parTrans" cxnId="{DCEB1306-CB85-429F-BFAC-9FDDDD3949BC}">
      <dgm:prSet/>
      <dgm:spPr/>
      <dgm:t>
        <a:bodyPr/>
        <a:lstStyle/>
        <a:p>
          <a:endParaRPr lang="en-US"/>
        </a:p>
      </dgm:t>
    </dgm:pt>
    <dgm:pt modelId="{DC56E9D0-2180-42B4-A2D0-CF173CFA07BC}" type="sibTrans" cxnId="{DCEB1306-CB85-429F-BFAC-9FDDDD3949BC}">
      <dgm:prSet/>
      <dgm:spPr/>
      <dgm:t>
        <a:bodyPr/>
        <a:lstStyle/>
        <a:p>
          <a:endParaRPr lang="en-US"/>
        </a:p>
      </dgm:t>
    </dgm:pt>
    <dgm:pt modelId="{7E4202A9-95E5-4D47-8D49-C2A1C93C0C95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Exploratory Data Analysis</a:t>
          </a:r>
        </a:p>
      </dgm:t>
    </dgm:pt>
    <dgm:pt modelId="{9EC19357-42A1-4474-8016-A4FCE3EE1A1F}" type="parTrans" cxnId="{85B2206F-A094-4915-A012-B70470E87FA5}">
      <dgm:prSet/>
      <dgm:spPr/>
      <dgm:t>
        <a:bodyPr/>
        <a:lstStyle/>
        <a:p>
          <a:endParaRPr lang="en-US"/>
        </a:p>
      </dgm:t>
    </dgm:pt>
    <dgm:pt modelId="{6418F46F-81E8-48AE-BA96-CF3B0ECFFAA0}" type="sibTrans" cxnId="{85B2206F-A094-4915-A012-B70470E87FA5}">
      <dgm:prSet/>
      <dgm:spPr/>
      <dgm:t>
        <a:bodyPr/>
        <a:lstStyle/>
        <a:p>
          <a:endParaRPr lang="en-US"/>
        </a:p>
      </dgm:t>
    </dgm:pt>
    <dgm:pt modelId="{19573358-0231-45F9-BE2A-077727F94837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Modeling</a:t>
          </a:r>
        </a:p>
      </dgm:t>
    </dgm:pt>
    <dgm:pt modelId="{1A7EA99B-881B-4D74-A8F4-3FAB60083D2B}" type="parTrans" cxnId="{143B056F-A691-48C9-A9AC-2DEC7AE79EF0}">
      <dgm:prSet/>
      <dgm:spPr/>
      <dgm:t>
        <a:bodyPr/>
        <a:lstStyle/>
        <a:p>
          <a:endParaRPr lang="en-US"/>
        </a:p>
      </dgm:t>
    </dgm:pt>
    <dgm:pt modelId="{D1F64A61-D391-43A8-BBAB-0E3D1BAE2C05}" type="sibTrans" cxnId="{143B056F-A691-48C9-A9AC-2DEC7AE79EF0}">
      <dgm:prSet/>
      <dgm:spPr/>
      <dgm:t>
        <a:bodyPr/>
        <a:lstStyle/>
        <a:p>
          <a:endParaRPr lang="en-US"/>
        </a:p>
      </dgm:t>
    </dgm:pt>
    <dgm:pt modelId="{42FD0323-7F45-4D7E-89CE-78DEC09A353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 Deployment</a:t>
          </a:r>
        </a:p>
      </dgm:t>
    </dgm:pt>
    <dgm:pt modelId="{AB49C39F-9A1B-42E4-9FF7-7BDBA0082BC7}" type="parTrans" cxnId="{38BF793E-102A-4129-8550-D605778BC1F3}">
      <dgm:prSet/>
      <dgm:spPr/>
      <dgm:t>
        <a:bodyPr/>
        <a:lstStyle/>
        <a:p>
          <a:endParaRPr lang="en-US"/>
        </a:p>
      </dgm:t>
    </dgm:pt>
    <dgm:pt modelId="{6F40F958-A147-4A82-AE45-5FB72264440E}" type="sibTrans" cxnId="{38BF793E-102A-4129-8550-D605778BC1F3}">
      <dgm:prSet/>
      <dgm:spPr/>
      <dgm:t>
        <a:bodyPr/>
        <a:lstStyle/>
        <a:p>
          <a:endParaRPr lang="en-US"/>
        </a:p>
      </dgm:t>
    </dgm:pt>
    <dgm:pt modelId="{CC8928B4-FB4E-4B38-8AA9-41E6752BB97C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Communication of Results</a:t>
          </a:r>
        </a:p>
      </dgm:t>
    </dgm:pt>
    <dgm:pt modelId="{4DD891A0-B7B3-4A8C-862B-E889B6E4D6C3}" type="parTrans" cxnId="{C9303196-A9CC-4DB6-A844-E7B5B544C747}">
      <dgm:prSet/>
      <dgm:spPr/>
      <dgm:t>
        <a:bodyPr/>
        <a:lstStyle/>
        <a:p>
          <a:endParaRPr lang="en-US"/>
        </a:p>
      </dgm:t>
    </dgm:pt>
    <dgm:pt modelId="{62D6DA19-CA93-471D-A92B-0889336A8826}" type="sibTrans" cxnId="{C9303196-A9CC-4DB6-A844-E7B5B544C747}">
      <dgm:prSet/>
      <dgm:spPr/>
      <dgm:t>
        <a:bodyPr/>
        <a:lstStyle/>
        <a:p>
          <a:endParaRPr lang="en-US"/>
        </a:p>
      </dgm:t>
    </dgm:pt>
    <dgm:pt modelId="{A3B39588-BC15-4E97-943B-D3F0E04EA07D}" type="pres">
      <dgm:prSet presAssocID="{7F5BBC8A-976A-45B2-9204-36BF520D6C61}" presName="Name0" presStyleCnt="0">
        <dgm:presLayoutVars>
          <dgm:dir/>
          <dgm:resizeHandles val="exact"/>
        </dgm:presLayoutVars>
      </dgm:prSet>
      <dgm:spPr/>
    </dgm:pt>
    <dgm:pt modelId="{C581CBBE-8A3A-40D7-B45D-BE81C9C38243}" type="pres">
      <dgm:prSet presAssocID="{7F5BBC8A-976A-45B2-9204-36BF520D6C61}" presName="cycle" presStyleCnt="0"/>
      <dgm:spPr/>
    </dgm:pt>
    <dgm:pt modelId="{3E65FDC9-7048-4E13-AEAA-A5A4AB7D4C68}" type="pres">
      <dgm:prSet presAssocID="{2AFD119F-E876-425D-8541-3EF6C816F836}" presName="nodeFirstNode" presStyleLbl="node1" presStyleIdx="0" presStyleCnt="7">
        <dgm:presLayoutVars>
          <dgm:bulletEnabled val="1"/>
        </dgm:presLayoutVars>
      </dgm:prSet>
      <dgm:spPr/>
    </dgm:pt>
    <dgm:pt modelId="{380C38CD-2542-4DE8-9AA8-748AFBC3FDB7}" type="pres">
      <dgm:prSet presAssocID="{2DD7910D-AEF3-4D9E-9686-26269E8045DC}" presName="sibTransFirstNode" presStyleLbl="bgShp" presStyleIdx="0" presStyleCnt="1"/>
      <dgm:spPr/>
    </dgm:pt>
    <dgm:pt modelId="{B1DF61ED-43A9-472A-A1BB-DADE9EA140EC}" type="pres">
      <dgm:prSet presAssocID="{659AC76F-D527-4D7C-8D00-6F7317C75B8F}" presName="nodeFollowingNodes" presStyleLbl="node1" presStyleIdx="1" presStyleCnt="7">
        <dgm:presLayoutVars>
          <dgm:bulletEnabled val="1"/>
        </dgm:presLayoutVars>
      </dgm:prSet>
      <dgm:spPr/>
    </dgm:pt>
    <dgm:pt modelId="{09C13C07-3504-4A6A-AA3B-0F69B9C39F29}" type="pres">
      <dgm:prSet presAssocID="{ED37B1AC-4AEA-4D64-A0A0-B2A592F97081}" presName="nodeFollowingNodes" presStyleLbl="node1" presStyleIdx="2" presStyleCnt="7">
        <dgm:presLayoutVars>
          <dgm:bulletEnabled val="1"/>
        </dgm:presLayoutVars>
      </dgm:prSet>
      <dgm:spPr/>
    </dgm:pt>
    <dgm:pt modelId="{5AF88686-D3C0-4F1E-AFD8-52C3AC4F6668}" type="pres">
      <dgm:prSet presAssocID="{7E4202A9-95E5-4D47-8D49-C2A1C93C0C95}" presName="nodeFollowingNodes" presStyleLbl="node1" presStyleIdx="3" presStyleCnt="7">
        <dgm:presLayoutVars>
          <dgm:bulletEnabled val="1"/>
        </dgm:presLayoutVars>
      </dgm:prSet>
      <dgm:spPr/>
    </dgm:pt>
    <dgm:pt modelId="{9FEBECDC-602F-4F63-A7D0-146002ACBE28}" type="pres">
      <dgm:prSet presAssocID="{19573358-0231-45F9-BE2A-077727F94837}" presName="nodeFollowingNodes" presStyleLbl="node1" presStyleIdx="4" presStyleCnt="7">
        <dgm:presLayoutVars>
          <dgm:bulletEnabled val="1"/>
        </dgm:presLayoutVars>
      </dgm:prSet>
      <dgm:spPr/>
    </dgm:pt>
    <dgm:pt modelId="{B83A8E8C-60CA-480D-BA60-FDBB04FF6553}" type="pres">
      <dgm:prSet presAssocID="{42FD0323-7F45-4D7E-89CE-78DEC09A3531}" presName="nodeFollowingNodes" presStyleLbl="node1" presStyleIdx="5" presStyleCnt="7">
        <dgm:presLayoutVars>
          <dgm:bulletEnabled val="1"/>
        </dgm:presLayoutVars>
      </dgm:prSet>
      <dgm:spPr/>
    </dgm:pt>
    <dgm:pt modelId="{A29FD839-31F0-44CB-8A81-31DC3BAF0CF8}" type="pres">
      <dgm:prSet presAssocID="{CC8928B4-FB4E-4B38-8AA9-41E6752BB97C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6A422000-70E7-4008-A449-AAEF2FC045A2}" type="presOf" srcId="{ED37B1AC-4AEA-4D64-A0A0-B2A592F97081}" destId="{09C13C07-3504-4A6A-AA3B-0F69B9C39F29}" srcOrd="0" destOrd="0" presId="urn:microsoft.com/office/officeart/2005/8/layout/cycle3"/>
    <dgm:cxn modelId="{808F9A03-17A8-410C-849E-3D2FDDA73DA1}" type="presOf" srcId="{19573358-0231-45F9-BE2A-077727F94837}" destId="{9FEBECDC-602F-4F63-A7D0-146002ACBE28}" srcOrd="0" destOrd="0" presId="urn:microsoft.com/office/officeart/2005/8/layout/cycle3"/>
    <dgm:cxn modelId="{DCEB1306-CB85-429F-BFAC-9FDDDD3949BC}" srcId="{7F5BBC8A-976A-45B2-9204-36BF520D6C61}" destId="{ED37B1AC-4AEA-4D64-A0A0-B2A592F97081}" srcOrd="2" destOrd="0" parTransId="{2B8A5393-C0F8-428B-9CFE-1A7DEA135424}" sibTransId="{DC56E9D0-2180-42B4-A2D0-CF173CFA07BC}"/>
    <dgm:cxn modelId="{7EF5B112-8DD0-465B-ACFF-0C8224DE6B7D}" srcId="{7F5BBC8A-976A-45B2-9204-36BF520D6C61}" destId="{2AFD119F-E876-425D-8541-3EF6C816F836}" srcOrd="0" destOrd="0" parTransId="{27681E74-0E2D-4F3D-8AC4-1ED2541A65D4}" sibTransId="{2DD7910D-AEF3-4D9E-9686-26269E8045DC}"/>
    <dgm:cxn modelId="{6BD42918-A7DD-4BD0-847A-173D8BB8E42A}" srcId="{7F5BBC8A-976A-45B2-9204-36BF520D6C61}" destId="{659AC76F-D527-4D7C-8D00-6F7317C75B8F}" srcOrd="1" destOrd="0" parTransId="{BA0598EE-C176-42E6-8FF2-2A0DC99717B4}" sibTransId="{C3630CEF-84E3-4EB7-8985-F28B8460E0E3}"/>
    <dgm:cxn modelId="{B8BEDA30-E92E-4982-B193-83BCAB783964}" type="presOf" srcId="{2DD7910D-AEF3-4D9E-9686-26269E8045DC}" destId="{380C38CD-2542-4DE8-9AA8-748AFBC3FDB7}" srcOrd="0" destOrd="0" presId="urn:microsoft.com/office/officeart/2005/8/layout/cycle3"/>
    <dgm:cxn modelId="{589EBC31-DE6F-414E-9303-2EC1D0D0FC6C}" type="presOf" srcId="{659AC76F-D527-4D7C-8D00-6F7317C75B8F}" destId="{B1DF61ED-43A9-472A-A1BB-DADE9EA140EC}" srcOrd="0" destOrd="0" presId="urn:microsoft.com/office/officeart/2005/8/layout/cycle3"/>
    <dgm:cxn modelId="{38BF793E-102A-4129-8550-D605778BC1F3}" srcId="{7F5BBC8A-976A-45B2-9204-36BF520D6C61}" destId="{42FD0323-7F45-4D7E-89CE-78DEC09A3531}" srcOrd="5" destOrd="0" parTransId="{AB49C39F-9A1B-42E4-9FF7-7BDBA0082BC7}" sibTransId="{6F40F958-A147-4A82-AE45-5FB72264440E}"/>
    <dgm:cxn modelId="{143B056F-A691-48C9-A9AC-2DEC7AE79EF0}" srcId="{7F5BBC8A-976A-45B2-9204-36BF520D6C61}" destId="{19573358-0231-45F9-BE2A-077727F94837}" srcOrd="4" destOrd="0" parTransId="{1A7EA99B-881B-4D74-A8F4-3FAB60083D2B}" sibTransId="{D1F64A61-D391-43A8-BBAB-0E3D1BAE2C05}"/>
    <dgm:cxn modelId="{85B2206F-A094-4915-A012-B70470E87FA5}" srcId="{7F5BBC8A-976A-45B2-9204-36BF520D6C61}" destId="{7E4202A9-95E5-4D47-8D49-C2A1C93C0C95}" srcOrd="3" destOrd="0" parTransId="{9EC19357-42A1-4474-8016-A4FCE3EE1A1F}" sibTransId="{6418F46F-81E8-48AE-BA96-CF3B0ECFFAA0}"/>
    <dgm:cxn modelId="{5E6A9576-75DA-4C72-A141-554E8159E17F}" type="presOf" srcId="{7E4202A9-95E5-4D47-8D49-C2A1C93C0C95}" destId="{5AF88686-D3C0-4F1E-AFD8-52C3AC4F6668}" srcOrd="0" destOrd="0" presId="urn:microsoft.com/office/officeart/2005/8/layout/cycle3"/>
    <dgm:cxn modelId="{5A80BD59-E25C-45E2-8D55-144E5ED9D3D9}" type="presOf" srcId="{2AFD119F-E876-425D-8541-3EF6C816F836}" destId="{3E65FDC9-7048-4E13-AEAA-A5A4AB7D4C68}" srcOrd="0" destOrd="0" presId="urn:microsoft.com/office/officeart/2005/8/layout/cycle3"/>
    <dgm:cxn modelId="{C9303196-A9CC-4DB6-A844-E7B5B544C747}" srcId="{7F5BBC8A-976A-45B2-9204-36BF520D6C61}" destId="{CC8928B4-FB4E-4B38-8AA9-41E6752BB97C}" srcOrd="6" destOrd="0" parTransId="{4DD891A0-B7B3-4A8C-862B-E889B6E4D6C3}" sibTransId="{62D6DA19-CA93-471D-A92B-0889336A8826}"/>
    <dgm:cxn modelId="{C6E81597-CD09-4B88-9891-12EE8333BE4C}" type="presOf" srcId="{CC8928B4-FB4E-4B38-8AA9-41E6752BB97C}" destId="{A29FD839-31F0-44CB-8A81-31DC3BAF0CF8}" srcOrd="0" destOrd="0" presId="urn:microsoft.com/office/officeart/2005/8/layout/cycle3"/>
    <dgm:cxn modelId="{3EF069B5-F21F-4DFE-96FD-EF6232097D56}" type="presOf" srcId="{42FD0323-7F45-4D7E-89CE-78DEC09A3531}" destId="{B83A8E8C-60CA-480D-BA60-FDBB04FF6553}" srcOrd="0" destOrd="0" presId="urn:microsoft.com/office/officeart/2005/8/layout/cycle3"/>
    <dgm:cxn modelId="{C16918DB-8CE8-48FF-A967-6134F2A3140F}" type="presOf" srcId="{7F5BBC8A-976A-45B2-9204-36BF520D6C61}" destId="{A3B39588-BC15-4E97-943B-D3F0E04EA07D}" srcOrd="0" destOrd="0" presId="urn:microsoft.com/office/officeart/2005/8/layout/cycle3"/>
    <dgm:cxn modelId="{72667417-7BC6-412F-B07B-3870FAB5B341}" type="presParOf" srcId="{A3B39588-BC15-4E97-943B-D3F0E04EA07D}" destId="{C581CBBE-8A3A-40D7-B45D-BE81C9C38243}" srcOrd="0" destOrd="0" presId="urn:microsoft.com/office/officeart/2005/8/layout/cycle3"/>
    <dgm:cxn modelId="{4E7D23DD-C9A6-46E0-B327-06458FCF26E7}" type="presParOf" srcId="{C581CBBE-8A3A-40D7-B45D-BE81C9C38243}" destId="{3E65FDC9-7048-4E13-AEAA-A5A4AB7D4C68}" srcOrd="0" destOrd="0" presId="urn:microsoft.com/office/officeart/2005/8/layout/cycle3"/>
    <dgm:cxn modelId="{89CD056C-15C2-4D7B-9176-3C9F1105D919}" type="presParOf" srcId="{C581CBBE-8A3A-40D7-B45D-BE81C9C38243}" destId="{380C38CD-2542-4DE8-9AA8-748AFBC3FDB7}" srcOrd="1" destOrd="0" presId="urn:microsoft.com/office/officeart/2005/8/layout/cycle3"/>
    <dgm:cxn modelId="{5782FB8B-E0E6-4623-9D3A-5F9F7DD22F3A}" type="presParOf" srcId="{C581CBBE-8A3A-40D7-B45D-BE81C9C38243}" destId="{B1DF61ED-43A9-472A-A1BB-DADE9EA140EC}" srcOrd="2" destOrd="0" presId="urn:microsoft.com/office/officeart/2005/8/layout/cycle3"/>
    <dgm:cxn modelId="{A05A8EE1-7BF6-4C21-A133-5B40D6608DBD}" type="presParOf" srcId="{C581CBBE-8A3A-40D7-B45D-BE81C9C38243}" destId="{09C13C07-3504-4A6A-AA3B-0F69B9C39F29}" srcOrd="3" destOrd="0" presId="urn:microsoft.com/office/officeart/2005/8/layout/cycle3"/>
    <dgm:cxn modelId="{FA7029D0-DB7E-4797-A75F-9A07B5E63388}" type="presParOf" srcId="{C581CBBE-8A3A-40D7-B45D-BE81C9C38243}" destId="{5AF88686-D3C0-4F1E-AFD8-52C3AC4F6668}" srcOrd="4" destOrd="0" presId="urn:microsoft.com/office/officeart/2005/8/layout/cycle3"/>
    <dgm:cxn modelId="{2DE69C47-B066-4F51-B6DA-34C5FA48CDAC}" type="presParOf" srcId="{C581CBBE-8A3A-40D7-B45D-BE81C9C38243}" destId="{9FEBECDC-602F-4F63-A7D0-146002ACBE28}" srcOrd="5" destOrd="0" presId="urn:microsoft.com/office/officeart/2005/8/layout/cycle3"/>
    <dgm:cxn modelId="{F2A155DC-910B-45D5-890F-D9272DCBC8FC}" type="presParOf" srcId="{C581CBBE-8A3A-40D7-B45D-BE81C9C38243}" destId="{B83A8E8C-60CA-480D-BA60-FDBB04FF6553}" srcOrd="6" destOrd="0" presId="urn:microsoft.com/office/officeart/2005/8/layout/cycle3"/>
    <dgm:cxn modelId="{AE3F9C8E-5BB2-4CE2-A4C4-31BA212D7C7C}" type="presParOf" srcId="{C581CBBE-8A3A-40D7-B45D-BE81C9C38243}" destId="{A29FD839-31F0-44CB-8A81-31DC3BAF0CF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5BBC8A-976A-45B2-9204-36BF520D6C61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FD119F-E876-425D-8541-3EF6C816F836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Problem Identification</a:t>
          </a:r>
        </a:p>
      </dgm:t>
    </dgm:pt>
    <dgm:pt modelId="{27681E74-0E2D-4F3D-8AC4-1ED2541A65D4}" type="parTrans" cxnId="{7EF5B112-8DD0-465B-ACFF-0C8224DE6B7D}">
      <dgm:prSet/>
      <dgm:spPr/>
      <dgm:t>
        <a:bodyPr/>
        <a:lstStyle/>
        <a:p>
          <a:endParaRPr lang="en-US"/>
        </a:p>
      </dgm:t>
    </dgm:pt>
    <dgm:pt modelId="{2DD7910D-AEF3-4D9E-9686-26269E8045DC}" type="sibTrans" cxnId="{7EF5B112-8DD0-465B-ACFF-0C8224DE6B7D}">
      <dgm:prSet/>
      <dgm:spPr/>
      <dgm:t>
        <a:bodyPr/>
        <a:lstStyle/>
        <a:p>
          <a:endParaRPr lang="en-US"/>
        </a:p>
      </dgm:t>
    </dgm:pt>
    <dgm:pt modelId="{659AC76F-D527-4D7C-8D00-6F7317C75B8F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Data Collection</a:t>
          </a:r>
        </a:p>
      </dgm:t>
    </dgm:pt>
    <dgm:pt modelId="{BA0598EE-C176-42E6-8FF2-2A0DC99717B4}" type="parTrans" cxnId="{6BD42918-A7DD-4BD0-847A-173D8BB8E42A}">
      <dgm:prSet/>
      <dgm:spPr/>
      <dgm:t>
        <a:bodyPr/>
        <a:lstStyle/>
        <a:p>
          <a:endParaRPr lang="en-US"/>
        </a:p>
      </dgm:t>
    </dgm:pt>
    <dgm:pt modelId="{C3630CEF-84E3-4EB7-8985-F28B8460E0E3}" type="sibTrans" cxnId="{6BD42918-A7DD-4BD0-847A-173D8BB8E42A}">
      <dgm:prSet/>
      <dgm:spPr/>
      <dgm:t>
        <a:bodyPr/>
        <a:lstStyle/>
        <a:p>
          <a:endParaRPr lang="en-US"/>
        </a:p>
      </dgm:t>
    </dgm:pt>
    <dgm:pt modelId="{ED37B1AC-4AEA-4D64-A0A0-B2A592F9708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Preprocessing</a:t>
          </a:r>
        </a:p>
      </dgm:t>
    </dgm:pt>
    <dgm:pt modelId="{2B8A5393-C0F8-428B-9CFE-1A7DEA135424}" type="parTrans" cxnId="{DCEB1306-CB85-429F-BFAC-9FDDDD3949BC}">
      <dgm:prSet/>
      <dgm:spPr/>
      <dgm:t>
        <a:bodyPr/>
        <a:lstStyle/>
        <a:p>
          <a:endParaRPr lang="en-US"/>
        </a:p>
      </dgm:t>
    </dgm:pt>
    <dgm:pt modelId="{DC56E9D0-2180-42B4-A2D0-CF173CFA07BC}" type="sibTrans" cxnId="{DCEB1306-CB85-429F-BFAC-9FDDDD3949BC}">
      <dgm:prSet/>
      <dgm:spPr/>
      <dgm:t>
        <a:bodyPr/>
        <a:lstStyle/>
        <a:p>
          <a:endParaRPr lang="en-US"/>
        </a:p>
      </dgm:t>
    </dgm:pt>
    <dgm:pt modelId="{7E4202A9-95E5-4D47-8D49-C2A1C93C0C95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Exploratory Data Analysis</a:t>
          </a:r>
        </a:p>
      </dgm:t>
    </dgm:pt>
    <dgm:pt modelId="{9EC19357-42A1-4474-8016-A4FCE3EE1A1F}" type="parTrans" cxnId="{85B2206F-A094-4915-A012-B70470E87FA5}">
      <dgm:prSet/>
      <dgm:spPr/>
      <dgm:t>
        <a:bodyPr/>
        <a:lstStyle/>
        <a:p>
          <a:endParaRPr lang="en-US"/>
        </a:p>
      </dgm:t>
    </dgm:pt>
    <dgm:pt modelId="{6418F46F-81E8-48AE-BA96-CF3B0ECFFAA0}" type="sibTrans" cxnId="{85B2206F-A094-4915-A012-B70470E87FA5}">
      <dgm:prSet/>
      <dgm:spPr/>
      <dgm:t>
        <a:bodyPr/>
        <a:lstStyle/>
        <a:p>
          <a:endParaRPr lang="en-US"/>
        </a:p>
      </dgm:t>
    </dgm:pt>
    <dgm:pt modelId="{19573358-0231-45F9-BE2A-077727F94837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Modeling</a:t>
          </a:r>
        </a:p>
      </dgm:t>
    </dgm:pt>
    <dgm:pt modelId="{1A7EA99B-881B-4D74-A8F4-3FAB60083D2B}" type="parTrans" cxnId="{143B056F-A691-48C9-A9AC-2DEC7AE79EF0}">
      <dgm:prSet/>
      <dgm:spPr/>
      <dgm:t>
        <a:bodyPr/>
        <a:lstStyle/>
        <a:p>
          <a:endParaRPr lang="en-US"/>
        </a:p>
      </dgm:t>
    </dgm:pt>
    <dgm:pt modelId="{D1F64A61-D391-43A8-BBAB-0E3D1BAE2C05}" type="sibTrans" cxnId="{143B056F-A691-48C9-A9AC-2DEC7AE79EF0}">
      <dgm:prSet/>
      <dgm:spPr/>
      <dgm:t>
        <a:bodyPr/>
        <a:lstStyle/>
        <a:p>
          <a:endParaRPr lang="en-US"/>
        </a:p>
      </dgm:t>
    </dgm:pt>
    <dgm:pt modelId="{42FD0323-7F45-4D7E-89CE-78DEC09A353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 Deployment</a:t>
          </a:r>
        </a:p>
      </dgm:t>
    </dgm:pt>
    <dgm:pt modelId="{AB49C39F-9A1B-42E4-9FF7-7BDBA0082BC7}" type="parTrans" cxnId="{38BF793E-102A-4129-8550-D605778BC1F3}">
      <dgm:prSet/>
      <dgm:spPr/>
      <dgm:t>
        <a:bodyPr/>
        <a:lstStyle/>
        <a:p>
          <a:endParaRPr lang="en-US"/>
        </a:p>
      </dgm:t>
    </dgm:pt>
    <dgm:pt modelId="{6F40F958-A147-4A82-AE45-5FB72264440E}" type="sibTrans" cxnId="{38BF793E-102A-4129-8550-D605778BC1F3}">
      <dgm:prSet/>
      <dgm:spPr/>
      <dgm:t>
        <a:bodyPr/>
        <a:lstStyle/>
        <a:p>
          <a:endParaRPr lang="en-US"/>
        </a:p>
      </dgm:t>
    </dgm:pt>
    <dgm:pt modelId="{CC8928B4-FB4E-4B38-8AA9-41E6752BB97C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Communication of Results</a:t>
          </a:r>
        </a:p>
      </dgm:t>
    </dgm:pt>
    <dgm:pt modelId="{4DD891A0-B7B3-4A8C-862B-E889B6E4D6C3}" type="parTrans" cxnId="{C9303196-A9CC-4DB6-A844-E7B5B544C747}">
      <dgm:prSet/>
      <dgm:spPr/>
      <dgm:t>
        <a:bodyPr/>
        <a:lstStyle/>
        <a:p>
          <a:endParaRPr lang="en-US"/>
        </a:p>
      </dgm:t>
    </dgm:pt>
    <dgm:pt modelId="{62D6DA19-CA93-471D-A92B-0889336A8826}" type="sibTrans" cxnId="{C9303196-A9CC-4DB6-A844-E7B5B544C747}">
      <dgm:prSet/>
      <dgm:spPr/>
      <dgm:t>
        <a:bodyPr/>
        <a:lstStyle/>
        <a:p>
          <a:endParaRPr lang="en-US"/>
        </a:p>
      </dgm:t>
    </dgm:pt>
    <dgm:pt modelId="{A3B39588-BC15-4E97-943B-D3F0E04EA07D}" type="pres">
      <dgm:prSet presAssocID="{7F5BBC8A-976A-45B2-9204-36BF520D6C61}" presName="Name0" presStyleCnt="0">
        <dgm:presLayoutVars>
          <dgm:dir/>
          <dgm:resizeHandles val="exact"/>
        </dgm:presLayoutVars>
      </dgm:prSet>
      <dgm:spPr/>
    </dgm:pt>
    <dgm:pt modelId="{C581CBBE-8A3A-40D7-B45D-BE81C9C38243}" type="pres">
      <dgm:prSet presAssocID="{7F5BBC8A-976A-45B2-9204-36BF520D6C61}" presName="cycle" presStyleCnt="0"/>
      <dgm:spPr/>
    </dgm:pt>
    <dgm:pt modelId="{3E65FDC9-7048-4E13-AEAA-A5A4AB7D4C68}" type="pres">
      <dgm:prSet presAssocID="{2AFD119F-E876-425D-8541-3EF6C816F836}" presName="nodeFirstNode" presStyleLbl="node1" presStyleIdx="0" presStyleCnt="7">
        <dgm:presLayoutVars>
          <dgm:bulletEnabled val="1"/>
        </dgm:presLayoutVars>
      </dgm:prSet>
      <dgm:spPr/>
    </dgm:pt>
    <dgm:pt modelId="{380C38CD-2542-4DE8-9AA8-748AFBC3FDB7}" type="pres">
      <dgm:prSet presAssocID="{2DD7910D-AEF3-4D9E-9686-26269E8045DC}" presName="sibTransFirstNode" presStyleLbl="bgShp" presStyleIdx="0" presStyleCnt="1"/>
      <dgm:spPr/>
    </dgm:pt>
    <dgm:pt modelId="{B1DF61ED-43A9-472A-A1BB-DADE9EA140EC}" type="pres">
      <dgm:prSet presAssocID="{659AC76F-D527-4D7C-8D00-6F7317C75B8F}" presName="nodeFollowingNodes" presStyleLbl="node1" presStyleIdx="1" presStyleCnt="7">
        <dgm:presLayoutVars>
          <dgm:bulletEnabled val="1"/>
        </dgm:presLayoutVars>
      </dgm:prSet>
      <dgm:spPr/>
    </dgm:pt>
    <dgm:pt modelId="{09C13C07-3504-4A6A-AA3B-0F69B9C39F29}" type="pres">
      <dgm:prSet presAssocID="{ED37B1AC-4AEA-4D64-A0A0-B2A592F97081}" presName="nodeFollowingNodes" presStyleLbl="node1" presStyleIdx="2" presStyleCnt="7">
        <dgm:presLayoutVars>
          <dgm:bulletEnabled val="1"/>
        </dgm:presLayoutVars>
      </dgm:prSet>
      <dgm:spPr/>
    </dgm:pt>
    <dgm:pt modelId="{5AF88686-D3C0-4F1E-AFD8-52C3AC4F6668}" type="pres">
      <dgm:prSet presAssocID="{7E4202A9-95E5-4D47-8D49-C2A1C93C0C95}" presName="nodeFollowingNodes" presStyleLbl="node1" presStyleIdx="3" presStyleCnt="7">
        <dgm:presLayoutVars>
          <dgm:bulletEnabled val="1"/>
        </dgm:presLayoutVars>
      </dgm:prSet>
      <dgm:spPr/>
    </dgm:pt>
    <dgm:pt modelId="{9FEBECDC-602F-4F63-A7D0-146002ACBE28}" type="pres">
      <dgm:prSet presAssocID="{19573358-0231-45F9-BE2A-077727F94837}" presName="nodeFollowingNodes" presStyleLbl="node1" presStyleIdx="4" presStyleCnt="7">
        <dgm:presLayoutVars>
          <dgm:bulletEnabled val="1"/>
        </dgm:presLayoutVars>
      </dgm:prSet>
      <dgm:spPr/>
    </dgm:pt>
    <dgm:pt modelId="{B83A8E8C-60CA-480D-BA60-FDBB04FF6553}" type="pres">
      <dgm:prSet presAssocID="{42FD0323-7F45-4D7E-89CE-78DEC09A3531}" presName="nodeFollowingNodes" presStyleLbl="node1" presStyleIdx="5" presStyleCnt="7">
        <dgm:presLayoutVars>
          <dgm:bulletEnabled val="1"/>
        </dgm:presLayoutVars>
      </dgm:prSet>
      <dgm:spPr/>
    </dgm:pt>
    <dgm:pt modelId="{A29FD839-31F0-44CB-8A81-31DC3BAF0CF8}" type="pres">
      <dgm:prSet presAssocID="{CC8928B4-FB4E-4B38-8AA9-41E6752BB97C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6A422000-70E7-4008-A449-AAEF2FC045A2}" type="presOf" srcId="{ED37B1AC-4AEA-4D64-A0A0-B2A592F97081}" destId="{09C13C07-3504-4A6A-AA3B-0F69B9C39F29}" srcOrd="0" destOrd="0" presId="urn:microsoft.com/office/officeart/2005/8/layout/cycle3"/>
    <dgm:cxn modelId="{808F9A03-17A8-410C-849E-3D2FDDA73DA1}" type="presOf" srcId="{19573358-0231-45F9-BE2A-077727F94837}" destId="{9FEBECDC-602F-4F63-A7D0-146002ACBE28}" srcOrd="0" destOrd="0" presId="urn:microsoft.com/office/officeart/2005/8/layout/cycle3"/>
    <dgm:cxn modelId="{DCEB1306-CB85-429F-BFAC-9FDDDD3949BC}" srcId="{7F5BBC8A-976A-45B2-9204-36BF520D6C61}" destId="{ED37B1AC-4AEA-4D64-A0A0-B2A592F97081}" srcOrd="2" destOrd="0" parTransId="{2B8A5393-C0F8-428B-9CFE-1A7DEA135424}" sibTransId="{DC56E9D0-2180-42B4-A2D0-CF173CFA07BC}"/>
    <dgm:cxn modelId="{7EF5B112-8DD0-465B-ACFF-0C8224DE6B7D}" srcId="{7F5BBC8A-976A-45B2-9204-36BF520D6C61}" destId="{2AFD119F-E876-425D-8541-3EF6C816F836}" srcOrd="0" destOrd="0" parTransId="{27681E74-0E2D-4F3D-8AC4-1ED2541A65D4}" sibTransId="{2DD7910D-AEF3-4D9E-9686-26269E8045DC}"/>
    <dgm:cxn modelId="{6BD42918-A7DD-4BD0-847A-173D8BB8E42A}" srcId="{7F5BBC8A-976A-45B2-9204-36BF520D6C61}" destId="{659AC76F-D527-4D7C-8D00-6F7317C75B8F}" srcOrd="1" destOrd="0" parTransId="{BA0598EE-C176-42E6-8FF2-2A0DC99717B4}" sibTransId="{C3630CEF-84E3-4EB7-8985-F28B8460E0E3}"/>
    <dgm:cxn modelId="{B8BEDA30-E92E-4982-B193-83BCAB783964}" type="presOf" srcId="{2DD7910D-AEF3-4D9E-9686-26269E8045DC}" destId="{380C38CD-2542-4DE8-9AA8-748AFBC3FDB7}" srcOrd="0" destOrd="0" presId="urn:microsoft.com/office/officeart/2005/8/layout/cycle3"/>
    <dgm:cxn modelId="{589EBC31-DE6F-414E-9303-2EC1D0D0FC6C}" type="presOf" srcId="{659AC76F-D527-4D7C-8D00-6F7317C75B8F}" destId="{B1DF61ED-43A9-472A-A1BB-DADE9EA140EC}" srcOrd="0" destOrd="0" presId="urn:microsoft.com/office/officeart/2005/8/layout/cycle3"/>
    <dgm:cxn modelId="{38BF793E-102A-4129-8550-D605778BC1F3}" srcId="{7F5BBC8A-976A-45B2-9204-36BF520D6C61}" destId="{42FD0323-7F45-4D7E-89CE-78DEC09A3531}" srcOrd="5" destOrd="0" parTransId="{AB49C39F-9A1B-42E4-9FF7-7BDBA0082BC7}" sibTransId="{6F40F958-A147-4A82-AE45-5FB72264440E}"/>
    <dgm:cxn modelId="{143B056F-A691-48C9-A9AC-2DEC7AE79EF0}" srcId="{7F5BBC8A-976A-45B2-9204-36BF520D6C61}" destId="{19573358-0231-45F9-BE2A-077727F94837}" srcOrd="4" destOrd="0" parTransId="{1A7EA99B-881B-4D74-A8F4-3FAB60083D2B}" sibTransId="{D1F64A61-D391-43A8-BBAB-0E3D1BAE2C05}"/>
    <dgm:cxn modelId="{85B2206F-A094-4915-A012-B70470E87FA5}" srcId="{7F5BBC8A-976A-45B2-9204-36BF520D6C61}" destId="{7E4202A9-95E5-4D47-8D49-C2A1C93C0C95}" srcOrd="3" destOrd="0" parTransId="{9EC19357-42A1-4474-8016-A4FCE3EE1A1F}" sibTransId="{6418F46F-81E8-48AE-BA96-CF3B0ECFFAA0}"/>
    <dgm:cxn modelId="{5E6A9576-75DA-4C72-A141-554E8159E17F}" type="presOf" srcId="{7E4202A9-95E5-4D47-8D49-C2A1C93C0C95}" destId="{5AF88686-D3C0-4F1E-AFD8-52C3AC4F6668}" srcOrd="0" destOrd="0" presId="urn:microsoft.com/office/officeart/2005/8/layout/cycle3"/>
    <dgm:cxn modelId="{5A80BD59-E25C-45E2-8D55-144E5ED9D3D9}" type="presOf" srcId="{2AFD119F-E876-425D-8541-3EF6C816F836}" destId="{3E65FDC9-7048-4E13-AEAA-A5A4AB7D4C68}" srcOrd="0" destOrd="0" presId="urn:microsoft.com/office/officeart/2005/8/layout/cycle3"/>
    <dgm:cxn modelId="{C9303196-A9CC-4DB6-A844-E7B5B544C747}" srcId="{7F5BBC8A-976A-45B2-9204-36BF520D6C61}" destId="{CC8928B4-FB4E-4B38-8AA9-41E6752BB97C}" srcOrd="6" destOrd="0" parTransId="{4DD891A0-B7B3-4A8C-862B-E889B6E4D6C3}" sibTransId="{62D6DA19-CA93-471D-A92B-0889336A8826}"/>
    <dgm:cxn modelId="{C6E81597-CD09-4B88-9891-12EE8333BE4C}" type="presOf" srcId="{CC8928B4-FB4E-4B38-8AA9-41E6752BB97C}" destId="{A29FD839-31F0-44CB-8A81-31DC3BAF0CF8}" srcOrd="0" destOrd="0" presId="urn:microsoft.com/office/officeart/2005/8/layout/cycle3"/>
    <dgm:cxn modelId="{3EF069B5-F21F-4DFE-96FD-EF6232097D56}" type="presOf" srcId="{42FD0323-7F45-4D7E-89CE-78DEC09A3531}" destId="{B83A8E8C-60CA-480D-BA60-FDBB04FF6553}" srcOrd="0" destOrd="0" presId="urn:microsoft.com/office/officeart/2005/8/layout/cycle3"/>
    <dgm:cxn modelId="{C16918DB-8CE8-48FF-A967-6134F2A3140F}" type="presOf" srcId="{7F5BBC8A-976A-45B2-9204-36BF520D6C61}" destId="{A3B39588-BC15-4E97-943B-D3F0E04EA07D}" srcOrd="0" destOrd="0" presId="urn:microsoft.com/office/officeart/2005/8/layout/cycle3"/>
    <dgm:cxn modelId="{72667417-7BC6-412F-B07B-3870FAB5B341}" type="presParOf" srcId="{A3B39588-BC15-4E97-943B-D3F0E04EA07D}" destId="{C581CBBE-8A3A-40D7-B45D-BE81C9C38243}" srcOrd="0" destOrd="0" presId="urn:microsoft.com/office/officeart/2005/8/layout/cycle3"/>
    <dgm:cxn modelId="{4E7D23DD-C9A6-46E0-B327-06458FCF26E7}" type="presParOf" srcId="{C581CBBE-8A3A-40D7-B45D-BE81C9C38243}" destId="{3E65FDC9-7048-4E13-AEAA-A5A4AB7D4C68}" srcOrd="0" destOrd="0" presId="urn:microsoft.com/office/officeart/2005/8/layout/cycle3"/>
    <dgm:cxn modelId="{89CD056C-15C2-4D7B-9176-3C9F1105D919}" type="presParOf" srcId="{C581CBBE-8A3A-40D7-B45D-BE81C9C38243}" destId="{380C38CD-2542-4DE8-9AA8-748AFBC3FDB7}" srcOrd="1" destOrd="0" presId="urn:microsoft.com/office/officeart/2005/8/layout/cycle3"/>
    <dgm:cxn modelId="{5782FB8B-E0E6-4623-9D3A-5F9F7DD22F3A}" type="presParOf" srcId="{C581CBBE-8A3A-40D7-B45D-BE81C9C38243}" destId="{B1DF61ED-43A9-472A-A1BB-DADE9EA140EC}" srcOrd="2" destOrd="0" presId="urn:microsoft.com/office/officeart/2005/8/layout/cycle3"/>
    <dgm:cxn modelId="{A05A8EE1-7BF6-4C21-A133-5B40D6608DBD}" type="presParOf" srcId="{C581CBBE-8A3A-40D7-B45D-BE81C9C38243}" destId="{09C13C07-3504-4A6A-AA3B-0F69B9C39F29}" srcOrd="3" destOrd="0" presId="urn:microsoft.com/office/officeart/2005/8/layout/cycle3"/>
    <dgm:cxn modelId="{FA7029D0-DB7E-4797-A75F-9A07B5E63388}" type="presParOf" srcId="{C581CBBE-8A3A-40D7-B45D-BE81C9C38243}" destId="{5AF88686-D3C0-4F1E-AFD8-52C3AC4F6668}" srcOrd="4" destOrd="0" presId="urn:microsoft.com/office/officeart/2005/8/layout/cycle3"/>
    <dgm:cxn modelId="{2DE69C47-B066-4F51-B6DA-34C5FA48CDAC}" type="presParOf" srcId="{C581CBBE-8A3A-40D7-B45D-BE81C9C38243}" destId="{9FEBECDC-602F-4F63-A7D0-146002ACBE28}" srcOrd="5" destOrd="0" presId="urn:microsoft.com/office/officeart/2005/8/layout/cycle3"/>
    <dgm:cxn modelId="{F2A155DC-910B-45D5-890F-D9272DCBC8FC}" type="presParOf" srcId="{C581CBBE-8A3A-40D7-B45D-BE81C9C38243}" destId="{B83A8E8C-60CA-480D-BA60-FDBB04FF6553}" srcOrd="6" destOrd="0" presId="urn:microsoft.com/office/officeart/2005/8/layout/cycle3"/>
    <dgm:cxn modelId="{AE3F9C8E-5BB2-4CE2-A4C4-31BA212D7C7C}" type="presParOf" srcId="{C581CBBE-8A3A-40D7-B45D-BE81C9C38243}" destId="{A29FD839-31F0-44CB-8A81-31DC3BAF0CF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F5BBC8A-976A-45B2-9204-36BF520D6C61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FD119F-E876-425D-8541-3EF6C816F836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Problem Identification</a:t>
          </a:r>
        </a:p>
      </dgm:t>
    </dgm:pt>
    <dgm:pt modelId="{27681E74-0E2D-4F3D-8AC4-1ED2541A65D4}" type="parTrans" cxnId="{7EF5B112-8DD0-465B-ACFF-0C8224DE6B7D}">
      <dgm:prSet/>
      <dgm:spPr/>
      <dgm:t>
        <a:bodyPr/>
        <a:lstStyle/>
        <a:p>
          <a:endParaRPr lang="en-US"/>
        </a:p>
      </dgm:t>
    </dgm:pt>
    <dgm:pt modelId="{2DD7910D-AEF3-4D9E-9686-26269E8045DC}" type="sibTrans" cxnId="{7EF5B112-8DD0-465B-ACFF-0C8224DE6B7D}">
      <dgm:prSet/>
      <dgm:spPr/>
      <dgm:t>
        <a:bodyPr/>
        <a:lstStyle/>
        <a:p>
          <a:endParaRPr lang="en-US"/>
        </a:p>
      </dgm:t>
    </dgm:pt>
    <dgm:pt modelId="{659AC76F-D527-4D7C-8D00-6F7317C75B8F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Data Collection</a:t>
          </a:r>
        </a:p>
      </dgm:t>
    </dgm:pt>
    <dgm:pt modelId="{BA0598EE-C176-42E6-8FF2-2A0DC99717B4}" type="parTrans" cxnId="{6BD42918-A7DD-4BD0-847A-173D8BB8E42A}">
      <dgm:prSet/>
      <dgm:spPr/>
      <dgm:t>
        <a:bodyPr/>
        <a:lstStyle/>
        <a:p>
          <a:endParaRPr lang="en-US"/>
        </a:p>
      </dgm:t>
    </dgm:pt>
    <dgm:pt modelId="{C3630CEF-84E3-4EB7-8985-F28B8460E0E3}" type="sibTrans" cxnId="{6BD42918-A7DD-4BD0-847A-173D8BB8E42A}">
      <dgm:prSet/>
      <dgm:spPr/>
      <dgm:t>
        <a:bodyPr/>
        <a:lstStyle/>
        <a:p>
          <a:endParaRPr lang="en-US"/>
        </a:p>
      </dgm:t>
    </dgm:pt>
    <dgm:pt modelId="{ED37B1AC-4AEA-4D64-A0A0-B2A592F97081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Preprocessing</a:t>
          </a:r>
        </a:p>
      </dgm:t>
    </dgm:pt>
    <dgm:pt modelId="{2B8A5393-C0F8-428B-9CFE-1A7DEA135424}" type="parTrans" cxnId="{DCEB1306-CB85-429F-BFAC-9FDDDD3949BC}">
      <dgm:prSet/>
      <dgm:spPr/>
      <dgm:t>
        <a:bodyPr/>
        <a:lstStyle/>
        <a:p>
          <a:endParaRPr lang="en-US"/>
        </a:p>
      </dgm:t>
    </dgm:pt>
    <dgm:pt modelId="{DC56E9D0-2180-42B4-A2D0-CF173CFA07BC}" type="sibTrans" cxnId="{DCEB1306-CB85-429F-BFAC-9FDDDD3949BC}">
      <dgm:prSet/>
      <dgm:spPr/>
      <dgm:t>
        <a:bodyPr/>
        <a:lstStyle/>
        <a:p>
          <a:endParaRPr lang="en-US"/>
        </a:p>
      </dgm:t>
    </dgm:pt>
    <dgm:pt modelId="{7E4202A9-95E5-4D47-8D49-C2A1C93C0C95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Exploratory Data Analysis</a:t>
          </a:r>
        </a:p>
      </dgm:t>
    </dgm:pt>
    <dgm:pt modelId="{9EC19357-42A1-4474-8016-A4FCE3EE1A1F}" type="parTrans" cxnId="{85B2206F-A094-4915-A012-B70470E87FA5}">
      <dgm:prSet/>
      <dgm:spPr/>
      <dgm:t>
        <a:bodyPr/>
        <a:lstStyle/>
        <a:p>
          <a:endParaRPr lang="en-US"/>
        </a:p>
      </dgm:t>
    </dgm:pt>
    <dgm:pt modelId="{6418F46F-81E8-48AE-BA96-CF3B0ECFFAA0}" type="sibTrans" cxnId="{85B2206F-A094-4915-A012-B70470E87FA5}">
      <dgm:prSet/>
      <dgm:spPr/>
      <dgm:t>
        <a:bodyPr/>
        <a:lstStyle/>
        <a:p>
          <a:endParaRPr lang="en-US"/>
        </a:p>
      </dgm:t>
    </dgm:pt>
    <dgm:pt modelId="{19573358-0231-45F9-BE2A-077727F94837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Modeling</a:t>
          </a:r>
        </a:p>
      </dgm:t>
    </dgm:pt>
    <dgm:pt modelId="{1A7EA99B-881B-4D74-A8F4-3FAB60083D2B}" type="parTrans" cxnId="{143B056F-A691-48C9-A9AC-2DEC7AE79EF0}">
      <dgm:prSet/>
      <dgm:spPr/>
      <dgm:t>
        <a:bodyPr/>
        <a:lstStyle/>
        <a:p>
          <a:endParaRPr lang="en-US"/>
        </a:p>
      </dgm:t>
    </dgm:pt>
    <dgm:pt modelId="{D1F64A61-D391-43A8-BBAB-0E3D1BAE2C05}" type="sibTrans" cxnId="{143B056F-A691-48C9-A9AC-2DEC7AE79EF0}">
      <dgm:prSet/>
      <dgm:spPr/>
      <dgm:t>
        <a:bodyPr/>
        <a:lstStyle/>
        <a:p>
          <a:endParaRPr lang="en-US"/>
        </a:p>
      </dgm:t>
    </dgm:pt>
    <dgm:pt modelId="{42FD0323-7F45-4D7E-89CE-78DEC09A353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 Deployment</a:t>
          </a:r>
        </a:p>
      </dgm:t>
    </dgm:pt>
    <dgm:pt modelId="{AB49C39F-9A1B-42E4-9FF7-7BDBA0082BC7}" type="parTrans" cxnId="{38BF793E-102A-4129-8550-D605778BC1F3}">
      <dgm:prSet/>
      <dgm:spPr/>
      <dgm:t>
        <a:bodyPr/>
        <a:lstStyle/>
        <a:p>
          <a:endParaRPr lang="en-US"/>
        </a:p>
      </dgm:t>
    </dgm:pt>
    <dgm:pt modelId="{6F40F958-A147-4A82-AE45-5FB72264440E}" type="sibTrans" cxnId="{38BF793E-102A-4129-8550-D605778BC1F3}">
      <dgm:prSet/>
      <dgm:spPr/>
      <dgm:t>
        <a:bodyPr/>
        <a:lstStyle/>
        <a:p>
          <a:endParaRPr lang="en-US"/>
        </a:p>
      </dgm:t>
    </dgm:pt>
    <dgm:pt modelId="{CC8928B4-FB4E-4B38-8AA9-41E6752BB97C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Communication of Results</a:t>
          </a:r>
        </a:p>
      </dgm:t>
    </dgm:pt>
    <dgm:pt modelId="{4DD891A0-B7B3-4A8C-862B-E889B6E4D6C3}" type="parTrans" cxnId="{C9303196-A9CC-4DB6-A844-E7B5B544C747}">
      <dgm:prSet/>
      <dgm:spPr/>
      <dgm:t>
        <a:bodyPr/>
        <a:lstStyle/>
        <a:p>
          <a:endParaRPr lang="en-US"/>
        </a:p>
      </dgm:t>
    </dgm:pt>
    <dgm:pt modelId="{62D6DA19-CA93-471D-A92B-0889336A8826}" type="sibTrans" cxnId="{C9303196-A9CC-4DB6-A844-E7B5B544C747}">
      <dgm:prSet/>
      <dgm:spPr/>
      <dgm:t>
        <a:bodyPr/>
        <a:lstStyle/>
        <a:p>
          <a:endParaRPr lang="en-US"/>
        </a:p>
      </dgm:t>
    </dgm:pt>
    <dgm:pt modelId="{A3B39588-BC15-4E97-943B-D3F0E04EA07D}" type="pres">
      <dgm:prSet presAssocID="{7F5BBC8A-976A-45B2-9204-36BF520D6C61}" presName="Name0" presStyleCnt="0">
        <dgm:presLayoutVars>
          <dgm:dir/>
          <dgm:resizeHandles val="exact"/>
        </dgm:presLayoutVars>
      </dgm:prSet>
      <dgm:spPr/>
    </dgm:pt>
    <dgm:pt modelId="{C581CBBE-8A3A-40D7-B45D-BE81C9C38243}" type="pres">
      <dgm:prSet presAssocID="{7F5BBC8A-976A-45B2-9204-36BF520D6C61}" presName="cycle" presStyleCnt="0"/>
      <dgm:spPr/>
    </dgm:pt>
    <dgm:pt modelId="{3E65FDC9-7048-4E13-AEAA-A5A4AB7D4C68}" type="pres">
      <dgm:prSet presAssocID="{2AFD119F-E876-425D-8541-3EF6C816F836}" presName="nodeFirstNode" presStyleLbl="node1" presStyleIdx="0" presStyleCnt="7">
        <dgm:presLayoutVars>
          <dgm:bulletEnabled val="1"/>
        </dgm:presLayoutVars>
      </dgm:prSet>
      <dgm:spPr/>
    </dgm:pt>
    <dgm:pt modelId="{380C38CD-2542-4DE8-9AA8-748AFBC3FDB7}" type="pres">
      <dgm:prSet presAssocID="{2DD7910D-AEF3-4D9E-9686-26269E8045DC}" presName="sibTransFirstNode" presStyleLbl="bgShp" presStyleIdx="0" presStyleCnt="1"/>
      <dgm:spPr/>
    </dgm:pt>
    <dgm:pt modelId="{B1DF61ED-43A9-472A-A1BB-DADE9EA140EC}" type="pres">
      <dgm:prSet presAssocID="{659AC76F-D527-4D7C-8D00-6F7317C75B8F}" presName="nodeFollowingNodes" presStyleLbl="node1" presStyleIdx="1" presStyleCnt="7">
        <dgm:presLayoutVars>
          <dgm:bulletEnabled val="1"/>
        </dgm:presLayoutVars>
      </dgm:prSet>
      <dgm:spPr/>
    </dgm:pt>
    <dgm:pt modelId="{09C13C07-3504-4A6A-AA3B-0F69B9C39F29}" type="pres">
      <dgm:prSet presAssocID="{ED37B1AC-4AEA-4D64-A0A0-B2A592F97081}" presName="nodeFollowingNodes" presStyleLbl="node1" presStyleIdx="2" presStyleCnt="7">
        <dgm:presLayoutVars>
          <dgm:bulletEnabled val="1"/>
        </dgm:presLayoutVars>
      </dgm:prSet>
      <dgm:spPr/>
    </dgm:pt>
    <dgm:pt modelId="{5AF88686-D3C0-4F1E-AFD8-52C3AC4F6668}" type="pres">
      <dgm:prSet presAssocID="{7E4202A9-95E5-4D47-8D49-C2A1C93C0C95}" presName="nodeFollowingNodes" presStyleLbl="node1" presStyleIdx="3" presStyleCnt="7">
        <dgm:presLayoutVars>
          <dgm:bulletEnabled val="1"/>
        </dgm:presLayoutVars>
      </dgm:prSet>
      <dgm:spPr/>
    </dgm:pt>
    <dgm:pt modelId="{9FEBECDC-602F-4F63-A7D0-146002ACBE28}" type="pres">
      <dgm:prSet presAssocID="{19573358-0231-45F9-BE2A-077727F94837}" presName="nodeFollowingNodes" presStyleLbl="node1" presStyleIdx="4" presStyleCnt="7">
        <dgm:presLayoutVars>
          <dgm:bulletEnabled val="1"/>
        </dgm:presLayoutVars>
      </dgm:prSet>
      <dgm:spPr/>
    </dgm:pt>
    <dgm:pt modelId="{B83A8E8C-60CA-480D-BA60-FDBB04FF6553}" type="pres">
      <dgm:prSet presAssocID="{42FD0323-7F45-4D7E-89CE-78DEC09A3531}" presName="nodeFollowingNodes" presStyleLbl="node1" presStyleIdx="5" presStyleCnt="7">
        <dgm:presLayoutVars>
          <dgm:bulletEnabled val="1"/>
        </dgm:presLayoutVars>
      </dgm:prSet>
      <dgm:spPr/>
    </dgm:pt>
    <dgm:pt modelId="{A29FD839-31F0-44CB-8A81-31DC3BAF0CF8}" type="pres">
      <dgm:prSet presAssocID="{CC8928B4-FB4E-4B38-8AA9-41E6752BB97C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6A422000-70E7-4008-A449-AAEF2FC045A2}" type="presOf" srcId="{ED37B1AC-4AEA-4D64-A0A0-B2A592F97081}" destId="{09C13C07-3504-4A6A-AA3B-0F69B9C39F29}" srcOrd="0" destOrd="0" presId="urn:microsoft.com/office/officeart/2005/8/layout/cycle3"/>
    <dgm:cxn modelId="{808F9A03-17A8-410C-849E-3D2FDDA73DA1}" type="presOf" srcId="{19573358-0231-45F9-BE2A-077727F94837}" destId="{9FEBECDC-602F-4F63-A7D0-146002ACBE28}" srcOrd="0" destOrd="0" presId="urn:microsoft.com/office/officeart/2005/8/layout/cycle3"/>
    <dgm:cxn modelId="{DCEB1306-CB85-429F-BFAC-9FDDDD3949BC}" srcId="{7F5BBC8A-976A-45B2-9204-36BF520D6C61}" destId="{ED37B1AC-4AEA-4D64-A0A0-B2A592F97081}" srcOrd="2" destOrd="0" parTransId="{2B8A5393-C0F8-428B-9CFE-1A7DEA135424}" sibTransId="{DC56E9D0-2180-42B4-A2D0-CF173CFA07BC}"/>
    <dgm:cxn modelId="{7EF5B112-8DD0-465B-ACFF-0C8224DE6B7D}" srcId="{7F5BBC8A-976A-45B2-9204-36BF520D6C61}" destId="{2AFD119F-E876-425D-8541-3EF6C816F836}" srcOrd="0" destOrd="0" parTransId="{27681E74-0E2D-4F3D-8AC4-1ED2541A65D4}" sibTransId="{2DD7910D-AEF3-4D9E-9686-26269E8045DC}"/>
    <dgm:cxn modelId="{6BD42918-A7DD-4BD0-847A-173D8BB8E42A}" srcId="{7F5BBC8A-976A-45B2-9204-36BF520D6C61}" destId="{659AC76F-D527-4D7C-8D00-6F7317C75B8F}" srcOrd="1" destOrd="0" parTransId="{BA0598EE-C176-42E6-8FF2-2A0DC99717B4}" sibTransId="{C3630CEF-84E3-4EB7-8985-F28B8460E0E3}"/>
    <dgm:cxn modelId="{B8BEDA30-E92E-4982-B193-83BCAB783964}" type="presOf" srcId="{2DD7910D-AEF3-4D9E-9686-26269E8045DC}" destId="{380C38CD-2542-4DE8-9AA8-748AFBC3FDB7}" srcOrd="0" destOrd="0" presId="urn:microsoft.com/office/officeart/2005/8/layout/cycle3"/>
    <dgm:cxn modelId="{589EBC31-DE6F-414E-9303-2EC1D0D0FC6C}" type="presOf" srcId="{659AC76F-D527-4D7C-8D00-6F7317C75B8F}" destId="{B1DF61ED-43A9-472A-A1BB-DADE9EA140EC}" srcOrd="0" destOrd="0" presId="urn:microsoft.com/office/officeart/2005/8/layout/cycle3"/>
    <dgm:cxn modelId="{38BF793E-102A-4129-8550-D605778BC1F3}" srcId="{7F5BBC8A-976A-45B2-9204-36BF520D6C61}" destId="{42FD0323-7F45-4D7E-89CE-78DEC09A3531}" srcOrd="5" destOrd="0" parTransId="{AB49C39F-9A1B-42E4-9FF7-7BDBA0082BC7}" sibTransId="{6F40F958-A147-4A82-AE45-5FB72264440E}"/>
    <dgm:cxn modelId="{143B056F-A691-48C9-A9AC-2DEC7AE79EF0}" srcId="{7F5BBC8A-976A-45B2-9204-36BF520D6C61}" destId="{19573358-0231-45F9-BE2A-077727F94837}" srcOrd="4" destOrd="0" parTransId="{1A7EA99B-881B-4D74-A8F4-3FAB60083D2B}" sibTransId="{D1F64A61-D391-43A8-BBAB-0E3D1BAE2C05}"/>
    <dgm:cxn modelId="{85B2206F-A094-4915-A012-B70470E87FA5}" srcId="{7F5BBC8A-976A-45B2-9204-36BF520D6C61}" destId="{7E4202A9-95E5-4D47-8D49-C2A1C93C0C95}" srcOrd="3" destOrd="0" parTransId="{9EC19357-42A1-4474-8016-A4FCE3EE1A1F}" sibTransId="{6418F46F-81E8-48AE-BA96-CF3B0ECFFAA0}"/>
    <dgm:cxn modelId="{5E6A9576-75DA-4C72-A141-554E8159E17F}" type="presOf" srcId="{7E4202A9-95E5-4D47-8D49-C2A1C93C0C95}" destId="{5AF88686-D3C0-4F1E-AFD8-52C3AC4F6668}" srcOrd="0" destOrd="0" presId="urn:microsoft.com/office/officeart/2005/8/layout/cycle3"/>
    <dgm:cxn modelId="{5A80BD59-E25C-45E2-8D55-144E5ED9D3D9}" type="presOf" srcId="{2AFD119F-E876-425D-8541-3EF6C816F836}" destId="{3E65FDC9-7048-4E13-AEAA-A5A4AB7D4C68}" srcOrd="0" destOrd="0" presId="urn:microsoft.com/office/officeart/2005/8/layout/cycle3"/>
    <dgm:cxn modelId="{C9303196-A9CC-4DB6-A844-E7B5B544C747}" srcId="{7F5BBC8A-976A-45B2-9204-36BF520D6C61}" destId="{CC8928B4-FB4E-4B38-8AA9-41E6752BB97C}" srcOrd="6" destOrd="0" parTransId="{4DD891A0-B7B3-4A8C-862B-E889B6E4D6C3}" sibTransId="{62D6DA19-CA93-471D-A92B-0889336A8826}"/>
    <dgm:cxn modelId="{C6E81597-CD09-4B88-9891-12EE8333BE4C}" type="presOf" srcId="{CC8928B4-FB4E-4B38-8AA9-41E6752BB97C}" destId="{A29FD839-31F0-44CB-8A81-31DC3BAF0CF8}" srcOrd="0" destOrd="0" presId="urn:microsoft.com/office/officeart/2005/8/layout/cycle3"/>
    <dgm:cxn modelId="{3EF069B5-F21F-4DFE-96FD-EF6232097D56}" type="presOf" srcId="{42FD0323-7F45-4D7E-89CE-78DEC09A3531}" destId="{B83A8E8C-60CA-480D-BA60-FDBB04FF6553}" srcOrd="0" destOrd="0" presId="urn:microsoft.com/office/officeart/2005/8/layout/cycle3"/>
    <dgm:cxn modelId="{C16918DB-8CE8-48FF-A967-6134F2A3140F}" type="presOf" srcId="{7F5BBC8A-976A-45B2-9204-36BF520D6C61}" destId="{A3B39588-BC15-4E97-943B-D3F0E04EA07D}" srcOrd="0" destOrd="0" presId="urn:microsoft.com/office/officeart/2005/8/layout/cycle3"/>
    <dgm:cxn modelId="{72667417-7BC6-412F-B07B-3870FAB5B341}" type="presParOf" srcId="{A3B39588-BC15-4E97-943B-D3F0E04EA07D}" destId="{C581CBBE-8A3A-40D7-B45D-BE81C9C38243}" srcOrd="0" destOrd="0" presId="urn:microsoft.com/office/officeart/2005/8/layout/cycle3"/>
    <dgm:cxn modelId="{4E7D23DD-C9A6-46E0-B327-06458FCF26E7}" type="presParOf" srcId="{C581CBBE-8A3A-40D7-B45D-BE81C9C38243}" destId="{3E65FDC9-7048-4E13-AEAA-A5A4AB7D4C68}" srcOrd="0" destOrd="0" presId="urn:microsoft.com/office/officeart/2005/8/layout/cycle3"/>
    <dgm:cxn modelId="{89CD056C-15C2-4D7B-9176-3C9F1105D919}" type="presParOf" srcId="{C581CBBE-8A3A-40D7-B45D-BE81C9C38243}" destId="{380C38CD-2542-4DE8-9AA8-748AFBC3FDB7}" srcOrd="1" destOrd="0" presId="urn:microsoft.com/office/officeart/2005/8/layout/cycle3"/>
    <dgm:cxn modelId="{5782FB8B-E0E6-4623-9D3A-5F9F7DD22F3A}" type="presParOf" srcId="{C581CBBE-8A3A-40D7-B45D-BE81C9C38243}" destId="{B1DF61ED-43A9-472A-A1BB-DADE9EA140EC}" srcOrd="2" destOrd="0" presId="urn:microsoft.com/office/officeart/2005/8/layout/cycle3"/>
    <dgm:cxn modelId="{A05A8EE1-7BF6-4C21-A133-5B40D6608DBD}" type="presParOf" srcId="{C581CBBE-8A3A-40D7-B45D-BE81C9C38243}" destId="{09C13C07-3504-4A6A-AA3B-0F69B9C39F29}" srcOrd="3" destOrd="0" presId="urn:microsoft.com/office/officeart/2005/8/layout/cycle3"/>
    <dgm:cxn modelId="{FA7029D0-DB7E-4797-A75F-9A07B5E63388}" type="presParOf" srcId="{C581CBBE-8A3A-40D7-B45D-BE81C9C38243}" destId="{5AF88686-D3C0-4F1E-AFD8-52C3AC4F6668}" srcOrd="4" destOrd="0" presId="urn:microsoft.com/office/officeart/2005/8/layout/cycle3"/>
    <dgm:cxn modelId="{2DE69C47-B066-4F51-B6DA-34C5FA48CDAC}" type="presParOf" srcId="{C581CBBE-8A3A-40D7-B45D-BE81C9C38243}" destId="{9FEBECDC-602F-4F63-A7D0-146002ACBE28}" srcOrd="5" destOrd="0" presId="urn:microsoft.com/office/officeart/2005/8/layout/cycle3"/>
    <dgm:cxn modelId="{F2A155DC-910B-45D5-890F-D9272DCBC8FC}" type="presParOf" srcId="{C581CBBE-8A3A-40D7-B45D-BE81C9C38243}" destId="{B83A8E8C-60CA-480D-BA60-FDBB04FF6553}" srcOrd="6" destOrd="0" presId="urn:microsoft.com/office/officeart/2005/8/layout/cycle3"/>
    <dgm:cxn modelId="{AE3F9C8E-5BB2-4CE2-A4C4-31BA212D7C7C}" type="presParOf" srcId="{C581CBBE-8A3A-40D7-B45D-BE81C9C38243}" destId="{A29FD839-31F0-44CB-8A81-31DC3BAF0CF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F5BBC8A-976A-45B2-9204-36BF520D6C61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FD119F-E876-425D-8541-3EF6C816F836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Problem Identification</a:t>
          </a:r>
        </a:p>
      </dgm:t>
    </dgm:pt>
    <dgm:pt modelId="{27681E74-0E2D-4F3D-8AC4-1ED2541A65D4}" type="parTrans" cxnId="{7EF5B112-8DD0-465B-ACFF-0C8224DE6B7D}">
      <dgm:prSet/>
      <dgm:spPr/>
      <dgm:t>
        <a:bodyPr/>
        <a:lstStyle/>
        <a:p>
          <a:endParaRPr lang="en-US"/>
        </a:p>
      </dgm:t>
    </dgm:pt>
    <dgm:pt modelId="{2DD7910D-AEF3-4D9E-9686-26269E8045DC}" type="sibTrans" cxnId="{7EF5B112-8DD0-465B-ACFF-0C8224DE6B7D}">
      <dgm:prSet/>
      <dgm:spPr/>
      <dgm:t>
        <a:bodyPr/>
        <a:lstStyle/>
        <a:p>
          <a:endParaRPr lang="en-US"/>
        </a:p>
      </dgm:t>
    </dgm:pt>
    <dgm:pt modelId="{659AC76F-D527-4D7C-8D00-6F7317C75B8F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Data Collection</a:t>
          </a:r>
        </a:p>
      </dgm:t>
    </dgm:pt>
    <dgm:pt modelId="{BA0598EE-C176-42E6-8FF2-2A0DC99717B4}" type="parTrans" cxnId="{6BD42918-A7DD-4BD0-847A-173D8BB8E42A}">
      <dgm:prSet/>
      <dgm:spPr/>
      <dgm:t>
        <a:bodyPr/>
        <a:lstStyle/>
        <a:p>
          <a:endParaRPr lang="en-US"/>
        </a:p>
      </dgm:t>
    </dgm:pt>
    <dgm:pt modelId="{C3630CEF-84E3-4EB7-8985-F28B8460E0E3}" type="sibTrans" cxnId="{6BD42918-A7DD-4BD0-847A-173D8BB8E42A}">
      <dgm:prSet/>
      <dgm:spPr/>
      <dgm:t>
        <a:bodyPr/>
        <a:lstStyle/>
        <a:p>
          <a:endParaRPr lang="en-US"/>
        </a:p>
      </dgm:t>
    </dgm:pt>
    <dgm:pt modelId="{ED37B1AC-4AEA-4D64-A0A0-B2A592F9708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Preprocessing</a:t>
          </a:r>
        </a:p>
      </dgm:t>
    </dgm:pt>
    <dgm:pt modelId="{2B8A5393-C0F8-428B-9CFE-1A7DEA135424}" type="parTrans" cxnId="{DCEB1306-CB85-429F-BFAC-9FDDDD3949BC}">
      <dgm:prSet/>
      <dgm:spPr/>
      <dgm:t>
        <a:bodyPr/>
        <a:lstStyle/>
        <a:p>
          <a:endParaRPr lang="en-US"/>
        </a:p>
      </dgm:t>
    </dgm:pt>
    <dgm:pt modelId="{DC56E9D0-2180-42B4-A2D0-CF173CFA07BC}" type="sibTrans" cxnId="{DCEB1306-CB85-429F-BFAC-9FDDDD3949BC}">
      <dgm:prSet/>
      <dgm:spPr/>
      <dgm:t>
        <a:bodyPr/>
        <a:lstStyle/>
        <a:p>
          <a:endParaRPr lang="en-US"/>
        </a:p>
      </dgm:t>
    </dgm:pt>
    <dgm:pt modelId="{7E4202A9-95E5-4D47-8D49-C2A1C93C0C95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Exploratory Data Analysis</a:t>
          </a:r>
        </a:p>
      </dgm:t>
    </dgm:pt>
    <dgm:pt modelId="{9EC19357-42A1-4474-8016-A4FCE3EE1A1F}" type="parTrans" cxnId="{85B2206F-A094-4915-A012-B70470E87FA5}">
      <dgm:prSet/>
      <dgm:spPr/>
      <dgm:t>
        <a:bodyPr/>
        <a:lstStyle/>
        <a:p>
          <a:endParaRPr lang="en-US"/>
        </a:p>
      </dgm:t>
    </dgm:pt>
    <dgm:pt modelId="{6418F46F-81E8-48AE-BA96-CF3B0ECFFAA0}" type="sibTrans" cxnId="{85B2206F-A094-4915-A012-B70470E87FA5}">
      <dgm:prSet/>
      <dgm:spPr/>
      <dgm:t>
        <a:bodyPr/>
        <a:lstStyle/>
        <a:p>
          <a:endParaRPr lang="en-US"/>
        </a:p>
      </dgm:t>
    </dgm:pt>
    <dgm:pt modelId="{19573358-0231-45F9-BE2A-077727F94837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Modeling</a:t>
          </a:r>
        </a:p>
      </dgm:t>
    </dgm:pt>
    <dgm:pt modelId="{1A7EA99B-881B-4D74-A8F4-3FAB60083D2B}" type="parTrans" cxnId="{143B056F-A691-48C9-A9AC-2DEC7AE79EF0}">
      <dgm:prSet/>
      <dgm:spPr/>
      <dgm:t>
        <a:bodyPr/>
        <a:lstStyle/>
        <a:p>
          <a:endParaRPr lang="en-US"/>
        </a:p>
      </dgm:t>
    </dgm:pt>
    <dgm:pt modelId="{D1F64A61-D391-43A8-BBAB-0E3D1BAE2C05}" type="sibTrans" cxnId="{143B056F-A691-48C9-A9AC-2DEC7AE79EF0}">
      <dgm:prSet/>
      <dgm:spPr/>
      <dgm:t>
        <a:bodyPr/>
        <a:lstStyle/>
        <a:p>
          <a:endParaRPr lang="en-US"/>
        </a:p>
      </dgm:t>
    </dgm:pt>
    <dgm:pt modelId="{42FD0323-7F45-4D7E-89CE-78DEC09A353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 Deployment</a:t>
          </a:r>
        </a:p>
      </dgm:t>
    </dgm:pt>
    <dgm:pt modelId="{AB49C39F-9A1B-42E4-9FF7-7BDBA0082BC7}" type="parTrans" cxnId="{38BF793E-102A-4129-8550-D605778BC1F3}">
      <dgm:prSet/>
      <dgm:spPr/>
      <dgm:t>
        <a:bodyPr/>
        <a:lstStyle/>
        <a:p>
          <a:endParaRPr lang="en-US"/>
        </a:p>
      </dgm:t>
    </dgm:pt>
    <dgm:pt modelId="{6F40F958-A147-4A82-AE45-5FB72264440E}" type="sibTrans" cxnId="{38BF793E-102A-4129-8550-D605778BC1F3}">
      <dgm:prSet/>
      <dgm:spPr/>
      <dgm:t>
        <a:bodyPr/>
        <a:lstStyle/>
        <a:p>
          <a:endParaRPr lang="en-US"/>
        </a:p>
      </dgm:t>
    </dgm:pt>
    <dgm:pt modelId="{CC8928B4-FB4E-4B38-8AA9-41E6752BB97C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Communication of Results</a:t>
          </a:r>
        </a:p>
      </dgm:t>
    </dgm:pt>
    <dgm:pt modelId="{4DD891A0-B7B3-4A8C-862B-E889B6E4D6C3}" type="parTrans" cxnId="{C9303196-A9CC-4DB6-A844-E7B5B544C747}">
      <dgm:prSet/>
      <dgm:spPr/>
      <dgm:t>
        <a:bodyPr/>
        <a:lstStyle/>
        <a:p>
          <a:endParaRPr lang="en-US"/>
        </a:p>
      </dgm:t>
    </dgm:pt>
    <dgm:pt modelId="{62D6DA19-CA93-471D-A92B-0889336A8826}" type="sibTrans" cxnId="{C9303196-A9CC-4DB6-A844-E7B5B544C747}">
      <dgm:prSet/>
      <dgm:spPr/>
      <dgm:t>
        <a:bodyPr/>
        <a:lstStyle/>
        <a:p>
          <a:endParaRPr lang="en-US"/>
        </a:p>
      </dgm:t>
    </dgm:pt>
    <dgm:pt modelId="{A3B39588-BC15-4E97-943B-D3F0E04EA07D}" type="pres">
      <dgm:prSet presAssocID="{7F5BBC8A-976A-45B2-9204-36BF520D6C61}" presName="Name0" presStyleCnt="0">
        <dgm:presLayoutVars>
          <dgm:dir/>
          <dgm:resizeHandles val="exact"/>
        </dgm:presLayoutVars>
      </dgm:prSet>
      <dgm:spPr/>
    </dgm:pt>
    <dgm:pt modelId="{C581CBBE-8A3A-40D7-B45D-BE81C9C38243}" type="pres">
      <dgm:prSet presAssocID="{7F5BBC8A-976A-45B2-9204-36BF520D6C61}" presName="cycle" presStyleCnt="0"/>
      <dgm:spPr/>
    </dgm:pt>
    <dgm:pt modelId="{3E65FDC9-7048-4E13-AEAA-A5A4AB7D4C68}" type="pres">
      <dgm:prSet presAssocID="{2AFD119F-E876-425D-8541-3EF6C816F836}" presName="nodeFirstNode" presStyleLbl="node1" presStyleIdx="0" presStyleCnt="7">
        <dgm:presLayoutVars>
          <dgm:bulletEnabled val="1"/>
        </dgm:presLayoutVars>
      </dgm:prSet>
      <dgm:spPr/>
    </dgm:pt>
    <dgm:pt modelId="{380C38CD-2542-4DE8-9AA8-748AFBC3FDB7}" type="pres">
      <dgm:prSet presAssocID="{2DD7910D-AEF3-4D9E-9686-26269E8045DC}" presName="sibTransFirstNode" presStyleLbl="bgShp" presStyleIdx="0" presStyleCnt="1"/>
      <dgm:spPr/>
    </dgm:pt>
    <dgm:pt modelId="{B1DF61ED-43A9-472A-A1BB-DADE9EA140EC}" type="pres">
      <dgm:prSet presAssocID="{659AC76F-D527-4D7C-8D00-6F7317C75B8F}" presName="nodeFollowingNodes" presStyleLbl="node1" presStyleIdx="1" presStyleCnt="7">
        <dgm:presLayoutVars>
          <dgm:bulletEnabled val="1"/>
        </dgm:presLayoutVars>
      </dgm:prSet>
      <dgm:spPr/>
    </dgm:pt>
    <dgm:pt modelId="{09C13C07-3504-4A6A-AA3B-0F69B9C39F29}" type="pres">
      <dgm:prSet presAssocID="{ED37B1AC-4AEA-4D64-A0A0-B2A592F97081}" presName="nodeFollowingNodes" presStyleLbl="node1" presStyleIdx="2" presStyleCnt="7">
        <dgm:presLayoutVars>
          <dgm:bulletEnabled val="1"/>
        </dgm:presLayoutVars>
      </dgm:prSet>
      <dgm:spPr/>
    </dgm:pt>
    <dgm:pt modelId="{5AF88686-D3C0-4F1E-AFD8-52C3AC4F6668}" type="pres">
      <dgm:prSet presAssocID="{7E4202A9-95E5-4D47-8D49-C2A1C93C0C95}" presName="nodeFollowingNodes" presStyleLbl="node1" presStyleIdx="3" presStyleCnt="7">
        <dgm:presLayoutVars>
          <dgm:bulletEnabled val="1"/>
        </dgm:presLayoutVars>
      </dgm:prSet>
      <dgm:spPr/>
    </dgm:pt>
    <dgm:pt modelId="{9FEBECDC-602F-4F63-A7D0-146002ACBE28}" type="pres">
      <dgm:prSet presAssocID="{19573358-0231-45F9-BE2A-077727F94837}" presName="nodeFollowingNodes" presStyleLbl="node1" presStyleIdx="4" presStyleCnt="7">
        <dgm:presLayoutVars>
          <dgm:bulletEnabled val="1"/>
        </dgm:presLayoutVars>
      </dgm:prSet>
      <dgm:spPr/>
    </dgm:pt>
    <dgm:pt modelId="{B83A8E8C-60CA-480D-BA60-FDBB04FF6553}" type="pres">
      <dgm:prSet presAssocID="{42FD0323-7F45-4D7E-89CE-78DEC09A3531}" presName="nodeFollowingNodes" presStyleLbl="node1" presStyleIdx="5" presStyleCnt="7">
        <dgm:presLayoutVars>
          <dgm:bulletEnabled val="1"/>
        </dgm:presLayoutVars>
      </dgm:prSet>
      <dgm:spPr/>
    </dgm:pt>
    <dgm:pt modelId="{A29FD839-31F0-44CB-8A81-31DC3BAF0CF8}" type="pres">
      <dgm:prSet presAssocID="{CC8928B4-FB4E-4B38-8AA9-41E6752BB97C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6A422000-70E7-4008-A449-AAEF2FC045A2}" type="presOf" srcId="{ED37B1AC-4AEA-4D64-A0A0-B2A592F97081}" destId="{09C13C07-3504-4A6A-AA3B-0F69B9C39F29}" srcOrd="0" destOrd="0" presId="urn:microsoft.com/office/officeart/2005/8/layout/cycle3"/>
    <dgm:cxn modelId="{808F9A03-17A8-410C-849E-3D2FDDA73DA1}" type="presOf" srcId="{19573358-0231-45F9-BE2A-077727F94837}" destId="{9FEBECDC-602F-4F63-A7D0-146002ACBE28}" srcOrd="0" destOrd="0" presId="urn:microsoft.com/office/officeart/2005/8/layout/cycle3"/>
    <dgm:cxn modelId="{DCEB1306-CB85-429F-BFAC-9FDDDD3949BC}" srcId="{7F5BBC8A-976A-45B2-9204-36BF520D6C61}" destId="{ED37B1AC-4AEA-4D64-A0A0-B2A592F97081}" srcOrd="2" destOrd="0" parTransId="{2B8A5393-C0F8-428B-9CFE-1A7DEA135424}" sibTransId="{DC56E9D0-2180-42B4-A2D0-CF173CFA07BC}"/>
    <dgm:cxn modelId="{7EF5B112-8DD0-465B-ACFF-0C8224DE6B7D}" srcId="{7F5BBC8A-976A-45B2-9204-36BF520D6C61}" destId="{2AFD119F-E876-425D-8541-3EF6C816F836}" srcOrd="0" destOrd="0" parTransId="{27681E74-0E2D-4F3D-8AC4-1ED2541A65D4}" sibTransId="{2DD7910D-AEF3-4D9E-9686-26269E8045DC}"/>
    <dgm:cxn modelId="{6BD42918-A7DD-4BD0-847A-173D8BB8E42A}" srcId="{7F5BBC8A-976A-45B2-9204-36BF520D6C61}" destId="{659AC76F-D527-4D7C-8D00-6F7317C75B8F}" srcOrd="1" destOrd="0" parTransId="{BA0598EE-C176-42E6-8FF2-2A0DC99717B4}" sibTransId="{C3630CEF-84E3-4EB7-8985-F28B8460E0E3}"/>
    <dgm:cxn modelId="{B8BEDA30-E92E-4982-B193-83BCAB783964}" type="presOf" srcId="{2DD7910D-AEF3-4D9E-9686-26269E8045DC}" destId="{380C38CD-2542-4DE8-9AA8-748AFBC3FDB7}" srcOrd="0" destOrd="0" presId="urn:microsoft.com/office/officeart/2005/8/layout/cycle3"/>
    <dgm:cxn modelId="{589EBC31-DE6F-414E-9303-2EC1D0D0FC6C}" type="presOf" srcId="{659AC76F-D527-4D7C-8D00-6F7317C75B8F}" destId="{B1DF61ED-43A9-472A-A1BB-DADE9EA140EC}" srcOrd="0" destOrd="0" presId="urn:microsoft.com/office/officeart/2005/8/layout/cycle3"/>
    <dgm:cxn modelId="{38BF793E-102A-4129-8550-D605778BC1F3}" srcId="{7F5BBC8A-976A-45B2-9204-36BF520D6C61}" destId="{42FD0323-7F45-4D7E-89CE-78DEC09A3531}" srcOrd="5" destOrd="0" parTransId="{AB49C39F-9A1B-42E4-9FF7-7BDBA0082BC7}" sibTransId="{6F40F958-A147-4A82-AE45-5FB72264440E}"/>
    <dgm:cxn modelId="{143B056F-A691-48C9-A9AC-2DEC7AE79EF0}" srcId="{7F5BBC8A-976A-45B2-9204-36BF520D6C61}" destId="{19573358-0231-45F9-BE2A-077727F94837}" srcOrd="4" destOrd="0" parTransId="{1A7EA99B-881B-4D74-A8F4-3FAB60083D2B}" sibTransId="{D1F64A61-D391-43A8-BBAB-0E3D1BAE2C05}"/>
    <dgm:cxn modelId="{85B2206F-A094-4915-A012-B70470E87FA5}" srcId="{7F5BBC8A-976A-45B2-9204-36BF520D6C61}" destId="{7E4202A9-95E5-4D47-8D49-C2A1C93C0C95}" srcOrd="3" destOrd="0" parTransId="{9EC19357-42A1-4474-8016-A4FCE3EE1A1F}" sibTransId="{6418F46F-81E8-48AE-BA96-CF3B0ECFFAA0}"/>
    <dgm:cxn modelId="{5E6A9576-75DA-4C72-A141-554E8159E17F}" type="presOf" srcId="{7E4202A9-95E5-4D47-8D49-C2A1C93C0C95}" destId="{5AF88686-D3C0-4F1E-AFD8-52C3AC4F6668}" srcOrd="0" destOrd="0" presId="urn:microsoft.com/office/officeart/2005/8/layout/cycle3"/>
    <dgm:cxn modelId="{5A80BD59-E25C-45E2-8D55-144E5ED9D3D9}" type="presOf" srcId="{2AFD119F-E876-425D-8541-3EF6C816F836}" destId="{3E65FDC9-7048-4E13-AEAA-A5A4AB7D4C68}" srcOrd="0" destOrd="0" presId="urn:microsoft.com/office/officeart/2005/8/layout/cycle3"/>
    <dgm:cxn modelId="{C9303196-A9CC-4DB6-A844-E7B5B544C747}" srcId="{7F5BBC8A-976A-45B2-9204-36BF520D6C61}" destId="{CC8928B4-FB4E-4B38-8AA9-41E6752BB97C}" srcOrd="6" destOrd="0" parTransId="{4DD891A0-B7B3-4A8C-862B-E889B6E4D6C3}" sibTransId="{62D6DA19-CA93-471D-A92B-0889336A8826}"/>
    <dgm:cxn modelId="{C6E81597-CD09-4B88-9891-12EE8333BE4C}" type="presOf" srcId="{CC8928B4-FB4E-4B38-8AA9-41E6752BB97C}" destId="{A29FD839-31F0-44CB-8A81-31DC3BAF0CF8}" srcOrd="0" destOrd="0" presId="urn:microsoft.com/office/officeart/2005/8/layout/cycle3"/>
    <dgm:cxn modelId="{3EF069B5-F21F-4DFE-96FD-EF6232097D56}" type="presOf" srcId="{42FD0323-7F45-4D7E-89CE-78DEC09A3531}" destId="{B83A8E8C-60CA-480D-BA60-FDBB04FF6553}" srcOrd="0" destOrd="0" presId="urn:microsoft.com/office/officeart/2005/8/layout/cycle3"/>
    <dgm:cxn modelId="{C16918DB-8CE8-48FF-A967-6134F2A3140F}" type="presOf" srcId="{7F5BBC8A-976A-45B2-9204-36BF520D6C61}" destId="{A3B39588-BC15-4E97-943B-D3F0E04EA07D}" srcOrd="0" destOrd="0" presId="urn:microsoft.com/office/officeart/2005/8/layout/cycle3"/>
    <dgm:cxn modelId="{72667417-7BC6-412F-B07B-3870FAB5B341}" type="presParOf" srcId="{A3B39588-BC15-4E97-943B-D3F0E04EA07D}" destId="{C581CBBE-8A3A-40D7-B45D-BE81C9C38243}" srcOrd="0" destOrd="0" presId="urn:microsoft.com/office/officeart/2005/8/layout/cycle3"/>
    <dgm:cxn modelId="{4E7D23DD-C9A6-46E0-B327-06458FCF26E7}" type="presParOf" srcId="{C581CBBE-8A3A-40D7-B45D-BE81C9C38243}" destId="{3E65FDC9-7048-4E13-AEAA-A5A4AB7D4C68}" srcOrd="0" destOrd="0" presId="urn:microsoft.com/office/officeart/2005/8/layout/cycle3"/>
    <dgm:cxn modelId="{89CD056C-15C2-4D7B-9176-3C9F1105D919}" type="presParOf" srcId="{C581CBBE-8A3A-40D7-B45D-BE81C9C38243}" destId="{380C38CD-2542-4DE8-9AA8-748AFBC3FDB7}" srcOrd="1" destOrd="0" presId="urn:microsoft.com/office/officeart/2005/8/layout/cycle3"/>
    <dgm:cxn modelId="{5782FB8B-E0E6-4623-9D3A-5F9F7DD22F3A}" type="presParOf" srcId="{C581CBBE-8A3A-40D7-B45D-BE81C9C38243}" destId="{B1DF61ED-43A9-472A-A1BB-DADE9EA140EC}" srcOrd="2" destOrd="0" presId="urn:microsoft.com/office/officeart/2005/8/layout/cycle3"/>
    <dgm:cxn modelId="{A05A8EE1-7BF6-4C21-A133-5B40D6608DBD}" type="presParOf" srcId="{C581CBBE-8A3A-40D7-B45D-BE81C9C38243}" destId="{09C13C07-3504-4A6A-AA3B-0F69B9C39F29}" srcOrd="3" destOrd="0" presId="urn:microsoft.com/office/officeart/2005/8/layout/cycle3"/>
    <dgm:cxn modelId="{FA7029D0-DB7E-4797-A75F-9A07B5E63388}" type="presParOf" srcId="{C581CBBE-8A3A-40D7-B45D-BE81C9C38243}" destId="{5AF88686-D3C0-4F1E-AFD8-52C3AC4F6668}" srcOrd="4" destOrd="0" presId="urn:microsoft.com/office/officeart/2005/8/layout/cycle3"/>
    <dgm:cxn modelId="{2DE69C47-B066-4F51-B6DA-34C5FA48CDAC}" type="presParOf" srcId="{C581CBBE-8A3A-40D7-B45D-BE81C9C38243}" destId="{9FEBECDC-602F-4F63-A7D0-146002ACBE28}" srcOrd="5" destOrd="0" presId="urn:microsoft.com/office/officeart/2005/8/layout/cycle3"/>
    <dgm:cxn modelId="{F2A155DC-910B-45D5-890F-D9272DCBC8FC}" type="presParOf" srcId="{C581CBBE-8A3A-40D7-B45D-BE81C9C38243}" destId="{B83A8E8C-60CA-480D-BA60-FDBB04FF6553}" srcOrd="6" destOrd="0" presId="urn:microsoft.com/office/officeart/2005/8/layout/cycle3"/>
    <dgm:cxn modelId="{AE3F9C8E-5BB2-4CE2-A4C4-31BA212D7C7C}" type="presParOf" srcId="{C581CBBE-8A3A-40D7-B45D-BE81C9C38243}" destId="{A29FD839-31F0-44CB-8A81-31DC3BAF0CF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F5BBC8A-976A-45B2-9204-36BF520D6C61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FD119F-E876-425D-8541-3EF6C816F836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Problem Identification</a:t>
          </a:r>
        </a:p>
      </dgm:t>
    </dgm:pt>
    <dgm:pt modelId="{27681E74-0E2D-4F3D-8AC4-1ED2541A65D4}" type="parTrans" cxnId="{7EF5B112-8DD0-465B-ACFF-0C8224DE6B7D}">
      <dgm:prSet/>
      <dgm:spPr/>
      <dgm:t>
        <a:bodyPr/>
        <a:lstStyle/>
        <a:p>
          <a:endParaRPr lang="en-US"/>
        </a:p>
      </dgm:t>
    </dgm:pt>
    <dgm:pt modelId="{2DD7910D-AEF3-4D9E-9686-26269E8045DC}" type="sibTrans" cxnId="{7EF5B112-8DD0-465B-ACFF-0C8224DE6B7D}">
      <dgm:prSet/>
      <dgm:spPr/>
      <dgm:t>
        <a:bodyPr/>
        <a:lstStyle/>
        <a:p>
          <a:endParaRPr lang="en-US"/>
        </a:p>
      </dgm:t>
    </dgm:pt>
    <dgm:pt modelId="{659AC76F-D527-4D7C-8D00-6F7317C75B8F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Data Collection</a:t>
          </a:r>
        </a:p>
      </dgm:t>
    </dgm:pt>
    <dgm:pt modelId="{BA0598EE-C176-42E6-8FF2-2A0DC99717B4}" type="parTrans" cxnId="{6BD42918-A7DD-4BD0-847A-173D8BB8E42A}">
      <dgm:prSet/>
      <dgm:spPr/>
      <dgm:t>
        <a:bodyPr/>
        <a:lstStyle/>
        <a:p>
          <a:endParaRPr lang="en-US"/>
        </a:p>
      </dgm:t>
    </dgm:pt>
    <dgm:pt modelId="{C3630CEF-84E3-4EB7-8985-F28B8460E0E3}" type="sibTrans" cxnId="{6BD42918-A7DD-4BD0-847A-173D8BB8E42A}">
      <dgm:prSet/>
      <dgm:spPr/>
      <dgm:t>
        <a:bodyPr/>
        <a:lstStyle/>
        <a:p>
          <a:endParaRPr lang="en-US"/>
        </a:p>
      </dgm:t>
    </dgm:pt>
    <dgm:pt modelId="{ED37B1AC-4AEA-4D64-A0A0-B2A592F9708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Preprocessing</a:t>
          </a:r>
        </a:p>
      </dgm:t>
    </dgm:pt>
    <dgm:pt modelId="{2B8A5393-C0F8-428B-9CFE-1A7DEA135424}" type="parTrans" cxnId="{DCEB1306-CB85-429F-BFAC-9FDDDD3949BC}">
      <dgm:prSet/>
      <dgm:spPr/>
      <dgm:t>
        <a:bodyPr/>
        <a:lstStyle/>
        <a:p>
          <a:endParaRPr lang="en-US"/>
        </a:p>
      </dgm:t>
    </dgm:pt>
    <dgm:pt modelId="{DC56E9D0-2180-42B4-A2D0-CF173CFA07BC}" type="sibTrans" cxnId="{DCEB1306-CB85-429F-BFAC-9FDDDD3949BC}">
      <dgm:prSet/>
      <dgm:spPr/>
      <dgm:t>
        <a:bodyPr/>
        <a:lstStyle/>
        <a:p>
          <a:endParaRPr lang="en-US"/>
        </a:p>
      </dgm:t>
    </dgm:pt>
    <dgm:pt modelId="{7E4202A9-95E5-4D47-8D49-C2A1C93C0C95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Exploratory Data Analysis</a:t>
          </a:r>
        </a:p>
      </dgm:t>
    </dgm:pt>
    <dgm:pt modelId="{9EC19357-42A1-4474-8016-A4FCE3EE1A1F}" type="parTrans" cxnId="{85B2206F-A094-4915-A012-B70470E87FA5}">
      <dgm:prSet/>
      <dgm:spPr/>
      <dgm:t>
        <a:bodyPr/>
        <a:lstStyle/>
        <a:p>
          <a:endParaRPr lang="en-US"/>
        </a:p>
      </dgm:t>
    </dgm:pt>
    <dgm:pt modelId="{6418F46F-81E8-48AE-BA96-CF3B0ECFFAA0}" type="sibTrans" cxnId="{85B2206F-A094-4915-A012-B70470E87FA5}">
      <dgm:prSet/>
      <dgm:spPr/>
      <dgm:t>
        <a:bodyPr/>
        <a:lstStyle/>
        <a:p>
          <a:endParaRPr lang="en-US"/>
        </a:p>
      </dgm:t>
    </dgm:pt>
    <dgm:pt modelId="{19573358-0231-45F9-BE2A-077727F94837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Modeling</a:t>
          </a:r>
        </a:p>
      </dgm:t>
    </dgm:pt>
    <dgm:pt modelId="{1A7EA99B-881B-4D74-A8F4-3FAB60083D2B}" type="parTrans" cxnId="{143B056F-A691-48C9-A9AC-2DEC7AE79EF0}">
      <dgm:prSet/>
      <dgm:spPr/>
      <dgm:t>
        <a:bodyPr/>
        <a:lstStyle/>
        <a:p>
          <a:endParaRPr lang="en-US"/>
        </a:p>
      </dgm:t>
    </dgm:pt>
    <dgm:pt modelId="{D1F64A61-D391-43A8-BBAB-0E3D1BAE2C05}" type="sibTrans" cxnId="{143B056F-A691-48C9-A9AC-2DEC7AE79EF0}">
      <dgm:prSet/>
      <dgm:spPr/>
      <dgm:t>
        <a:bodyPr/>
        <a:lstStyle/>
        <a:p>
          <a:endParaRPr lang="en-US"/>
        </a:p>
      </dgm:t>
    </dgm:pt>
    <dgm:pt modelId="{42FD0323-7F45-4D7E-89CE-78DEC09A353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 Deployment</a:t>
          </a:r>
        </a:p>
      </dgm:t>
    </dgm:pt>
    <dgm:pt modelId="{AB49C39F-9A1B-42E4-9FF7-7BDBA0082BC7}" type="parTrans" cxnId="{38BF793E-102A-4129-8550-D605778BC1F3}">
      <dgm:prSet/>
      <dgm:spPr/>
      <dgm:t>
        <a:bodyPr/>
        <a:lstStyle/>
        <a:p>
          <a:endParaRPr lang="en-US"/>
        </a:p>
      </dgm:t>
    </dgm:pt>
    <dgm:pt modelId="{6F40F958-A147-4A82-AE45-5FB72264440E}" type="sibTrans" cxnId="{38BF793E-102A-4129-8550-D605778BC1F3}">
      <dgm:prSet/>
      <dgm:spPr/>
      <dgm:t>
        <a:bodyPr/>
        <a:lstStyle/>
        <a:p>
          <a:endParaRPr lang="en-US"/>
        </a:p>
      </dgm:t>
    </dgm:pt>
    <dgm:pt modelId="{CC8928B4-FB4E-4B38-8AA9-41E6752BB97C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Communication of Results</a:t>
          </a:r>
        </a:p>
      </dgm:t>
    </dgm:pt>
    <dgm:pt modelId="{4DD891A0-B7B3-4A8C-862B-E889B6E4D6C3}" type="parTrans" cxnId="{C9303196-A9CC-4DB6-A844-E7B5B544C747}">
      <dgm:prSet/>
      <dgm:spPr/>
      <dgm:t>
        <a:bodyPr/>
        <a:lstStyle/>
        <a:p>
          <a:endParaRPr lang="en-US"/>
        </a:p>
      </dgm:t>
    </dgm:pt>
    <dgm:pt modelId="{62D6DA19-CA93-471D-A92B-0889336A8826}" type="sibTrans" cxnId="{C9303196-A9CC-4DB6-A844-E7B5B544C747}">
      <dgm:prSet/>
      <dgm:spPr/>
      <dgm:t>
        <a:bodyPr/>
        <a:lstStyle/>
        <a:p>
          <a:endParaRPr lang="en-US"/>
        </a:p>
      </dgm:t>
    </dgm:pt>
    <dgm:pt modelId="{A3B39588-BC15-4E97-943B-D3F0E04EA07D}" type="pres">
      <dgm:prSet presAssocID="{7F5BBC8A-976A-45B2-9204-36BF520D6C61}" presName="Name0" presStyleCnt="0">
        <dgm:presLayoutVars>
          <dgm:dir/>
          <dgm:resizeHandles val="exact"/>
        </dgm:presLayoutVars>
      </dgm:prSet>
      <dgm:spPr/>
    </dgm:pt>
    <dgm:pt modelId="{C581CBBE-8A3A-40D7-B45D-BE81C9C38243}" type="pres">
      <dgm:prSet presAssocID="{7F5BBC8A-976A-45B2-9204-36BF520D6C61}" presName="cycle" presStyleCnt="0"/>
      <dgm:spPr/>
    </dgm:pt>
    <dgm:pt modelId="{3E65FDC9-7048-4E13-AEAA-A5A4AB7D4C68}" type="pres">
      <dgm:prSet presAssocID="{2AFD119F-E876-425D-8541-3EF6C816F836}" presName="nodeFirstNode" presStyleLbl="node1" presStyleIdx="0" presStyleCnt="7">
        <dgm:presLayoutVars>
          <dgm:bulletEnabled val="1"/>
        </dgm:presLayoutVars>
      </dgm:prSet>
      <dgm:spPr/>
    </dgm:pt>
    <dgm:pt modelId="{380C38CD-2542-4DE8-9AA8-748AFBC3FDB7}" type="pres">
      <dgm:prSet presAssocID="{2DD7910D-AEF3-4D9E-9686-26269E8045DC}" presName="sibTransFirstNode" presStyleLbl="bgShp" presStyleIdx="0" presStyleCnt="1"/>
      <dgm:spPr/>
    </dgm:pt>
    <dgm:pt modelId="{B1DF61ED-43A9-472A-A1BB-DADE9EA140EC}" type="pres">
      <dgm:prSet presAssocID="{659AC76F-D527-4D7C-8D00-6F7317C75B8F}" presName="nodeFollowingNodes" presStyleLbl="node1" presStyleIdx="1" presStyleCnt="7">
        <dgm:presLayoutVars>
          <dgm:bulletEnabled val="1"/>
        </dgm:presLayoutVars>
      </dgm:prSet>
      <dgm:spPr/>
    </dgm:pt>
    <dgm:pt modelId="{09C13C07-3504-4A6A-AA3B-0F69B9C39F29}" type="pres">
      <dgm:prSet presAssocID="{ED37B1AC-4AEA-4D64-A0A0-B2A592F97081}" presName="nodeFollowingNodes" presStyleLbl="node1" presStyleIdx="2" presStyleCnt="7">
        <dgm:presLayoutVars>
          <dgm:bulletEnabled val="1"/>
        </dgm:presLayoutVars>
      </dgm:prSet>
      <dgm:spPr/>
    </dgm:pt>
    <dgm:pt modelId="{5AF88686-D3C0-4F1E-AFD8-52C3AC4F6668}" type="pres">
      <dgm:prSet presAssocID="{7E4202A9-95E5-4D47-8D49-C2A1C93C0C95}" presName="nodeFollowingNodes" presStyleLbl="node1" presStyleIdx="3" presStyleCnt="7">
        <dgm:presLayoutVars>
          <dgm:bulletEnabled val="1"/>
        </dgm:presLayoutVars>
      </dgm:prSet>
      <dgm:spPr/>
    </dgm:pt>
    <dgm:pt modelId="{9FEBECDC-602F-4F63-A7D0-146002ACBE28}" type="pres">
      <dgm:prSet presAssocID="{19573358-0231-45F9-BE2A-077727F94837}" presName="nodeFollowingNodes" presStyleLbl="node1" presStyleIdx="4" presStyleCnt="7">
        <dgm:presLayoutVars>
          <dgm:bulletEnabled val="1"/>
        </dgm:presLayoutVars>
      </dgm:prSet>
      <dgm:spPr/>
    </dgm:pt>
    <dgm:pt modelId="{B83A8E8C-60CA-480D-BA60-FDBB04FF6553}" type="pres">
      <dgm:prSet presAssocID="{42FD0323-7F45-4D7E-89CE-78DEC09A3531}" presName="nodeFollowingNodes" presStyleLbl="node1" presStyleIdx="5" presStyleCnt="7">
        <dgm:presLayoutVars>
          <dgm:bulletEnabled val="1"/>
        </dgm:presLayoutVars>
      </dgm:prSet>
      <dgm:spPr/>
    </dgm:pt>
    <dgm:pt modelId="{A29FD839-31F0-44CB-8A81-31DC3BAF0CF8}" type="pres">
      <dgm:prSet presAssocID="{CC8928B4-FB4E-4B38-8AA9-41E6752BB97C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6A422000-70E7-4008-A449-AAEF2FC045A2}" type="presOf" srcId="{ED37B1AC-4AEA-4D64-A0A0-B2A592F97081}" destId="{09C13C07-3504-4A6A-AA3B-0F69B9C39F29}" srcOrd="0" destOrd="0" presId="urn:microsoft.com/office/officeart/2005/8/layout/cycle3"/>
    <dgm:cxn modelId="{808F9A03-17A8-410C-849E-3D2FDDA73DA1}" type="presOf" srcId="{19573358-0231-45F9-BE2A-077727F94837}" destId="{9FEBECDC-602F-4F63-A7D0-146002ACBE28}" srcOrd="0" destOrd="0" presId="urn:microsoft.com/office/officeart/2005/8/layout/cycle3"/>
    <dgm:cxn modelId="{DCEB1306-CB85-429F-BFAC-9FDDDD3949BC}" srcId="{7F5BBC8A-976A-45B2-9204-36BF520D6C61}" destId="{ED37B1AC-4AEA-4D64-A0A0-B2A592F97081}" srcOrd="2" destOrd="0" parTransId="{2B8A5393-C0F8-428B-9CFE-1A7DEA135424}" sibTransId="{DC56E9D0-2180-42B4-A2D0-CF173CFA07BC}"/>
    <dgm:cxn modelId="{7EF5B112-8DD0-465B-ACFF-0C8224DE6B7D}" srcId="{7F5BBC8A-976A-45B2-9204-36BF520D6C61}" destId="{2AFD119F-E876-425D-8541-3EF6C816F836}" srcOrd="0" destOrd="0" parTransId="{27681E74-0E2D-4F3D-8AC4-1ED2541A65D4}" sibTransId="{2DD7910D-AEF3-4D9E-9686-26269E8045DC}"/>
    <dgm:cxn modelId="{6BD42918-A7DD-4BD0-847A-173D8BB8E42A}" srcId="{7F5BBC8A-976A-45B2-9204-36BF520D6C61}" destId="{659AC76F-D527-4D7C-8D00-6F7317C75B8F}" srcOrd="1" destOrd="0" parTransId="{BA0598EE-C176-42E6-8FF2-2A0DC99717B4}" sibTransId="{C3630CEF-84E3-4EB7-8985-F28B8460E0E3}"/>
    <dgm:cxn modelId="{B8BEDA30-E92E-4982-B193-83BCAB783964}" type="presOf" srcId="{2DD7910D-AEF3-4D9E-9686-26269E8045DC}" destId="{380C38CD-2542-4DE8-9AA8-748AFBC3FDB7}" srcOrd="0" destOrd="0" presId="urn:microsoft.com/office/officeart/2005/8/layout/cycle3"/>
    <dgm:cxn modelId="{589EBC31-DE6F-414E-9303-2EC1D0D0FC6C}" type="presOf" srcId="{659AC76F-D527-4D7C-8D00-6F7317C75B8F}" destId="{B1DF61ED-43A9-472A-A1BB-DADE9EA140EC}" srcOrd="0" destOrd="0" presId="urn:microsoft.com/office/officeart/2005/8/layout/cycle3"/>
    <dgm:cxn modelId="{38BF793E-102A-4129-8550-D605778BC1F3}" srcId="{7F5BBC8A-976A-45B2-9204-36BF520D6C61}" destId="{42FD0323-7F45-4D7E-89CE-78DEC09A3531}" srcOrd="5" destOrd="0" parTransId="{AB49C39F-9A1B-42E4-9FF7-7BDBA0082BC7}" sibTransId="{6F40F958-A147-4A82-AE45-5FB72264440E}"/>
    <dgm:cxn modelId="{143B056F-A691-48C9-A9AC-2DEC7AE79EF0}" srcId="{7F5BBC8A-976A-45B2-9204-36BF520D6C61}" destId="{19573358-0231-45F9-BE2A-077727F94837}" srcOrd="4" destOrd="0" parTransId="{1A7EA99B-881B-4D74-A8F4-3FAB60083D2B}" sibTransId="{D1F64A61-D391-43A8-BBAB-0E3D1BAE2C05}"/>
    <dgm:cxn modelId="{85B2206F-A094-4915-A012-B70470E87FA5}" srcId="{7F5BBC8A-976A-45B2-9204-36BF520D6C61}" destId="{7E4202A9-95E5-4D47-8D49-C2A1C93C0C95}" srcOrd="3" destOrd="0" parTransId="{9EC19357-42A1-4474-8016-A4FCE3EE1A1F}" sibTransId="{6418F46F-81E8-48AE-BA96-CF3B0ECFFAA0}"/>
    <dgm:cxn modelId="{5E6A9576-75DA-4C72-A141-554E8159E17F}" type="presOf" srcId="{7E4202A9-95E5-4D47-8D49-C2A1C93C0C95}" destId="{5AF88686-D3C0-4F1E-AFD8-52C3AC4F6668}" srcOrd="0" destOrd="0" presId="urn:microsoft.com/office/officeart/2005/8/layout/cycle3"/>
    <dgm:cxn modelId="{5A80BD59-E25C-45E2-8D55-144E5ED9D3D9}" type="presOf" srcId="{2AFD119F-E876-425D-8541-3EF6C816F836}" destId="{3E65FDC9-7048-4E13-AEAA-A5A4AB7D4C68}" srcOrd="0" destOrd="0" presId="urn:microsoft.com/office/officeart/2005/8/layout/cycle3"/>
    <dgm:cxn modelId="{C9303196-A9CC-4DB6-A844-E7B5B544C747}" srcId="{7F5BBC8A-976A-45B2-9204-36BF520D6C61}" destId="{CC8928B4-FB4E-4B38-8AA9-41E6752BB97C}" srcOrd="6" destOrd="0" parTransId="{4DD891A0-B7B3-4A8C-862B-E889B6E4D6C3}" sibTransId="{62D6DA19-CA93-471D-A92B-0889336A8826}"/>
    <dgm:cxn modelId="{C6E81597-CD09-4B88-9891-12EE8333BE4C}" type="presOf" srcId="{CC8928B4-FB4E-4B38-8AA9-41E6752BB97C}" destId="{A29FD839-31F0-44CB-8A81-31DC3BAF0CF8}" srcOrd="0" destOrd="0" presId="urn:microsoft.com/office/officeart/2005/8/layout/cycle3"/>
    <dgm:cxn modelId="{3EF069B5-F21F-4DFE-96FD-EF6232097D56}" type="presOf" srcId="{42FD0323-7F45-4D7E-89CE-78DEC09A3531}" destId="{B83A8E8C-60CA-480D-BA60-FDBB04FF6553}" srcOrd="0" destOrd="0" presId="urn:microsoft.com/office/officeart/2005/8/layout/cycle3"/>
    <dgm:cxn modelId="{C16918DB-8CE8-48FF-A967-6134F2A3140F}" type="presOf" srcId="{7F5BBC8A-976A-45B2-9204-36BF520D6C61}" destId="{A3B39588-BC15-4E97-943B-D3F0E04EA07D}" srcOrd="0" destOrd="0" presId="urn:microsoft.com/office/officeart/2005/8/layout/cycle3"/>
    <dgm:cxn modelId="{72667417-7BC6-412F-B07B-3870FAB5B341}" type="presParOf" srcId="{A3B39588-BC15-4E97-943B-D3F0E04EA07D}" destId="{C581CBBE-8A3A-40D7-B45D-BE81C9C38243}" srcOrd="0" destOrd="0" presId="urn:microsoft.com/office/officeart/2005/8/layout/cycle3"/>
    <dgm:cxn modelId="{4E7D23DD-C9A6-46E0-B327-06458FCF26E7}" type="presParOf" srcId="{C581CBBE-8A3A-40D7-B45D-BE81C9C38243}" destId="{3E65FDC9-7048-4E13-AEAA-A5A4AB7D4C68}" srcOrd="0" destOrd="0" presId="urn:microsoft.com/office/officeart/2005/8/layout/cycle3"/>
    <dgm:cxn modelId="{89CD056C-15C2-4D7B-9176-3C9F1105D919}" type="presParOf" srcId="{C581CBBE-8A3A-40D7-B45D-BE81C9C38243}" destId="{380C38CD-2542-4DE8-9AA8-748AFBC3FDB7}" srcOrd="1" destOrd="0" presId="urn:microsoft.com/office/officeart/2005/8/layout/cycle3"/>
    <dgm:cxn modelId="{5782FB8B-E0E6-4623-9D3A-5F9F7DD22F3A}" type="presParOf" srcId="{C581CBBE-8A3A-40D7-B45D-BE81C9C38243}" destId="{B1DF61ED-43A9-472A-A1BB-DADE9EA140EC}" srcOrd="2" destOrd="0" presId="urn:microsoft.com/office/officeart/2005/8/layout/cycle3"/>
    <dgm:cxn modelId="{A05A8EE1-7BF6-4C21-A133-5B40D6608DBD}" type="presParOf" srcId="{C581CBBE-8A3A-40D7-B45D-BE81C9C38243}" destId="{09C13C07-3504-4A6A-AA3B-0F69B9C39F29}" srcOrd="3" destOrd="0" presId="urn:microsoft.com/office/officeart/2005/8/layout/cycle3"/>
    <dgm:cxn modelId="{FA7029D0-DB7E-4797-A75F-9A07B5E63388}" type="presParOf" srcId="{C581CBBE-8A3A-40D7-B45D-BE81C9C38243}" destId="{5AF88686-D3C0-4F1E-AFD8-52C3AC4F6668}" srcOrd="4" destOrd="0" presId="urn:microsoft.com/office/officeart/2005/8/layout/cycle3"/>
    <dgm:cxn modelId="{2DE69C47-B066-4F51-B6DA-34C5FA48CDAC}" type="presParOf" srcId="{C581CBBE-8A3A-40D7-B45D-BE81C9C38243}" destId="{9FEBECDC-602F-4F63-A7D0-146002ACBE28}" srcOrd="5" destOrd="0" presId="urn:microsoft.com/office/officeart/2005/8/layout/cycle3"/>
    <dgm:cxn modelId="{F2A155DC-910B-45D5-890F-D9272DCBC8FC}" type="presParOf" srcId="{C581CBBE-8A3A-40D7-B45D-BE81C9C38243}" destId="{B83A8E8C-60CA-480D-BA60-FDBB04FF6553}" srcOrd="6" destOrd="0" presId="urn:microsoft.com/office/officeart/2005/8/layout/cycle3"/>
    <dgm:cxn modelId="{AE3F9C8E-5BB2-4CE2-A4C4-31BA212D7C7C}" type="presParOf" srcId="{C581CBBE-8A3A-40D7-B45D-BE81C9C38243}" destId="{A29FD839-31F0-44CB-8A81-31DC3BAF0CF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F5BBC8A-976A-45B2-9204-36BF520D6C61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FD119F-E876-425D-8541-3EF6C816F836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Problem Identification</a:t>
          </a:r>
        </a:p>
      </dgm:t>
    </dgm:pt>
    <dgm:pt modelId="{27681E74-0E2D-4F3D-8AC4-1ED2541A65D4}" type="parTrans" cxnId="{7EF5B112-8DD0-465B-ACFF-0C8224DE6B7D}">
      <dgm:prSet/>
      <dgm:spPr/>
      <dgm:t>
        <a:bodyPr/>
        <a:lstStyle/>
        <a:p>
          <a:endParaRPr lang="en-US"/>
        </a:p>
      </dgm:t>
    </dgm:pt>
    <dgm:pt modelId="{2DD7910D-AEF3-4D9E-9686-26269E8045DC}" type="sibTrans" cxnId="{7EF5B112-8DD0-465B-ACFF-0C8224DE6B7D}">
      <dgm:prSet/>
      <dgm:spPr/>
      <dgm:t>
        <a:bodyPr/>
        <a:lstStyle/>
        <a:p>
          <a:endParaRPr lang="en-US"/>
        </a:p>
      </dgm:t>
    </dgm:pt>
    <dgm:pt modelId="{659AC76F-D527-4D7C-8D00-6F7317C75B8F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Data Collection</a:t>
          </a:r>
        </a:p>
      </dgm:t>
    </dgm:pt>
    <dgm:pt modelId="{BA0598EE-C176-42E6-8FF2-2A0DC99717B4}" type="parTrans" cxnId="{6BD42918-A7DD-4BD0-847A-173D8BB8E42A}">
      <dgm:prSet/>
      <dgm:spPr/>
      <dgm:t>
        <a:bodyPr/>
        <a:lstStyle/>
        <a:p>
          <a:endParaRPr lang="en-US"/>
        </a:p>
      </dgm:t>
    </dgm:pt>
    <dgm:pt modelId="{C3630CEF-84E3-4EB7-8985-F28B8460E0E3}" type="sibTrans" cxnId="{6BD42918-A7DD-4BD0-847A-173D8BB8E42A}">
      <dgm:prSet/>
      <dgm:spPr/>
      <dgm:t>
        <a:bodyPr/>
        <a:lstStyle/>
        <a:p>
          <a:endParaRPr lang="en-US"/>
        </a:p>
      </dgm:t>
    </dgm:pt>
    <dgm:pt modelId="{ED37B1AC-4AEA-4D64-A0A0-B2A592F9708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Preprocessing</a:t>
          </a:r>
        </a:p>
      </dgm:t>
    </dgm:pt>
    <dgm:pt modelId="{2B8A5393-C0F8-428B-9CFE-1A7DEA135424}" type="parTrans" cxnId="{DCEB1306-CB85-429F-BFAC-9FDDDD3949BC}">
      <dgm:prSet/>
      <dgm:spPr/>
      <dgm:t>
        <a:bodyPr/>
        <a:lstStyle/>
        <a:p>
          <a:endParaRPr lang="en-US"/>
        </a:p>
      </dgm:t>
    </dgm:pt>
    <dgm:pt modelId="{DC56E9D0-2180-42B4-A2D0-CF173CFA07BC}" type="sibTrans" cxnId="{DCEB1306-CB85-429F-BFAC-9FDDDD3949BC}">
      <dgm:prSet/>
      <dgm:spPr/>
      <dgm:t>
        <a:bodyPr/>
        <a:lstStyle/>
        <a:p>
          <a:endParaRPr lang="en-US"/>
        </a:p>
      </dgm:t>
    </dgm:pt>
    <dgm:pt modelId="{7E4202A9-95E5-4D47-8D49-C2A1C93C0C95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Exploratory Data Analysis</a:t>
          </a:r>
        </a:p>
      </dgm:t>
    </dgm:pt>
    <dgm:pt modelId="{9EC19357-42A1-4474-8016-A4FCE3EE1A1F}" type="parTrans" cxnId="{85B2206F-A094-4915-A012-B70470E87FA5}">
      <dgm:prSet/>
      <dgm:spPr/>
      <dgm:t>
        <a:bodyPr/>
        <a:lstStyle/>
        <a:p>
          <a:endParaRPr lang="en-US"/>
        </a:p>
      </dgm:t>
    </dgm:pt>
    <dgm:pt modelId="{6418F46F-81E8-48AE-BA96-CF3B0ECFFAA0}" type="sibTrans" cxnId="{85B2206F-A094-4915-A012-B70470E87FA5}">
      <dgm:prSet/>
      <dgm:spPr/>
      <dgm:t>
        <a:bodyPr/>
        <a:lstStyle/>
        <a:p>
          <a:endParaRPr lang="en-US"/>
        </a:p>
      </dgm:t>
    </dgm:pt>
    <dgm:pt modelId="{19573358-0231-45F9-BE2A-077727F94837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Modeling</a:t>
          </a:r>
        </a:p>
      </dgm:t>
    </dgm:pt>
    <dgm:pt modelId="{1A7EA99B-881B-4D74-A8F4-3FAB60083D2B}" type="parTrans" cxnId="{143B056F-A691-48C9-A9AC-2DEC7AE79EF0}">
      <dgm:prSet/>
      <dgm:spPr/>
      <dgm:t>
        <a:bodyPr/>
        <a:lstStyle/>
        <a:p>
          <a:endParaRPr lang="en-US"/>
        </a:p>
      </dgm:t>
    </dgm:pt>
    <dgm:pt modelId="{D1F64A61-D391-43A8-BBAB-0E3D1BAE2C05}" type="sibTrans" cxnId="{143B056F-A691-48C9-A9AC-2DEC7AE79EF0}">
      <dgm:prSet/>
      <dgm:spPr/>
      <dgm:t>
        <a:bodyPr/>
        <a:lstStyle/>
        <a:p>
          <a:endParaRPr lang="en-US"/>
        </a:p>
      </dgm:t>
    </dgm:pt>
    <dgm:pt modelId="{42FD0323-7F45-4D7E-89CE-78DEC09A3531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Model Deployment</a:t>
          </a:r>
        </a:p>
      </dgm:t>
    </dgm:pt>
    <dgm:pt modelId="{AB49C39F-9A1B-42E4-9FF7-7BDBA0082BC7}" type="parTrans" cxnId="{38BF793E-102A-4129-8550-D605778BC1F3}">
      <dgm:prSet/>
      <dgm:spPr/>
      <dgm:t>
        <a:bodyPr/>
        <a:lstStyle/>
        <a:p>
          <a:endParaRPr lang="en-US"/>
        </a:p>
      </dgm:t>
    </dgm:pt>
    <dgm:pt modelId="{6F40F958-A147-4A82-AE45-5FB72264440E}" type="sibTrans" cxnId="{38BF793E-102A-4129-8550-D605778BC1F3}">
      <dgm:prSet/>
      <dgm:spPr/>
      <dgm:t>
        <a:bodyPr/>
        <a:lstStyle/>
        <a:p>
          <a:endParaRPr lang="en-US"/>
        </a:p>
      </dgm:t>
    </dgm:pt>
    <dgm:pt modelId="{CC8928B4-FB4E-4B38-8AA9-41E6752BB97C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Communication of Results</a:t>
          </a:r>
        </a:p>
      </dgm:t>
    </dgm:pt>
    <dgm:pt modelId="{4DD891A0-B7B3-4A8C-862B-E889B6E4D6C3}" type="parTrans" cxnId="{C9303196-A9CC-4DB6-A844-E7B5B544C747}">
      <dgm:prSet/>
      <dgm:spPr/>
      <dgm:t>
        <a:bodyPr/>
        <a:lstStyle/>
        <a:p>
          <a:endParaRPr lang="en-US"/>
        </a:p>
      </dgm:t>
    </dgm:pt>
    <dgm:pt modelId="{62D6DA19-CA93-471D-A92B-0889336A8826}" type="sibTrans" cxnId="{C9303196-A9CC-4DB6-A844-E7B5B544C747}">
      <dgm:prSet/>
      <dgm:spPr/>
      <dgm:t>
        <a:bodyPr/>
        <a:lstStyle/>
        <a:p>
          <a:endParaRPr lang="en-US"/>
        </a:p>
      </dgm:t>
    </dgm:pt>
    <dgm:pt modelId="{A3B39588-BC15-4E97-943B-D3F0E04EA07D}" type="pres">
      <dgm:prSet presAssocID="{7F5BBC8A-976A-45B2-9204-36BF520D6C61}" presName="Name0" presStyleCnt="0">
        <dgm:presLayoutVars>
          <dgm:dir/>
          <dgm:resizeHandles val="exact"/>
        </dgm:presLayoutVars>
      </dgm:prSet>
      <dgm:spPr/>
    </dgm:pt>
    <dgm:pt modelId="{C581CBBE-8A3A-40D7-B45D-BE81C9C38243}" type="pres">
      <dgm:prSet presAssocID="{7F5BBC8A-976A-45B2-9204-36BF520D6C61}" presName="cycle" presStyleCnt="0"/>
      <dgm:spPr/>
    </dgm:pt>
    <dgm:pt modelId="{3E65FDC9-7048-4E13-AEAA-A5A4AB7D4C68}" type="pres">
      <dgm:prSet presAssocID="{2AFD119F-E876-425D-8541-3EF6C816F836}" presName="nodeFirstNode" presStyleLbl="node1" presStyleIdx="0" presStyleCnt="7">
        <dgm:presLayoutVars>
          <dgm:bulletEnabled val="1"/>
        </dgm:presLayoutVars>
      </dgm:prSet>
      <dgm:spPr/>
    </dgm:pt>
    <dgm:pt modelId="{380C38CD-2542-4DE8-9AA8-748AFBC3FDB7}" type="pres">
      <dgm:prSet presAssocID="{2DD7910D-AEF3-4D9E-9686-26269E8045DC}" presName="sibTransFirstNode" presStyleLbl="bgShp" presStyleIdx="0" presStyleCnt="1"/>
      <dgm:spPr/>
    </dgm:pt>
    <dgm:pt modelId="{B1DF61ED-43A9-472A-A1BB-DADE9EA140EC}" type="pres">
      <dgm:prSet presAssocID="{659AC76F-D527-4D7C-8D00-6F7317C75B8F}" presName="nodeFollowingNodes" presStyleLbl="node1" presStyleIdx="1" presStyleCnt="7">
        <dgm:presLayoutVars>
          <dgm:bulletEnabled val="1"/>
        </dgm:presLayoutVars>
      </dgm:prSet>
      <dgm:spPr/>
    </dgm:pt>
    <dgm:pt modelId="{09C13C07-3504-4A6A-AA3B-0F69B9C39F29}" type="pres">
      <dgm:prSet presAssocID="{ED37B1AC-4AEA-4D64-A0A0-B2A592F97081}" presName="nodeFollowingNodes" presStyleLbl="node1" presStyleIdx="2" presStyleCnt="7">
        <dgm:presLayoutVars>
          <dgm:bulletEnabled val="1"/>
        </dgm:presLayoutVars>
      </dgm:prSet>
      <dgm:spPr/>
    </dgm:pt>
    <dgm:pt modelId="{5AF88686-D3C0-4F1E-AFD8-52C3AC4F6668}" type="pres">
      <dgm:prSet presAssocID="{7E4202A9-95E5-4D47-8D49-C2A1C93C0C95}" presName="nodeFollowingNodes" presStyleLbl="node1" presStyleIdx="3" presStyleCnt="7">
        <dgm:presLayoutVars>
          <dgm:bulletEnabled val="1"/>
        </dgm:presLayoutVars>
      </dgm:prSet>
      <dgm:spPr/>
    </dgm:pt>
    <dgm:pt modelId="{9FEBECDC-602F-4F63-A7D0-146002ACBE28}" type="pres">
      <dgm:prSet presAssocID="{19573358-0231-45F9-BE2A-077727F94837}" presName="nodeFollowingNodes" presStyleLbl="node1" presStyleIdx="4" presStyleCnt="7">
        <dgm:presLayoutVars>
          <dgm:bulletEnabled val="1"/>
        </dgm:presLayoutVars>
      </dgm:prSet>
      <dgm:spPr/>
    </dgm:pt>
    <dgm:pt modelId="{B83A8E8C-60CA-480D-BA60-FDBB04FF6553}" type="pres">
      <dgm:prSet presAssocID="{42FD0323-7F45-4D7E-89CE-78DEC09A3531}" presName="nodeFollowingNodes" presStyleLbl="node1" presStyleIdx="5" presStyleCnt="7">
        <dgm:presLayoutVars>
          <dgm:bulletEnabled val="1"/>
        </dgm:presLayoutVars>
      </dgm:prSet>
      <dgm:spPr/>
    </dgm:pt>
    <dgm:pt modelId="{A29FD839-31F0-44CB-8A81-31DC3BAF0CF8}" type="pres">
      <dgm:prSet presAssocID="{CC8928B4-FB4E-4B38-8AA9-41E6752BB97C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6A422000-70E7-4008-A449-AAEF2FC045A2}" type="presOf" srcId="{ED37B1AC-4AEA-4D64-A0A0-B2A592F97081}" destId="{09C13C07-3504-4A6A-AA3B-0F69B9C39F29}" srcOrd="0" destOrd="0" presId="urn:microsoft.com/office/officeart/2005/8/layout/cycle3"/>
    <dgm:cxn modelId="{808F9A03-17A8-410C-849E-3D2FDDA73DA1}" type="presOf" srcId="{19573358-0231-45F9-BE2A-077727F94837}" destId="{9FEBECDC-602F-4F63-A7D0-146002ACBE28}" srcOrd="0" destOrd="0" presId="urn:microsoft.com/office/officeart/2005/8/layout/cycle3"/>
    <dgm:cxn modelId="{DCEB1306-CB85-429F-BFAC-9FDDDD3949BC}" srcId="{7F5BBC8A-976A-45B2-9204-36BF520D6C61}" destId="{ED37B1AC-4AEA-4D64-A0A0-B2A592F97081}" srcOrd="2" destOrd="0" parTransId="{2B8A5393-C0F8-428B-9CFE-1A7DEA135424}" sibTransId="{DC56E9D0-2180-42B4-A2D0-CF173CFA07BC}"/>
    <dgm:cxn modelId="{7EF5B112-8DD0-465B-ACFF-0C8224DE6B7D}" srcId="{7F5BBC8A-976A-45B2-9204-36BF520D6C61}" destId="{2AFD119F-E876-425D-8541-3EF6C816F836}" srcOrd="0" destOrd="0" parTransId="{27681E74-0E2D-4F3D-8AC4-1ED2541A65D4}" sibTransId="{2DD7910D-AEF3-4D9E-9686-26269E8045DC}"/>
    <dgm:cxn modelId="{6BD42918-A7DD-4BD0-847A-173D8BB8E42A}" srcId="{7F5BBC8A-976A-45B2-9204-36BF520D6C61}" destId="{659AC76F-D527-4D7C-8D00-6F7317C75B8F}" srcOrd="1" destOrd="0" parTransId="{BA0598EE-C176-42E6-8FF2-2A0DC99717B4}" sibTransId="{C3630CEF-84E3-4EB7-8985-F28B8460E0E3}"/>
    <dgm:cxn modelId="{B8BEDA30-E92E-4982-B193-83BCAB783964}" type="presOf" srcId="{2DD7910D-AEF3-4D9E-9686-26269E8045DC}" destId="{380C38CD-2542-4DE8-9AA8-748AFBC3FDB7}" srcOrd="0" destOrd="0" presId="urn:microsoft.com/office/officeart/2005/8/layout/cycle3"/>
    <dgm:cxn modelId="{589EBC31-DE6F-414E-9303-2EC1D0D0FC6C}" type="presOf" srcId="{659AC76F-D527-4D7C-8D00-6F7317C75B8F}" destId="{B1DF61ED-43A9-472A-A1BB-DADE9EA140EC}" srcOrd="0" destOrd="0" presId="urn:microsoft.com/office/officeart/2005/8/layout/cycle3"/>
    <dgm:cxn modelId="{38BF793E-102A-4129-8550-D605778BC1F3}" srcId="{7F5BBC8A-976A-45B2-9204-36BF520D6C61}" destId="{42FD0323-7F45-4D7E-89CE-78DEC09A3531}" srcOrd="5" destOrd="0" parTransId="{AB49C39F-9A1B-42E4-9FF7-7BDBA0082BC7}" sibTransId="{6F40F958-A147-4A82-AE45-5FB72264440E}"/>
    <dgm:cxn modelId="{143B056F-A691-48C9-A9AC-2DEC7AE79EF0}" srcId="{7F5BBC8A-976A-45B2-9204-36BF520D6C61}" destId="{19573358-0231-45F9-BE2A-077727F94837}" srcOrd="4" destOrd="0" parTransId="{1A7EA99B-881B-4D74-A8F4-3FAB60083D2B}" sibTransId="{D1F64A61-D391-43A8-BBAB-0E3D1BAE2C05}"/>
    <dgm:cxn modelId="{85B2206F-A094-4915-A012-B70470E87FA5}" srcId="{7F5BBC8A-976A-45B2-9204-36BF520D6C61}" destId="{7E4202A9-95E5-4D47-8D49-C2A1C93C0C95}" srcOrd="3" destOrd="0" parTransId="{9EC19357-42A1-4474-8016-A4FCE3EE1A1F}" sibTransId="{6418F46F-81E8-48AE-BA96-CF3B0ECFFAA0}"/>
    <dgm:cxn modelId="{5E6A9576-75DA-4C72-A141-554E8159E17F}" type="presOf" srcId="{7E4202A9-95E5-4D47-8D49-C2A1C93C0C95}" destId="{5AF88686-D3C0-4F1E-AFD8-52C3AC4F6668}" srcOrd="0" destOrd="0" presId="urn:microsoft.com/office/officeart/2005/8/layout/cycle3"/>
    <dgm:cxn modelId="{5A80BD59-E25C-45E2-8D55-144E5ED9D3D9}" type="presOf" srcId="{2AFD119F-E876-425D-8541-3EF6C816F836}" destId="{3E65FDC9-7048-4E13-AEAA-A5A4AB7D4C68}" srcOrd="0" destOrd="0" presId="urn:microsoft.com/office/officeart/2005/8/layout/cycle3"/>
    <dgm:cxn modelId="{C9303196-A9CC-4DB6-A844-E7B5B544C747}" srcId="{7F5BBC8A-976A-45B2-9204-36BF520D6C61}" destId="{CC8928B4-FB4E-4B38-8AA9-41E6752BB97C}" srcOrd="6" destOrd="0" parTransId="{4DD891A0-B7B3-4A8C-862B-E889B6E4D6C3}" sibTransId="{62D6DA19-CA93-471D-A92B-0889336A8826}"/>
    <dgm:cxn modelId="{C6E81597-CD09-4B88-9891-12EE8333BE4C}" type="presOf" srcId="{CC8928B4-FB4E-4B38-8AA9-41E6752BB97C}" destId="{A29FD839-31F0-44CB-8A81-31DC3BAF0CF8}" srcOrd="0" destOrd="0" presId="urn:microsoft.com/office/officeart/2005/8/layout/cycle3"/>
    <dgm:cxn modelId="{3EF069B5-F21F-4DFE-96FD-EF6232097D56}" type="presOf" srcId="{42FD0323-7F45-4D7E-89CE-78DEC09A3531}" destId="{B83A8E8C-60CA-480D-BA60-FDBB04FF6553}" srcOrd="0" destOrd="0" presId="urn:microsoft.com/office/officeart/2005/8/layout/cycle3"/>
    <dgm:cxn modelId="{C16918DB-8CE8-48FF-A967-6134F2A3140F}" type="presOf" srcId="{7F5BBC8A-976A-45B2-9204-36BF520D6C61}" destId="{A3B39588-BC15-4E97-943B-D3F0E04EA07D}" srcOrd="0" destOrd="0" presId="urn:microsoft.com/office/officeart/2005/8/layout/cycle3"/>
    <dgm:cxn modelId="{72667417-7BC6-412F-B07B-3870FAB5B341}" type="presParOf" srcId="{A3B39588-BC15-4E97-943B-D3F0E04EA07D}" destId="{C581CBBE-8A3A-40D7-B45D-BE81C9C38243}" srcOrd="0" destOrd="0" presId="urn:microsoft.com/office/officeart/2005/8/layout/cycle3"/>
    <dgm:cxn modelId="{4E7D23DD-C9A6-46E0-B327-06458FCF26E7}" type="presParOf" srcId="{C581CBBE-8A3A-40D7-B45D-BE81C9C38243}" destId="{3E65FDC9-7048-4E13-AEAA-A5A4AB7D4C68}" srcOrd="0" destOrd="0" presId="urn:microsoft.com/office/officeart/2005/8/layout/cycle3"/>
    <dgm:cxn modelId="{89CD056C-15C2-4D7B-9176-3C9F1105D919}" type="presParOf" srcId="{C581CBBE-8A3A-40D7-B45D-BE81C9C38243}" destId="{380C38CD-2542-4DE8-9AA8-748AFBC3FDB7}" srcOrd="1" destOrd="0" presId="urn:microsoft.com/office/officeart/2005/8/layout/cycle3"/>
    <dgm:cxn modelId="{5782FB8B-E0E6-4623-9D3A-5F9F7DD22F3A}" type="presParOf" srcId="{C581CBBE-8A3A-40D7-B45D-BE81C9C38243}" destId="{B1DF61ED-43A9-472A-A1BB-DADE9EA140EC}" srcOrd="2" destOrd="0" presId="urn:microsoft.com/office/officeart/2005/8/layout/cycle3"/>
    <dgm:cxn modelId="{A05A8EE1-7BF6-4C21-A133-5B40D6608DBD}" type="presParOf" srcId="{C581CBBE-8A3A-40D7-B45D-BE81C9C38243}" destId="{09C13C07-3504-4A6A-AA3B-0F69B9C39F29}" srcOrd="3" destOrd="0" presId="urn:microsoft.com/office/officeart/2005/8/layout/cycle3"/>
    <dgm:cxn modelId="{FA7029D0-DB7E-4797-A75F-9A07B5E63388}" type="presParOf" srcId="{C581CBBE-8A3A-40D7-B45D-BE81C9C38243}" destId="{5AF88686-D3C0-4F1E-AFD8-52C3AC4F6668}" srcOrd="4" destOrd="0" presId="urn:microsoft.com/office/officeart/2005/8/layout/cycle3"/>
    <dgm:cxn modelId="{2DE69C47-B066-4F51-B6DA-34C5FA48CDAC}" type="presParOf" srcId="{C581CBBE-8A3A-40D7-B45D-BE81C9C38243}" destId="{9FEBECDC-602F-4F63-A7D0-146002ACBE28}" srcOrd="5" destOrd="0" presId="urn:microsoft.com/office/officeart/2005/8/layout/cycle3"/>
    <dgm:cxn modelId="{F2A155DC-910B-45D5-890F-D9272DCBC8FC}" type="presParOf" srcId="{C581CBBE-8A3A-40D7-B45D-BE81C9C38243}" destId="{B83A8E8C-60CA-480D-BA60-FDBB04FF6553}" srcOrd="6" destOrd="0" presId="urn:microsoft.com/office/officeart/2005/8/layout/cycle3"/>
    <dgm:cxn modelId="{AE3F9C8E-5BB2-4CE2-A4C4-31BA212D7C7C}" type="presParOf" srcId="{C581CBBE-8A3A-40D7-B45D-BE81C9C38243}" destId="{A29FD839-31F0-44CB-8A81-31DC3BAF0CF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F5BBC8A-976A-45B2-9204-36BF520D6C61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FD119F-E876-425D-8541-3EF6C816F836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Problem Identification</a:t>
          </a:r>
        </a:p>
      </dgm:t>
    </dgm:pt>
    <dgm:pt modelId="{27681E74-0E2D-4F3D-8AC4-1ED2541A65D4}" type="parTrans" cxnId="{7EF5B112-8DD0-465B-ACFF-0C8224DE6B7D}">
      <dgm:prSet/>
      <dgm:spPr/>
      <dgm:t>
        <a:bodyPr/>
        <a:lstStyle/>
        <a:p>
          <a:endParaRPr lang="en-US"/>
        </a:p>
      </dgm:t>
    </dgm:pt>
    <dgm:pt modelId="{2DD7910D-AEF3-4D9E-9686-26269E8045DC}" type="sibTrans" cxnId="{7EF5B112-8DD0-465B-ACFF-0C8224DE6B7D}">
      <dgm:prSet/>
      <dgm:spPr/>
      <dgm:t>
        <a:bodyPr/>
        <a:lstStyle/>
        <a:p>
          <a:endParaRPr lang="en-US"/>
        </a:p>
      </dgm:t>
    </dgm:pt>
    <dgm:pt modelId="{659AC76F-D527-4D7C-8D00-6F7317C75B8F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Data Collection</a:t>
          </a:r>
        </a:p>
      </dgm:t>
    </dgm:pt>
    <dgm:pt modelId="{BA0598EE-C176-42E6-8FF2-2A0DC99717B4}" type="parTrans" cxnId="{6BD42918-A7DD-4BD0-847A-173D8BB8E42A}">
      <dgm:prSet/>
      <dgm:spPr/>
      <dgm:t>
        <a:bodyPr/>
        <a:lstStyle/>
        <a:p>
          <a:endParaRPr lang="en-US"/>
        </a:p>
      </dgm:t>
    </dgm:pt>
    <dgm:pt modelId="{C3630CEF-84E3-4EB7-8985-F28B8460E0E3}" type="sibTrans" cxnId="{6BD42918-A7DD-4BD0-847A-173D8BB8E42A}">
      <dgm:prSet/>
      <dgm:spPr/>
      <dgm:t>
        <a:bodyPr/>
        <a:lstStyle/>
        <a:p>
          <a:endParaRPr lang="en-US"/>
        </a:p>
      </dgm:t>
    </dgm:pt>
    <dgm:pt modelId="{ED37B1AC-4AEA-4D64-A0A0-B2A592F9708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Preprocessing</a:t>
          </a:r>
        </a:p>
      </dgm:t>
    </dgm:pt>
    <dgm:pt modelId="{2B8A5393-C0F8-428B-9CFE-1A7DEA135424}" type="parTrans" cxnId="{DCEB1306-CB85-429F-BFAC-9FDDDD3949BC}">
      <dgm:prSet/>
      <dgm:spPr/>
      <dgm:t>
        <a:bodyPr/>
        <a:lstStyle/>
        <a:p>
          <a:endParaRPr lang="en-US"/>
        </a:p>
      </dgm:t>
    </dgm:pt>
    <dgm:pt modelId="{DC56E9D0-2180-42B4-A2D0-CF173CFA07BC}" type="sibTrans" cxnId="{DCEB1306-CB85-429F-BFAC-9FDDDD3949BC}">
      <dgm:prSet/>
      <dgm:spPr/>
      <dgm:t>
        <a:bodyPr/>
        <a:lstStyle/>
        <a:p>
          <a:endParaRPr lang="en-US"/>
        </a:p>
      </dgm:t>
    </dgm:pt>
    <dgm:pt modelId="{7E4202A9-95E5-4D47-8D49-C2A1C93C0C95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Exploratory Data Analysis</a:t>
          </a:r>
        </a:p>
      </dgm:t>
    </dgm:pt>
    <dgm:pt modelId="{9EC19357-42A1-4474-8016-A4FCE3EE1A1F}" type="parTrans" cxnId="{85B2206F-A094-4915-A012-B70470E87FA5}">
      <dgm:prSet/>
      <dgm:spPr/>
      <dgm:t>
        <a:bodyPr/>
        <a:lstStyle/>
        <a:p>
          <a:endParaRPr lang="en-US"/>
        </a:p>
      </dgm:t>
    </dgm:pt>
    <dgm:pt modelId="{6418F46F-81E8-48AE-BA96-CF3B0ECFFAA0}" type="sibTrans" cxnId="{85B2206F-A094-4915-A012-B70470E87FA5}">
      <dgm:prSet/>
      <dgm:spPr/>
      <dgm:t>
        <a:bodyPr/>
        <a:lstStyle/>
        <a:p>
          <a:endParaRPr lang="en-US"/>
        </a:p>
      </dgm:t>
    </dgm:pt>
    <dgm:pt modelId="{19573358-0231-45F9-BE2A-077727F94837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Modeling</a:t>
          </a:r>
        </a:p>
      </dgm:t>
    </dgm:pt>
    <dgm:pt modelId="{1A7EA99B-881B-4D74-A8F4-3FAB60083D2B}" type="parTrans" cxnId="{143B056F-A691-48C9-A9AC-2DEC7AE79EF0}">
      <dgm:prSet/>
      <dgm:spPr/>
      <dgm:t>
        <a:bodyPr/>
        <a:lstStyle/>
        <a:p>
          <a:endParaRPr lang="en-US"/>
        </a:p>
      </dgm:t>
    </dgm:pt>
    <dgm:pt modelId="{D1F64A61-D391-43A8-BBAB-0E3D1BAE2C05}" type="sibTrans" cxnId="{143B056F-A691-48C9-A9AC-2DEC7AE79EF0}">
      <dgm:prSet/>
      <dgm:spPr/>
      <dgm:t>
        <a:bodyPr/>
        <a:lstStyle/>
        <a:p>
          <a:endParaRPr lang="en-US"/>
        </a:p>
      </dgm:t>
    </dgm:pt>
    <dgm:pt modelId="{42FD0323-7F45-4D7E-89CE-78DEC09A3531}">
      <dgm:prSet phldrT="[Text]"/>
      <dgm:spPr>
        <a:solidFill>
          <a:schemeClr val="bg2">
            <a:lumMod val="65000"/>
          </a:schemeClr>
        </a:solidFill>
      </dgm:spPr>
      <dgm:t>
        <a:bodyPr/>
        <a:lstStyle/>
        <a:p>
          <a:r>
            <a:rPr lang="en-US" dirty="0"/>
            <a:t>Model Deployment</a:t>
          </a:r>
        </a:p>
      </dgm:t>
    </dgm:pt>
    <dgm:pt modelId="{AB49C39F-9A1B-42E4-9FF7-7BDBA0082BC7}" type="parTrans" cxnId="{38BF793E-102A-4129-8550-D605778BC1F3}">
      <dgm:prSet/>
      <dgm:spPr/>
      <dgm:t>
        <a:bodyPr/>
        <a:lstStyle/>
        <a:p>
          <a:endParaRPr lang="en-US"/>
        </a:p>
      </dgm:t>
    </dgm:pt>
    <dgm:pt modelId="{6F40F958-A147-4A82-AE45-5FB72264440E}" type="sibTrans" cxnId="{38BF793E-102A-4129-8550-D605778BC1F3}">
      <dgm:prSet/>
      <dgm:spPr/>
      <dgm:t>
        <a:bodyPr/>
        <a:lstStyle/>
        <a:p>
          <a:endParaRPr lang="en-US"/>
        </a:p>
      </dgm:t>
    </dgm:pt>
    <dgm:pt modelId="{CC8928B4-FB4E-4B38-8AA9-41E6752BB97C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Communication of Results</a:t>
          </a:r>
        </a:p>
      </dgm:t>
    </dgm:pt>
    <dgm:pt modelId="{4DD891A0-B7B3-4A8C-862B-E889B6E4D6C3}" type="parTrans" cxnId="{C9303196-A9CC-4DB6-A844-E7B5B544C747}">
      <dgm:prSet/>
      <dgm:spPr/>
      <dgm:t>
        <a:bodyPr/>
        <a:lstStyle/>
        <a:p>
          <a:endParaRPr lang="en-US"/>
        </a:p>
      </dgm:t>
    </dgm:pt>
    <dgm:pt modelId="{62D6DA19-CA93-471D-A92B-0889336A8826}" type="sibTrans" cxnId="{C9303196-A9CC-4DB6-A844-E7B5B544C747}">
      <dgm:prSet/>
      <dgm:spPr/>
      <dgm:t>
        <a:bodyPr/>
        <a:lstStyle/>
        <a:p>
          <a:endParaRPr lang="en-US"/>
        </a:p>
      </dgm:t>
    </dgm:pt>
    <dgm:pt modelId="{A3B39588-BC15-4E97-943B-D3F0E04EA07D}" type="pres">
      <dgm:prSet presAssocID="{7F5BBC8A-976A-45B2-9204-36BF520D6C61}" presName="Name0" presStyleCnt="0">
        <dgm:presLayoutVars>
          <dgm:dir/>
          <dgm:resizeHandles val="exact"/>
        </dgm:presLayoutVars>
      </dgm:prSet>
      <dgm:spPr/>
    </dgm:pt>
    <dgm:pt modelId="{C581CBBE-8A3A-40D7-B45D-BE81C9C38243}" type="pres">
      <dgm:prSet presAssocID="{7F5BBC8A-976A-45B2-9204-36BF520D6C61}" presName="cycle" presStyleCnt="0"/>
      <dgm:spPr/>
    </dgm:pt>
    <dgm:pt modelId="{3E65FDC9-7048-4E13-AEAA-A5A4AB7D4C68}" type="pres">
      <dgm:prSet presAssocID="{2AFD119F-E876-425D-8541-3EF6C816F836}" presName="nodeFirstNode" presStyleLbl="node1" presStyleIdx="0" presStyleCnt="7">
        <dgm:presLayoutVars>
          <dgm:bulletEnabled val="1"/>
        </dgm:presLayoutVars>
      </dgm:prSet>
      <dgm:spPr/>
    </dgm:pt>
    <dgm:pt modelId="{380C38CD-2542-4DE8-9AA8-748AFBC3FDB7}" type="pres">
      <dgm:prSet presAssocID="{2DD7910D-AEF3-4D9E-9686-26269E8045DC}" presName="sibTransFirstNode" presStyleLbl="bgShp" presStyleIdx="0" presStyleCnt="1"/>
      <dgm:spPr/>
    </dgm:pt>
    <dgm:pt modelId="{B1DF61ED-43A9-472A-A1BB-DADE9EA140EC}" type="pres">
      <dgm:prSet presAssocID="{659AC76F-D527-4D7C-8D00-6F7317C75B8F}" presName="nodeFollowingNodes" presStyleLbl="node1" presStyleIdx="1" presStyleCnt="7">
        <dgm:presLayoutVars>
          <dgm:bulletEnabled val="1"/>
        </dgm:presLayoutVars>
      </dgm:prSet>
      <dgm:spPr/>
    </dgm:pt>
    <dgm:pt modelId="{09C13C07-3504-4A6A-AA3B-0F69B9C39F29}" type="pres">
      <dgm:prSet presAssocID="{ED37B1AC-4AEA-4D64-A0A0-B2A592F97081}" presName="nodeFollowingNodes" presStyleLbl="node1" presStyleIdx="2" presStyleCnt="7">
        <dgm:presLayoutVars>
          <dgm:bulletEnabled val="1"/>
        </dgm:presLayoutVars>
      </dgm:prSet>
      <dgm:spPr/>
    </dgm:pt>
    <dgm:pt modelId="{5AF88686-D3C0-4F1E-AFD8-52C3AC4F6668}" type="pres">
      <dgm:prSet presAssocID="{7E4202A9-95E5-4D47-8D49-C2A1C93C0C95}" presName="nodeFollowingNodes" presStyleLbl="node1" presStyleIdx="3" presStyleCnt="7">
        <dgm:presLayoutVars>
          <dgm:bulletEnabled val="1"/>
        </dgm:presLayoutVars>
      </dgm:prSet>
      <dgm:spPr/>
    </dgm:pt>
    <dgm:pt modelId="{9FEBECDC-602F-4F63-A7D0-146002ACBE28}" type="pres">
      <dgm:prSet presAssocID="{19573358-0231-45F9-BE2A-077727F94837}" presName="nodeFollowingNodes" presStyleLbl="node1" presStyleIdx="4" presStyleCnt="7">
        <dgm:presLayoutVars>
          <dgm:bulletEnabled val="1"/>
        </dgm:presLayoutVars>
      </dgm:prSet>
      <dgm:spPr/>
    </dgm:pt>
    <dgm:pt modelId="{B83A8E8C-60CA-480D-BA60-FDBB04FF6553}" type="pres">
      <dgm:prSet presAssocID="{42FD0323-7F45-4D7E-89CE-78DEC09A3531}" presName="nodeFollowingNodes" presStyleLbl="node1" presStyleIdx="5" presStyleCnt="7">
        <dgm:presLayoutVars>
          <dgm:bulletEnabled val="1"/>
        </dgm:presLayoutVars>
      </dgm:prSet>
      <dgm:spPr/>
    </dgm:pt>
    <dgm:pt modelId="{A29FD839-31F0-44CB-8A81-31DC3BAF0CF8}" type="pres">
      <dgm:prSet presAssocID="{CC8928B4-FB4E-4B38-8AA9-41E6752BB97C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6A422000-70E7-4008-A449-AAEF2FC045A2}" type="presOf" srcId="{ED37B1AC-4AEA-4D64-A0A0-B2A592F97081}" destId="{09C13C07-3504-4A6A-AA3B-0F69B9C39F29}" srcOrd="0" destOrd="0" presId="urn:microsoft.com/office/officeart/2005/8/layout/cycle3"/>
    <dgm:cxn modelId="{808F9A03-17A8-410C-849E-3D2FDDA73DA1}" type="presOf" srcId="{19573358-0231-45F9-BE2A-077727F94837}" destId="{9FEBECDC-602F-4F63-A7D0-146002ACBE28}" srcOrd="0" destOrd="0" presId="urn:microsoft.com/office/officeart/2005/8/layout/cycle3"/>
    <dgm:cxn modelId="{DCEB1306-CB85-429F-BFAC-9FDDDD3949BC}" srcId="{7F5BBC8A-976A-45B2-9204-36BF520D6C61}" destId="{ED37B1AC-4AEA-4D64-A0A0-B2A592F97081}" srcOrd="2" destOrd="0" parTransId="{2B8A5393-C0F8-428B-9CFE-1A7DEA135424}" sibTransId="{DC56E9D0-2180-42B4-A2D0-CF173CFA07BC}"/>
    <dgm:cxn modelId="{7EF5B112-8DD0-465B-ACFF-0C8224DE6B7D}" srcId="{7F5BBC8A-976A-45B2-9204-36BF520D6C61}" destId="{2AFD119F-E876-425D-8541-3EF6C816F836}" srcOrd="0" destOrd="0" parTransId="{27681E74-0E2D-4F3D-8AC4-1ED2541A65D4}" sibTransId="{2DD7910D-AEF3-4D9E-9686-26269E8045DC}"/>
    <dgm:cxn modelId="{6BD42918-A7DD-4BD0-847A-173D8BB8E42A}" srcId="{7F5BBC8A-976A-45B2-9204-36BF520D6C61}" destId="{659AC76F-D527-4D7C-8D00-6F7317C75B8F}" srcOrd="1" destOrd="0" parTransId="{BA0598EE-C176-42E6-8FF2-2A0DC99717B4}" sibTransId="{C3630CEF-84E3-4EB7-8985-F28B8460E0E3}"/>
    <dgm:cxn modelId="{B8BEDA30-E92E-4982-B193-83BCAB783964}" type="presOf" srcId="{2DD7910D-AEF3-4D9E-9686-26269E8045DC}" destId="{380C38CD-2542-4DE8-9AA8-748AFBC3FDB7}" srcOrd="0" destOrd="0" presId="urn:microsoft.com/office/officeart/2005/8/layout/cycle3"/>
    <dgm:cxn modelId="{589EBC31-DE6F-414E-9303-2EC1D0D0FC6C}" type="presOf" srcId="{659AC76F-D527-4D7C-8D00-6F7317C75B8F}" destId="{B1DF61ED-43A9-472A-A1BB-DADE9EA140EC}" srcOrd="0" destOrd="0" presId="urn:microsoft.com/office/officeart/2005/8/layout/cycle3"/>
    <dgm:cxn modelId="{38BF793E-102A-4129-8550-D605778BC1F3}" srcId="{7F5BBC8A-976A-45B2-9204-36BF520D6C61}" destId="{42FD0323-7F45-4D7E-89CE-78DEC09A3531}" srcOrd="5" destOrd="0" parTransId="{AB49C39F-9A1B-42E4-9FF7-7BDBA0082BC7}" sibTransId="{6F40F958-A147-4A82-AE45-5FB72264440E}"/>
    <dgm:cxn modelId="{143B056F-A691-48C9-A9AC-2DEC7AE79EF0}" srcId="{7F5BBC8A-976A-45B2-9204-36BF520D6C61}" destId="{19573358-0231-45F9-BE2A-077727F94837}" srcOrd="4" destOrd="0" parTransId="{1A7EA99B-881B-4D74-A8F4-3FAB60083D2B}" sibTransId="{D1F64A61-D391-43A8-BBAB-0E3D1BAE2C05}"/>
    <dgm:cxn modelId="{85B2206F-A094-4915-A012-B70470E87FA5}" srcId="{7F5BBC8A-976A-45B2-9204-36BF520D6C61}" destId="{7E4202A9-95E5-4D47-8D49-C2A1C93C0C95}" srcOrd="3" destOrd="0" parTransId="{9EC19357-42A1-4474-8016-A4FCE3EE1A1F}" sibTransId="{6418F46F-81E8-48AE-BA96-CF3B0ECFFAA0}"/>
    <dgm:cxn modelId="{5E6A9576-75DA-4C72-A141-554E8159E17F}" type="presOf" srcId="{7E4202A9-95E5-4D47-8D49-C2A1C93C0C95}" destId="{5AF88686-D3C0-4F1E-AFD8-52C3AC4F6668}" srcOrd="0" destOrd="0" presId="urn:microsoft.com/office/officeart/2005/8/layout/cycle3"/>
    <dgm:cxn modelId="{5A80BD59-E25C-45E2-8D55-144E5ED9D3D9}" type="presOf" srcId="{2AFD119F-E876-425D-8541-3EF6C816F836}" destId="{3E65FDC9-7048-4E13-AEAA-A5A4AB7D4C68}" srcOrd="0" destOrd="0" presId="urn:microsoft.com/office/officeart/2005/8/layout/cycle3"/>
    <dgm:cxn modelId="{C9303196-A9CC-4DB6-A844-E7B5B544C747}" srcId="{7F5BBC8A-976A-45B2-9204-36BF520D6C61}" destId="{CC8928B4-FB4E-4B38-8AA9-41E6752BB97C}" srcOrd="6" destOrd="0" parTransId="{4DD891A0-B7B3-4A8C-862B-E889B6E4D6C3}" sibTransId="{62D6DA19-CA93-471D-A92B-0889336A8826}"/>
    <dgm:cxn modelId="{C6E81597-CD09-4B88-9891-12EE8333BE4C}" type="presOf" srcId="{CC8928B4-FB4E-4B38-8AA9-41E6752BB97C}" destId="{A29FD839-31F0-44CB-8A81-31DC3BAF0CF8}" srcOrd="0" destOrd="0" presId="urn:microsoft.com/office/officeart/2005/8/layout/cycle3"/>
    <dgm:cxn modelId="{3EF069B5-F21F-4DFE-96FD-EF6232097D56}" type="presOf" srcId="{42FD0323-7F45-4D7E-89CE-78DEC09A3531}" destId="{B83A8E8C-60CA-480D-BA60-FDBB04FF6553}" srcOrd="0" destOrd="0" presId="urn:microsoft.com/office/officeart/2005/8/layout/cycle3"/>
    <dgm:cxn modelId="{C16918DB-8CE8-48FF-A967-6134F2A3140F}" type="presOf" srcId="{7F5BBC8A-976A-45B2-9204-36BF520D6C61}" destId="{A3B39588-BC15-4E97-943B-D3F0E04EA07D}" srcOrd="0" destOrd="0" presId="urn:microsoft.com/office/officeart/2005/8/layout/cycle3"/>
    <dgm:cxn modelId="{72667417-7BC6-412F-B07B-3870FAB5B341}" type="presParOf" srcId="{A3B39588-BC15-4E97-943B-D3F0E04EA07D}" destId="{C581CBBE-8A3A-40D7-B45D-BE81C9C38243}" srcOrd="0" destOrd="0" presId="urn:microsoft.com/office/officeart/2005/8/layout/cycle3"/>
    <dgm:cxn modelId="{4E7D23DD-C9A6-46E0-B327-06458FCF26E7}" type="presParOf" srcId="{C581CBBE-8A3A-40D7-B45D-BE81C9C38243}" destId="{3E65FDC9-7048-4E13-AEAA-A5A4AB7D4C68}" srcOrd="0" destOrd="0" presId="urn:microsoft.com/office/officeart/2005/8/layout/cycle3"/>
    <dgm:cxn modelId="{89CD056C-15C2-4D7B-9176-3C9F1105D919}" type="presParOf" srcId="{C581CBBE-8A3A-40D7-B45D-BE81C9C38243}" destId="{380C38CD-2542-4DE8-9AA8-748AFBC3FDB7}" srcOrd="1" destOrd="0" presId="urn:microsoft.com/office/officeart/2005/8/layout/cycle3"/>
    <dgm:cxn modelId="{5782FB8B-E0E6-4623-9D3A-5F9F7DD22F3A}" type="presParOf" srcId="{C581CBBE-8A3A-40D7-B45D-BE81C9C38243}" destId="{B1DF61ED-43A9-472A-A1BB-DADE9EA140EC}" srcOrd="2" destOrd="0" presId="urn:microsoft.com/office/officeart/2005/8/layout/cycle3"/>
    <dgm:cxn modelId="{A05A8EE1-7BF6-4C21-A133-5B40D6608DBD}" type="presParOf" srcId="{C581CBBE-8A3A-40D7-B45D-BE81C9C38243}" destId="{09C13C07-3504-4A6A-AA3B-0F69B9C39F29}" srcOrd="3" destOrd="0" presId="urn:microsoft.com/office/officeart/2005/8/layout/cycle3"/>
    <dgm:cxn modelId="{FA7029D0-DB7E-4797-A75F-9A07B5E63388}" type="presParOf" srcId="{C581CBBE-8A3A-40D7-B45D-BE81C9C38243}" destId="{5AF88686-D3C0-4F1E-AFD8-52C3AC4F6668}" srcOrd="4" destOrd="0" presId="urn:microsoft.com/office/officeart/2005/8/layout/cycle3"/>
    <dgm:cxn modelId="{2DE69C47-B066-4F51-B6DA-34C5FA48CDAC}" type="presParOf" srcId="{C581CBBE-8A3A-40D7-B45D-BE81C9C38243}" destId="{9FEBECDC-602F-4F63-A7D0-146002ACBE28}" srcOrd="5" destOrd="0" presId="urn:microsoft.com/office/officeart/2005/8/layout/cycle3"/>
    <dgm:cxn modelId="{F2A155DC-910B-45D5-890F-D9272DCBC8FC}" type="presParOf" srcId="{C581CBBE-8A3A-40D7-B45D-BE81C9C38243}" destId="{B83A8E8C-60CA-480D-BA60-FDBB04FF6553}" srcOrd="6" destOrd="0" presId="urn:microsoft.com/office/officeart/2005/8/layout/cycle3"/>
    <dgm:cxn modelId="{AE3F9C8E-5BB2-4CE2-A4C4-31BA212D7C7C}" type="presParOf" srcId="{C581CBBE-8A3A-40D7-B45D-BE81C9C38243}" destId="{A29FD839-31F0-44CB-8A81-31DC3BAF0CF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FBA12-AD79-4165-83A3-302C39C259F8}">
      <dsp:nvSpPr>
        <dsp:cNvPr id="0" name=""/>
        <dsp:cNvSpPr/>
      </dsp:nvSpPr>
      <dsp:spPr>
        <a:xfrm>
          <a:off x="1097944" y="0"/>
          <a:ext cx="3250704" cy="325065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Mathematical Skills</a:t>
          </a:r>
        </a:p>
      </dsp:txBody>
      <dsp:txXfrm>
        <a:off x="1573999" y="476048"/>
        <a:ext cx="2298594" cy="2298562"/>
      </dsp:txXfrm>
    </dsp:sp>
    <dsp:sp modelId="{C86B5A45-2E5E-46D9-986C-4C4A08493909}">
      <dsp:nvSpPr>
        <dsp:cNvPr id="0" name=""/>
        <dsp:cNvSpPr/>
      </dsp:nvSpPr>
      <dsp:spPr>
        <a:xfrm>
          <a:off x="2439636" y="2168008"/>
          <a:ext cx="3250704" cy="325065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Industry/Domain Knowledge</a:t>
          </a:r>
        </a:p>
      </dsp:txBody>
      <dsp:txXfrm>
        <a:off x="2915691" y="2644056"/>
        <a:ext cx="2298594" cy="2298562"/>
      </dsp:txXfrm>
    </dsp:sp>
    <dsp:sp modelId="{BF6BC3F0-3067-47D4-AE7F-227A28FB554A}">
      <dsp:nvSpPr>
        <dsp:cNvPr id="0" name=""/>
        <dsp:cNvSpPr/>
      </dsp:nvSpPr>
      <dsp:spPr>
        <a:xfrm>
          <a:off x="3719082" y="0"/>
          <a:ext cx="3250704" cy="325065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Computing Skills</a:t>
          </a:r>
        </a:p>
      </dsp:txBody>
      <dsp:txXfrm>
        <a:off x="4195137" y="476048"/>
        <a:ext cx="2298594" cy="2298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FBA12-AD79-4165-83A3-302C39C259F8}">
      <dsp:nvSpPr>
        <dsp:cNvPr id="0" name=""/>
        <dsp:cNvSpPr/>
      </dsp:nvSpPr>
      <dsp:spPr>
        <a:xfrm>
          <a:off x="1097944" y="0"/>
          <a:ext cx="3250704" cy="325065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Mathematical Skills</a:t>
          </a:r>
        </a:p>
      </dsp:txBody>
      <dsp:txXfrm>
        <a:off x="1573999" y="476048"/>
        <a:ext cx="2298594" cy="2298562"/>
      </dsp:txXfrm>
    </dsp:sp>
    <dsp:sp modelId="{C86B5A45-2E5E-46D9-986C-4C4A08493909}">
      <dsp:nvSpPr>
        <dsp:cNvPr id="0" name=""/>
        <dsp:cNvSpPr/>
      </dsp:nvSpPr>
      <dsp:spPr>
        <a:xfrm>
          <a:off x="2439636" y="2168008"/>
          <a:ext cx="3250704" cy="325065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Industry/Domain Knowledge</a:t>
          </a:r>
        </a:p>
      </dsp:txBody>
      <dsp:txXfrm>
        <a:off x="2915691" y="2644056"/>
        <a:ext cx="2298594" cy="2298562"/>
      </dsp:txXfrm>
    </dsp:sp>
    <dsp:sp modelId="{BF6BC3F0-3067-47D4-AE7F-227A28FB554A}">
      <dsp:nvSpPr>
        <dsp:cNvPr id="0" name=""/>
        <dsp:cNvSpPr/>
      </dsp:nvSpPr>
      <dsp:spPr>
        <a:xfrm>
          <a:off x="3719082" y="0"/>
          <a:ext cx="3250704" cy="325065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  Computing Skills</a:t>
          </a:r>
        </a:p>
      </dsp:txBody>
      <dsp:txXfrm>
        <a:off x="4195137" y="476048"/>
        <a:ext cx="2298594" cy="22985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C38CD-2542-4DE8-9AA8-748AFBC3FDB7}">
      <dsp:nvSpPr>
        <dsp:cNvPr id="0" name=""/>
        <dsp:cNvSpPr/>
      </dsp:nvSpPr>
      <dsp:spPr>
        <a:xfrm>
          <a:off x="1267991" y="-34238"/>
          <a:ext cx="5592016" cy="5592016"/>
        </a:xfrm>
        <a:prstGeom prst="circularArrow">
          <a:avLst>
            <a:gd name="adj1" fmla="val 5544"/>
            <a:gd name="adj2" fmla="val 330680"/>
            <a:gd name="adj3" fmla="val 14501840"/>
            <a:gd name="adj4" fmla="val 1695820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5FDC9-7048-4E13-AEAA-A5A4AB7D4C68}">
      <dsp:nvSpPr>
        <dsp:cNvPr id="0" name=""/>
        <dsp:cNvSpPr/>
      </dsp:nvSpPr>
      <dsp:spPr>
        <a:xfrm>
          <a:off x="3184921" y="3216"/>
          <a:ext cx="1758156" cy="8790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Problem Identification</a:t>
          </a:r>
        </a:p>
      </dsp:txBody>
      <dsp:txXfrm>
        <a:off x="3227834" y="46129"/>
        <a:ext cx="1672330" cy="793252"/>
      </dsp:txXfrm>
    </dsp:sp>
    <dsp:sp modelId="{B1DF61ED-43A9-472A-A1BB-DADE9EA140EC}">
      <dsp:nvSpPr>
        <dsp:cNvPr id="0" name=""/>
        <dsp:cNvSpPr/>
      </dsp:nvSpPr>
      <dsp:spPr>
        <a:xfrm>
          <a:off x="5049320" y="901063"/>
          <a:ext cx="1758156" cy="8790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Collection</a:t>
          </a:r>
        </a:p>
      </dsp:txBody>
      <dsp:txXfrm>
        <a:off x="5092233" y="943976"/>
        <a:ext cx="1672330" cy="793252"/>
      </dsp:txXfrm>
    </dsp:sp>
    <dsp:sp modelId="{09C13C07-3504-4A6A-AA3B-0F69B9C39F29}">
      <dsp:nvSpPr>
        <dsp:cNvPr id="0" name=""/>
        <dsp:cNvSpPr/>
      </dsp:nvSpPr>
      <dsp:spPr>
        <a:xfrm>
          <a:off x="5509788" y="2918507"/>
          <a:ext cx="1758156" cy="8790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Preprocessing</a:t>
          </a:r>
        </a:p>
      </dsp:txBody>
      <dsp:txXfrm>
        <a:off x="5552701" y="2961420"/>
        <a:ext cx="1672330" cy="793252"/>
      </dsp:txXfrm>
    </dsp:sp>
    <dsp:sp modelId="{5AF88686-D3C0-4F1E-AFD8-52C3AC4F6668}">
      <dsp:nvSpPr>
        <dsp:cNvPr id="0" name=""/>
        <dsp:cNvSpPr/>
      </dsp:nvSpPr>
      <dsp:spPr>
        <a:xfrm>
          <a:off x="4219584" y="4536372"/>
          <a:ext cx="1758156" cy="8790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Exploratory Data Analysis</a:t>
          </a:r>
        </a:p>
      </dsp:txBody>
      <dsp:txXfrm>
        <a:off x="4262497" y="4579285"/>
        <a:ext cx="1672330" cy="793252"/>
      </dsp:txXfrm>
    </dsp:sp>
    <dsp:sp modelId="{9FEBECDC-602F-4F63-A7D0-146002ACBE28}">
      <dsp:nvSpPr>
        <dsp:cNvPr id="0" name=""/>
        <dsp:cNvSpPr/>
      </dsp:nvSpPr>
      <dsp:spPr>
        <a:xfrm>
          <a:off x="2150258" y="4536372"/>
          <a:ext cx="1758156" cy="8790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Modeling</a:t>
          </a:r>
        </a:p>
      </dsp:txBody>
      <dsp:txXfrm>
        <a:off x="2193171" y="4579285"/>
        <a:ext cx="1672330" cy="793252"/>
      </dsp:txXfrm>
    </dsp:sp>
    <dsp:sp modelId="{B83A8E8C-60CA-480D-BA60-FDBB04FF6553}">
      <dsp:nvSpPr>
        <dsp:cNvPr id="0" name=""/>
        <dsp:cNvSpPr/>
      </dsp:nvSpPr>
      <dsp:spPr>
        <a:xfrm>
          <a:off x="860055" y="2918507"/>
          <a:ext cx="1758156" cy="8790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Model Deployment</a:t>
          </a:r>
        </a:p>
      </dsp:txBody>
      <dsp:txXfrm>
        <a:off x="902968" y="2961420"/>
        <a:ext cx="1672330" cy="793252"/>
      </dsp:txXfrm>
    </dsp:sp>
    <dsp:sp modelId="{A29FD839-31F0-44CB-8A81-31DC3BAF0CF8}">
      <dsp:nvSpPr>
        <dsp:cNvPr id="0" name=""/>
        <dsp:cNvSpPr/>
      </dsp:nvSpPr>
      <dsp:spPr>
        <a:xfrm>
          <a:off x="1320523" y="901063"/>
          <a:ext cx="1758156" cy="8790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Communication of Results</a:t>
          </a:r>
        </a:p>
      </dsp:txBody>
      <dsp:txXfrm>
        <a:off x="1363436" y="943976"/>
        <a:ext cx="1672330" cy="7932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C38CD-2542-4DE8-9AA8-748AFBC3FDB7}">
      <dsp:nvSpPr>
        <dsp:cNvPr id="0" name=""/>
        <dsp:cNvSpPr/>
      </dsp:nvSpPr>
      <dsp:spPr>
        <a:xfrm>
          <a:off x="337988" y="324612"/>
          <a:ext cx="4875556" cy="4875556"/>
        </a:xfrm>
        <a:prstGeom prst="circularArrow">
          <a:avLst>
            <a:gd name="adj1" fmla="val 5544"/>
            <a:gd name="adj2" fmla="val 330680"/>
            <a:gd name="adj3" fmla="val 14538311"/>
            <a:gd name="adj4" fmla="val 16937355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5FDC9-7048-4E13-AEAA-A5A4AB7D4C68}">
      <dsp:nvSpPr>
        <dsp:cNvPr id="0" name=""/>
        <dsp:cNvSpPr/>
      </dsp:nvSpPr>
      <dsp:spPr>
        <a:xfrm>
          <a:off x="2028966" y="359753"/>
          <a:ext cx="1493600" cy="74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Problem Identification</a:t>
          </a:r>
        </a:p>
      </dsp:txBody>
      <dsp:txXfrm>
        <a:off x="2065422" y="396209"/>
        <a:ext cx="1420688" cy="673888"/>
      </dsp:txXfrm>
    </dsp:sp>
    <dsp:sp modelId="{B1DF61ED-43A9-472A-A1BB-DADE9EA140EC}">
      <dsp:nvSpPr>
        <dsp:cNvPr id="0" name=""/>
        <dsp:cNvSpPr/>
      </dsp:nvSpPr>
      <dsp:spPr>
        <a:xfrm>
          <a:off x="3654494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Collection</a:t>
          </a:r>
        </a:p>
      </dsp:txBody>
      <dsp:txXfrm>
        <a:off x="3690950" y="1179022"/>
        <a:ext cx="1420688" cy="673888"/>
      </dsp:txXfrm>
    </dsp:sp>
    <dsp:sp modelId="{09C13C07-3504-4A6A-AA3B-0F69B9C39F29}">
      <dsp:nvSpPr>
        <dsp:cNvPr id="0" name=""/>
        <dsp:cNvSpPr/>
      </dsp:nvSpPr>
      <dsp:spPr>
        <a:xfrm>
          <a:off x="4055966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Preprocessing</a:t>
          </a:r>
        </a:p>
      </dsp:txBody>
      <dsp:txXfrm>
        <a:off x="4092422" y="2937988"/>
        <a:ext cx="1420688" cy="673888"/>
      </dsp:txXfrm>
    </dsp:sp>
    <dsp:sp modelId="{5AF88686-D3C0-4F1E-AFD8-52C3AC4F6668}">
      <dsp:nvSpPr>
        <dsp:cNvPr id="0" name=""/>
        <dsp:cNvSpPr/>
      </dsp:nvSpPr>
      <dsp:spPr>
        <a:xfrm>
          <a:off x="2931066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Exploratory Data Analysis</a:t>
          </a:r>
        </a:p>
      </dsp:txBody>
      <dsp:txXfrm>
        <a:off x="2967522" y="4348568"/>
        <a:ext cx="1420688" cy="673888"/>
      </dsp:txXfrm>
    </dsp:sp>
    <dsp:sp modelId="{9FEBECDC-602F-4F63-A7D0-146002ACBE28}">
      <dsp:nvSpPr>
        <dsp:cNvPr id="0" name=""/>
        <dsp:cNvSpPr/>
      </dsp:nvSpPr>
      <dsp:spPr>
        <a:xfrm>
          <a:off x="1126865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Modeling</a:t>
          </a:r>
        </a:p>
      </dsp:txBody>
      <dsp:txXfrm>
        <a:off x="1163321" y="4348568"/>
        <a:ext cx="1420688" cy="673888"/>
      </dsp:txXfrm>
    </dsp:sp>
    <dsp:sp modelId="{B83A8E8C-60CA-480D-BA60-FDBB04FF6553}">
      <dsp:nvSpPr>
        <dsp:cNvPr id="0" name=""/>
        <dsp:cNvSpPr/>
      </dsp:nvSpPr>
      <dsp:spPr>
        <a:xfrm>
          <a:off x="1965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 Deployment</a:t>
          </a:r>
        </a:p>
      </dsp:txBody>
      <dsp:txXfrm>
        <a:off x="38421" y="2937988"/>
        <a:ext cx="1420688" cy="673888"/>
      </dsp:txXfrm>
    </dsp:sp>
    <dsp:sp modelId="{A29FD839-31F0-44CB-8A81-31DC3BAF0CF8}">
      <dsp:nvSpPr>
        <dsp:cNvPr id="0" name=""/>
        <dsp:cNvSpPr/>
      </dsp:nvSpPr>
      <dsp:spPr>
        <a:xfrm>
          <a:off x="403437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Communication of Results</a:t>
          </a:r>
        </a:p>
      </dsp:txBody>
      <dsp:txXfrm>
        <a:off x="439893" y="1179022"/>
        <a:ext cx="1420688" cy="6738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C38CD-2542-4DE8-9AA8-748AFBC3FDB7}">
      <dsp:nvSpPr>
        <dsp:cNvPr id="0" name=""/>
        <dsp:cNvSpPr/>
      </dsp:nvSpPr>
      <dsp:spPr>
        <a:xfrm>
          <a:off x="337988" y="324612"/>
          <a:ext cx="4875556" cy="4875556"/>
        </a:xfrm>
        <a:prstGeom prst="circularArrow">
          <a:avLst>
            <a:gd name="adj1" fmla="val 5544"/>
            <a:gd name="adj2" fmla="val 330680"/>
            <a:gd name="adj3" fmla="val 14538311"/>
            <a:gd name="adj4" fmla="val 16937355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5FDC9-7048-4E13-AEAA-A5A4AB7D4C68}">
      <dsp:nvSpPr>
        <dsp:cNvPr id="0" name=""/>
        <dsp:cNvSpPr/>
      </dsp:nvSpPr>
      <dsp:spPr>
        <a:xfrm>
          <a:off x="2028966" y="359753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Problem Identification</a:t>
          </a:r>
        </a:p>
      </dsp:txBody>
      <dsp:txXfrm>
        <a:off x="2065422" y="396209"/>
        <a:ext cx="1420688" cy="673888"/>
      </dsp:txXfrm>
    </dsp:sp>
    <dsp:sp modelId="{B1DF61ED-43A9-472A-A1BB-DADE9EA140EC}">
      <dsp:nvSpPr>
        <dsp:cNvPr id="0" name=""/>
        <dsp:cNvSpPr/>
      </dsp:nvSpPr>
      <dsp:spPr>
        <a:xfrm>
          <a:off x="3654494" y="1142566"/>
          <a:ext cx="1493600" cy="746800"/>
        </a:xfrm>
        <a:prstGeom prst="round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Collection</a:t>
          </a:r>
        </a:p>
      </dsp:txBody>
      <dsp:txXfrm>
        <a:off x="3690950" y="1179022"/>
        <a:ext cx="1420688" cy="673888"/>
      </dsp:txXfrm>
    </dsp:sp>
    <dsp:sp modelId="{09C13C07-3504-4A6A-AA3B-0F69B9C39F29}">
      <dsp:nvSpPr>
        <dsp:cNvPr id="0" name=""/>
        <dsp:cNvSpPr/>
      </dsp:nvSpPr>
      <dsp:spPr>
        <a:xfrm>
          <a:off x="4055966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Preprocessing</a:t>
          </a:r>
        </a:p>
      </dsp:txBody>
      <dsp:txXfrm>
        <a:off x="4092422" y="2937988"/>
        <a:ext cx="1420688" cy="673888"/>
      </dsp:txXfrm>
    </dsp:sp>
    <dsp:sp modelId="{5AF88686-D3C0-4F1E-AFD8-52C3AC4F6668}">
      <dsp:nvSpPr>
        <dsp:cNvPr id="0" name=""/>
        <dsp:cNvSpPr/>
      </dsp:nvSpPr>
      <dsp:spPr>
        <a:xfrm>
          <a:off x="2931066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Exploratory Data Analysis</a:t>
          </a:r>
        </a:p>
      </dsp:txBody>
      <dsp:txXfrm>
        <a:off x="2967522" y="4348568"/>
        <a:ext cx="1420688" cy="673888"/>
      </dsp:txXfrm>
    </dsp:sp>
    <dsp:sp modelId="{9FEBECDC-602F-4F63-A7D0-146002ACBE28}">
      <dsp:nvSpPr>
        <dsp:cNvPr id="0" name=""/>
        <dsp:cNvSpPr/>
      </dsp:nvSpPr>
      <dsp:spPr>
        <a:xfrm>
          <a:off x="1126865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Modeling</a:t>
          </a:r>
        </a:p>
      </dsp:txBody>
      <dsp:txXfrm>
        <a:off x="1163321" y="4348568"/>
        <a:ext cx="1420688" cy="673888"/>
      </dsp:txXfrm>
    </dsp:sp>
    <dsp:sp modelId="{B83A8E8C-60CA-480D-BA60-FDBB04FF6553}">
      <dsp:nvSpPr>
        <dsp:cNvPr id="0" name=""/>
        <dsp:cNvSpPr/>
      </dsp:nvSpPr>
      <dsp:spPr>
        <a:xfrm>
          <a:off x="1965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 Deployment</a:t>
          </a:r>
        </a:p>
      </dsp:txBody>
      <dsp:txXfrm>
        <a:off x="38421" y="2937988"/>
        <a:ext cx="1420688" cy="673888"/>
      </dsp:txXfrm>
    </dsp:sp>
    <dsp:sp modelId="{A29FD839-31F0-44CB-8A81-31DC3BAF0CF8}">
      <dsp:nvSpPr>
        <dsp:cNvPr id="0" name=""/>
        <dsp:cNvSpPr/>
      </dsp:nvSpPr>
      <dsp:spPr>
        <a:xfrm>
          <a:off x="403437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Communication of Results</a:t>
          </a:r>
        </a:p>
      </dsp:txBody>
      <dsp:txXfrm>
        <a:off x="439893" y="1179022"/>
        <a:ext cx="1420688" cy="6738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C38CD-2542-4DE8-9AA8-748AFBC3FDB7}">
      <dsp:nvSpPr>
        <dsp:cNvPr id="0" name=""/>
        <dsp:cNvSpPr/>
      </dsp:nvSpPr>
      <dsp:spPr>
        <a:xfrm>
          <a:off x="337988" y="324612"/>
          <a:ext cx="4875556" cy="4875556"/>
        </a:xfrm>
        <a:prstGeom prst="circularArrow">
          <a:avLst>
            <a:gd name="adj1" fmla="val 5544"/>
            <a:gd name="adj2" fmla="val 330680"/>
            <a:gd name="adj3" fmla="val 14538311"/>
            <a:gd name="adj4" fmla="val 16937355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5FDC9-7048-4E13-AEAA-A5A4AB7D4C68}">
      <dsp:nvSpPr>
        <dsp:cNvPr id="0" name=""/>
        <dsp:cNvSpPr/>
      </dsp:nvSpPr>
      <dsp:spPr>
        <a:xfrm>
          <a:off x="2028966" y="359753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Problem Identification</a:t>
          </a:r>
        </a:p>
      </dsp:txBody>
      <dsp:txXfrm>
        <a:off x="2065422" y="396209"/>
        <a:ext cx="1420688" cy="673888"/>
      </dsp:txXfrm>
    </dsp:sp>
    <dsp:sp modelId="{B1DF61ED-43A9-472A-A1BB-DADE9EA140EC}">
      <dsp:nvSpPr>
        <dsp:cNvPr id="0" name=""/>
        <dsp:cNvSpPr/>
      </dsp:nvSpPr>
      <dsp:spPr>
        <a:xfrm>
          <a:off x="3654494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Collection</a:t>
          </a:r>
        </a:p>
      </dsp:txBody>
      <dsp:txXfrm>
        <a:off x="3690950" y="1179022"/>
        <a:ext cx="1420688" cy="673888"/>
      </dsp:txXfrm>
    </dsp:sp>
    <dsp:sp modelId="{09C13C07-3504-4A6A-AA3B-0F69B9C39F29}">
      <dsp:nvSpPr>
        <dsp:cNvPr id="0" name=""/>
        <dsp:cNvSpPr/>
      </dsp:nvSpPr>
      <dsp:spPr>
        <a:xfrm>
          <a:off x="4055966" y="2901532"/>
          <a:ext cx="1493600" cy="746800"/>
        </a:xfrm>
        <a:prstGeom prst="round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Preprocessing</a:t>
          </a:r>
        </a:p>
      </dsp:txBody>
      <dsp:txXfrm>
        <a:off x="4092422" y="2937988"/>
        <a:ext cx="1420688" cy="673888"/>
      </dsp:txXfrm>
    </dsp:sp>
    <dsp:sp modelId="{5AF88686-D3C0-4F1E-AFD8-52C3AC4F6668}">
      <dsp:nvSpPr>
        <dsp:cNvPr id="0" name=""/>
        <dsp:cNvSpPr/>
      </dsp:nvSpPr>
      <dsp:spPr>
        <a:xfrm>
          <a:off x="2931066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Exploratory Data Analysis</a:t>
          </a:r>
        </a:p>
      </dsp:txBody>
      <dsp:txXfrm>
        <a:off x="2967522" y="4348568"/>
        <a:ext cx="1420688" cy="673888"/>
      </dsp:txXfrm>
    </dsp:sp>
    <dsp:sp modelId="{9FEBECDC-602F-4F63-A7D0-146002ACBE28}">
      <dsp:nvSpPr>
        <dsp:cNvPr id="0" name=""/>
        <dsp:cNvSpPr/>
      </dsp:nvSpPr>
      <dsp:spPr>
        <a:xfrm>
          <a:off x="1126865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Modeling</a:t>
          </a:r>
        </a:p>
      </dsp:txBody>
      <dsp:txXfrm>
        <a:off x="1163321" y="4348568"/>
        <a:ext cx="1420688" cy="673888"/>
      </dsp:txXfrm>
    </dsp:sp>
    <dsp:sp modelId="{B83A8E8C-60CA-480D-BA60-FDBB04FF6553}">
      <dsp:nvSpPr>
        <dsp:cNvPr id="0" name=""/>
        <dsp:cNvSpPr/>
      </dsp:nvSpPr>
      <dsp:spPr>
        <a:xfrm>
          <a:off x="1965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 Deployment</a:t>
          </a:r>
        </a:p>
      </dsp:txBody>
      <dsp:txXfrm>
        <a:off x="38421" y="2937988"/>
        <a:ext cx="1420688" cy="673888"/>
      </dsp:txXfrm>
    </dsp:sp>
    <dsp:sp modelId="{A29FD839-31F0-44CB-8A81-31DC3BAF0CF8}">
      <dsp:nvSpPr>
        <dsp:cNvPr id="0" name=""/>
        <dsp:cNvSpPr/>
      </dsp:nvSpPr>
      <dsp:spPr>
        <a:xfrm>
          <a:off x="403437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Communication of Results</a:t>
          </a:r>
        </a:p>
      </dsp:txBody>
      <dsp:txXfrm>
        <a:off x="439893" y="1179022"/>
        <a:ext cx="1420688" cy="67388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C38CD-2542-4DE8-9AA8-748AFBC3FDB7}">
      <dsp:nvSpPr>
        <dsp:cNvPr id="0" name=""/>
        <dsp:cNvSpPr/>
      </dsp:nvSpPr>
      <dsp:spPr>
        <a:xfrm>
          <a:off x="337988" y="324612"/>
          <a:ext cx="4875556" cy="4875556"/>
        </a:xfrm>
        <a:prstGeom prst="circularArrow">
          <a:avLst>
            <a:gd name="adj1" fmla="val 5544"/>
            <a:gd name="adj2" fmla="val 330680"/>
            <a:gd name="adj3" fmla="val 14538311"/>
            <a:gd name="adj4" fmla="val 16937355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5FDC9-7048-4E13-AEAA-A5A4AB7D4C68}">
      <dsp:nvSpPr>
        <dsp:cNvPr id="0" name=""/>
        <dsp:cNvSpPr/>
      </dsp:nvSpPr>
      <dsp:spPr>
        <a:xfrm>
          <a:off x="2028966" y="359753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Problem Identification</a:t>
          </a:r>
        </a:p>
      </dsp:txBody>
      <dsp:txXfrm>
        <a:off x="2065422" y="396209"/>
        <a:ext cx="1420688" cy="673888"/>
      </dsp:txXfrm>
    </dsp:sp>
    <dsp:sp modelId="{B1DF61ED-43A9-472A-A1BB-DADE9EA140EC}">
      <dsp:nvSpPr>
        <dsp:cNvPr id="0" name=""/>
        <dsp:cNvSpPr/>
      </dsp:nvSpPr>
      <dsp:spPr>
        <a:xfrm>
          <a:off x="3654494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Collection</a:t>
          </a:r>
        </a:p>
      </dsp:txBody>
      <dsp:txXfrm>
        <a:off x="3690950" y="1179022"/>
        <a:ext cx="1420688" cy="673888"/>
      </dsp:txXfrm>
    </dsp:sp>
    <dsp:sp modelId="{09C13C07-3504-4A6A-AA3B-0F69B9C39F29}">
      <dsp:nvSpPr>
        <dsp:cNvPr id="0" name=""/>
        <dsp:cNvSpPr/>
      </dsp:nvSpPr>
      <dsp:spPr>
        <a:xfrm>
          <a:off x="4055966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Preprocessing</a:t>
          </a:r>
        </a:p>
      </dsp:txBody>
      <dsp:txXfrm>
        <a:off x="4092422" y="2937988"/>
        <a:ext cx="1420688" cy="673888"/>
      </dsp:txXfrm>
    </dsp:sp>
    <dsp:sp modelId="{5AF88686-D3C0-4F1E-AFD8-52C3AC4F6668}">
      <dsp:nvSpPr>
        <dsp:cNvPr id="0" name=""/>
        <dsp:cNvSpPr/>
      </dsp:nvSpPr>
      <dsp:spPr>
        <a:xfrm>
          <a:off x="2931066" y="4312112"/>
          <a:ext cx="1493600" cy="746800"/>
        </a:xfrm>
        <a:prstGeom prst="round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Exploratory Data Analysis</a:t>
          </a:r>
        </a:p>
      </dsp:txBody>
      <dsp:txXfrm>
        <a:off x="2967522" y="4348568"/>
        <a:ext cx="1420688" cy="673888"/>
      </dsp:txXfrm>
    </dsp:sp>
    <dsp:sp modelId="{9FEBECDC-602F-4F63-A7D0-146002ACBE28}">
      <dsp:nvSpPr>
        <dsp:cNvPr id="0" name=""/>
        <dsp:cNvSpPr/>
      </dsp:nvSpPr>
      <dsp:spPr>
        <a:xfrm>
          <a:off x="1126865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Modeling</a:t>
          </a:r>
        </a:p>
      </dsp:txBody>
      <dsp:txXfrm>
        <a:off x="1163321" y="4348568"/>
        <a:ext cx="1420688" cy="673888"/>
      </dsp:txXfrm>
    </dsp:sp>
    <dsp:sp modelId="{B83A8E8C-60CA-480D-BA60-FDBB04FF6553}">
      <dsp:nvSpPr>
        <dsp:cNvPr id="0" name=""/>
        <dsp:cNvSpPr/>
      </dsp:nvSpPr>
      <dsp:spPr>
        <a:xfrm>
          <a:off x="1965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 Deployment</a:t>
          </a:r>
        </a:p>
      </dsp:txBody>
      <dsp:txXfrm>
        <a:off x="38421" y="2937988"/>
        <a:ext cx="1420688" cy="673888"/>
      </dsp:txXfrm>
    </dsp:sp>
    <dsp:sp modelId="{A29FD839-31F0-44CB-8A81-31DC3BAF0CF8}">
      <dsp:nvSpPr>
        <dsp:cNvPr id="0" name=""/>
        <dsp:cNvSpPr/>
      </dsp:nvSpPr>
      <dsp:spPr>
        <a:xfrm>
          <a:off x="403437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Communication of Results</a:t>
          </a:r>
        </a:p>
      </dsp:txBody>
      <dsp:txXfrm>
        <a:off x="439893" y="1179022"/>
        <a:ext cx="1420688" cy="6738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C38CD-2542-4DE8-9AA8-748AFBC3FDB7}">
      <dsp:nvSpPr>
        <dsp:cNvPr id="0" name=""/>
        <dsp:cNvSpPr/>
      </dsp:nvSpPr>
      <dsp:spPr>
        <a:xfrm>
          <a:off x="337988" y="324612"/>
          <a:ext cx="4875556" cy="4875556"/>
        </a:xfrm>
        <a:prstGeom prst="circularArrow">
          <a:avLst>
            <a:gd name="adj1" fmla="val 5544"/>
            <a:gd name="adj2" fmla="val 330680"/>
            <a:gd name="adj3" fmla="val 14538311"/>
            <a:gd name="adj4" fmla="val 16937355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5FDC9-7048-4E13-AEAA-A5A4AB7D4C68}">
      <dsp:nvSpPr>
        <dsp:cNvPr id="0" name=""/>
        <dsp:cNvSpPr/>
      </dsp:nvSpPr>
      <dsp:spPr>
        <a:xfrm>
          <a:off x="2028966" y="359753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Problem Identification</a:t>
          </a:r>
        </a:p>
      </dsp:txBody>
      <dsp:txXfrm>
        <a:off x="2065422" y="396209"/>
        <a:ext cx="1420688" cy="673888"/>
      </dsp:txXfrm>
    </dsp:sp>
    <dsp:sp modelId="{B1DF61ED-43A9-472A-A1BB-DADE9EA140EC}">
      <dsp:nvSpPr>
        <dsp:cNvPr id="0" name=""/>
        <dsp:cNvSpPr/>
      </dsp:nvSpPr>
      <dsp:spPr>
        <a:xfrm>
          <a:off x="3654494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Collection</a:t>
          </a:r>
        </a:p>
      </dsp:txBody>
      <dsp:txXfrm>
        <a:off x="3690950" y="1179022"/>
        <a:ext cx="1420688" cy="673888"/>
      </dsp:txXfrm>
    </dsp:sp>
    <dsp:sp modelId="{09C13C07-3504-4A6A-AA3B-0F69B9C39F29}">
      <dsp:nvSpPr>
        <dsp:cNvPr id="0" name=""/>
        <dsp:cNvSpPr/>
      </dsp:nvSpPr>
      <dsp:spPr>
        <a:xfrm>
          <a:off x="4055966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Preprocessing</a:t>
          </a:r>
        </a:p>
      </dsp:txBody>
      <dsp:txXfrm>
        <a:off x="4092422" y="2937988"/>
        <a:ext cx="1420688" cy="673888"/>
      </dsp:txXfrm>
    </dsp:sp>
    <dsp:sp modelId="{5AF88686-D3C0-4F1E-AFD8-52C3AC4F6668}">
      <dsp:nvSpPr>
        <dsp:cNvPr id="0" name=""/>
        <dsp:cNvSpPr/>
      </dsp:nvSpPr>
      <dsp:spPr>
        <a:xfrm>
          <a:off x="2931066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Exploratory Data Analysis</a:t>
          </a:r>
        </a:p>
      </dsp:txBody>
      <dsp:txXfrm>
        <a:off x="2967522" y="4348568"/>
        <a:ext cx="1420688" cy="673888"/>
      </dsp:txXfrm>
    </dsp:sp>
    <dsp:sp modelId="{9FEBECDC-602F-4F63-A7D0-146002ACBE28}">
      <dsp:nvSpPr>
        <dsp:cNvPr id="0" name=""/>
        <dsp:cNvSpPr/>
      </dsp:nvSpPr>
      <dsp:spPr>
        <a:xfrm>
          <a:off x="1126865" y="4312112"/>
          <a:ext cx="1493600" cy="746800"/>
        </a:xfrm>
        <a:prstGeom prst="round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Modeling</a:t>
          </a:r>
        </a:p>
      </dsp:txBody>
      <dsp:txXfrm>
        <a:off x="1163321" y="4348568"/>
        <a:ext cx="1420688" cy="673888"/>
      </dsp:txXfrm>
    </dsp:sp>
    <dsp:sp modelId="{B83A8E8C-60CA-480D-BA60-FDBB04FF6553}">
      <dsp:nvSpPr>
        <dsp:cNvPr id="0" name=""/>
        <dsp:cNvSpPr/>
      </dsp:nvSpPr>
      <dsp:spPr>
        <a:xfrm>
          <a:off x="1965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 Deployment</a:t>
          </a:r>
        </a:p>
      </dsp:txBody>
      <dsp:txXfrm>
        <a:off x="38421" y="2937988"/>
        <a:ext cx="1420688" cy="673888"/>
      </dsp:txXfrm>
    </dsp:sp>
    <dsp:sp modelId="{A29FD839-31F0-44CB-8A81-31DC3BAF0CF8}">
      <dsp:nvSpPr>
        <dsp:cNvPr id="0" name=""/>
        <dsp:cNvSpPr/>
      </dsp:nvSpPr>
      <dsp:spPr>
        <a:xfrm>
          <a:off x="403437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Communication of Results</a:t>
          </a:r>
        </a:p>
      </dsp:txBody>
      <dsp:txXfrm>
        <a:off x="439893" y="1179022"/>
        <a:ext cx="1420688" cy="6738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C38CD-2542-4DE8-9AA8-748AFBC3FDB7}">
      <dsp:nvSpPr>
        <dsp:cNvPr id="0" name=""/>
        <dsp:cNvSpPr/>
      </dsp:nvSpPr>
      <dsp:spPr>
        <a:xfrm>
          <a:off x="337988" y="324612"/>
          <a:ext cx="4875556" cy="4875556"/>
        </a:xfrm>
        <a:prstGeom prst="circularArrow">
          <a:avLst>
            <a:gd name="adj1" fmla="val 5544"/>
            <a:gd name="adj2" fmla="val 330680"/>
            <a:gd name="adj3" fmla="val 14538311"/>
            <a:gd name="adj4" fmla="val 16937355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5FDC9-7048-4E13-AEAA-A5A4AB7D4C68}">
      <dsp:nvSpPr>
        <dsp:cNvPr id="0" name=""/>
        <dsp:cNvSpPr/>
      </dsp:nvSpPr>
      <dsp:spPr>
        <a:xfrm>
          <a:off x="2028966" y="359753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Problem Identification</a:t>
          </a:r>
        </a:p>
      </dsp:txBody>
      <dsp:txXfrm>
        <a:off x="2065422" y="396209"/>
        <a:ext cx="1420688" cy="673888"/>
      </dsp:txXfrm>
    </dsp:sp>
    <dsp:sp modelId="{B1DF61ED-43A9-472A-A1BB-DADE9EA140EC}">
      <dsp:nvSpPr>
        <dsp:cNvPr id="0" name=""/>
        <dsp:cNvSpPr/>
      </dsp:nvSpPr>
      <dsp:spPr>
        <a:xfrm>
          <a:off x="3654494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Collection</a:t>
          </a:r>
        </a:p>
      </dsp:txBody>
      <dsp:txXfrm>
        <a:off x="3690950" y="1179022"/>
        <a:ext cx="1420688" cy="673888"/>
      </dsp:txXfrm>
    </dsp:sp>
    <dsp:sp modelId="{09C13C07-3504-4A6A-AA3B-0F69B9C39F29}">
      <dsp:nvSpPr>
        <dsp:cNvPr id="0" name=""/>
        <dsp:cNvSpPr/>
      </dsp:nvSpPr>
      <dsp:spPr>
        <a:xfrm>
          <a:off x="4055966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Preprocessing</a:t>
          </a:r>
        </a:p>
      </dsp:txBody>
      <dsp:txXfrm>
        <a:off x="4092422" y="2937988"/>
        <a:ext cx="1420688" cy="673888"/>
      </dsp:txXfrm>
    </dsp:sp>
    <dsp:sp modelId="{5AF88686-D3C0-4F1E-AFD8-52C3AC4F6668}">
      <dsp:nvSpPr>
        <dsp:cNvPr id="0" name=""/>
        <dsp:cNvSpPr/>
      </dsp:nvSpPr>
      <dsp:spPr>
        <a:xfrm>
          <a:off x="2931066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Exploratory Data Analysis</a:t>
          </a:r>
        </a:p>
      </dsp:txBody>
      <dsp:txXfrm>
        <a:off x="2967522" y="4348568"/>
        <a:ext cx="1420688" cy="673888"/>
      </dsp:txXfrm>
    </dsp:sp>
    <dsp:sp modelId="{9FEBECDC-602F-4F63-A7D0-146002ACBE28}">
      <dsp:nvSpPr>
        <dsp:cNvPr id="0" name=""/>
        <dsp:cNvSpPr/>
      </dsp:nvSpPr>
      <dsp:spPr>
        <a:xfrm>
          <a:off x="1126865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Modeling</a:t>
          </a:r>
        </a:p>
      </dsp:txBody>
      <dsp:txXfrm>
        <a:off x="1163321" y="4348568"/>
        <a:ext cx="1420688" cy="673888"/>
      </dsp:txXfrm>
    </dsp:sp>
    <dsp:sp modelId="{B83A8E8C-60CA-480D-BA60-FDBB04FF6553}">
      <dsp:nvSpPr>
        <dsp:cNvPr id="0" name=""/>
        <dsp:cNvSpPr/>
      </dsp:nvSpPr>
      <dsp:spPr>
        <a:xfrm>
          <a:off x="1965" y="2901532"/>
          <a:ext cx="1493600" cy="746800"/>
        </a:xfrm>
        <a:prstGeom prst="round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 Deployment</a:t>
          </a:r>
        </a:p>
      </dsp:txBody>
      <dsp:txXfrm>
        <a:off x="38421" y="2937988"/>
        <a:ext cx="1420688" cy="673888"/>
      </dsp:txXfrm>
    </dsp:sp>
    <dsp:sp modelId="{A29FD839-31F0-44CB-8A81-31DC3BAF0CF8}">
      <dsp:nvSpPr>
        <dsp:cNvPr id="0" name=""/>
        <dsp:cNvSpPr/>
      </dsp:nvSpPr>
      <dsp:spPr>
        <a:xfrm>
          <a:off x="403437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Communication of Results</a:t>
          </a:r>
        </a:p>
      </dsp:txBody>
      <dsp:txXfrm>
        <a:off x="439893" y="1179022"/>
        <a:ext cx="1420688" cy="67388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C38CD-2542-4DE8-9AA8-748AFBC3FDB7}">
      <dsp:nvSpPr>
        <dsp:cNvPr id="0" name=""/>
        <dsp:cNvSpPr/>
      </dsp:nvSpPr>
      <dsp:spPr>
        <a:xfrm>
          <a:off x="337988" y="324612"/>
          <a:ext cx="4875556" cy="4875556"/>
        </a:xfrm>
        <a:prstGeom prst="circularArrow">
          <a:avLst>
            <a:gd name="adj1" fmla="val 5544"/>
            <a:gd name="adj2" fmla="val 330680"/>
            <a:gd name="adj3" fmla="val 14538311"/>
            <a:gd name="adj4" fmla="val 16937355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5FDC9-7048-4E13-AEAA-A5A4AB7D4C68}">
      <dsp:nvSpPr>
        <dsp:cNvPr id="0" name=""/>
        <dsp:cNvSpPr/>
      </dsp:nvSpPr>
      <dsp:spPr>
        <a:xfrm>
          <a:off x="2028966" y="359753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Problem Identification</a:t>
          </a:r>
        </a:p>
      </dsp:txBody>
      <dsp:txXfrm>
        <a:off x="2065422" y="396209"/>
        <a:ext cx="1420688" cy="673888"/>
      </dsp:txXfrm>
    </dsp:sp>
    <dsp:sp modelId="{B1DF61ED-43A9-472A-A1BB-DADE9EA140EC}">
      <dsp:nvSpPr>
        <dsp:cNvPr id="0" name=""/>
        <dsp:cNvSpPr/>
      </dsp:nvSpPr>
      <dsp:spPr>
        <a:xfrm>
          <a:off x="3654494" y="1142566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Collection</a:t>
          </a:r>
        </a:p>
      </dsp:txBody>
      <dsp:txXfrm>
        <a:off x="3690950" y="1179022"/>
        <a:ext cx="1420688" cy="673888"/>
      </dsp:txXfrm>
    </dsp:sp>
    <dsp:sp modelId="{09C13C07-3504-4A6A-AA3B-0F69B9C39F29}">
      <dsp:nvSpPr>
        <dsp:cNvPr id="0" name=""/>
        <dsp:cNvSpPr/>
      </dsp:nvSpPr>
      <dsp:spPr>
        <a:xfrm>
          <a:off x="4055966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Preprocessing</a:t>
          </a:r>
        </a:p>
      </dsp:txBody>
      <dsp:txXfrm>
        <a:off x="4092422" y="2937988"/>
        <a:ext cx="1420688" cy="673888"/>
      </dsp:txXfrm>
    </dsp:sp>
    <dsp:sp modelId="{5AF88686-D3C0-4F1E-AFD8-52C3AC4F6668}">
      <dsp:nvSpPr>
        <dsp:cNvPr id="0" name=""/>
        <dsp:cNvSpPr/>
      </dsp:nvSpPr>
      <dsp:spPr>
        <a:xfrm>
          <a:off x="2931066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Exploratory Data Analysis</a:t>
          </a:r>
        </a:p>
      </dsp:txBody>
      <dsp:txXfrm>
        <a:off x="2967522" y="4348568"/>
        <a:ext cx="1420688" cy="673888"/>
      </dsp:txXfrm>
    </dsp:sp>
    <dsp:sp modelId="{9FEBECDC-602F-4F63-A7D0-146002ACBE28}">
      <dsp:nvSpPr>
        <dsp:cNvPr id="0" name=""/>
        <dsp:cNvSpPr/>
      </dsp:nvSpPr>
      <dsp:spPr>
        <a:xfrm>
          <a:off x="1126865" y="431211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Modeling</a:t>
          </a:r>
        </a:p>
      </dsp:txBody>
      <dsp:txXfrm>
        <a:off x="1163321" y="4348568"/>
        <a:ext cx="1420688" cy="673888"/>
      </dsp:txXfrm>
    </dsp:sp>
    <dsp:sp modelId="{B83A8E8C-60CA-480D-BA60-FDBB04FF6553}">
      <dsp:nvSpPr>
        <dsp:cNvPr id="0" name=""/>
        <dsp:cNvSpPr/>
      </dsp:nvSpPr>
      <dsp:spPr>
        <a:xfrm>
          <a:off x="1965" y="2901532"/>
          <a:ext cx="1493600" cy="746800"/>
        </a:xfrm>
        <a:prstGeom prst="roundRect">
          <a:avLst/>
        </a:prstGeom>
        <a:solidFill>
          <a:schemeClr val="bg2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 Deployment</a:t>
          </a:r>
        </a:p>
      </dsp:txBody>
      <dsp:txXfrm>
        <a:off x="38421" y="2937988"/>
        <a:ext cx="1420688" cy="673888"/>
      </dsp:txXfrm>
    </dsp:sp>
    <dsp:sp modelId="{A29FD839-31F0-44CB-8A81-31DC3BAF0CF8}">
      <dsp:nvSpPr>
        <dsp:cNvPr id="0" name=""/>
        <dsp:cNvSpPr/>
      </dsp:nvSpPr>
      <dsp:spPr>
        <a:xfrm>
          <a:off x="403437" y="1142566"/>
          <a:ext cx="1493600" cy="746800"/>
        </a:xfrm>
        <a:prstGeom prst="round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Communication of Results</a:t>
          </a:r>
        </a:p>
      </dsp:txBody>
      <dsp:txXfrm>
        <a:off x="439893" y="1179022"/>
        <a:ext cx="1420688" cy="673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75AEF-6AF8-074D-A4DB-F71FD6F9C37D}" type="datetimeFigureOut">
              <a:rPr lang="en-US" smtClean="0"/>
              <a:t>11/10/2023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D9A6D-5233-6641-90BA-8328590F05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AE85D-3A3F-7B46-A18E-DF160D9D2CC7}" type="datetimeFigureOut">
              <a:rPr lang="en-US" smtClean="0"/>
              <a:t>11/10/2023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DA35F-9E58-5D40-92C1-D8C7631003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 numCol="2" spcCol="13716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800" baseline="0">
                <a:sym typeface="Wingdings" panose="05000000000000000000" pitchFamily="2" charset="2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400"/>
            </a:lvl3pPr>
          </a:lstStyle>
          <a:p>
            <a:pPr marL="173038" lvl="0" indent="-173038"/>
            <a:r>
              <a:rPr lang="en-US" dirty="0"/>
              <a:t>Click to add text. If you have &lt;12 lessons, select </a:t>
            </a:r>
            <a:r>
              <a:rPr lang="en-US" dirty="0" err="1"/>
              <a:t>HomeAdd</a:t>
            </a:r>
            <a:r>
              <a:rPr lang="en-US" dirty="0"/>
              <a:t> or Remove </a:t>
            </a:r>
            <a:r>
              <a:rPr lang="en-US" dirty="0" err="1"/>
              <a:t>ColumnsOne</a:t>
            </a:r>
            <a:r>
              <a:rPr lang="en-US" dirty="0"/>
              <a:t> Column to prevent wrapping issues with long titles.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“Course Outline: [Course Title]”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7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Lesson title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1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D770E60D-FD97-4043-81F1-289AA5E51D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D59A8F-E744-4482-BF05-F930781695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3235643"/>
            <a:ext cx="10363200" cy="1362075"/>
          </a:xfrm>
        </p:spPr>
        <p:txBody>
          <a:bodyPr anchor="ctr"/>
          <a:lstStyle>
            <a:lvl1pPr marL="0" indent="0" algn="ctr">
              <a:buNone/>
              <a:defRPr sz="4400" b="1" cap="all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topic title</a:t>
            </a:r>
          </a:p>
        </p:txBody>
      </p:sp>
      <p:pic>
        <p:nvPicPr>
          <p:cNvPr id="8" name="Picture 7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8AA9BFF-9ED8-2D40-92F4-996C75C1C1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B1E05F0-CFAF-A446-AE72-71681949D9CF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F71B82E-1518-9342-B652-C27727A416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1921" y="853440"/>
            <a:ext cx="6879270" cy="2334261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3808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0A037335-1258-EF45-B44C-2F4D9BFDC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4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F39B6-089A-D744-B207-90D8B780B7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5165411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76BA429E-88B1-B942-9C74-1AB5F33A3C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03674" y="6438275"/>
            <a:ext cx="1881052" cy="25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E0645ACB-515B-844F-A6FE-5A9C2CC912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27A344B-E698-2E47-A734-E1CE134147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155" y="2785873"/>
            <a:ext cx="10511691" cy="1286256"/>
          </a:xfrm>
        </p:spPr>
        <p:txBody>
          <a:bodyPr/>
          <a:lstStyle>
            <a:lvl1pPr algn="ctr">
              <a:defRPr sz="44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A2CE11F-9E63-044F-B02D-D030806CCD69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214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ne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319539" cy="955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5900" y="1302043"/>
            <a:ext cx="11280200" cy="4481345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A977C3C-812B-204B-BEB0-8F3E056FB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0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EEA2D-3653-2F41-934A-ED2CDFD988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</p:spTree>
    <p:extLst>
      <p:ext uri="{BB962C8B-B14F-4D97-AF65-F5344CB8AC3E}">
        <p14:creationId xmlns:p14="http://schemas.microsoft.com/office/powerpoint/2010/main" val="14736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E99981-5C84-844C-A6A7-26590EE3D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</p:spTree>
    <p:extLst>
      <p:ext uri="{BB962C8B-B14F-4D97-AF65-F5344CB8AC3E}">
        <p14:creationId xmlns:p14="http://schemas.microsoft.com/office/powerpoint/2010/main" val="3586892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C9B9BA-D0BE-5C45-93C2-C0597F00D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2FDC18-07C2-8E4C-A0AD-E0A207C9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449" y="1302040"/>
            <a:ext cx="6957694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18D182-A7CC-CC43-B849-8EF89FE6B8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306" y="290945"/>
            <a:ext cx="6986571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</p:spTree>
    <p:extLst>
      <p:ext uri="{BB962C8B-B14F-4D97-AF65-F5344CB8AC3E}">
        <p14:creationId xmlns:p14="http://schemas.microsoft.com/office/powerpoint/2010/main" val="685139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E9A21-B09E-3042-A581-B6A6316B2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8C1E330-78E3-8C4C-BFD6-B2109EC92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831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</p:spTree>
    <p:extLst>
      <p:ext uri="{BB962C8B-B14F-4D97-AF65-F5344CB8AC3E}">
        <p14:creationId xmlns:p14="http://schemas.microsoft.com/office/powerpoint/2010/main" val="306450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F8399-FFF5-714D-8FE2-89A7788522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3366" y="1302040"/>
            <a:ext cx="7245626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7F3FAEE-EBB5-8F41-9D49-C3A289C7D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223" y="290945"/>
            <a:ext cx="7275698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</p:spTree>
    <p:extLst>
      <p:ext uri="{BB962C8B-B14F-4D97-AF65-F5344CB8AC3E}">
        <p14:creationId xmlns:p14="http://schemas.microsoft.com/office/powerpoint/2010/main" val="3464674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A4131-5CC5-0446-9EA8-4C9F6E974B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15AE6-89DC-4B00-95C2-C09677B47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</p:spTree>
    <p:extLst>
      <p:ext uri="{BB962C8B-B14F-4D97-AF65-F5344CB8AC3E}">
        <p14:creationId xmlns:p14="http://schemas.microsoft.com/office/powerpoint/2010/main" val="3149041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ve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495DB-8197-C747-9D12-B9B16AD79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B97F-4B6B-4623-8514-D7FD629FE2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302042"/>
            <a:ext cx="8065601" cy="3461344"/>
          </a:xfrm>
        </p:spPr>
        <p:txBody>
          <a:bodyPr/>
          <a:lstStyle>
            <a:lvl1pPr>
              <a:spcAft>
                <a:spcPts val="2400"/>
              </a:spcAft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 marL="1828800" indent="-457200">
              <a:buFont typeface="+mj-lt"/>
              <a:buAutoNum type="arabicPeriod"/>
              <a:defRPr/>
            </a:lvl4pPr>
            <a:lvl5pPr marL="2286000" indent="-4572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Insert Question #1</a:t>
            </a:r>
          </a:p>
          <a:p>
            <a:pPr lvl="0"/>
            <a:r>
              <a:rPr lang="en-US" dirty="0"/>
              <a:t>Insert Question #2</a:t>
            </a:r>
          </a:p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B051-CC06-447C-AEEE-4E1DE7CB3684}"/>
              </a:ext>
            </a:extLst>
          </p:cNvPr>
          <p:cNvSpPr txBox="1"/>
          <p:nvPr userDrawn="1"/>
        </p:nvSpPr>
        <p:spPr>
          <a:xfrm>
            <a:off x="997528" y="462617"/>
            <a:ext cx="867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</a:rPr>
              <a:t>REFLECTIVE QUESTIONS</a:t>
            </a:r>
          </a:p>
        </p:txBody>
      </p:sp>
    </p:spTree>
    <p:extLst>
      <p:ext uri="{BB962C8B-B14F-4D97-AF65-F5344CB8AC3E}">
        <p14:creationId xmlns:p14="http://schemas.microsoft.com/office/powerpoint/2010/main" val="1364322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01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265D8D75-6CEC-F848-822E-BF7A0AFAF0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6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o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93AA2-F1FD-415B-809F-52E7D4576B38}"/>
              </a:ext>
            </a:extLst>
          </p:cNvPr>
          <p:cNvSpPr/>
          <p:nvPr userDrawn="1"/>
        </p:nvSpPr>
        <p:spPr>
          <a:xfrm>
            <a:off x="0" y="1"/>
            <a:ext cx="12192000" cy="979749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8953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5BA03AB-6813-664D-B697-5FFAF521D1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74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05292730-C4A0-C547-BA9D-56A0205CD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43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297" y="0"/>
            <a:ext cx="10397067" cy="955040"/>
          </a:xfrm>
        </p:spPr>
        <p:txBody>
          <a:bodyPr anchor="ctr" anchorCtr="0">
            <a:no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9EAFBBC-2C9E-1241-84D4-E9756B6DE5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2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5690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13694"/>
            <a:ext cx="7315200" cy="37701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2364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F6FF233-EB40-BE4E-8AC9-9CA2504D2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40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28CC025-3396-904D-927D-1DFCABD646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597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9200" y="1211385"/>
            <a:ext cx="2743200" cy="4914778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11385"/>
            <a:ext cx="8026400" cy="49147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D64BF27-2D44-684C-892F-6C15A97C6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0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53B76-2A7A-7948-8D60-7A6A79959BAB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0" y="0"/>
            <a:ext cx="12192000" cy="9779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901" y="0"/>
            <a:ext cx="11284154" cy="96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900" y="1307130"/>
            <a:ext cx="11280203" cy="4935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C4C4C4"/>
                </a:solidFill>
                <a:latin typeface="Arial"/>
                <a:cs typeface="Arial"/>
              </a:defRPr>
            </a:lvl1pPr>
          </a:lstStyle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7048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71" r:id="rId2"/>
    <p:sldLayoutId id="2147483948" r:id="rId3"/>
    <p:sldLayoutId id="2147483952" r:id="rId4"/>
    <p:sldLayoutId id="2147483970" r:id="rId5"/>
    <p:sldLayoutId id="2147483938" r:id="rId6"/>
    <p:sldLayoutId id="2147483953" r:id="rId7"/>
    <p:sldLayoutId id="2147483931" r:id="rId8"/>
    <p:sldLayoutId id="2147483932" r:id="rId9"/>
    <p:sldLayoutId id="2147483951" r:id="rId10"/>
    <p:sldLayoutId id="2147483936" r:id="rId11"/>
    <p:sldLayoutId id="2147483937" r:id="rId12"/>
    <p:sldLayoutId id="2147483934" r:id="rId13"/>
    <p:sldLayoutId id="2147483935" r:id="rId14"/>
    <p:sldLayoutId id="2147483939" r:id="rId15"/>
    <p:sldLayoutId id="2147483940" r:id="rId16"/>
    <p:sldLayoutId id="2147483955" r:id="rId17"/>
    <p:sldLayoutId id="2147483950" r:id="rId18"/>
    <p:sldLayoutId id="2147483942" r:id="rId19"/>
    <p:sldLayoutId id="2147483943" r:id="rId20"/>
    <p:sldLayoutId id="2147483944" r:id="rId21"/>
    <p:sldLayoutId id="2147483945" r:id="rId22"/>
    <p:sldLayoutId id="2147483946" r:id="rId23"/>
    <p:sldLayoutId id="2147483947" r:id="rId2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D4C516-E862-9575-2FDC-2C0845FA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Fundamentals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89260-EEC3-450A-88B6-32B440B4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Placeholder 13">
            <a:extLst>
              <a:ext uri="{FF2B5EF4-FFF2-40B4-BE49-F238E27FC236}">
                <a16:creationId xmlns:a16="http://schemas.microsoft.com/office/drawing/2014/main" id="{982B4623-A594-012E-237F-CAFCC6BD9A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>
          <a:xfrm>
            <a:off x="2661921" y="853440"/>
            <a:ext cx="6879270" cy="23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43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0B8F3-0016-E59A-C0E4-EC70E04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10FD-C378-B6A8-A103-7FE29B15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Data Science?</a:t>
            </a:r>
          </a:p>
          <a:p>
            <a:r>
              <a:rPr lang="en-US" dirty="0"/>
              <a:t>Types of Data</a:t>
            </a:r>
          </a:p>
          <a:p>
            <a:r>
              <a:rPr lang="en-US" dirty="0"/>
              <a:t>The Data Science Lifecycle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CED616-3DD2-D1ED-621C-21462FCD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Fundamentals</a:t>
            </a:r>
          </a:p>
        </p:txBody>
      </p:sp>
    </p:spTree>
    <p:extLst>
      <p:ext uri="{BB962C8B-B14F-4D97-AF65-F5344CB8AC3E}">
        <p14:creationId xmlns:p14="http://schemas.microsoft.com/office/powerpoint/2010/main" val="272814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What Is Data Science?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16F1209-661E-779E-F73E-FD19B2A4D6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236129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C713EE-0289-EC0E-FB48-E289223B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BAC979-3999-5D3B-9701-B6E967696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disciplines</a:t>
            </a:r>
          </a:p>
          <a:p>
            <a:r>
              <a:rPr lang="en-US" dirty="0"/>
              <a:t>Data</a:t>
            </a:r>
          </a:p>
          <a:p>
            <a:r>
              <a:rPr lang="en-US" dirty="0"/>
              <a:t>Goals</a:t>
            </a:r>
          </a:p>
          <a:p>
            <a:r>
              <a:rPr lang="en-US" dirty="0"/>
              <a:t>Phases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F15E31-7875-8C2E-910D-88B56809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64890E-70DF-A40F-BFBF-4F8C8295C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Data science</a:t>
            </a:r>
            <a:r>
              <a:rPr lang="en-US" dirty="0"/>
              <a:t>: The scientific study of data to gain knowledge.</a:t>
            </a:r>
          </a:p>
        </p:txBody>
      </p:sp>
    </p:spTree>
    <p:extLst>
      <p:ext uri="{BB962C8B-B14F-4D97-AF65-F5344CB8AC3E}">
        <p14:creationId xmlns:p14="http://schemas.microsoft.com/office/powerpoint/2010/main" val="353978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3A49BA-49F5-971C-156E-4B484E1FB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Elements of Data Science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A9DDFD-86D2-441D-ACE0-5433AC3C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F767F3-ACCF-ACDE-AB4B-EB857E6B7C38}"/>
              </a:ext>
            </a:extLst>
          </p:cNvPr>
          <p:cNvGrpSpPr/>
          <p:nvPr/>
        </p:nvGrpSpPr>
        <p:grpSpPr>
          <a:xfrm>
            <a:off x="2580640" y="1389531"/>
            <a:ext cx="7183120" cy="4621810"/>
            <a:chOff x="2580640" y="1389531"/>
            <a:chExt cx="7183120" cy="4621810"/>
          </a:xfrm>
        </p:grpSpPr>
        <p:pic>
          <p:nvPicPr>
            <p:cNvPr id="8" name="Graphic 7" descr="Umbrella outline">
              <a:extLst>
                <a:ext uri="{FF2B5EF4-FFF2-40B4-BE49-F238E27FC236}">
                  <a16:creationId xmlns:a16="http://schemas.microsoft.com/office/drawing/2014/main" id="{917E6F14-A92B-0358-80F7-8385B2BF0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80640" y="1389531"/>
              <a:ext cx="7183120" cy="462181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B5EF1B4-1686-A748-AF96-479B54724016}"/>
                </a:ext>
              </a:extLst>
            </p:cNvPr>
            <p:cNvSpPr/>
            <p:nvPr/>
          </p:nvSpPr>
          <p:spPr>
            <a:xfrm>
              <a:off x="4255810" y="1524615"/>
              <a:ext cx="383278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Data Science</a:t>
              </a:r>
            </a:p>
          </p:txBody>
        </p:sp>
        <p:sp>
          <p:nvSpPr>
            <p:cNvPr id="10" name="Rounded Rectangle 142">
              <a:extLst>
                <a:ext uri="{FF2B5EF4-FFF2-40B4-BE49-F238E27FC236}">
                  <a16:creationId xmlns:a16="http://schemas.microsoft.com/office/drawing/2014/main" id="{901A7225-2C32-FB6A-BBF9-4E30E3A815A3}"/>
                </a:ext>
              </a:extLst>
            </p:cNvPr>
            <p:cNvSpPr/>
            <p:nvPr/>
          </p:nvSpPr>
          <p:spPr>
            <a:xfrm>
              <a:off x="3393797" y="3700436"/>
              <a:ext cx="1724025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Data analysis</a:t>
              </a:r>
            </a:p>
          </p:txBody>
        </p:sp>
        <p:sp>
          <p:nvSpPr>
            <p:cNvPr id="11" name="Rounded Rectangle 142">
              <a:extLst>
                <a:ext uri="{FF2B5EF4-FFF2-40B4-BE49-F238E27FC236}">
                  <a16:creationId xmlns:a16="http://schemas.microsoft.com/office/drawing/2014/main" id="{363E3423-849D-6B90-167E-B3A248E64998}"/>
                </a:ext>
              </a:extLst>
            </p:cNvPr>
            <p:cNvSpPr/>
            <p:nvPr/>
          </p:nvSpPr>
          <p:spPr>
            <a:xfrm>
              <a:off x="7517359" y="5058748"/>
              <a:ext cx="1724025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Data engineering</a:t>
              </a:r>
            </a:p>
          </p:txBody>
        </p:sp>
        <p:sp>
          <p:nvSpPr>
            <p:cNvPr id="12" name="Rounded Rectangle 142">
              <a:extLst>
                <a:ext uri="{FF2B5EF4-FFF2-40B4-BE49-F238E27FC236}">
                  <a16:creationId xmlns:a16="http://schemas.microsoft.com/office/drawing/2014/main" id="{F0F35483-7E16-62F8-4783-ED88FFCD3C98}"/>
                </a:ext>
              </a:extLst>
            </p:cNvPr>
            <p:cNvSpPr/>
            <p:nvPr/>
          </p:nvSpPr>
          <p:spPr>
            <a:xfrm>
              <a:off x="3190787" y="4684694"/>
              <a:ext cx="1724025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Statistical analysis</a:t>
              </a:r>
            </a:p>
          </p:txBody>
        </p:sp>
        <p:sp>
          <p:nvSpPr>
            <p:cNvPr id="13" name="Rounded Rectangle 142">
              <a:extLst>
                <a:ext uri="{FF2B5EF4-FFF2-40B4-BE49-F238E27FC236}">
                  <a16:creationId xmlns:a16="http://schemas.microsoft.com/office/drawing/2014/main" id="{025E94A5-CD5F-789F-C1A8-5E45B32926D0}"/>
                </a:ext>
              </a:extLst>
            </p:cNvPr>
            <p:cNvSpPr/>
            <p:nvPr/>
          </p:nvSpPr>
          <p:spPr>
            <a:xfrm>
              <a:off x="4214128" y="4138255"/>
              <a:ext cx="1724025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ML engineering</a:t>
              </a:r>
            </a:p>
          </p:txBody>
        </p:sp>
        <p:sp>
          <p:nvSpPr>
            <p:cNvPr id="14" name="Rounded Rectangle 142">
              <a:extLst>
                <a:ext uri="{FF2B5EF4-FFF2-40B4-BE49-F238E27FC236}">
                  <a16:creationId xmlns:a16="http://schemas.microsoft.com/office/drawing/2014/main" id="{F5E13536-B2F3-96C9-84FD-2EC2AD684EE8}"/>
                </a:ext>
              </a:extLst>
            </p:cNvPr>
            <p:cNvSpPr/>
            <p:nvPr/>
          </p:nvSpPr>
          <p:spPr>
            <a:xfrm>
              <a:off x="6655347" y="4433164"/>
              <a:ext cx="1724025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Data cleaning</a:t>
              </a:r>
            </a:p>
          </p:txBody>
        </p:sp>
        <p:sp>
          <p:nvSpPr>
            <p:cNvPr id="15" name="Rounded Rectangle 142">
              <a:extLst>
                <a:ext uri="{FF2B5EF4-FFF2-40B4-BE49-F238E27FC236}">
                  <a16:creationId xmlns:a16="http://schemas.microsoft.com/office/drawing/2014/main" id="{714C49AC-2CF7-51E7-BBF1-4793EB356955}"/>
                </a:ext>
              </a:extLst>
            </p:cNvPr>
            <p:cNvSpPr/>
            <p:nvPr/>
          </p:nvSpPr>
          <p:spPr>
            <a:xfrm>
              <a:off x="7226578" y="3650276"/>
              <a:ext cx="1724025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Data analytics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589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77AB0-F81D-659A-9546-5FA32861C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2DF01D-372A-6B9F-1D61-290E2E3F6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811" y="2387600"/>
            <a:ext cx="7522234" cy="3940048"/>
          </a:xfrm>
        </p:spPr>
        <p:txBody>
          <a:bodyPr/>
          <a:lstStyle/>
          <a:p>
            <a:r>
              <a:rPr lang="en-US" dirty="0"/>
              <a:t>Data scientists</a:t>
            </a:r>
          </a:p>
          <a:p>
            <a:r>
              <a:rPr lang="en-US" dirty="0"/>
              <a:t>Data architects</a:t>
            </a:r>
          </a:p>
          <a:p>
            <a:r>
              <a:rPr lang="en-US" dirty="0"/>
              <a:t>Statisticians</a:t>
            </a:r>
          </a:p>
          <a:p>
            <a:r>
              <a:rPr lang="en-US" dirty="0"/>
              <a:t>Database administrators</a:t>
            </a:r>
          </a:p>
          <a:p>
            <a:r>
              <a:rPr lang="en-US" dirty="0"/>
              <a:t>Data engineers</a:t>
            </a:r>
          </a:p>
          <a:p>
            <a:r>
              <a:rPr lang="en-US" dirty="0"/>
              <a:t>Data analysts</a:t>
            </a:r>
          </a:p>
          <a:p>
            <a:r>
              <a:rPr lang="en-US" dirty="0"/>
              <a:t>ML engineer</a:t>
            </a:r>
          </a:p>
          <a:p>
            <a:r>
              <a:rPr lang="en-US" dirty="0"/>
              <a:t>Data-team manager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B12A4-A53F-3D6A-4449-6A9C9A21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Teams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F1BFC9-A796-0240-1800-BF8C39E973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Data team</a:t>
            </a:r>
            <a:r>
              <a:rPr lang="en-US" dirty="0"/>
              <a:t>: A group of individuals involved in the strategic development, implementation, and management of business analytics technologies, processes, and the overall success of business analytics at the organization.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5997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02FE29B-BBD8-35FA-8F4B-7C2660ED0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Skills and Knowledge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080F59-A112-C5D6-78DB-304E62A2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6C8A99-9D28-8694-8D71-006CEEC4F5CC}"/>
              </a:ext>
            </a:extLst>
          </p:cNvPr>
          <p:cNvGrpSpPr/>
          <p:nvPr/>
        </p:nvGrpSpPr>
        <p:grpSpPr>
          <a:xfrm>
            <a:off x="1276070" y="1081408"/>
            <a:ext cx="10199825" cy="5418667"/>
            <a:chOff x="1276070" y="1081408"/>
            <a:chExt cx="10199825" cy="541866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E78142A-0115-8301-274E-D255845FB39A}"/>
                </a:ext>
              </a:extLst>
            </p:cNvPr>
            <p:cNvGrpSpPr/>
            <p:nvPr/>
          </p:nvGrpSpPr>
          <p:grpSpPr>
            <a:xfrm>
              <a:off x="2032000" y="1081408"/>
              <a:ext cx="8128000" cy="5418667"/>
              <a:chOff x="2032000" y="1081408"/>
              <a:chExt cx="8128000" cy="5418667"/>
            </a:xfrm>
          </p:grpSpPr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0C53FB8A-6E1E-8319-C062-3B38788D5581}"/>
                  </a:ext>
                </a:extLst>
              </p:cNvPr>
              <p:cNvGraphicFramePr/>
              <p:nvPr/>
            </p:nvGraphicFramePr>
            <p:xfrm>
              <a:off x="2032000" y="1081408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sp>
            <p:nvSpPr>
              <p:cNvPr id="9" name="Line 300">
                <a:extLst>
                  <a:ext uri="{FF2B5EF4-FFF2-40B4-BE49-F238E27FC236}">
                    <a16:creationId xmlns:a16="http://schemas.microsoft.com/office/drawing/2014/main" id="{52F3AB57-7F1D-E4C5-65F9-86D739124D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2902" y="3429000"/>
                <a:ext cx="2512138" cy="13700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>
                  <a:defRPr/>
                </a:pPr>
                <a:endParaRPr lang="en-US" kern="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" name="Rounded Rectangle 142">
                <a:extLst>
                  <a:ext uri="{FF2B5EF4-FFF2-40B4-BE49-F238E27FC236}">
                    <a16:creationId xmlns:a16="http://schemas.microsoft.com/office/drawing/2014/main" id="{5081F059-78E0-4EB6-EC95-4D21A5031F63}"/>
                  </a:ext>
                </a:extLst>
              </p:cNvPr>
              <p:cNvSpPr/>
              <p:nvPr/>
            </p:nvSpPr>
            <p:spPr>
              <a:xfrm>
                <a:off x="2934135" y="4777636"/>
                <a:ext cx="1177532" cy="274637"/>
              </a:xfrm>
              <a:prstGeom prst="roundRect">
                <a:avLst/>
              </a:prstGeom>
              <a:gradFill flip="none" rotWithShape="0">
                <a:gsLst>
                  <a:gs pos="0">
                    <a:srgbClr val="FFFFFF">
                      <a:lumMod val="92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300" b="1" kern="0" dirty="0">
                    <a:solidFill>
                      <a:srgbClr val="000000"/>
                    </a:solidFill>
                    <a:latin typeface="Calibri"/>
                    <a:cs typeface="Calibri"/>
                  </a:rPr>
                  <a:t>Data Science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E4B154A-B81B-7C64-A76B-BDFF06F388B2}"/>
                </a:ext>
              </a:extLst>
            </p:cNvPr>
            <p:cNvSpPr txBox="1"/>
            <p:nvPr/>
          </p:nvSpPr>
          <p:spPr>
            <a:xfrm>
              <a:off x="9090275" y="1879600"/>
              <a:ext cx="238562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Data scientists</a:t>
              </a:r>
            </a:p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Data architects</a:t>
              </a:r>
            </a:p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Statisticians</a:t>
              </a:r>
            </a:p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Database admins</a:t>
              </a:r>
            </a:p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Data engineers</a:t>
              </a:r>
            </a:p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Data analysts</a:t>
              </a:r>
            </a:p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ML engineers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37CCFE9-6D68-1069-A0CF-ED484360E630}"/>
                </a:ext>
              </a:extLst>
            </p:cNvPr>
            <p:cNvSpPr txBox="1"/>
            <p:nvPr/>
          </p:nvSpPr>
          <p:spPr>
            <a:xfrm>
              <a:off x="1276070" y="2184978"/>
              <a:ext cx="238562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Data scientists</a:t>
              </a:r>
            </a:p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Statisticians</a:t>
              </a:r>
            </a:p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Data analysts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98B3EEC-C03E-E986-A74B-884482C9E57B}"/>
                </a:ext>
              </a:extLst>
            </p:cNvPr>
            <p:cNvSpPr txBox="1"/>
            <p:nvPr/>
          </p:nvSpPr>
          <p:spPr>
            <a:xfrm>
              <a:off x="7874693" y="4590608"/>
              <a:ext cx="25121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Database admins</a:t>
              </a:r>
            </a:p>
            <a:p>
              <a:pPr marL="285750" indent="-28575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Data-team managers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7194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A8A4E8-4856-8ED6-DF94-46F876D0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D578C1-70DD-C22C-5823-60872589E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Subset of required mathematical skills.</a:t>
            </a:r>
          </a:p>
          <a:p>
            <a:r>
              <a:rPr lang="en-US" dirty="0"/>
              <a:t>Four main types:</a:t>
            </a:r>
          </a:p>
          <a:p>
            <a:pPr lvl="1"/>
            <a:r>
              <a:rPr lang="en-US" dirty="0"/>
              <a:t>Descriptive</a:t>
            </a:r>
          </a:p>
          <a:p>
            <a:pPr lvl="1"/>
            <a:r>
              <a:rPr lang="en-US" dirty="0"/>
              <a:t>Diagnostic</a:t>
            </a:r>
          </a:p>
          <a:p>
            <a:pPr lvl="1"/>
            <a:r>
              <a:rPr lang="en-US" dirty="0"/>
              <a:t>Predictive</a:t>
            </a:r>
          </a:p>
          <a:p>
            <a:pPr lvl="1"/>
            <a:r>
              <a:rPr lang="en-US" dirty="0"/>
              <a:t>Prescriptive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507855-1845-41E9-5F36-811B8A5E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153D1D-0C3E-1598-A7FF-5F1C85F9A5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Data analytics</a:t>
            </a:r>
            <a:r>
              <a:rPr lang="en-US" dirty="0"/>
              <a:t>: The science of examining raw data to derive insights and conclusions that help businesses make better decisions or to verify or disprove existing models or theories.</a:t>
            </a: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2867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522ADC-5703-DE88-B7D0-28E0E42D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7D9B-3379-019C-5A87-B343BCC9F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time in the past.</a:t>
            </a:r>
          </a:p>
          <a:p>
            <a:r>
              <a:rPr lang="en-US" dirty="0"/>
              <a:t>Answers the question "What has happened?"</a:t>
            </a:r>
          </a:p>
          <a:p>
            <a:r>
              <a:rPr lang="en-US" dirty="0"/>
              <a:t>Mathematical operations like summation and average.</a:t>
            </a:r>
          </a:p>
          <a:p>
            <a:pPr lvl="1"/>
            <a:r>
              <a:rPr lang="en-US" dirty="0"/>
              <a:t>Total stock in inventory</a:t>
            </a:r>
          </a:p>
          <a:p>
            <a:pPr lvl="1"/>
            <a:r>
              <a:rPr lang="en-US" dirty="0"/>
              <a:t>Averages sales by department</a:t>
            </a:r>
          </a:p>
          <a:p>
            <a:pPr lvl="1"/>
            <a:r>
              <a:rPr lang="en-US" dirty="0"/>
              <a:t>Sales growth month over month</a:t>
            </a:r>
          </a:p>
          <a:p>
            <a:r>
              <a:rPr lang="en-US" dirty="0"/>
              <a:t>Use descriptive analytics when:</a:t>
            </a:r>
          </a:p>
          <a:p>
            <a:pPr lvl="1"/>
            <a:r>
              <a:rPr lang="en-US" dirty="0"/>
              <a:t>You need a high-level understanding of what's going on in your company.</a:t>
            </a:r>
          </a:p>
          <a:p>
            <a:pPr lvl="1"/>
            <a:r>
              <a:rPr lang="en-US" dirty="0"/>
              <a:t>You want to summarize and describe different aspects of your business.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556BED-F2BD-95A8-1549-BB7D3C3E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Analytics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1B61FF-89B6-556C-3094-3C8DAAC5C5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Descriptive analytics</a:t>
            </a:r>
            <a:r>
              <a:rPr lang="en-US" dirty="0"/>
              <a:t>: A form of data analytics that uses data to summarize past behaviors.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9253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7218A5-FE3D-8244-6735-E4D0183D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20445-0DC3-0AFF-64AA-8614E964B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intelligence (BI)</a:t>
            </a:r>
          </a:p>
          <a:p>
            <a:r>
              <a:rPr lang="en-US" dirty="0"/>
              <a:t>Data mining</a:t>
            </a:r>
          </a:p>
          <a:p>
            <a:r>
              <a:rPr lang="en-US" dirty="0"/>
              <a:t>Data visualization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E2CB57-CA3D-EA84-9C74-26CF658B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Descriptive Analytics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57850D2-B613-FA57-B464-9A5287901508}"/>
              </a:ext>
            </a:extLst>
          </p:cNvPr>
          <p:cNvGrpSpPr/>
          <p:nvPr/>
        </p:nvGrpSpPr>
        <p:grpSpPr>
          <a:xfrm>
            <a:off x="4321499" y="1409935"/>
            <a:ext cx="7414601" cy="4580652"/>
            <a:chOff x="290004" y="2338308"/>
            <a:chExt cx="7414601" cy="4580652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194951E2-FF3B-C88A-E144-112CD7095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5900" y="2340427"/>
              <a:ext cx="3458457" cy="2177145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BC8D5E7-A11B-D36F-1F05-49B667850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0004" y="4732069"/>
              <a:ext cx="3790247" cy="218689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409FB30-5D9E-2F4A-D951-9EB8B22A3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46147" y="4732069"/>
              <a:ext cx="3458458" cy="2042477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89CE072F-1151-518A-4167-AC632DF50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094514" y="2338308"/>
              <a:ext cx="2525486" cy="21685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6316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57665E-2BE1-A159-6DE2-F421B652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27FEC-5AE2-95B2-179A-C2E05CFEB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Goes beyond descriptive analytics.</a:t>
            </a:r>
          </a:p>
          <a:p>
            <a:r>
              <a:rPr lang="en-US" dirty="0"/>
              <a:t>Answers the question "Why did this happen?"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Analyzing market demand.</a:t>
            </a:r>
          </a:p>
          <a:p>
            <a:pPr lvl="1"/>
            <a:r>
              <a:rPr lang="en-US" dirty="0"/>
              <a:t>Identifying reasons behind customer churn.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11969-0424-6611-B02B-2F1FD459B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 Analytics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30A6E-5D86-226E-F0D8-7B228ADC65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Diagnostic analytics</a:t>
            </a:r>
            <a:r>
              <a:rPr lang="en-US" dirty="0"/>
              <a:t>: A form of data analytics that focuses on examining past data to identify the causes of specific events.</a:t>
            </a:r>
          </a:p>
        </p:txBody>
      </p:sp>
    </p:spTree>
    <p:extLst>
      <p:ext uri="{BB962C8B-B14F-4D97-AF65-F5344CB8AC3E}">
        <p14:creationId xmlns:p14="http://schemas.microsoft.com/office/powerpoint/2010/main" val="2674810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1F1ED-61DA-83AF-38A5-8F04ADB4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76B4E-6C61-91F1-DB23-3C1BC059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Identification of reasons for changes in market demand.</a:t>
            </a:r>
          </a:p>
          <a:p>
            <a:r>
              <a:rPr lang="en-US" dirty="0"/>
              <a:t>Explanation of customer behavior.</a:t>
            </a:r>
          </a:p>
          <a:p>
            <a:r>
              <a:rPr lang="en-US" dirty="0"/>
              <a:t>Identification of technology issues.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76B58F-44FC-8E77-DA37-21A5CD36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Diagnostic Analytics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603B8EE-6199-EE2F-09B1-ECEFBA8CBE2F}"/>
              </a:ext>
            </a:extLst>
          </p:cNvPr>
          <p:cNvGrpSpPr/>
          <p:nvPr/>
        </p:nvGrpSpPr>
        <p:grpSpPr>
          <a:xfrm>
            <a:off x="2071856" y="3274613"/>
            <a:ext cx="8048289" cy="1839911"/>
            <a:chOff x="1280196" y="2945752"/>
            <a:chExt cx="8048289" cy="183991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AFBBD76-9C9B-FA53-D01E-48544FDBB310}"/>
                </a:ext>
              </a:extLst>
            </p:cNvPr>
            <p:cNvSpPr/>
            <p:nvPr/>
          </p:nvSpPr>
          <p:spPr>
            <a:xfrm>
              <a:off x="5993039" y="3258907"/>
              <a:ext cx="3250702" cy="1252933"/>
            </a:xfrm>
            <a:prstGeom prst="roundRect">
              <a:avLst/>
            </a:prstGeom>
            <a:solidFill>
              <a:schemeClr val="bg2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5DE8BAD-50FB-3621-0F21-14747FC0F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84303" y="2959759"/>
              <a:ext cx="1424740" cy="181189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A9EED8-2838-0947-5B5F-EB8DF08800E0}"/>
                </a:ext>
              </a:extLst>
            </p:cNvPr>
            <p:cNvSpPr txBox="1"/>
            <p:nvPr/>
          </p:nvSpPr>
          <p:spPr>
            <a:xfrm>
              <a:off x="3256492" y="3026298"/>
              <a:ext cx="10963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u="sng" dirty="0"/>
                <a:t>Event Log</a:t>
              </a:r>
            </a:p>
          </p:txBody>
        </p:sp>
        <p:pic>
          <p:nvPicPr>
            <p:cNvPr id="11" name="Graphic 10" descr="Laptop with solid fill">
              <a:extLst>
                <a:ext uri="{FF2B5EF4-FFF2-40B4-BE49-F238E27FC236}">
                  <a16:creationId xmlns:a16="http://schemas.microsoft.com/office/drawing/2014/main" id="{0AC2F779-2A9D-9137-6A61-58E5E9589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80196" y="2945752"/>
              <a:ext cx="1839911" cy="1839911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009967-61C1-D944-711A-1D0EE327E415}"/>
                </a:ext>
              </a:extLst>
            </p:cNvPr>
            <p:cNvCxnSpPr/>
            <p:nvPr/>
          </p:nvCxnSpPr>
          <p:spPr>
            <a:xfrm>
              <a:off x="3312695" y="3429000"/>
              <a:ext cx="10401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F881B5D-EFE5-A145-206B-C91897D6B031}"/>
                </a:ext>
              </a:extLst>
            </p:cNvPr>
            <p:cNvCxnSpPr/>
            <p:nvPr/>
          </p:nvCxnSpPr>
          <p:spPr>
            <a:xfrm>
              <a:off x="3312695" y="3645568"/>
              <a:ext cx="10401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802C9F-8F9A-1C29-A72B-862FABD6E757}"/>
                </a:ext>
              </a:extLst>
            </p:cNvPr>
            <p:cNvCxnSpPr/>
            <p:nvPr/>
          </p:nvCxnSpPr>
          <p:spPr>
            <a:xfrm>
              <a:off x="3312695" y="3854115"/>
              <a:ext cx="10401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DFE15C5-8E37-2E4C-8554-FCD064178D8E}"/>
                </a:ext>
              </a:extLst>
            </p:cNvPr>
            <p:cNvCxnSpPr/>
            <p:nvPr/>
          </p:nvCxnSpPr>
          <p:spPr>
            <a:xfrm>
              <a:off x="3312695" y="4062663"/>
              <a:ext cx="10401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6EB9FE5-F290-94C8-DBDF-70F5B529C002}"/>
                </a:ext>
              </a:extLst>
            </p:cNvPr>
            <p:cNvCxnSpPr/>
            <p:nvPr/>
          </p:nvCxnSpPr>
          <p:spPr>
            <a:xfrm>
              <a:off x="3312695" y="4279231"/>
              <a:ext cx="10401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A0ACDE3-84ED-F23C-520D-5FC8880784C3}"/>
                </a:ext>
              </a:extLst>
            </p:cNvPr>
            <p:cNvCxnSpPr/>
            <p:nvPr/>
          </p:nvCxnSpPr>
          <p:spPr>
            <a:xfrm>
              <a:off x="3312695" y="4463716"/>
              <a:ext cx="10401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AutoShape 304">
              <a:extLst>
                <a:ext uri="{FF2B5EF4-FFF2-40B4-BE49-F238E27FC236}">
                  <a16:creationId xmlns:a16="http://schemas.microsoft.com/office/drawing/2014/main" id="{EFBF6D7B-77FC-01BF-A487-C6975BE22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041" y="3700414"/>
              <a:ext cx="762000" cy="369918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5" name="Graphic 24" descr="Hourglass Finished with solid fill">
              <a:extLst>
                <a:ext uri="{FF2B5EF4-FFF2-40B4-BE49-F238E27FC236}">
                  <a16:creationId xmlns:a16="http://schemas.microsoft.com/office/drawing/2014/main" id="{C180D87A-9221-AEB8-DDD5-ADDD5BEAC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19013" y="3581382"/>
              <a:ext cx="362275" cy="36227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3B133BD-11B0-77AC-50FA-3469501A6BB2}"/>
                </a:ext>
              </a:extLst>
            </p:cNvPr>
            <p:cNvSpPr txBox="1"/>
            <p:nvPr/>
          </p:nvSpPr>
          <p:spPr>
            <a:xfrm>
              <a:off x="6529794" y="3288795"/>
              <a:ext cx="226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u="sng" dirty="0"/>
                <a:t>Performance Analysis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3DE78D3-A9E4-2ED3-83A5-3E9210EC6442}"/>
                </a:ext>
              </a:extLst>
            </p:cNvPr>
            <p:cNvSpPr txBox="1"/>
            <p:nvPr/>
          </p:nvSpPr>
          <p:spPr>
            <a:xfrm>
              <a:off x="5993039" y="3836706"/>
              <a:ext cx="33354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E7185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Likely cause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  </a:t>
              </a:r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Memory leak</a:t>
              </a:r>
            </a:p>
            <a:p>
              <a:r>
                <a:rPr lang="en-US" sz="1400" dirty="0">
                  <a:solidFill>
                    <a:srgbClr val="198CA8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Suggested fix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  </a:t>
              </a:r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Close app.exe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6008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52D780-4019-997C-8CDE-0FD2140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A550F2-499E-2863-020C-52084B8CD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Estimation of future outcomes.</a:t>
            </a:r>
          </a:p>
          <a:p>
            <a:r>
              <a:rPr lang="en-US" dirty="0"/>
              <a:t>Answers the question "What could happen in the future?"</a:t>
            </a:r>
          </a:p>
          <a:p>
            <a:r>
              <a:rPr lang="en-US" dirty="0"/>
              <a:t>Commonly used in forecasting.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59A73C-CABD-F548-5CF9-E380433D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Analytics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11B3B9-DB5D-D1FB-F4DE-F4DEA28BF2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Predictive analytics</a:t>
            </a:r>
            <a:r>
              <a:rPr lang="en-US" dirty="0"/>
              <a:t>: A form of data analytics that uses data to forecast future behaviors. </a:t>
            </a:r>
          </a:p>
        </p:txBody>
      </p:sp>
    </p:spTree>
    <p:extLst>
      <p:ext uri="{BB962C8B-B14F-4D97-AF65-F5344CB8AC3E}">
        <p14:creationId xmlns:p14="http://schemas.microsoft.com/office/powerpoint/2010/main" val="1493882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D4B279-604E-46C1-4C67-DF2A37A36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FAE6B8-30B9-8951-CDD8-D2D34D678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Predictive modeling</a:t>
            </a:r>
          </a:p>
          <a:p>
            <a:r>
              <a:rPr lang="en-US" dirty="0"/>
              <a:t>Root-cause analysis</a:t>
            </a:r>
          </a:p>
          <a:p>
            <a:r>
              <a:rPr lang="en-US" dirty="0"/>
              <a:t>Data mining</a:t>
            </a:r>
          </a:p>
          <a:p>
            <a:r>
              <a:rPr lang="en-US" dirty="0"/>
              <a:t>Pattern identification and alerts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074FF-FC25-4165-3C07-6B430D29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Predictive Analytics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537027-0E2D-F306-59C3-2994D21611D9}"/>
              </a:ext>
            </a:extLst>
          </p:cNvPr>
          <p:cNvGrpSpPr/>
          <p:nvPr/>
        </p:nvGrpSpPr>
        <p:grpSpPr>
          <a:xfrm>
            <a:off x="6182600" y="1315087"/>
            <a:ext cx="5414512" cy="4476236"/>
            <a:chOff x="6182600" y="1154667"/>
            <a:chExt cx="5414512" cy="4476236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88764768-3AED-C0CF-524F-8368CA8C8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182600" y="1523999"/>
              <a:ext cx="5414512" cy="410690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26DD03-51E9-372A-3C3C-800AFDBA3537}"/>
                </a:ext>
              </a:extLst>
            </p:cNvPr>
            <p:cNvSpPr txBox="1"/>
            <p:nvPr/>
          </p:nvSpPr>
          <p:spPr>
            <a:xfrm>
              <a:off x="7449699" y="1154667"/>
              <a:ext cx="3216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Ride-Sharing Passengers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642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C0219E-140D-457C-B91D-D4D36D7E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2A4721-46E7-20DF-6D29-89515EA59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step beyond predictive analytics.</a:t>
            </a:r>
          </a:p>
          <a:p>
            <a:r>
              <a:rPr lang="en-US" dirty="0"/>
              <a:t>Answers the question "What should we do?"</a:t>
            </a:r>
          </a:p>
          <a:p>
            <a:r>
              <a:rPr lang="en-US" dirty="0"/>
              <a:t>Uses business rules, algorithms, ML, and computational modeling.</a:t>
            </a:r>
          </a:p>
          <a:p>
            <a:r>
              <a:rPr lang="en-US" dirty="0"/>
              <a:t>Data inputs:</a:t>
            </a:r>
          </a:p>
          <a:p>
            <a:pPr lvl="1"/>
            <a:r>
              <a:rPr lang="en-US" dirty="0"/>
              <a:t>Historical data</a:t>
            </a:r>
          </a:p>
          <a:p>
            <a:pPr lvl="1"/>
            <a:r>
              <a:rPr lang="en-US" dirty="0"/>
              <a:t>Transactional data</a:t>
            </a:r>
          </a:p>
          <a:p>
            <a:pPr lvl="1"/>
            <a:r>
              <a:rPr lang="en-US" dirty="0"/>
              <a:t>Real-time data</a:t>
            </a:r>
          </a:p>
          <a:p>
            <a:pPr lvl="1"/>
            <a:r>
              <a:rPr lang="en-US" dirty="0"/>
              <a:t>Big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3B64FC-81A4-2E8A-4DB5-6A55D749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Prescriptive Analytics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FA7704-BC6E-44F8-06FD-2EF17D766E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Prescriptive analytics</a:t>
            </a:r>
            <a:r>
              <a:rPr lang="en-US" dirty="0"/>
              <a:t>: A form of data analytics that uses data to predict multiple possible outcomes and then offers recommendations for actions based on those predictions.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1458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F1BCE2-931D-2B8A-8250-F4885B33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C4D22-0B91-44F9-A7F7-B97957530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  <a:p>
            <a:r>
              <a:rPr lang="en-US" dirty="0"/>
              <a:t>Optimization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860602-D9E9-73C4-1CEE-480F196F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Prescriptive Analytics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855F41-5A51-1CF7-16E4-B120F6A4496D}"/>
              </a:ext>
            </a:extLst>
          </p:cNvPr>
          <p:cNvGrpSpPr/>
          <p:nvPr/>
        </p:nvGrpSpPr>
        <p:grpSpPr>
          <a:xfrm>
            <a:off x="6408215" y="1463013"/>
            <a:ext cx="4257926" cy="4257926"/>
            <a:chOff x="6408215" y="1463013"/>
            <a:chExt cx="4257926" cy="425792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DEC2E2E-3C02-D017-D670-3FF13ADCF9E8}"/>
                </a:ext>
              </a:extLst>
            </p:cNvPr>
            <p:cNvGrpSpPr/>
            <p:nvPr/>
          </p:nvGrpSpPr>
          <p:grpSpPr>
            <a:xfrm>
              <a:off x="6408215" y="1463013"/>
              <a:ext cx="4257926" cy="4257926"/>
              <a:chOff x="6570495" y="1511139"/>
              <a:chExt cx="4257926" cy="4257926"/>
            </a:xfrm>
          </p:grpSpPr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5468C439-9E4F-678A-FB35-40588C101F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570495" y="1511139"/>
                <a:ext cx="4257926" cy="4257926"/>
              </a:xfrm>
              <a:prstGeom prst="rect">
                <a:avLst/>
              </a:prstGeom>
            </p:spPr>
          </p:pic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2E40F9F-701B-AF37-5A4F-80A73475CD7E}"/>
                  </a:ext>
                </a:extLst>
              </p:cNvPr>
              <p:cNvCxnSpPr/>
              <p:nvPr/>
            </p:nvCxnSpPr>
            <p:spPr>
              <a:xfrm flipV="1">
                <a:off x="8237621" y="4259179"/>
                <a:ext cx="890337" cy="1307432"/>
              </a:xfrm>
              <a:prstGeom prst="line">
                <a:avLst/>
              </a:prstGeom>
              <a:ln w="28575">
                <a:solidFill>
                  <a:srgbClr val="00A0E0"/>
                </a:solidFill>
                <a:prstDash val="lg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BFC724C-9CFA-1255-D49B-EDF4AB5025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799095" y="3216442"/>
                <a:ext cx="328863" cy="1042737"/>
              </a:xfrm>
              <a:prstGeom prst="line">
                <a:avLst/>
              </a:prstGeom>
              <a:ln w="28575">
                <a:solidFill>
                  <a:srgbClr val="00A0E0"/>
                </a:solidFill>
                <a:prstDash val="lg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434AB09B-27EA-B58A-1533-6C3B37E338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77789" y="2927685"/>
                <a:ext cx="1270037" cy="104273"/>
              </a:xfrm>
              <a:prstGeom prst="line">
                <a:avLst/>
              </a:prstGeom>
              <a:ln w="28575">
                <a:solidFill>
                  <a:srgbClr val="00A0E0"/>
                </a:solidFill>
                <a:prstDash val="lg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AA9CD04-79C3-C258-8830-F6B3D21D488F}"/>
                  </a:ext>
                </a:extLst>
              </p:cNvPr>
              <p:cNvSpPr/>
              <p:nvPr/>
            </p:nvSpPr>
            <p:spPr>
              <a:xfrm>
                <a:off x="8058965" y="2221263"/>
                <a:ext cx="1027359" cy="1003200"/>
              </a:xfrm>
              <a:custGeom>
                <a:avLst/>
                <a:gdLst>
                  <a:gd name="connsiteX0" fmla="*/ 740130 w 1027359"/>
                  <a:gd name="connsiteY0" fmla="*/ 1003200 h 1003200"/>
                  <a:gd name="connsiteX1" fmla="*/ 1012846 w 1027359"/>
                  <a:gd name="connsiteY1" fmla="*/ 690379 h 1003200"/>
                  <a:gd name="connsiteX2" fmla="*/ 932635 w 1027359"/>
                  <a:gd name="connsiteY2" fmla="*/ 185053 h 1003200"/>
                  <a:gd name="connsiteX3" fmla="*/ 451372 w 1027359"/>
                  <a:gd name="connsiteY3" fmla="*/ 569 h 1003200"/>
                  <a:gd name="connsiteX4" fmla="*/ 66361 w 1027359"/>
                  <a:gd name="connsiteY4" fmla="*/ 233179 h 1003200"/>
                  <a:gd name="connsiteX5" fmla="*/ 2193 w 1027359"/>
                  <a:gd name="connsiteY5" fmla="*/ 706421 h 100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27359" h="1003200">
                    <a:moveTo>
                      <a:pt x="740130" y="1003200"/>
                    </a:moveTo>
                    <a:cubicBezTo>
                      <a:pt x="860446" y="914968"/>
                      <a:pt x="980762" y="826737"/>
                      <a:pt x="1012846" y="690379"/>
                    </a:cubicBezTo>
                    <a:cubicBezTo>
                      <a:pt x="1044930" y="554021"/>
                      <a:pt x="1026214" y="300021"/>
                      <a:pt x="932635" y="185053"/>
                    </a:cubicBezTo>
                    <a:cubicBezTo>
                      <a:pt x="839056" y="70085"/>
                      <a:pt x="595751" y="-7452"/>
                      <a:pt x="451372" y="569"/>
                    </a:cubicBezTo>
                    <a:cubicBezTo>
                      <a:pt x="306993" y="8590"/>
                      <a:pt x="141224" y="115537"/>
                      <a:pt x="66361" y="233179"/>
                    </a:cubicBezTo>
                    <a:cubicBezTo>
                      <a:pt x="-8502" y="350821"/>
                      <a:pt x="-1818" y="620863"/>
                      <a:pt x="2193" y="706421"/>
                    </a:cubicBezTo>
                  </a:path>
                </a:pathLst>
              </a:custGeom>
              <a:noFill/>
              <a:ln w="28575" cap="flat" cmpd="sng" algn="ctr">
                <a:solidFill>
                  <a:srgbClr val="00A0E0"/>
                </a:solidFill>
                <a:prstDash val="lgDash"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3" name="Graphic 22" descr="Marker with solid fill">
                <a:extLst>
                  <a:ext uri="{FF2B5EF4-FFF2-40B4-BE49-F238E27FC236}">
                    <a16:creationId xmlns:a16="http://schemas.microsoft.com/office/drawing/2014/main" id="{66832F94-F596-C365-873F-BE8903492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853487" y="5097077"/>
                <a:ext cx="621792" cy="621792"/>
              </a:xfrm>
              <a:prstGeom prst="rect">
                <a:avLst/>
              </a:prstGeom>
            </p:spPr>
          </p:pic>
        </p:grpSp>
        <p:pic>
          <p:nvPicPr>
            <p:cNvPr id="26" name="Graphic 25" descr="Construction Barricade with solid fill">
              <a:extLst>
                <a:ext uri="{FF2B5EF4-FFF2-40B4-BE49-F238E27FC236}">
                  <a16:creationId xmlns:a16="http://schemas.microsoft.com/office/drawing/2014/main" id="{E660EFFB-E5A8-59A1-6A07-3B4569F74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02087" y="1648848"/>
              <a:ext cx="464680" cy="464680"/>
            </a:xfrm>
            <a:prstGeom prst="rect">
              <a:avLst/>
            </a:prstGeom>
          </p:spPr>
        </p:pic>
        <p:pic>
          <p:nvPicPr>
            <p:cNvPr id="32" name="Graphic 31" descr="Crash with solid fill">
              <a:extLst>
                <a:ext uri="{FF2B5EF4-FFF2-40B4-BE49-F238E27FC236}">
                  <a16:creationId xmlns:a16="http://schemas.microsoft.com/office/drawing/2014/main" id="{2E6FE0A4-0C70-DD3C-8C4C-AEF4BE759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58709" y="390224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541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B5A062-6B40-C210-4CF5-DABFF051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E14FA-FC4C-2E81-F071-5A416D7EC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modeling</a:t>
            </a:r>
          </a:p>
          <a:p>
            <a:r>
              <a:rPr lang="en-US" dirty="0"/>
              <a:t>Statistical inference</a:t>
            </a:r>
          </a:p>
          <a:p>
            <a:r>
              <a:rPr lang="en-US" dirty="0"/>
              <a:t>Hypothesis testing</a:t>
            </a:r>
          </a:p>
          <a:p>
            <a:r>
              <a:rPr lang="en-US" dirty="0"/>
              <a:t>Regression analysis</a:t>
            </a:r>
          </a:p>
          <a:p>
            <a:r>
              <a:rPr lang="en-US" dirty="0"/>
              <a:t>Linear regression</a:t>
            </a:r>
          </a:p>
          <a:p>
            <a:r>
              <a:rPr lang="en-US" dirty="0"/>
              <a:t>Correlation and causation</a:t>
            </a:r>
          </a:p>
          <a:p>
            <a:r>
              <a:rPr lang="en-US" dirty="0"/>
              <a:t>Sampling</a:t>
            </a:r>
          </a:p>
          <a:p>
            <a:r>
              <a:rPr lang="en-US" dirty="0"/>
              <a:t>Distribution of data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A5E488-C523-051E-C4A9-F778FEE6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Analysis Concepts</a:t>
            </a:r>
          </a:p>
        </p:txBody>
      </p:sp>
    </p:spTree>
    <p:extLst>
      <p:ext uri="{BB962C8B-B14F-4D97-AF65-F5344CB8AC3E}">
        <p14:creationId xmlns:p14="http://schemas.microsoft.com/office/powerpoint/2010/main" val="3868161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E06EF-267E-09EA-B5B7-1B4008BB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7584B-F4ED-9924-DA28-CD13C7D73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</a:t>
            </a:r>
          </a:p>
          <a:p>
            <a:r>
              <a:rPr lang="en-US" dirty="0"/>
              <a:t>Algorithms</a:t>
            </a:r>
          </a:p>
          <a:p>
            <a:r>
              <a:rPr lang="en-US" dirty="0"/>
              <a:t>Generative AI</a:t>
            </a:r>
          </a:p>
          <a:p>
            <a:r>
              <a:rPr lang="en-US" dirty="0"/>
              <a:t>ML and DL</a:t>
            </a:r>
          </a:p>
          <a:p>
            <a:r>
              <a:rPr lang="en-US" dirty="0"/>
              <a:t>Programming tools</a:t>
            </a:r>
          </a:p>
          <a:p>
            <a:r>
              <a:rPr lang="en-US" dirty="0"/>
              <a:t>APIs</a:t>
            </a:r>
          </a:p>
          <a:p>
            <a:r>
              <a:rPr lang="en-US" dirty="0"/>
              <a:t>Web scraping</a:t>
            </a:r>
          </a:p>
          <a:p>
            <a:r>
              <a:rPr lang="en-US" dirty="0"/>
              <a:t>BI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A03DB-EFB1-F886-0055-37C25E32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Concepts and Technologies</a:t>
            </a:r>
          </a:p>
        </p:txBody>
      </p:sp>
    </p:spTree>
    <p:extLst>
      <p:ext uri="{BB962C8B-B14F-4D97-AF65-F5344CB8AC3E}">
        <p14:creationId xmlns:p14="http://schemas.microsoft.com/office/powerpoint/2010/main" val="1852650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02FE29B-BBD8-35FA-8F4B-7C2660ED0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Pulling It All Together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080F59-A112-C5D6-78DB-304E62A2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39738C-014A-1602-726D-B2BE2E7AA176}"/>
              </a:ext>
            </a:extLst>
          </p:cNvPr>
          <p:cNvGrpSpPr/>
          <p:nvPr/>
        </p:nvGrpSpPr>
        <p:grpSpPr>
          <a:xfrm>
            <a:off x="2032000" y="1081408"/>
            <a:ext cx="8128000" cy="5418667"/>
            <a:chOff x="2032000" y="1081408"/>
            <a:chExt cx="8128000" cy="541866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E78142A-0115-8301-274E-D255845FB39A}"/>
                </a:ext>
              </a:extLst>
            </p:cNvPr>
            <p:cNvGrpSpPr/>
            <p:nvPr/>
          </p:nvGrpSpPr>
          <p:grpSpPr>
            <a:xfrm>
              <a:off x="2032000" y="1081408"/>
              <a:ext cx="8128000" cy="5418667"/>
              <a:chOff x="2032000" y="1081408"/>
              <a:chExt cx="8128000" cy="5418667"/>
            </a:xfrm>
          </p:grpSpPr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0C53FB8A-6E1E-8319-C062-3B38788D5581}"/>
                  </a:ext>
                </a:extLst>
              </p:cNvPr>
              <p:cNvGraphicFramePr/>
              <p:nvPr/>
            </p:nvGraphicFramePr>
            <p:xfrm>
              <a:off x="2032000" y="1081408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sp>
            <p:nvSpPr>
              <p:cNvPr id="9" name="Line 300">
                <a:extLst>
                  <a:ext uri="{FF2B5EF4-FFF2-40B4-BE49-F238E27FC236}">
                    <a16:creationId xmlns:a16="http://schemas.microsoft.com/office/drawing/2014/main" id="{52F3AB57-7F1D-E4C5-65F9-86D739124D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7680" y="3408246"/>
                <a:ext cx="3007360" cy="2075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>
                  <a:defRPr/>
                </a:pPr>
                <a:endParaRPr lang="en-US" kern="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" name="Rounded Rectangle 142">
                <a:extLst>
                  <a:ext uri="{FF2B5EF4-FFF2-40B4-BE49-F238E27FC236}">
                    <a16:creationId xmlns:a16="http://schemas.microsoft.com/office/drawing/2014/main" id="{5081F059-78E0-4EB6-EC95-4D21A5031F63}"/>
                  </a:ext>
                </a:extLst>
              </p:cNvPr>
              <p:cNvSpPr/>
              <p:nvPr/>
            </p:nvSpPr>
            <p:spPr>
              <a:xfrm>
                <a:off x="2032000" y="3259944"/>
                <a:ext cx="1177532" cy="274637"/>
              </a:xfrm>
              <a:prstGeom prst="roundRect">
                <a:avLst/>
              </a:prstGeom>
              <a:gradFill flip="none" rotWithShape="0">
                <a:gsLst>
                  <a:gs pos="0">
                    <a:srgbClr val="FFFFFF">
                      <a:lumMod val="92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300" b="1" kern="0" dirty="0">
                    <a:solidFill>
                      <a:srgbClr val="000000"/>
                    </a:solidFill>
                    <a:latin typeface="Calibri"/>
                    <a:cs typeface="Calibri"/>
                  </a:rPr>
                  <a:t>Data Science</a:t>
                </a:r>
              </a:p>
            </p:txBody>
          </p:sp>
        </p:grpSp>
        <p:sp>
          <p:nvSpPr>
            <p:cNvPr id="3" name="Line 300">
              <a:extLst>
                <a:ext uri="{FF2B5EF4-FFF2-40B4-BE49-F238E27FC236}">
                  <a16:creationId xmlns:a16="http://schemas.microsoft.com/office/drawing/2014/main" id="{1BC2A3CA-886F-9B6B-79C0-08C86DCF0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35040" y="1535413"/>
              <a:ext cx="2905760" cy="10570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Rounded Rectangle 142">
              <a:extLst>
                <a:ext uri="{FF2B5EF4-FFF2-40B4-BE49-F238E27FC236}">
                  <a16:creationId xmlns:a16="http://schemas.microsoft.com/office/drawing/2014/main" id="{BC187851-D4A1-5939-2B65-7ECE63D44326}"/>
                </a:ext>
              </a:extLst>
            </p:cNvPr>
            <p:cNvSpPr/>
            <p:nvPr/>
          </p:nvSpPr>
          <p:spPr>
            <a:xfrm>
              <a:off x="8794795" y="1342331"/>
              <a:ext cx="1177532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ML/DL</a:t>
              </a:r>
            </a:p>
          </p:txBody>
        </p:sp>
        <p:sp>
          <p:nvSpPr>
            <p:cNvPr id="12" name="Line 300">
              <a:extLst>
                <a:ext uri="{FF2B5EF4-FFF2-40B4-BE49-F238E27FC236}">
                  <a16:creationId xmlns:a16="http://schemas.microsoft.com/office/drawing/2014/main" id="{96994181-AB6B-62D8-EFA4-42584BF28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53353" y="3843172"/>
              <a:ext cx="1807845" cy="13742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Line 300">
              <a:extLst>
                <a:ext uri="{FF2B5EF4-FFF2-40B4-BE49-F238E27FC236}">
                  <a16:creationId xmlns:a16="http://schemas.microsoft.com/office/drawing/2014/main" id="{FDCCF1AC-66BA-6938-0B9F-7524779B8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4798" y="3798739"/>
              <a:ext cx="1724026" cy="131114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Rounded Rectangle 142">
              <a:extLst>
                <a:ext uri="{FF2B5EF4-FFF2-40B4-BE49-F238E27FC236}">
                  <a16:creationId xmlns:a16="http://schemas.microsoft.com/office/drawing/2014/main" id="{947A2887-20A4-3D4C-7986-49470A2B22A9}"/>
                </a:ext>
              </a:extLst>
            </p:cNvPr>
            <p:cNvSpPr/>
            <p:nvPr/>
          </p:nvSpPr>
          <p:spPr>
            <a:xfrm>
              <a:off x="2032000" y="5012089"/>
              <a:ext cx="1724025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Traditional Research</a:t>
              </a:r>
            </a:p>
          </p:txBody>
        </p:sp>
        <p:sp>
          <p:nvSpPr>
            <p:cNvPr id="5" name="Rounded Rectangle 142">
              <a:extLst>
                <a:ext uri="{FF2B5EF4-FFF2-40B4-BE49-F238E27FC236}">
                  <a16:creationId xmlns:a16="http://schemas.microsoft.com/office/drawing/2014/main" id="{A23C03A6-DB1F-6B9B-590B-1D169272763A}"/>
                </a:ext>
              </a:extLst>
            </p:cNvPr>
            <p:cNvSpPr/>
            <p:nvPr/>
          </p:nvSpPr>
          <p:spPr>
            <a:xfrm>
              <a:off x="8476152" y="5047949"/>
              <a:ext cx="1567295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Traditional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0039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0306C7-33AB-501B-7388-5566E73D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741" y="6455642"/>
            <a:ext cx="2844800" cy="365125"/>
          </a:xfrm>
        </p:spPr>
        <p:txBody>
          <a:bodyPr/>
          <a:lstStyle/>
          <a:p>
            <a:fld id="{A8160BDD-7155-D744-B749-9730458604A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DEEE0-FD00-EBE4-A4DC-6B8BD70A5B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5236" y="1510146"/>
            <a:ext cx="6927274" cy="2105890"/>
          </a:xfrm>
        </p:spPr>
        <p:txBody>
          <a:bodyPr/>
          <a:lstStyle/>
          <a:p>
            <a:r>
              <a:rPr lang="en-US" dirty="0"/>
              <a:t>Activity: Discussing Data Science and Related Technologies</a:t>
            </a:r>
          </a:p>
        </p:txBody>
      </p:sp>
    </p:spTree>
    <p:extLst>
      <p:ext uri="{BB962C8B-B14F-4D97-AF65-F5344CB8AC3E}">
        <p14:creationId xmlns:p14="http://schemas.microsoft.com/office/powerpoint/2010/main" val="33173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A05B25-E5B8-2331-73B9-3416EEF5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1D59B-999D-84B6-ADB1-88C037BFB7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Activity: Identifying Data Science Opportunities from a Dataset (Optional)</a:t>
            </a:r>
          </a:p>
        </p:txBody>
      </p:sp>
    </p:spTree>
    <p:extLst>
      <p:ext uri="{BB962C8B-B14F-4D97-AF65-F5344CB8AC3E}">
        <p14:creationId xmlns:p14="http://schemas.microsoft.com/office/powerpoint/2010/main" val="659844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13CD4A-3CD4-4FDB-AB3A-19973B5DE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D0630-8BF7-B594-FC84-EE282DA3D1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Types of Data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290D5D5-A472-6A43-A7C0-9B37AB64E0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3297829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9FC8E-8249-F26A-9947-6D984752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815E7-F57B-DEEB-6B9F-F813107D6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Volume</a:t>
            </a:r>
          </a:p>
          <a:p>
            <a:r>
              <a:rPr lang="en-US" dirty="0"/>
              <a:t>Velocity</a:t>
            </a:r>
          </a:p>
          <a:p>
            <a:r>
              <a:rPr lang="en-US" dirty="0"/>
              <a:t>Variety</a:t>
            </a:r>
          </a:p>
          <a:p>
            <a:r>
              <a:rPr lang="en-US" dirty="0"/>
              <a:t>Veracity</a:t>
            </a:r>
          </a:p>
          <a:p>
            <a:r>
              <a:rPr lang="en-US" dirty="0"/>
              <a:t>Validity</a:t>
            </a:r>
          </a:p>
          <a:p>
            <a:r>
              <a:rPr lang="en-US" dirty="0"/>
              <a:t>Volatility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4CDF5B-7095-8E08-F4A3-06DBAAE24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BC19EA-AB54-2437-E158-24F21314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Big data</a:t>
            </a:r>
            <a:r>
              <a:rPr lang="en-US" dirty="0"/>
              <a:t>: Collections of data that are so large and complex that they require advanced tools to process and analyze them.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46318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F0D5E4-EAF2-B2A7-BEB6-8893643F4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Structured, Unstructured, and Semi-Structured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A3E6DB-A11C-547C-41A4-C4C98182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5E59FF-98CD-08FA-682F-062C8F718480}"/>
              </a:ext>
            </a:extLst>
          </p:cNvPr>
          <p:cNvGrpSpPr/>
          <p:nvPr/>
        </p:nvGrpSpPr>
        <p:grpSpPr>
          <a:xfrm>
            <a:off x="0" y="1378564"/>
            <a:ext cx="12192000" cy="4485562"/>
            <a:chOff x="0" y="1266804"/>
            <a:chExt cx="12192000" cy="4485562"/>
          </a:xfrm>
        </p:grpSpPr>
        <p:pic>
          <p:nvPicPr>
            <p:cNvPr id="4" name="Picture 3" descr="A close-up of several weapons&#10;&#10;Description automatically generated">
              <a:extLst>
                <a:ext uri="{FF2B5EF4-FFF2-40B4-BE49-F238E27FC236}">
                  <a16:creationId xmlns:a16="http://schemas.microsoft.com/office/drawing/2014/main" id="{73659080-1C54-DD24-4B74-D2ACBBC4C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266804"/>
              <a:ext cx="12192000" cy="3328712"/>
            </a:xfrm>
            <a:prstGeom prst="rect">
              <a:avLst/>
            </a:prstGeom>
          </p:spPr>
        </p:pic>
        <p:sp>
          <p:nvSpPr>
            <p:cNvPr id="5" name="Text Box 307">
              <a:extLst>
                <a:ext uri="{FF2B5EF4-FFF2-40B4-BE49-F238E27FC236}">
                  <a16:creationId xmlns:a16="http://schemas.microsoft.com/office/drawing/2014/main" id="{EE5FF656-C62A-186B-7582-D370FF107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2" y="4552037"/>
              <a:ext cx="3514904" cy="7440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kern="0" dirty="0">
                  <a:solidFill>
                    <a:srgbClr val="000000"/>
                  </a:solidFill>
                  <a:latin typeface="+mn-lt"/>
                  <a:cs typeface="Calibri"/>
                </a:rPr>
                <a:t>Contains</a:t>
              </a:r>
              <a:r>
                <a:rPr lang="en-US" dirty="0">
                  <a:latin typeface="+mn-lt"/>
                </a:rPr>
                <a:t> elements that are easily accessible for effective analysis.</a:t>
              </a:r>
              <a:endParaRPr lang="en-US" kern="0" dirty="0">
                <a:solidFill>
                  <a:srgbClr val="000000"/>
                </a:solidFill>
                <a:latin typeface="+mn-lt"/>
                <a:cs typeface="Calibri"/>
              </a:endParaRPr>
            </a:p>
          </p:txBody>
        </p:sp>
        <p:sp>
          <p:nvSpPr>
            <p:cNvPr id="8" name="Text Box 307">
              <a:extLst>
                <a:ext uri="{FF2B5EF4-FFF2-40B4-BE49-F238E27FC236}">
                  <a16:creationId xmlns:a16="http://schemas.microsoft.com/office/drawing/2014/main" id="{A37754F2-078E-7757-053D-E7CA06292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316" y="4552037"/>
              <a:ext cx="3195367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dirty="0">
                  <a:latin typeface="+mn-lt"/>
                </a:rPr>
                <a:t>Is not organized in an established manner and does not conform to a data model.</a:t>
              </a:r>
              <a:endParaRPr lang="en-US" kern="0" dirty="0">
                <a:solidFill>
                  <a:srgbClr val="000000"/>
                </a:solidFill>
                <a:latin typeface="+mn-lt"/>
                <a:cs typeface="Calibri"/>
              </a:endParaRPr>
            </a:p>
          </p:txBody>
        </p:sp>
        <p:sp>
          <p:nvSpPr>
            <p:cNvPr id="9" name="Text Box 307">
              <a:extLst>
                <a:ext uri="{FF2B5EF4-FFF2-40B4-BE49-F238E27FC236}">
                  <a16:creationId xmlns:a16="http://schemas.microsoft.com/office/drawing/2014/main" id="{9E29DE19-0738-31FD-DEC1-01D4ABDB8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97184" y="4552037"/>
              <a:ext cx="3514904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dirty="0">
                  <a:latin typeface="+mn-lt"/>
                </a:rPr>
                <a:t>Data stored outside a relational database that has characteristics that support analysis.</a:t>
              </a:r>
              <a:endParaRPr lang="en-US" kern="0" dirty="0">
                <a:solidFill>
                  <a:srgbClr val="000000"/>
                </a:solidFill>
                <a:latin typeface="+mn-lt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9041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ED94AB-855F-D721-67C8-D47EB629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1F36BD-9F4E-B8FA-FE4E-3EE44020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1302040"/>
            <a:ext cx="5792500" cy="4920960"/>
          </a:xfrm>
        </p:spPr>
        <p:txBody>
          <a:bodyPr/>
          <a:lstStyle/>
          <a:p>
            <a:r>
              <a:rPr lang="en-US" dirty="0"/>
              <a:t>Open data: </a:t>
            </a:r>
          </a:p>
          <a:p>
            <a:pPr lvl="1"/>
            <a:r>
              <a:rPr lang="en-US" dirty="0"/>
              <a:t>Freely available for use.</a:t>
            </a:r>
          </a:p>
          <a:p>
            <a:pPr lvl="1"/>
            <a:r>
              <a:rPr lang="en-US" dirty="0"/>
              <a:t>Can be shared or built on by anyone for any reason.</a:t>
            </a:r>
          </a:p>
          <a:p>
            <a:pPr lvl="1"/>
            <a:r>
              <a:rPr lang="en-US" dirty="0"/>
              <a:t>Should be legally and technically open.</a:t>
            </a:r>
          </a:p>
          <a:p>
            <a:r>
              <a:rPr lang="en-US" dirty="0"/>
              <a:t>Proprietary data: </a:t>
            </a:r>
          </a:p>
          <a:p>
            <a:pPr lvl="1"/>
            <a:r>
              <a:rPr lang="en-US" dirty="0"/>
              <a:t>Owned/controlled by an individual, organization, or group. </a:t>
            </a:r>
          </a:p>
          <a:p>
            <a:pPr lvl="1"/>
            <a:r>
              <a:rPr lang="en-US" dirty="0"/>
              <a:t>Protected by copyright, patent, or trade-secret legislation.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C123FE-6521-5E50-D725-BF4DEEE7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and Proprietary Data</a:t>
            </a:r>
          </a:p>
        </p:txBody>
      </p:sp>
    </p:spTree>
    <p:extLst>
      <p:ext uri="{BB962C8B-B14F-4D97-AF65-F5344CB8AC3E}">
        <p14:creationId xmlns:p14="http://schemas.microsoft.com/office/powerpoint/2010/main" val="3309804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E5E00C-84A9-B535-722A-5554BAED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03B8-C527-1ED7-3A43-A69392239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can come from numerous sources.</a:t>
            </a:r>
          </a:p>
          <a:p>
            <a:r>
              <a:rPr lang="en-US" dirty="0"/>
              <a:t>It can be difficult to ascertain the veracity of each dataset. </a:t>
            </a:r>
          </a:p>
          <a:p>
            <a:r>
              <a:rPr lang="en-US" dirty="0"/>
              <a:t>Categories:</a:t>
            </a:r>
          </a:p>
          <a:p>
            <a:pPr lvl="1"/>
            <a:r>
              <a:rPr lang="en-US" dirty="0"/>
              <a:t>Transactional data</a:t>
            </a:r>
          </a:p>
          <a:p>
            <a:pPr lvl="1"/>
            <a:r>
              <a:rPr lang="en-US" dirty="0"/>
              <a:t>Machine data</a:t>
            </a:r>
          </a:p>
          <a:p>
            <a:pPr lvl="1"/>
            <a:r>
              <a:rPr lang="en-US" dirty="0"/>
              <a:t>Social data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BE9926-4626-1FD2-E4D7-75DC82D0E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pic>
        <p:nvPicPr>
          <p:cNvPr id="5" name="Graphic 4" descr="Loan outline">
            <a:extLst>
              <a:ext uri="{FF2B5EF4-FFF2-40B4-BE49-F238E27FC236}">
                <a16:creationId xmlns:a16="http://schemas.microsoft.com/office/drawing/2014/main" id="{C781E277-7C4C-26CA-8B8F-84C9AFE18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0571" y="4493120"/>
            <a:ext cx="914400" cy="914400"/>
          </a:xfrm>
          <a:prstGeom prst="rect">
            <a:avLst/>
          </a:prstGeom>
        </p:spPr>
      </p:pic>
      <p:pic>
        <p:nvPicPr>
          <p:cNvPr id="8" name="Graphic 7" descr="Security camera outline">
            <a:extLst>
              <a:ext uri="{FF2B5EF4-FFF2-40B4-BE49-F238E27FC236}">
                <a16:creationId xmlns:a16="http://schemas.microsoft.com/office/drawing/2014/main" id="{4F25E9F1-83BF-57F2-FA4B-EE68174D6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2857" y="4493120"/>
            <a:ext cx="914400" cy="914400"/>
          </a:xfrm>
          <a:prstGeom prst="rect">
            <a:avLst/>
          </a:prstGeom>
        </p:spPr>
      </p:pic>
      <p:pic>
        <p:nvPicPr>
          <p:cNvPr id="10" name="Graphic 9" descr="Connections outline">
            <a:extLst>
              <a:ext uri="{FF2B5EF4-FFF2-40B4-BE49-F238E27FC236}">
                <a16:creationId xmlns:a16="http://schemas.microsoft.com/office/drawing/2014/main" id="{69236B67-CB17-5123-7495-5C3671C224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35143" y="4493120"/>
            <a:ext cx="914400" cy="914400"/>
          </a:xfrm>
          <a:prstGeom prst="rect">
            <a:avLst/>
          </a:prstGeom>
        </p:spPr>
      </p:pic>
      <p:sp>
        <p:nvSpPr>
          <p:cNvPr id="11" name="Text Box 307">
            <a:extLst>
              <a:ext uri="{FF2B5EF4-FFF2-40B4-BE49-F238E27FC236}">
                <a16:creationId xmlns:a16="http://schemas.microsoft.com/office/drawing/2014/main" id="{E493AA7B-3838-2F28-636D-8F8FB003F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440" y="5522872"/>
            <a:ext cx="149066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r>
              <a:rPr lang="en-US" sz="1300" b="1" kern="0" dirty="0">
                <a:solidFill>
                  <a:srgbClr val="000000"/>
                </a:solidFill>
                <a:latin typeface="Calibri"/>
                <a:cs typeface="Calibri"/>
              </a:rPr>
              <a:t>Transactional</a:t>
            </a:r>
          </a:p>
        </p:txBody>
      </p:sp>
      <p:sp>
        <p:nvSpPr>
          <p:cNvPr id="12" name="Text Box 307">
            <a:extLst>
              <a:ext uri="{FF2B5EF4-FFF2-40B4-BE49-F238E27FC236}">
                <a16:creationId xmlns:a16="http://schemas.microsoft.com/office/drawing/2014/main" id="{E5F7563B-57A4-A2F2-2A98-577DC517C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4726" y="5522872"/>
            <a:ext cx="149066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r>
              <a:rPr lang="en-US" sz="1300" b="1" kern="0" dirty="0">
                <a:solidFill>
                  <a:srgbClr val="000000"/>
                </a:solidFill>
                <a:latin typeface="Calibri"/>
                <a:cs typeface="Calibri"/>
              </a:rPr>
              <a:t>Machine</a:t>
            </a:r>
          </a:p>
        </p:txBody>
      </p:sp>
      <p:sp>
        <p:nvSpPr>
          <p:cNvPr id="13" name="Text Box 307">
            <a:extLst>
              <a:ext uri="{FF2B5EF4-FFF2-40B4-BE49-F238E27FC236}">
                <a16:creationId xmlns:a16="http://schemas.microsoft.com/office/drawing/2014/main" id="{2D0E40CD-A648-347C-1A62-7A8E6725E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012" y="5493968"/>
            <a:ext cx="149066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r>
              <a:rPr lang="en-US" sz="1300" b="1" kern="0" dirty="0">
                <a:solidFill>
                  <a:srgbClr val="000000"/>
                </a:solidFill>
                <a:latin typeface="Calibri"/>
                <a:cs typeface="Calibri"/>
              </a:rPr>
              <a:t>Social</a:t>
            </a:r>
          </a:p>
        </p:txBody>
      </p:sp>
    </p:spTree>
    <p:extLst>
      <p:ext uri="{BB962C8B-B14F-4D97-AF65-F5344CB8AC3E}">
        <p14:creationId xmlns:p14="http://schemas.microsoft.com/office/powerpoint/2010/main" val="332110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74DC65-BE55-0A2C-B591-A5FE6218F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Repositories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36AA67-09B2-305C-6EEC-9146F97A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D0D2A8-5E7A-1C59-6D15-19407C7D58A3}"/>
              </a:ext>
            </a:extLst>
          </p:cNvPr>
          <p:cNvGrpSpPr/>
          <p:nvPr/>
        </p:nvGrpSpPr>
        <p:grpSpPr>
          <a:xfrm>
            <a:off x="2161367" y="1540216"/>
            <a:ext cx="7869267" cy="4343240"/>
            <a:chOff x="2161367" y="1683091"/>
            <a:chExt cx="7869267" cy="434324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D57DD3D-5EB7-6FD3-50DC-09E006280463}"/>
                </a:ext>
              </a:extLst>
            </p:cNvPr>
            <p:cNvSpPr/>
            <p:nvPr/>
          </p:nvSpPr>
          <p:spPr>
            <a:xfrm>
              <a:off x="2161367" y="2281645"/>
              <a:ext cx="2523195" cy="374468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4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321E58C-269F-5453-BED4-F8E94E62B5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31152" y="2629988"/>
              <a:ext cx="2523195" cy="304799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4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4DC785D-66C1-FA6D-FEA6-027A7E76059E}"/>
                </a:ext>
              </a:extLst>
            </p:cNvPr>
            <p:cNvSpPr/>
            <p:nvPr/>
          </p:nvSpPr>
          <p:spPr>
            <a:xfrm>
              <a:off x="7507439" y="3129188"/>
              <a:ext cx="2523195" cy="216980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4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CFF7082-B81D-B4A1-5D12-6C1652CC1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22340" y="3376084"/>
              <a:ext cx="906791" cy="795528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85A1E2A-3EDF-2869-D13E-BE4BFE3F8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33494" y="3383568"/>
              <a:ext cx="903230" cy="79240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AECD776-F027-B8E9-4325-2DDA184EB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19646" y="4330337"/>
              <a:ext cx="906791" cy="79552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FE8D147-905F-164A-CAD0-FE9FFD8E5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33494" y="4325126"/>
              <a:ext cx="906791" cy="795528"/>
            </a:xfrm>
            <a:prstGeom prst="rect">
              <a:avLst/>
            </a:prstGeom>
          </p:spPr>
        </p:pic>
        <p:sp>
          <p:nvSpPr>
            <p:cNvPr id="14" name="Text Box 307">
              <a:extLst>
                <a:ext uri="{FF2B5EF4-FFF2-40B4-BE49-F238E27FC236}">
                  <a16:creationId xmlns:a16="http://schemas.microsoft.com/office/drawing/2014/main" id="{BB811B07-B62E-7B22-1F92-C17B4C277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2590" y="1751546"/>
              <a:ext cx="149066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Data Lake</a:t>
              </a:r>
            </a:p>
          </p:txBody>
        </p:sp>
        <p:sp>
          <p:nvSpPr>
            <p:cNvPr id="15" name="Text Box 307">
              <a:extLst>
                <a:ext uri="{FF2B5EF4-FFF2-40B4-BE49-F238E27FC236}">
                  <a16:creationId xmlns:a16="http://schemas.microsoft.com/office/drawing/2014/main" id="{3E7505D0-EDBD-5825-45C9-F18A833FF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4639" y="1683091"/>
              <a:ext cx="1490662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Data Warehouse</a:t>
              </a:r>
            </a:p>
          </p:txBody>
        </p:sp>
        <p:sp>
          <p:nvSpPr>
            <p:cNvPr id="16" name="Text Box 307">
              <a:extLst>
                <a:ext uri="{FF2B5EF4-FFF2-40B4-BE49-F238E27FC236}">
                  <a16:creationId xmlns:a16="http://schemas.microsoft.com/office/drawing/2014/main" id="{D07DFFCA-08F5-5B7A-0FD1-26C604927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3705" y="1836979"/>
              <a:ext cx="149066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Data Mart</a:t>
              </a:r>
            </a:p>
          </p:txBody>
        </p:sp>
        <p:sp>
          <p:nvSpPr>
            <p:cNvPr id="17" name="Rounded Rectangle 149">
              <a:extLst>
                <a:ext uri="{FF2B5EF4-FFF2-40B4-BE49-F238E27FC236}">
                  <a16:creationId xmlns:a16="http://schemas.microsoft.com/office/drawing/2014/main" id="{1074099C-73CE-EB83-7E2E-2353AD24D82B}"/>
                </a:ext>
              </a:extLst>
            </p:cNvPr>
            <p:cNvSpPr/>
            <p:nvPr/>
          </p:nvSpPr>
          <p:spPr>
            <a:xfrm>
              <a:off x="4322893" y="5102446"/>
              <a:ext cx="1175796" cy="400110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lvl="0"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Operational data store</a:t>
              </a:r>
            </a:p>
          </p:txBody>
        </p: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BD5438E4-0BD5-3D6B-F0E4-58271F81E7AC}"/>
                </a:ext>
              </a:extLst>
            </p:cNvPr>
            <p:cNvCxnSpPr>
              <a:stCxn id="17" idx="0"/>
            </p:cNvCxnSpPr>
            <p:nvPr/>
          </p:nvCxnSpPr>
          <p:spPr>
            <a:xfrm rot="5400000" flipH="1" flipV="1">
              <a:off x="4895775" y="4499532"/>
              <a:ext cx="617931" cy="587898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49">
              <a:extLst>
                <a:ext uri="{FF2B5EF4-FFF2-40B4-BE49-F238E27FC236}">
                  <a16:creationId xmlns:a16="http://schemas.microsoft.com/office/drawing/2014/main" id="{196CE1EB-49A1-C916-D975-0B9D34C7C028}"/>
                </a:ext>
              </a:extLst>
            </p:cNvPr>
            <p:cNvSpPr/>
            <p:nvPr/>
          </p:nvSpPr>
          <p:spPr>
            <a:xfrm>
              <a:off x="7982932" y="4595763"/>
              <a:ext cx="380217" cy="180488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lvl="0" algn="ctr" defTabSz="914400">
                <a:defRPr/>
              </a:pPr>
              <a:r>
                <a:rPr lang="en-US" sz="11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HR</a:t>
              </a:r>
            </a:p>
          </p:txBody>
        </p:sp>
        <p:sp>
          <p:nvSpPr>
            <p:cNvPr id="20" name="Rounded Rectangle 149">
              <a:extLst>
                <a:ext uri="{FF2B5EF4-FFF2-40B4-BE49-F238E27FC236}">
                  <a16:creationId xmlns:a16="http://schemas.microsoft.com/office/drawing/2014/main" id="{8B5CD048-01E7-74C8-D9F6-9364CBCEA224}"/>
                </a:ext>
              </a:extLst>
            </p:cNvPr>
            <p:cNvSpPr/>
            <p:nvPr/>
          </p:nvSpPr>
          <p:spPr>
            <a:xfrm>
              <a:off x="9218833" y="4595763"/>
              <a:ext cx="380217" cy="180488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lvl="0" algn="ctr" defTabSz="914400">
                <a:defRPr/>
              </a:pPr>
              <a:r>
                <a:rPr lang="en-US" sz="11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IT</a:t>
              </a:r>
            </a:p>
          </p:txBody>
        </p:sp>
        <p:sp>
          <p:nvSpPr>
            <p:cNvPr id="21" name="Rounded Rectangle 149">
              <a:extLst>
                <a:ext uri="{FF2B5EF4-FFF2-40B4-BE49-F238E27FC236}">
                  <a16:creationId xmlns:a16="http://schemas.microsoft.com/office/drawing/2014/main" id="{50934912-51A2-7E49-2CD3-088A31A257EC}"/>
                </a:ext>
              </a:extLst>
            </p:cNvPr>
            <p:cNvSpPr/>
            <p:nvPr/>
          </p:nvSpPr>
          <p:spPr>
            <a:xfrm>
              <a:off x="7946504" y="3644453"/>
              <a:ext cx="491384" cy="155088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lvl="0" algn="ctr" defTabSz="914400">
                <a:defRPr/>
              </a:pPr>
              <a:r>
                <a:rPr lang="en-US" sz="11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DEV</a:t>
              </a:r>
            </a:p>
          </p:txBody>
        </p:sp>
        <p:sp>
          <p:nvSpPr>
            <p:cNvPr id="22" name="Rounded Rectangle 149">
              <a:extLst>
                <a:ext uri="{FF2B5EF4-FFF2-40B4-BE49-F238E27FC236}">
                  <a16:creationId xmlns:a16="http://schemas.microsoft.com/office/drawing/2014/main" id="{80C57F62-3848-03BC-AC7E-526EF1740553}"/>
                </a:ext>
              </a:extLst>
            </p:cNvPr>
            <p:cNvSpPr/>
            <p:nvPr/>
          </p:nvSpPr>
          <p:spPr>
            <a:xfrm>
              <a:off x="9087574" y="3663730"/>
              <a:ext cx="595070" cy="155088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lvl="0" algn="ctr" defTabSz="914400">
                <a:defRPr/>
              </a:pPr>
              <a:r>
                <a:rPr lang="en-US" sz="11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SALES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FF19F48-E0FF-371C-5DC7-2EEECE3BE8EA}"/>
                </a:ext>
              </a:extLst>
            </p:cNvPr>
            <p:cNvGrpSpPr/>
            <p:nvPr/>
          </p:nvGrpSpPr>
          <p:grpSpPr>
            <a:xfrm>
              <a:off x="2245589" y="3663730"/>
              <a:ext cx="2365834" cy="1352227"/>
              <a:chOff x="724031" y="3663730"/>
              <a:chExt cx="2365834" cy="1352227"/>
            </a:xfrm>
            <a:solidFill>
              <a:srgbClr val="009DDC"/>
            </a:solidFill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D0053397-5E28-0A45-E3D8-BE450E3B7395}"/>
                  </a:ext>
                </a:extLst>
              </p:cNvPr>
              <p:cNvSpPr/>
              <p:nvPr/>
            </p:nvSpPr>
            <p:spPr>
              <a:xfrm>
                <a:off x="724031" y="3981529"/>
                <a:ext cx="2361421" cy="1034428"/>
              </a:xfrm>
              <a:custGeom>
                <a:avLst/>
                <a:gdLst>
                  <a:gd name="connsiteX0" fmla="*/ 0 w 2072899"/>
                  <a:gd name="connsiteY0" fmla="*/ 0 h 908040"/>
                  <a:gd name="connsiteX1" fmla="*/ 89115 w 2072899"/>
                  <a:gd name="connsiteY1" fmla="*/ 290593 h 908040"/>
                  <a:gd name="connsiteX2" fmla="*/ 499821 w 2072899"/>
                  <a:gd name="connsiteY2" fmla="*/ 519193 h 908040"/>
                  <a:gd name="connsiteX3" fmla="*/ 554065 w 2072899"/>
                  <a:gd name="connsiteY3" fmla="*/ 743918 h 908040"/>
                  <a:gd name="connsiteX4" fmla="*/ 755543 w 2072899"/>
                  <a:gd name="connsiteY4" fmla="*/ 906650 h 908040"/>
                  <a:gd name="connsiteX5" fmla="*/ 1247614 w 2072899"/>
                  <a:gd name="connsiteY5" fmla="*/ 813661 h 908040"/>
                  <a:gd name="connsiteX6" fmla="*/ 1650570 w 2072899"/>
                  <a:gd name="connsiteY6" fmla="*/ 662552 h 908040"/>
                  <a:gd name="connsiteX7" fmla="*/ 1720312 w 2072899"/>
                  <a:gd name="connsiteY7" fmla="*/ 426203 h 908040"/>
                  <a:gd name="connsiteX8" fmla="*/ 1952787 w 2072899"/>
                  <a:gd name="connsiteY8" fmla="*/ 267345 h 908040"/>
                  <a:gd name="connsiteX9" fmla="*/ 2072899 w 2072899"/>
                  <a:gd name="connsiteY9" fmla="*/ 19372 h 908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72899" h="908040">
                    <a:moveTo>
                      <a:pt x="0" y="0"/>
                    </a:moveTo>
                    <a:cubicBezTo>
                      <a:pt x="2905" y="102030"/>
                      <a:pt x="5811" y="204061"/>
                      <a:pt x="89115" y="290593"/>
                    </a:cubicBezTo>
                    <a:cubicBezTo>
                      <a:pt x="172419" y="377125"/>
                      <a:pt x="422329" y="443639"/>
                      <a:pt x="499821" y="519193"/>
                    </a:cubicBezTo>
                    <a:cubicBezTo>
                      <a:pt x="577313" y="594747"/>
                      <a:pt x="511445" y="679342"/>
                      <a:pt x="554065" y="743918"/>
                    </a:cubicBezTo>
                    <a:cubicBezTo>
                      <a:pt x="596685" y="808494"/>
                      <a:pt x="639951" y="895026"/>
                      <a:pt x="755543" y="906650"/>
                    </a:cubicBezTo>
                    <a:cubicBezTo>
                      <a:pt x="871135" y="918274"/>
                      <a:pt x="1098443" y="854344"/>
                      <a:pt x="1247614" y="813661"/>
                    </a:cubicBezTo>
                    <a:cubicBezTo>
                      <a:pt x="1396785" y="772978"/>
                      <a:pt x="1571787" y="727128"/>
                      <a:pt x="1650570" y="662552"/>
                    </a:cubicBezTo>
                    <a:cubicBezTo>
                      <a:pt x="1729353" y="597976"/>
                      <a:pt x="1669943" y="492071"/>
                      <a:pt x="1720312" y="426203"/>
                    </a:cubicBezTo>
                    <a:cubicBezTo>
                      <a:pt x="1770681" y="360335"/>
                      <a:pt x="1894023" y="335150"/>
                      <a:pt x="1952787" y="267345"/>
                    </a:cubicBezTo>
                    <a:cubicBezTo>
                      <a:pt x="2011552" y="199540"/>
                      <a:pt x="2055464" y="52306"/>
                      <a:pt x="2072899" y="19372"/>
                    </a:cubicBezTo>
                  </a:path>
                </a:pathLst>
              </a:custGeom>
              <a:grpFill/>
              <a:ln w="28575" cap="flat" cmpd="sng" algn="ctr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5C2D9F1-DE7A-FC5D-EED8-B1C92CDB13CF}"/>
                  </a:ext>
                </a:extLst>
              </p:cNvPr>
              <p:cNvSpPr/>
              <p:nvPr/>
            </p:nvSpPr>
            <p:spPr>
              <a:xfrm>
                <a:off x="732859" y="3663730"/>
                <a:ext cx="2357006" cy="617942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0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DD30553-7624-15BE-6B9F-FBE45DB78BA7}"/>
                </a:ext>
              </a:extLst>
            </p:cNvPr>
            <p:cNvSpPr txBox="1"/>
            <p:nvPr/>
          </p:nvSpPr>
          <p:spPr>
            <a:xfrm>
              <a:off x="2373963" y="4233775"/>
              <a:ext cx="206411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</a:rPr>
                <a:t>11101100101101010100110101010011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5A397C-913C-5D0C-982E-BD1600E1FE2A}"/>
                </a:ext>
              </a:extLst>
            </p:cNvPr>
            <p:cNvSpPr txBox="1"/>
            <p:nvPr/>
          </p:nvSpPr>
          <p:spPr>
            <a:xfrm>
              <a:off x="2475435" y="4341066"/>
              <a:ext cx="20641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</a:rPr>
                <a:t>      0110010110101010011010101</a:t>
              </a:r>
            </a:p>
            <a:p>
              <a:r>
                <a:rPr lang="en-US" sz="900" dirty="0">
                  <a:solidFill>
                    <a:schemeClr val="bg1"/>
                  </a:solidFill>
                </a:rPr>
                <a:t>            10101001010010010101010</a:t>
              </a:r>
            </a:p>
            <a:p>
              <a:r>
                <a:rPr lang="en-US" sz="900" dirty="0">
                  <a:solidFill>
                    <a:schemeClr val="bg1"/>
                  </a:solidFill>
                </a:rPr>
                <a:t>            111100100100101010101</a:t>
              </a:r>
            </a:p>
            <a:p>
              <a:r>
                <a:rPr lang="en-US" sz="900" dirty="0">
                  <a:solidFill>
                    <a:schemeClr val="bg1"/>
                  </a:solidFill>
                </a:rPr>
                <a:t>             0000101010101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12FBBFD-807B-BD29-B52B-B06147C46FD6}"/>
                </a:ext>
              </a:extLst>
            </p:cNvPr>
            <p:cNvSpPr txBox="1"/>
            <p:nvPr/>
          </p:nvSpPr>
          <p:spPr>
            <a:xfrm>
              <a:off x="2241176" y="4118359"/>
              <a:ext cx="206411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</a:rPr>
                <a:t>1110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17BF97C-EACD-FE30-350F-890C59F1DD1B}"/>
                </a:ext>
              </a:extLst>
            </p:cNvPr>
            <p:cNvSpPr txBox="1"/>
            <p:nvPr/>
          </p:nvSpPr>
          <p:spPr>
            <a:xfrm>
              <a:off x="4161382" y="4131091"/>
              <a:ext cx="206411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</a:rPr>
                <a:t>0010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FCBAEB-26D5-BF15-6397-AC3041E44575}"/>
                </a:ext>
              </a:extLst>
            </p:cNvPr>
            <p:cNvSpPr txBox="1"/>
            <p:nvPr/>
          </p:nvSpPr>
          <p:spPr>
            <a:xfrm>
              <a:off x="2970487" y="4862615"/>
              <a:ext cx="206411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</a:rPr>
                <a:t>001</a:t>
              </a:r>
            </a:p>
          </p:txBody>
        </p:sp>
        <p:pic>
          <p:nvPicPr>
            <p:cNvPr id="29" name="Graphic 28" descr="Database with solid fill">
              <a:extLst>
                <a:ext uri="{FF2B5EF4-FFF2-40B4-BE49-F238E27FC236}">
                  <a16:creationId xmlns:a16="http://schemas.microsoft.com/office/drawing/2014/main" id="{DDEFCDD1-96B2-7CE5-F99A-34E7B3FF4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75974" y="3499295"/>
              <a:ext cx="1173582" cy="1126686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3F062953-4BFF-55F6-A5ED-F40BC311E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8689" y="3923939"/>
              <a:ext cx="510108" cy="447518"/>
            </a:xfrm>
            <a:prstGeom prst="rect">
              <a:avLst/>
            </a:prstGeom>
          </p:spPr>
        </p:pic>
        <p:pic>
          <p:nvPicPr>
            <p:cNvPr id="31" name="Graphic 30" descr="Database with solid fill">
              <a:extLst>
                <a:ext uri="{FF2B5EF4-FFF2-40B4-BE49-F238E27FC236}">
                  <a16:creationId xmlns:a16="http://schemas.microsoft.com/office/drawing/2014/main" id="{9B8E77CF-2DED-6A1A-2EE1-DF357E59C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68339" y="3499295"/>
              <a:ext cx="1173582" cy="1126686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8D95A08D-29D7-D684-C98F-4B9DE8A7D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25495" y="3937632"/>
              <a:ext cx="510108" cy="447518"/>
            </a:xfrm>
            <a:prstGeom prst="rect">
              <a:avLst/>
            </a:prstGeom>
          </p:spPr>
        </p:pic>
        <p:pic>
          <p:nvPicPr>
            <p:cNvPr id="33" name="Graphic 32" descr="Database with solid fill">
              <a:extLst>
                <a:ext uri="{FF2B5EF4-FFF2-40B4-BE49-F238E27FC236}">
                  <a16:creationId xmlns:a16="http://schemas.microsoft.com/office/drawing/2014/main" id="{B4A06A68-0FFF-4673-0F6A-CE8399AEA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12462" y="3721997"/>
              <a:ext cx="1173582" cy="1126686"/>
            </a:xfrm>
            <a:prstGeom prst="rect">
              <a:avLst/>
            </a:prstGeom>
          </p:spPr>
        </p:pic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37DC5FB9-11E1-EE6F-88EC-FE2DDF8BB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42273" y="4102943"/>
              <a:ext cx="510108" cy="447518"/>
            </a:xfrm>
            <a:prstGeom prst="rect">
              <a:avLst/>
            </a:prstGeom>
          </p:spPr>
        </p:pic>
        <p:pic>
          <p:nvPicPr>
            <p:cNvPr id="35" name="Graphic 34" descr="Single gear with solid fill">
              <a:extLst>
                <a:ext uri="{FF2B5EF4-FFF2-40B4-BE49-F238E27FC236}">
                  <a16:creationId xmlns:a16="http://schemas.microsoft.com/office/drawing/2014/main" id="{B185676D-8248-61F7-78A2-22BEBC9F0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38800" y="317500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704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7A66BB-166E-25D2-91B7-F233FB49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9D0A2-0774-66C8-4D26-7F1E14AC5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Activity: Discussing Types of Data Used in Data Science Projects</a:t>
            </a:r>
          </a:p>
        </p:txBody>
      </p:sp>
    </p:spTree>
    <p:extLst>
      <p:ext uri="{BB962C8B-B14F-4D97-AF65-F5344CB8AC3E}">
        <p14:creationId xmlns:p14="http://schemas.microsoft.com/office/powerpoint/2010/main" val="1851955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47D461-2987-0A65-6AED-C78BD4A2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C8B5C-44D7-E3C1-5C52-C004E274AD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Data Science Lifecycle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C567D50-2104-94EF-3975-4BC687C916A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3982872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0281-67A4-49C1-492B-06B718FE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Lifecycle Stages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4372C2-E679-D788-82D7-12E684CF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30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B3CCD6-36E5-EB17-69FE-343A42361F01}"/>
              </a:ext>
            </a:extLst>
          </p:cNvPr>
          <p:cNvGraphicFramePr/>
          <p:nvPr/>
        </p:nvGraphicFramePr>
        <p:xfrm>
          <a:off x="2032000" y="112160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3557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F833-955B-B851-3EEF-F3676E9D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Identification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7941D4-6392-499F-842E-8E9BBC5956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Lays the foundation of the entire system.</a:t>
            </a:r>
          </a:p>
          <a:p>
            <a:r>
              <a:rPr lang="en-US" dirty="0"/>
              <a:t>Domain knowledge a must.</a:t>
            </a:r>
          </a:p>
          <a:p>
            <a:r>
              <a:rPr lang="en-US" dirty="0"/>
              <a:t>General process:</a:t>
            </a:r>
          </a:p>
          <a:p>
            <a:pPr lvl="1"/>
            <a:r>
              <a:rPr lang="en-US" dirty="0"/>
              <a:t>State the problem.</a:t>
            </a:r>
          </a:p>
          <a:p>
            <a:pPr lvl="1"/>
            <a:r>
              <a:rPr lang="en-US" dirty="0"/>
              <a:t>Describe the value of solving the problem.</a:t>
            </a:r>
          </a:p>
          <a:p>
            <a:pPr lvl="1"/>
            <a:r>
              <a:rPr lang="en-US" dirty="0"/>
              <a:t>Identify stakeholders, resources, and risks.</a:t>
            </a:r>
          </a:p>
          <a:p>
            <a:pPr lvl="1"/>
            <a:r>
              <a:rPr lang="en-US" dirty="0"/>
              <a:t>Record and communicate a plan.</a:t>
            </a:r>
          </a:p>
          <a:p>
            <a:r>
              <a:rPr lang="en-US" dirty="0"/>
              <a:t>Roles:</a:t>
            </a:r>
          </a:p>
          <a:p>
            <a:pPr lvl="1"/>
            <a:r>
              <a:rPr lang="en-US" dirty="0"/>
              <a:t>Stakeholders</a:t>
            </a:r>
          </a:p>
          <a:p>
            <a:pPr lvl="1"/>
            <a:r>
              <a:rPr lang="en-US" dirty="0"/>
              <a:t>Data-team manager</a:t>
            </a:r>
          </a:p>
          <a:p>
            <a:pPr lvl="1"/>
            <a:r>
              <a:rPr lang="en-US" dirty="0"/>
              <a:t>Data scientist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5B840A-BF8B-1AA2-1E34-3861CA21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31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2B8FFFE-2D23-59E4-B3C7-8B3BFD98DE9C}"/>
              </a:ext>
            </a:extLst>
          </p:cNvPr>
          <p:cNvGraphicFramePr/>
          <p:nvPr/>
        </p:nvGraphicFramePr>
        <p:xfrm>
          <a:off x="625975" y="1153850"/>
          <a:ext cx="555153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5609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AF28-8086-150E-8E37-0542627D8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8B8E0D-6027-0C14-C12A-4FA2D6F8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32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70AFAA2-F83C-20F4-301E-8167A410DC26}"/>
              </a:ext>
            </a:extLst>
          </p:cNvPr>
          <p:cNvGraphicFramePr/>
          <p:nvPr/>
        </p:nvGraphicFramePr>
        <p:xfrm>
          <a:off x="625975" y="1153850"/>
          <a:ext cx="555153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CC19ABD-4C39-8485-7504-B501682C6AD4}"/>
              </a:ext>
            </a:extLst>
          </p:cNvPr>
          <p:cNvSpPr txBox="1">
            <a:spLocks/>
          </p:cNvSpPr>
          <p:nvPr/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Focuses on collecting, exploring, and profiling data.</a:t>
            </a:r>
          </a:p>
          <a:p>
            <a:r>
              <a:rPr lang="en-US" dirty="0"/>
              <a:t>Gather data from identified sources.</a:t>
            </a:r>
          </a:p>
          <a:p>
            <a:r>
              <a:rPr lang="en-US" dirty="0"/>
              <a:t>Perform initial investigation of data.</a:t>
            </a:r>
          </a:p>
          <a:p>
            <a:r>
              <a:rPr lang="en-US" dirty="0"/>
              <a:t>Roles:</a:t>
            </a:r>
          </a:p>
          <a:p>
            <a:pPr lvl="1"/>
            <a:r>
              <a:rPr lang="en-US" dirty="0"/>
              <a:t>Data scientist</a:t>
            </a:r>
          </a:p>
          <a:p>
            <a:pPr lvl="1"/>
            <a:r>
              <a:rPr lang="en-US" dirty="0"/>
              <a:t>Data analyst</a:t>
            </a:r>
          </a:p>
          <a:p>
            <a:pPr lvl="1"/>
            <a:r>
              <a:rPr lang="en-US" dirty="0"/>
              <a:t>Data-team manager</a:t>
            </a:r>
          </a:p>
          <a:p>
            <a:pPr lvl="1"/>
            <a:r>
              <a:rPr lang="en-US" dirty="0"/>
              <a:t>Database administrator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366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6C396-257B-81F6-2CA8-22E09A5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FFA875-1CF7-54AF-C29F-9262DC386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33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63E1702-C1D3-8DBC-CDC2-DEB054AF137F}"/>
              </a:ext>
            </a:extLst>
          </p:cNvPr>
          <p:cNvGraphicFramePr/>
          <p:nvPr/>
        </p:nvGraphicFramePr>
        <p:xfrm>
          <a:off x="625975" y="1153850"/>
          <a:ext cx="555153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181FA48-C041-BA6E-76D5-849CC2569094}"/>
              </a:ext>
            </a:extLst>
          </p:cNvPr>
          <p:cNvSpPr txBox="1">
            <a:spLocks/>
          </p:cNvSpPr>
          <p:nvPr/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Improves data quality to facilitate analysis.</a:t>
            </a:r>
          </a:p>
          <a:p>
            <a:r>
              <a:rPr lang="en-US" dirty="0"/>
              <a:t>Tasks:</a:t>
            </a:r>
          </a:p>
          <a:p>
            <a:pPr lvl="1"/>
            <a:r>
              <a:rPr lang="en-US" dirty="0"/>
              <a:t>Data wrangling/munging</a:t>
            </a:r>
          </a:p>
          <a:p>
            <a:pPr lvl="1"/>
            <a:r>
              <a:rPr lang="en-US" dirty="0"/>
              <a:t>Data cleaning</a:t>
            </a:r>
          </a:p>
          <a:p>
            <a:pPr lvl="1"/>
            <a:r>
              <a:rPr lang="en-US" dirty="0"/>
              <a:t>ETL</a:t>
            </a:r>
          </a:p>
          <a:p>
            <a:r>
              <a:rPr lang="en-US" dirty="0"/>
              <a:t>Results provide insight into the data model.</a:t>
            </a:r>
          </a:p>
          <a:p>
            <a:r>
              <a:rPr lang="en-US" dirty="0"/>
              <a:t>Roles:</a:t>
            </a:r>
          </a:p>
          <a:p>
            <a:pPr lvl="1"/>
            <a:r>
              <a:rPr lang="en-US" dirty="0"/>
              <a:t>Data scientist</a:t>
            </a:r>
          </a:p>
          <a:p>
            <a:pPr lvl="1"/>
            <a:r>
              <a:rPr lang="en-US" dirty="0"/>
              <a:t>Data analyst</a:t>
            </a:r>
          </a:p>
          <a:p>
            <a:pPr lvl="1"/>
            <a:r>
              <a:rPr lang="en-US" dirty="0"/>
              <a:t>Data-team manager</a:t>
            </a:r>
          </a:p>
          <a:p>
            <a:pPr lvl="1"/>
            <a:r>
              <a:rPr lang="en-US" dirty="0"/>
              <a:t>Database administrator</a:t>
            </a:r>
          </a:p>
        </p:txBody>
      </p:sp>
    </p:spTree>
    <p:extLst>
      <p:ext uri="{BB962C8B-B14F-4D97-AF65-F5344CB8AC3E}">
        <p14:creationId xmlns:p14="http://schemas.microsoft.com/office/powerpoint/2010/main" val="35975732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7448-854A-3C36-DFF8-8723C750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CD3D58-9D7B-4BFA-3DD2-9057D178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34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BB38D8F-E855-D43F-A972-80B7DF91CC95}"/>
              </a:ext>
            </a:extLst>
          </p:cNvPr>
          <p:cNvGraphicFramePr/>
          <p:nvPr/>
        </p:nvGraphicFramePr>
        <p:xfrm>
          <a:off x="625975" y="1153850"/>
          <a:ext cx="555153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2A205B4A-B6A0-FECD-0597-23185BFBF79C}"/>
              </a:ext>
            </a:extLst>
          </p:cNvPr>
          <p:cNvSpPr txBox="1">
            <a:spLocks/>
          </p:cNvSpPr>
          <p:nvPr/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Summarizes main characteristics of datasets.</a:t>
            </a:r>
          </a:p>
          <a:p>
            <a:r>
              <a:rPr lang="en-US" dirty="0"/>
              <a:t>Visual representation of summary information.</a:t>
            </a:r>
          </a:p>
          <a:p>
            <a:r>
              <a:rPr lang="en-US" dirty="0"/>
              <a:t>Can use different plot types.</a:t>
            </a:r>
          </a:p>
          <a:p>
            <a:r>
              <a:rPr lang="en-US" dirty="0"/>
              <a:t>Can identify when additional preprocessing is needed.</a:t>
            </a:r>
          </a:p>
          <a:p>
            <a:r>
              <a:rPr lang="en-US" dirty="0"/>
              <a:t>Roles:</a:t>
            </a:r>
          </a:p>
          <a:p>
            <a:pPr lvl="1"/>
            <a:r>
              <a:rPr lang="en-US" dirty="0"/>
              <a:t>Data scientist</a:t>
            </a:r>
          </a:p>
          <a:p>
            <a:pPr lvl="1"/>
            <a:r>
              <a:rPr lang="en-US" dirty="0"/>
              <a:t>Data analyst</a:t>
            </a:r>
          </a:p>
        </p:txBody>
      </p:sp>
    </p:spTree>
    <p:extLst>
      <p:ext uri="{BB962C8B-B14F-4D97-AF65-F5344CB8AC3E}">
        <p14:creationId xmlns:p14="http://schemas.microsoft.com/office/powerpoint/2010/main" val="1220215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F753-FF51-65FD-27F4-C18EBBF60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1037E5-7FAA-CF0B-68FA-12A5EAA3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35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B9EA041-F4AA-BEB4-EDA4-FDE559CE42D6}"/>
              </a:ext>
            </a:extLst>
          </p:cNvPr>
          <p:cNvGraphicFramePr/>
          <p:nvPr/>
        </p:nvGraphicFramePr>
        <p:xfrm>
          <a:off x="625975" y="1153850"/>
          <a:ext cx="555153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4DC3BF8-ACD0-EC93-D2D3-651124A741D3}"/>
              </a:ext>
            </a:extLst>
          </p:cNvPr>
          <p:cNvSpPr txBox="1">
            <a:spLocks/>
          </p:cNvSpPr>
          <p:nvPr/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Develops an ML model to solve the problem.</a:t>
            </a:r>
          </a:p>
          <a:p>
            <a:r>
              <a:rPr lang="en-US" dirty="0"/>
              <a:t>ML models: algorithms and model data.</a:t>
            </a:r>
          </a:p>
          <a:p>
            <a:r>
              <a:rPr lang="en-US" dirty="0"/>
              <a:t>Feature engineering.</a:t>
            </a:r>
          </a:p>
          <a:p>
            <a:r>
              <a:rPr lang="en-US" dirty="0"/>
              <a:t>Model training and evaluation.</a:t>
            </a:r>
          </a:p>
          <a:p>
            <a:r>
              <a:rPr lang="en-US" dirty="0"/>
              <a:t>Model validation.</a:t>
            </a:r>
          </a:p>
          <a:p>
            <a:r>
              <a:rPr lang="en-US" dirty="0"/>
              <a:t>Roles:</a:t>
            </a:r>
          </a:p>
          <a:p>
            <a:pPr lvl="1"/>
            <a:r>
              <a:rPr lang="en-US" dirty="0"/>
              <a:t>Data scientist</a:t>
            </a:r>
          </a:p>
          <a:p>
            <a:pPr lvl="1"/>
            <a:r>
              <a:rPr lang="en-US" dirty="0"/>
              <a:t>Data architect</a:t>
            </a:r>
          </a:p>
          <a:p>
            <a:pPr lvl="1"/>
            <a:r>
              <a:rPr lang="en-US" dirty="0"/>
              <a:t>Database administrator</a:t>
            </a:r>
          </a:p>
          <a:p>
            <a:pPr lvl="1"/>
            <a:r>
              <a:rPr lang="en-US" dirty="0"/>
              <a:t>Data engineer</a:t>
            </a:r>
          </a:p>
          <a:p>
            <a:pPr lvl="1"/>
            <a:r>
              <a:rPr lang="en-US" dirty="0"/>
              <a:t>ML engineer</a:t>
            </a:r>
          </a:p>
          <a:p>
            <a:pPr lvl="1"/>
            <a:r>
              <a:rPr lang="en-US" dirty="0"/>
              <a:t>Data-team manager</a:t>
            </a:r>
          </a:p>
        </p:txBody>
      </p:sp>
    </p:spTree>
    <p:extLst>
      <p:ext uri="{BB962C8B-B14F-4D97-AF65-F5344CB8AC3E}">
        <p14:creationId xmlns:p14="http://schemas.microsoft.com/office/powerpoint/2010/main" val="1016574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10DF-39EF-841D-2748-947046A9F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Deployment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A6AB81-E7F5-BC77-F88D-55533C71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36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D624EE1-707E-F064-FD4F-C48466DC77D8}"/>
              </a:ext>
            </a:extLst>
          </p:cNvPr>
          <p:cNvGraphicFramePr/>
          <p:nvPr/>
        </p:nvGraphicFramePr>
        <p:xfrm>
          <a:off x="625975" y="1153850"/>
          <a:ext cx="555153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1AA6F44B-E841-BC26-4721-E80BFC5349CB}"/>
              </a:ext>
            </a:extLst>
          </p:cNvPr>
          <p:cNvSpPr txBox="1">
            <a:spLocks/>
          </p:cNvSpPr>
          <p:nvPr/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Integrates the ML model into existing systems.</a:t>
            </a:r>
          </a:p>
          <a:p>
            <a:r>
              <a:rPr lang="en-US" dirty="0"/>
              <a:t>Operationalizing:</a:t>
            </a:r>
          </a:p>
          <a:p>
            <a:pPr lvl="1"/>
            <a:r>
              <a:rPr lang="en-US" dirty="0"/>
              <a:t>Moving into production.</a:t>
            </a:r>
          </a:p>
          <a:p>
            <a:pPr lvl="1"/>
            <a:r>
              <a:rPr lang="en-US" dirty="0"/>
              <a:t>Integration via APIs/executables.</a:t>
            </a:r>
          </a:p>
          <a:p>
            <a:pPr lvl="1"/>
            <a:r>
              <a:rPr lang="en-US" dirty="0"/>
              <a:t>Results: repeatable, scalable, and flawless.</a:t>
            </a:r>
          </a:p>
          <a:p>
            <a:r>
              <a:rPr lang="en-US" dirty="0"/>
              <a:t>Monitoring:</a:t>
            </a:r>
          </a:p>
          <a:p>
            <a:pPr lvl="1"/>
            <a:r>
              <a:rPr lang="en-US" dirty="0"/>
              <a:t>Outside influences affect performance.</a:t>
            </a:r>
          </a:p>
          <a:p>
            <a:pPr lvl="1"/>
            <a:r>
              <a:rPr lang="en-US" dirty="0"/>
              <a:t>Periodically verify the model generates expected results. </a:t>
            </a:r>
          </a:p>
          <a:p>
            <a:pPr lvl="1"/>
            <a:r>
              <a:rPr lang="en-US" dirty="0"/>
              <a:t>When thresholds are exceeded, revisit earlier stages to adjust the model.</a:t>
            </a:r>
          </a:p>
          <a:p>
            <a:r>
              <a:rPr lang="en-US" dirty="0"/>
              <a:t>Roles:</a:t>
            </a:r>
          </a:p>
          <a:p>
            <a:pPr lvl="1"/>
            <a:r>
              <a:rPr lang="en-US" dirty="0"/>
              <a:t>Data engineer</a:t>
            </a:r>
          </a:p>
          <a:p>
            <a:pPr lvl="1"/>
            <a:r>
              <a:rPr lang="en-US" dirty="0"/>
              <a:t>Database administrator</a:t>
            </a:r>
          </a:p>
          <a:p>
            <a:pPr lvl="1"/>
            <a:r>
              <a:rPr lang="en-US" dirty="0"/>
              <a:t>Software engineer and other IT personnel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4292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74C8-0CB6-0D2B-64F7-E00F8007D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of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624436-2CE5-50E5-0630-F95905E0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37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0BC4696-0040-7955-5AB1-4B56211A32C0}"/>
              </a:ext>
            </a:extLst>
          </p:cNvPr>
          <p:cNvGraphicFramePr/>
          <p:nvPr/>
        </p:nvGraphicFramePr>
        <p:xfrm>
          <a:off x="625975" y="1153850"/>
          <a:ext cx="555153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0804E077-08E4-2657-4433-3D8B83B5F0D2}"/>
              </a:ext>
            </a:extLst>
          </p:cNvPr>
          <p:cNvSpPr txBox="1">
            <a:spLocks/>
          </p:cNvSpPr>
          <p:nvPr/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Gather results and communicate them to stakeholders.</a:t>
            </a:r>
          </a:p>
          <a:p>
            <a:r>
              <a:rPr lang="en-US" dirty="0"/>
              <a:t>Identify key findings documented throughout the process stages.</a:t>
            </a:r>
          </a:p>
          <a:p>
            <a:r>
              <a:rPr lang="en-US" dirty="0"/>
              <a:t>Create visual representations of insights.</a:t>
            </a:r>
          </a:p>
          <a:p>
            <a:r>
              <a:rPr lang="en-US" dirty="0"/>
              <a:t>Package it all into reports for stakeholders.</a:t>
            </a:r>
          </a:p>
          <a:p>
            <a:r>
              <a:rPr lang="en-US" dirty="0"/>
              <a:t>Roles:</a:t>
            </a:r>
          </a:p>
          <a:p>
            <a:pPr lvl="1"/>
            <a:r>
              <a:rPr lang="en-US" dirty="0"/>
              <a:t>Stakeholders</a:t>
            </a:r>
          </a:p>
          <a:p>
            <a:pPr lvl="1"/>
            <a:r>
              <a:rPr lang="en-US" dirty="0"/>
              <a:t>Data scientist</a:t>
            </a:r>
          </a:p>
          <a:p>
            <a:pPr lvl="1"/>
            <a:r>
              <a:rPr lang="en-US" dirty="0"/>
              <a:t>Data-team manager</a:t>
            </a:r>
          </a:p>
        </p:txBody>
      </p:sp>
    </p:spTree>
    <p:extLst>
      <p:ext uri="{BB962C8B-B14F-4D97-AF65-F5344CB8AC3E}">
        <p14:creationId xmlns:p14="http://schemas.microsoft.com/office/powerpoint/2010/main" val="26161657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C3D410-BF26-B5B6-043E-A8902F1C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91D9C-0102-0C27-AEBD-CD8F057D61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Activity: Discussing the Data Science Lifecycle</a:t>
            </a:r>
          </a:p>
        </p:txBody>
      </p:sp>
    </p:spTree>
    <p:extLst>
      <p:ext uri="{BB962C8B-B14F-4D97-AF65-F5344CB8AC3E}">
        <p14:creationId xmlns:p14="http://schemas.microsoft.com/office/powerpoint/2010/main" val="39323187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66C9B1-39AE-C744-9CCB-B1B902A6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0E2B-4E33-CB49-95F1-AC0E74888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Of the various practices that exist under the data science umbrella, which practice are you most intrigued with and why?</a:t>
            </a:r>
          </a:p>
          <a:p>
            <a:r>
              <a:rPr lang="en-US" dirty="0"/>
              <a:t>Which data science lifecycle stage will be most challenging for your organization to implement? Briefly explain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40939923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XFILESVG" val="C:\MyWIP\CNX0480 ETBiz\trunk\CNX0480\images\dsvenn1.svg"/>
  <p:tag name="XFILEPNG" val="C:\MyWIP\CNX0480 ETBiz\trunk\CNX0480\images\dsvenn1.pn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XFILEPNG" val="C:\MyWIP\CNX0480 ETBiz\trunk\CNX0480\images\predictive_modeling.png"/>
</p:tagLst>
</file>

<file path=ppt/theme/theme1.xml><?xml version="1.0" encoding="utf-8"?>
<a:theme xmlns:a="http://schemas.openxmlformats.org/drawingml/2006/main" name="CNX">
  <a:themeElements>
    <a:clrScheme name="CNX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DDC"/>
      </a:accent1>
      <a:accent2>
        <a:srgbClr val="1D76BB"/>
      </a:accent2>
      <a:accent3>
        <a:srgbClr val="F05323"/>
      </a:accent3>
      <a:accent4>
        <a:srgbClr val="1D3764"/>
      </a:accent4>
      <a:accent5>
        <a:srgbClr val="C1C5C9"/>
      </a:accent5>
      <a:accent6>
        <a:srgbClr val="009DDC"/>
      </a:accent6>
      <a:hlink>
        <a:srgbClr val="009DDC"/>
      </a:hlink>
      <a:folHlink>
        <a:srgbClr val="009DD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NX_OV_Template_BIZ_1.1.potx" id="{3F606734-24ED-44F4-AF39-A80BB4CDD828}" vid="{DA8138EA-2326-4EF5-918C-5DC2501FD4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3E69E70E30E468993238898FCF574" ma:contentTypeVersion="4" ma:contentTypeDescription="Create a new document." ma:contentTypeScope="" ma:versionID="dc0a16b6a225e328636b89082a0fd4a9">
  <xsd:schema xmlns:xsd="http://www.w3.org/2001/XMLSchema" xmlns:xs="http://www.w3.org/2001/XMLSchema" xmlns:p="http://schemas.microsoft.com/office/2006/metadata/properties" xmlns:ns2="64dd2cb5-7863-47d4-b3f2-5b70c1925be2" targetNamespace="http://schemas.microsoft.com/office/2006/metadata/properties" ma:root="true" ma:fieldsID="b5d20a745309770a795a0694b6cd691c" ns2:_="">
    <xsd:import namespace="64dd2cb5-7863-47d4-b3f2-5b70c1925b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d2cb5-7863-47d4-b3f2-5b70c1925b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412840-34B3-43D0-9071-24C4F0CCE5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dd2cb5-7863-47d4-b3f2-5b70c1925b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7BBCB1-D0C3-46F8-A7FC-B2722C0802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E0D89E-233E-41F5-B369-92342F4EEEF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CNX_OV_Template_BIZ_1.2</Template>
  <TotalTime>186</TotalTime>
  <Words>1309</Words>
  <Application>Microsoft Office PowerPoint</Application>
  <PresentationFormat>Widescreen</PresentationFormat>
  <Paragraphs>363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Courier New</vt:lpstr>
      <vt:lpstr>CNX</vt:lpstr>
      <vt:lpstr>Data Science Fundamentals</vt:lpstr>
      <vt:lpstr>Data Science Fundamentals</vt:lpstr>
      <vt:lpstr>PowerPoint Presentation</vt:lpstr>
      <vt:lpstr>Data Science</vt:lpstr>
      <vt:lpstr>The Elements of Data Science</vt:lpstr>
      <vt:lpstr>Data Teams</vt:lpstr>
      <vt:lpstr>Required Skills and Knowledge</vt:lpstr>
      <vt:lpstr>Data Analytics</vt:lpstr>
      <vt:lpstr>Descriptive Analytics</vt:lpstr>
      <vt:lpstr>Types of Descriptive Analytics</vt:lpstr>
      <vt:lpstr>Diagnostic Analytics</vt:lpstr>
      <vt:lpstr>Types of Diagnostic Analytics</vt:lpstr>
      <vt:lpstr>Predictive Analytics</vt:lpstr>
      <vt:lpstr>Types of Predictive Analytics</vt:lpstr>
      <vt:lpstr>Prescriptive Analytics</vt:lpstr>
      <vt:lpstr>Types of Prescriptive Analytics</vt:lpstr>
      <vt:lpstr>Statistical Analysis Concepts</vt:lpstr>
      <vt:lpstr>Related Concepts and Technologies</vt:lpstr>
      <vt:lpstr>Pulling It All Together</vt:lpstr>
      <vt:lpstr>PowerPoint Presentation</vt:lpstr>
      <vt:lpstr>PowerPoint Presentation</vt:lpstr>
      <vt:lpstr>PowerPoint Presentation</vt:lpstr>
      <vt:lpstr>Big Data</vt:lpstr>
      <vt:lpstr>Structured, Unstructured, and Semi-Structured Data</vt:lpstr>
      <vt:lpstr>Open and Proprietary Data</vt:lpstr>
      <vt:lpstr>Data Sources</vt:lpstr>
      <vt:lpstr>Data Repositories</vt:lpstr>
      <vt:lpstr>PowerPoint Presentation</vt:lpstr>
      <vt:lpstr>PowerPoint Presentation</vt:lpstr>
      <vt:lpstr>Lifecycle Stages</vt:lpstr>
      <vt:lpstr>Problem Identification</vt:lpstr>
      <vt:lpstr>Data Collection</vt:lpstr>
      <vt:lpstr>Preprocessing</vt:lpstr>
      <vt:lpstr>Exploratory Data Analysis</vt:lpstr>
      <vt:lpstr>Modeling</vt:lpstr>
      <vt:lpstr>Model Deployment</vt:lpstr>
      <vt:lpstr>Communication of Results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Fundamentals</dc:title>
  <dc:creator>Jason Nufryk</dc:creator>
  <cp:lastModifiedBy>Laurie Perry</cp:lastModifiedBy>
  <cp:revision>22</cp:revision>
  <dcterms:created xsi:type="dcterms:W3CDTF">2023-03-30T18:49:53Z</dcterms:created>
  <dcterms:modified xsi:type="dcterms:W3CDTF">2023-11-10T20:34:24Z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0x0101000FA3E69E70E30E468993238898FCF574</vt:lpwstr>
  </property>
</Properties>
</file>
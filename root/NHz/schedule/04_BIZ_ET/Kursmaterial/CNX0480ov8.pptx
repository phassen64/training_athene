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927" r:id="rId4"/>
  </p:sldMasterIdLst>
  <p:notesMasterIdLst>
    <p:notesMasterId r:id="rId30"/>
  </p:notesMasterIdLst>
  <p:handoutMasterIdLst>
    <p:handoutMasterId r:id="rId31"/>
  </p:handoutMasterIdLst>
  <p:sldIdLst>
    <p:sldId id="273" r:id="rId5"/>
    <p:sldId id="272" r:id="rId6"/>
    <p:sldId id="264" r:id="rId7"/>
    <p:sldId id="277" r:id="rId8"/>
    <p:sldId id="276" r:id="rId9"/>
    <p:sldId id="278" r:id="rId10"/>
    <p:sldId id="279" r:id="rId11"/>
    <p:sldId id="280" r:id="rId12"/>
    <p:sldId id="281" r:id="rId13"/>
    <p:sldId id="282" r:id="rId14"/>
    <p:sldId id="283" r:id="rId15"/>
    <p:sldId id="284" r:id="rId16"/>
    <p:sldId id="285" r:id="rId17"/>
    <p:sldId id="286" r:id="rId18"/>
    <p:sldId id="287" r:id="rId19"/>
    <p:sldId id="288" r:id="rId20"/>
    <p:sldId id="289" r:id="rId21"/>
    <p:sldId id="290" r:id="rId22"/>
    <p:sldId id="274" r:id="rId23"/>
    <p:sldId id="291" r:id="rId24"/>
    <p:sldId id="295" r:id="rId25"/>
    <p:sldId id="292" r:id="rId26"/>
    <p:sldId id="293" r:id="rId27"/>
    <p:sldId id="294" r:id="rId28"/>
    <p:sldId id="271" r:id="rId2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eter Vorenkamp" initials=""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D3764"/>
    <a:srgbClr val="009DDC"/>
    <a:srgbClr val="E71854"/>
    <a:srgbClr val="FAD02C"/>
    <a:srgbClr val="FAAF41"/>
    <a:srgbClr val="198CA8"/>
    <a:srgbClr val="2466AC"/>
    <a:srgbClr val="D1D2D3"/>
    <a:srgbClr val="F05A2B"/>
    <a:srgbClr val="1D3863"/>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7" autoAdjust="0"/>
    <p:restoredTop sz="96327" autoAdjust="0"/>
  </p:normalViewPr>
  <p:slideViewPr>
    <p:cSldViewPr snapToGrid="0">
      <p:cViewPr varScale="1">
        <p:scale>
          <a:sx n="101" d="100"/>
          <a:sy n="101" d="100"/>
        </p:scale>
        <p:origin x="126" y="1314"/>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 d="2"/>
        <a:sy n="1" d="2"/>
      </p:scale>
      <p:origin x="0" y="0"/>
    </p:cViewPr>
  </p:sorterViewPr>
  <p:notesViewPr>
    <p:cSldViewPr snapToGrid="0">
      <p:cViewPr varScale="1">
        <p:scale>
          <a:sx n="81" d="100"/>
          <a:sy n="81" d="100"/>
        </p:scale>
        <p:origin x="2058" y="10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commentAuthors" Target="commen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notesMaster" Target="notesMasters/notesMaster1.xml"/><Relationship Id="rId35" Type="http://schemas.openxmlformats.org/officeDocument/2006/relationships/theme" Target="theme/theme1.xml"/><Relationship Id="rId8"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F0F75AEF-6AF8-074D-A4DB-F71FD6F9C37D}" type="datetimeFigureOut">
              <a:rPr lang="en-US" smtClean="0"/>
              <a:t>4/13/2023</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DD5D9A6D-5233-6641-90BA-8328590F05DD}" type="slidenum">
              <a:rPr lang="en-US" smtClean="0"/>
              <a:t>‹#›</a:t>
            </a:fld>
            <a:endParaRPr lang="en-US" dirty="0"/>
          </a:p>
        </p:txBody>
      </p:sp>
    </p:spTree>
    <p:extLst>
      <p:ext uri="{BB962C8B-B14F-4D97-AF65-F5344CB8AC3E}">
        <p14:creationId xmlns:p14="http://schemas.microsoft.com/office/powerpoint/2010/main" val="5385469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6AAE85D-3A3F-7B46-A18E-DF160D9D2CC7}" type="datetimeFigureOut">
              <a:rPr lang="en-US" smtClean="0"/>
              <a:t>4/13/2023</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0DDA35F-9E58-5D40-92C1-D8C7631003B0}" type="slidenum">
              <a:rPr lang="en-US" smtClean="0"/>
              <a:t>‹#›</a:t>
            </a:fld>
            <a:endParaRPr lang="en-US" dirty="0"/>
          </a:p>
        </p:txBody>
      </p:sp>
    </p:spTree>
    <p:extLst>
      <p:ext uri="{BB962C8B-B14F-4D97-AF65-F5344CB8AC3E}">
        <p14:creationId xmlns:p14="http://schemas.microsoft.com/office/powerpoint/2010/main" val="2690310159"/>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Course Outline">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A8160BDD-7155-D744-B749-9730458604AD}" type="slidenum">
              <a:rPr lang="en-US" smtClean="0"/>
              <a:t>‹#›</a:t>
            </a:fld>
            <a:endParaRPr lang="en-US" dirty="0"/>
          </a:p>
        </p:txBody>
      </p:sp>
      <p:sp>
        <p:nvSpPr>
          <p:cNvPr id="11" name="Content Placeholder 2"/>
          <p:cNvSpPr>
            <a:spLocks noGrp="1"/>
          </p:cNvSpPr>
          <p:nvPr>
            <p:ph idx="1" hasCustomPrompt="1"/>
          </p:nvPr>
        </p:nvSpPr>
        <p:spPr>
          <a:xfrm>
            <a:off x="455900" y="1302040"/>
            <a:ext cx="11280200" cy="4131352"/>
          </a:xfrm>
          <a:prstGeom prst="rect">
            <a:avLst/>
          </a:prstGeom>
        </p:spPr>
        <p:txBody>
          <a:bodyPr numCol="2" spcCol="137160"/>
          <a:lstStyle>
            <a:lvl1pPr marL="342900" marR="0" indent="-342900" algn="l" defTabSz="457200" rtl="0" eaLnBrk="1" fontAlgn="auto" latinLnBrk="0" hangingPunct="1">
              <a:lnSpc>
                <a:spcPct val="100000"/>
              </a:lnSpc>
              <a:spcBef>
                <a:spcPct val="20000"/>
              </a:spcBef>
              <a:spcAft>
                <a:spcPts val="0"/>
              </a:spcAft>
              <a:buClr>
                <a:srgbClr val="009DDC"/>
              </a:buClr>
              <a:buSzTx/>
              <a:buFont typeface="+mj-lt"/>
              <a:buAutoNum type="arabicPeriod"/>
              <a:tabLst/>
              <a:defRPr sz="1800" baseline="0">
                <a:sym typeface="Wingdings" panose="05000000000000000000" pitchFamily="2" charset="2"/>
              </a:defRPr>
            </a:lvl1pPr>
            <a:lvl2pPr marL="742950" marR="0" indent="-285750" algn="l" defTabSz="457200" rtl="0" eaLnBrk="1" fontAlgn="auto" latinLnBrk="0" hangingPunct="1">
              <a:lnSpc>
                <a:spcPct val="100000"/>
              </a:lnSpc>
              <a:spcBef>
                <a:spcPct val="20000"/>
              </a:spcBef>
              <a:spcAft>
                <a:spcPts val="0"/>
              </a:spcAft>
              <a:buClr>
                <a:srgbClr val="009DDC"/>
              </a:buClr>
              <a:buSzTx/>
              <a:buFont typeface="+mj-lt"/>
              <a:buAutoNum type="arabicPeriod"/>
              <a:tabLst/>
              <a:defRPr sz="1600" baseline="0"/>
            </a:lvl2pPr>
            <a:lvl3pPr marL="1143000" marR="0" indent="-228600" algn="l" defTabSz="457200" rtl="0" eaLnBrk="1" fontAlgn="auto" latinLnBrk="0" hangingPunct="1">
              <a:lnSpc>
                <a:spcPct val="100000"/>
              </a:lnSpc>
              <a:spcBef>
                <a:spcPct val="20000"/>
              </a:spcBef>
              <a:spcAft>
                <a:spcPts val="0"/>
              </a:spcAft>
              <a:buClr>
                <a:srgbClr val="009DDC"/>
              </a:buClr>
              <a:buSzTx/>
              <a:buFont typeface="+mj-lt"/>
              <a:buAutoNum type="arabicPeriod"/>
              <a:tabLst/>
              <a:defRPr sz="1400"/>
            </a:lvl3pPr>
          </a:lstStyle>
          <a:p>
            <a:pPr marL="173038" lvl="0" indent="-173038"/>
            <a:r>
              <a:rPr lang="en-US" dirty="0"/>
              <a:t>Click to add text. If you have &lt;12 lessons, select </a:t>
            </a:r>
            <a:r>
              <a:rPr lang="en-US" dirty="0" err="1"/>
              <a:t>HomeAdd</a:t>
            </a:r>
            <a:r>
              <a:rPr lang="en-US" dirty="0"/>
              <a:t> or Remove </a:t>
            </a:r>
            <a:r>
              <a:rPr lang="en-US" dirty="0" err="1"/>
              <a:t>ColumnsOne</a:t>
            </a:r>
            <a:r>
              <a:rPr lang="en-US" dirty="0"/>
              <a:t> Column to prevent wrapping issues with long titles.</a:t>
            </a:r>
          </a:p>
          <a:p>
            <a:pPr marL="342900" marR="0" lvl="1" indent="-342900" algn="l" defTabSz="457200" rtl="0" eaLnBrk="1" fontAlgn="auto" latinLnBrk="0" hangingPunct="1">
              <a:lnSpc>
                <a:spcPct val="100000"/>
              </a:lnSpc>
              <a:spcBef>
                <a:spcPct val="20000"/>
              </a:spcBef>
              <a:spcAft>
                <a:spcPts val="0"/>
              </a:spcAft>
              <a:buClr>
                <a:srgbClr val="009DDC"/>
              </a:buClr>
              <a:buSzTx/>
              <a:tabLst/>
              <a:defRPr/>
            </a:pPr>
            <a:r>
              <a:rPr kumimoji="0" lang="en-US" sz="1800" b="0" i="0" u="none" strike="noStrike" kern="1200" cap="none" spc="0" normalizeH="0" baseline="0" noProof="0" dirty="0">
                <a:ln>
                  <a:noFill/>
                </a:ln>
                <a:solidFill>
                  <a:prstClr val="black"/>
                </a:solidFill>
                <a:effectLst/>
                <a:uLnTx/>
                <a:uFillTx/>
                <a:latin typeface="+mn-lt"/>
                <a:ea typeface="+mn-ea"/>
                <a:cs typeface="+mn-cs"/>
              </a:rPr>
              <a:t>Second level</a:t>
            </a:r>
          </a:p>
          <a:p>
            <a:pPr marL="342900" marR="0" lvl="2" indent="-342900" algn="l" defTabSz="457200" rtl="0" eaLnBrk="1" fontAlgn="auto" latinLnBrk="0" hangingPunct="1">
              <a:lnSpc>
                <a:spcPct val="100000"/>
              </a:lnSpc>
              <a:spcBef>
                <a:spcPct val="20000"/>
              </a:spcBef>
              <a:spcAft>
                <a:spcPts val="0"/>
              </a:spcAft>
              <a:buClr>
                <a:srgbClr val="009DDC"/>
              </a:buClr>
              <a:buSzTx/>
              <a:tabLst/>
              <a:defRPr/>
            </a:pPr>
            <a:r>
              <a:rPr kumimoji="0" lang="en-US" sz="1800" b="0" i="0" u="none" strike="noStrike" kern="1200" cap="none" spc="0" normalizeH="0" baseline="0" noProof="0" dirty="0">
                <a:ln>
                  <a:noFill/>
                </a:ln>
                <a:solidFill>
                  <a:prstClr val="black"/>
                </a:solidFill>
                <a:effectLst/>
                <a:uLnTx/>
                <a:uFillTx/>
                <a:latin typeface="+mn-lt"/>
                <a:ea typeface="+mn-ea"/>
                <a:cs typeface="+mn-cs"/>
              </a:rPr>
              <a:t>Third level</a:t>
            </a:r>
          </a:p>
        </p:txBody>
      </p:sp>
      <p:sp>
        <p:nvSpPr>
          <p:cNvPr id="8" name="Title Placeholder 1"/>
          <p:cNvSpPr>
            <a:spLocks noGrp="1"/>
          </p:cNvSpPr>
          <p:nvPr>
            <p:ph type="title" hasCustomPrompt="1"/>
          </p:nvPr>
        </p:nvSpPr>
        <p:spPr>
          <a:xfrm>
            <a:off x="455901" y="0"/>
            <a:ext cx="11278899" cy="944881"/>
          </a:xfrm>
          <a:prstGeom prst="rect">
            <a:avLst/>
          </a:prstGeom>
        </p:spPr>
        <p:txBody>
          <a:bodyPr vert="horz" lIns="91440" tIns="45720" rIns="91440" bIns="45720" rtlCol="0" anchor="ctr">
            <a:noAutofit/>
          </a:bodyPr>
          <a:lstStyle>
            <a:lvl1pPr>
              <a:defRPr/>
            </a:lvl1pPr>
          </a:lstStyle>
          <a:p>
            <a:r>
              <a:rPr lang="en-US" dirty="0"/>
              <a:t>Click to add “Course Outline: [Course Title]”</a:t>
            </a:r>
          </a:p>
        </p:txBody>
      </p:sp>
      <p:pic>
        <p:nvPicPr>
          <p:cNvPr id="10" name="Picture 9" descr="A close up of a sign&#10;&#10;Description automatically generated">
            <a:extLst>
              <a:ext uri="{FF2B5EF4-FFF2-40B4-BE49-F238E27FC236}">
                <a16:creationId xmlns:a16="http://schemas.microsoft.com/office/drawing/2014/main" id="{11CA89CD-FB39-834A-B366-6013C2849C5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628340" y="6297976"/>
            <a:ext cx="2205318" cy="518899"/>
          </a:xfrm>
          <a:prstGeom prst="rect">
            <a:avLst/>
          </a:prstGeom>
        </p:spPr>
      </p:pic>
    </p:spTree>
    <p:extLst>
      <p:ext uri="{BB962C8B-B14F-4D97-AF65-F5344CB8AC3E}">
        <p14:creationId xmlns:p14="http://schemas.microsoft.com/office/powerpoint/2010/main" val="12127705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Outline">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A8160BDD-7155-D744-B749-9730458604AD}" type="slidenum">
              <a:rPr lang="en-US" smtClean="0"/>
              <a:t>‹#›</a:t>
            </a:fld>
            <a:endParaRPr lang="en-US" dirty="0"/>
          </a:p>
        </p:txBody>
      </p:sp>
      <p:sp>
        <p:nvSpPr>
          <p:cNvPr id="11" name="Content Placeholder 2"/>
          <p:cNvSpPr>
            <a:spLocks noGrp="1"/>
          </p:cNvSpPr>
          <p:nvPr>
            <p:ph idx="1"/>
          </p:nvPr>
        </p:nvSpPr>
        <p:spPr>
          <a:xfrm>
            <a:off x="455900" y="1302040"/>
            <a:ext cx="11280200" cy="4131352"/>
          </a:xfrm>
          <a:prstGeom prst="rect">
            <a:avLst/>
          </a:prstGeom>
        </p:spPr>
        <p:txBody>
          <a:bodyPr/>
          <a:lstStyle>
            <a:lvl1pPr marL="342900" marR="0" indent="-342900" algn="l" defTabSz="457200" rtl="0" eaLnBrk="1" fontAlgn="auto" latinLnBrk="0" hangingPunct="1">
              <a:lnSpc>
                <a:spcPct val="100000"/>
              </a:lnSpc>
              <a:spcBef>
                <a:spcPct val="20000"/>
              </a:spcBef>
              <a:spcAft>
                <a:spcPts val="0"/>
              </a:spcAft>
              <a:buClr>
                <a:srgbClr val="009DDC"/>
              </a:buClr>
              <a:buSzTx/>
              <a:buFont typeface="+mj-lt"/>
              <a:buAutoNum type="alphaUcPeriod"/>
              <a:tabLst/>
              <a:defRPr sz="1800" baseline="0"/>
            </a:lvl1pPr>
            <a:lvl2pPr marL="742950" marR="0" indent="-285750" algn="l" defTabSz="457200" rtl="0" eaLnBrk="1" fontAlgn="auto" latinLnBrk="0" hangingPunct="1">
              <a:lnSpc>
                <a:spcPct val="100000"/>
              </a:lnSpc>
              <a:spcBef>
                <a:spcPct val="20000"/>
              </a:spcBef>
              <a:spcAft>
                <a:spcPts val="0"/>
              </a:spcAft>
              <a:buClr>
                <a:srgbClr val="009DDC"/>
              </a:buClr>
              <a:buSzTx/>
              <a:buFont typeface="+mj-lt"/>
              <a:buAutoNum type="alphaUcPeriod"/>
              <a:tabLst/>
              <a:defRPr sz="1600" baseline="0"/>
            </a:lvl2pPr>
            <a:lvl3pPr marL="1143000" marR="0" indent="-228600" algn="l" defTabSz="457200" rtl="0" eaLnBrk="1" fontAlgn="auto" latinLnBrk="0" hangingPunct="1">
              <a:lnSpc>
                <a:spcPct val="100000"/>
              </a:lnSpc>
              <a:spcBef>
                <a:spcPct val="20000"/>
              </a:spcBef>
              <a:spcAft>
                <a:spcPts val="0"/>
              </a:spcAft>
              <a:buClr>
                <a:srgbClr val="009DDC"/>
              </a:buClr>
              <a:buSzTx/>
              <a:buFont typeface="+mj-lt"/>
              <a:buAutoNum type="alphaUcPeriod"/>
              <a:tabLst/>
              <a:defRPr sz="1400"/>
            </a:lvl3pPr>
          </a:lstStyle>
          <a:p>
            <a:pPr marL="342900" marR="0" lvl="0" indent="-342900" algn="l" defTabSz="457200" rtl="0" eaLnBrk="1" fontAlgn="auto" latinLnBrk="0" hangingPunct="1">
              <a:lnSpc>
                <a:spcPct val="100000"/>
              </a:lnSpc>
              <a:spcBef>
                <a:spcPct val="20000"/>
              </a:spcBef>
              <a:spcAft>
                <a:spcPts val="0"/>
              </a:spcAft>
              <a:buClr>
                <a:srgbClr val="009DDC"/>
              </a:buClr>
              <a:buSzTx/>
              <a:buFont typeface="Arial"/>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Click to edit Master text styles</a:t>
            </a:r>
          </a:p>
          <a:p>
            <a:pPr marL="342900" marR="0" lvl="1" indent="-342900" algn="l" defTabSz="457200" rtl="0" eaLnBrk="1" fontAlgn="auto" latinLnBrk="0" hangingPunct="1">
              <a:lnSpc>
                <a:spcPct val="100000"/>
              </a:lnSpc>
              <a:spcBef>
                <a:spcPct val="20000"/>
              </a:spcBef>
              <a:spcAft>
                <a:spcPts val="0"/>
              </a:spcAft>
              <a:buClr>
                <a:srgbClr val="009DDC"/>
              </a:buClr>
              <a:buSzTx/>
              <a:buFont typeface="Arial"/>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Second level</a:t>
            </a:r>
          </a:p>
          <a:p>
            <a:pPr marL="342900" marR="0" lvl="2" indent="-342900" algn="l" defTabSz="457200" rtl="0" eaLnBrk="1" fontAlgn="auto" latinLnBrk="0" hangingPunct="1">
              <a:lnSpc>
                <a:spcPct val="100000"/>
              </a:lnSpc>
              <a:spcBef>
                <a:spcPct val="20000"/>
              </a:spcBef>
              <a:spcAft>
                <a:spcPts val="0"/>
              </a:spcAft>
              <a:buClr>
                <a:srgbClr val="009DDC"/>
              </a:buClr>
              <a:buSzTx/>
              <a:buFont typeface="Arial"/>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Third level</a:t>
            </a:r>
          </a:p>
        </p:txBody>
      </p:sp>
      <p:sp>
        <p:nvSpPr>
          <p:cNvPr id="8" name="Title Placeholder 1"/>
          <p:cNvSpPr>
            <a:spLocks noGrp="1"/>
          </p:cNvSpPr>
          <p:nvPr>
            <p:ph type="title" hasCustomPrompt="1"/>
          </p:nvPr>
        </p:nvSpPr>
        <p:spPr>
          <a:xfrm>
            <a:off x="455901" y="0"/>
            <a:ext cx="11278899" cy="944881"/>
          </a:xfrm>
          <a:prstGeom prst="rect">
            <a:avLst/>
          </a:prstGeom>
        </p:spPr>
        <p:txBody>
          <a:bodyPr vert="horz" lIns="91440" tIns="45720" rIns="91440" bIns="45720" rtlCol="0" anchor="ctr">
            <a:noAutofit/>
          </a:bodyPr>
          <a:lstStyle>
            <a:lvl1pPr>
              <a:defRPr/>
            </a:lvl1pPr>
          </a:lstStyle>
          <a:p>
            <a:r>
              <a:rPr lang="en-US" dirty="0"/>
              <a:t>Click to add Lesson title</a:t>
            </a:r>
          </a:p>
        </p:txBody>
      </p:sp>
      <p:pic>
        <p:nvPicPr>
          <p:cNvPr id="10" name="Picture 9" descr="A close up of a sign&#10;&#10;Description automatically generated">
            <a:extLst>
              <a:ext uri="{FF2B5EF4-FFF2-40B4-BE49-F238E27FC236}">
                <a16:creationId xmlns:a16="http://schemas.microsoft.com/office/drawing/2014/main" id="{11CA89CD-FB39-834A-B366-6013C2849C5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628340" y="6297976"/>
            <a:ext cx="2205318" cy="518899"/>
          </a:xfrm>
          <a:prstGeom prst="rect">
            <a:avLst/>
          </a:prstGeom>
        </p:spPr>
      </p:pic>
    </p:spTree>
    <p:extLst>
      <p:ext uri="{BB962C8B-B14F-4D97-AF65-F5344CB8AC3E}">
        <p14:creationId xmlns:p14="http://schemas.microsoft.com/office/powerpoint/2010/main" val="8791192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pic>
        <p:nvPicPr>
          <p:cNvPr id="3" name="Picture 2" descr="Shape, rectangle&#10;&#10;Description automatically generated">
            <a:extLst>
              <a:ext uri="{FF2B5EF4-FFF2-40B4-BE49-F238E27FC236}">
                <a16:creationId xmlns:a16="http://schemas.microsoft.com/office/drawing/2014/main" id="{D770E60D-FD97-4043-81F1-289AA5E51D50}"/>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6" name="Slide Number Placeholder 5"/>
          <p:cNvSpPr>
            <a:spLocks noGrp="1"/>
          </p:cNvSpPr>
          <p:nvPr>
            <p:ph type="sldNum" sz="quarter" idx="12"/>
          </p:nvPr>
        </p:nvSpPr>
        <p:spPr/>
        <p:txBody>
          <a:bodyPr/>
          <a:lstStyle/>
          <a:p>
            <a:fld id="{A8160BDD-7155-D744-B749-9730458604AD}" type="slidenum">
              <a:rPr lang="en-US" smtClean="0"/>
              <a:t>‹#›</a:t>
            </a:fld>
            <a:endParaRPr lang="en-US" dirty="0"/>
          </a:p>
        </p:txBody>
      </p:sp>
      <p:sp>
        <p:nvSpPr>
          <p:cNvPr id="12" name="Text Placeholder 11">
            <a:extLst>
              <a:ext uri="{FF2B5EF4-FFF2-40B4-BE49-F238E27FC236}">
                <a16:creationId xmlns:a16="http://schemas.microsoft.com/office/drawing/2014/main" id="{96D59A8F-E744-4482-BF05-F930781695A1}"/>
              </a:ext>
            </a:extLst>
          </p:cNvPr>
          <p:cNvSpPr>
            <a:spLocks noGrp="1"/>
          </p:cNvSpPr>
          <p:nvPr>
            <p:ph type="body" sz="quarter" idx="14" hasCustomPrompt="1"/>
          </p:nvPr>
        </p:nvSpPr>
        <p:spPr>
          <a:xfrm>
            <a:off x="914400" y="3235643"/>
            <a:ext cx="10363200" cy="1362075"/>
          </a:xfrm>
        </p:spPr>
        <p:txBody>
          <a:bodyPr anchor="ctr"/>
          <a:lstStyle>
            <a:lvl1pPr marL="0" indent="0" algn="ctr">
              <a:buNone/>
              <a:defRPr sz="4400" b="1" cap="all" baseline="0">
                <a:solidFill>
                  <a:schemeClr val="bg1"/>
                </a:solidFill>
                <a:latin typeface="Calibri" panose="020F0502020204030204" pitchFamily="34" charset="0"/>
              </a:defRPr>
            </a:lvl1pPr>
          </a:lstStyle>
          <a:p>
            <a:pPr lvl="0"/>
            <a:r>
              <a:rPr lang="en-US" dirty="0"/>
              <a:t>click to add topic title</a:t>
            </a:r>
          </a:p>
        </p:txBody>
      </p:sp>
      <p:pic>
        <p:nvPicPr>
          <p:cNvPr id="8" name="Picture 7" descr="A group of black and white text&#10;&#10;Description automatically generated with medium confidence">
            <a:extLst>
              <a:ext uri="{FF2B5EF4-FFF2-40B4-BE49-F238E27FC236}">
                <a16:creationId xmlns:a16="http://schemas.microsoft.com/office/drawing/2014/main" id="{18AA9BFF-9ED8-2D40-92F4-996C75C1C16F}"/>
              </a:ext>
            </a:extLst>
          </p:cNvPr>
          <p:cNvPicPr>
            <a:picLocks noChangeAspect="1"/>
          </p:cNvPicPr>
          <p:nvPr userDrawn="1"/>
        </p:nvPicPr>
        <p:blipFill>
          <a:blip r:embed="rId3"/>
          <a:stretch>
            <a:fillRect/>
          </a:stretch>
        </p:blipFill>
        <p:spPr>
          <a:xfrm>
            <a:off x="9705975" y="6424777"/>
            <a:ext cx="2076450" cy="286880"/>
          </a:xfrm>
          <a:prstGeom prst="rect">
            <a:avLst/>
          </a:prstGeom>
        </p:spPr>
      </p:pic>
      <p:sp>
        <p:nvSpPr>
          <p:cNvPr id="9" name="Footer Placeholder 2">
            <a:extLst>
              <a:ext uri="{FF2B5EF4-FFF2-40B4-BE49-F238E27FC236}">
                <a16:creationId xmlns:a16="http://schemas.microsoft.com/office/drawing/2014/main" id="{BB1E05F0-CFAF-A446-AE72-71681949D9CF}"/>
              </a:ext>
            </a:extLst>
          </p:cNvPr>
          <p:cNvSpPr txBox="1">
            <a:spLocks/>
          </p:cNvSpPr>
          <p:nvPr userDrawn="1"/>
        </p:nvSpPr>
        <p:spPr>
          <a:xfrm>
            <a:off x="103460" y="6455643"/>
            <a:ext cx="6419943" cy="365125"/>
          </a:xfrm>
          <a:prstGeom prst="rect">
            <a:avLst/>
          </a:prstGeom>
        </p:spPr>
        <p:txBody>
          <a:bodyPr vert="horz" lIns="91440" tIns="45720" rIns="91440" bIns="45720" rtlCol="0" anchor="ctr"/>
          <a:lstStyle>
            <a:defPPr>
              <a:defRPr lang="en-US"/>
            </a:defPPr>
            <a:lvl1pPr marL="0" algn="l" defTabSz="457200" rtl="0" eaLnBrk="0" latinLnBrk="0" hangingPunct="0">
              <a:defRPr lang="en-US" sz="1000" b="0" kern="1200" smtClean="0">
                <a:solidFill>
                  <a:srgbClr val="C4C4C4"/>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l" defTabSz="457200" rtl="0" eaLnBrk="0" fontAlgn="auto" latinLnBrk="0" hangingPunct="0">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C4C4C4"/>
                </a:solidFill>
                <a:effectLst/>
                <a:uLnTx/>
                <a:uFillTx/>
                <a:latin typeface="Arial"/>
                <a:ea typeface="+mn-ea"/>
                <a:cs typeface="Arial"/>
              </a:rPr>
              <a:t>Copyright © 2023 CertNexus, Inc. All rights reserved.</a:t>
            </a:r>
          </a:p>
        </p:txBody>
      </p:sp>
      <p:sp>
        <p:nvSpPr>
          <p:cNvPr id="7" name="Picture Placeholder 9">
            <a:extLst>
              <a:ext uri="{FF2B5EF4-FFF2-40B4-BE49-F238E27FC236}">
                <a16:creationId xmlns:a16="http://schemas.microsoft.com/office/drawing/2014/main" id="{EF71B82E-1518-9342-B652-C27727A41635}"/>
              </a:ext>
            </a:extLst>
          </p:cNvPr>
          <p:cNvSpPr>
            <a:spLocks noGrp="1"/>
          </p:cNvSpPr>
          <p:nvPr>
            <p:ph type="pic" sz="quarter" idx="13"/>
          </p:nvPr>
        </p:nvSpPr>
        <p:spPr>
          <a:xfrm>
            <a:off x="2661921" y="853440"/>
            <a:ext cx="6879270" cy="2334261"/>
          </a:xfrm>
        </p:spPr>
        <p:txBody>
          <a:bodyPr anchor="ctr"/>
          <a:lstStyle>
            <a:lvl1pPr algn="ctr">
              <a:defRPr>
                <a:solidFill>
                  <a:schemeClr val="bg1"/>
                </a:solidFill>
              </a:defRPr>
            </a:lvl1pPr>
          </a:lstStyle>
          <a:p>
            <a:r>
              <a:rPr lang="en-US"/>
              <a:t>Click icon to add picture</a:t>
            </a:r>
            <a:endParaRPr lang="en-US" dirty="0"/>
          </a:p>
        </p:txBody>
      </p:sp>
    </p:spTree>
    <p:extLst>
      <p:ext uri="{BB962C8B-B14F-4D97-AF65-F5344CB8AC3E}">
        <p14:creationId xmlns:p14="http://schemas.microsoft.com/office/powerpoint/2010/main" val="18380867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A8160BDD-7155-D744-B749-9730458604AD}" type="slidenum">
              <a:rPr lang="en-US" smtClean="0"/>
              <a:pPr/>
              <a:t>‹#›</a:t>
            </a:fld>
            <a:endParaRPr lang="en-US" dirty="0"/>
          </a:p>
        </p:txBody>
      </p:sp>
      <p:sp>
        <p:nvSpPr>
          <p:cNvPr id="7" name="Content Placeholder 2"/>
          <p:cNvSpPr>
            <a:spLocks noGrp="1"/>
          </p:cNvSpPr>
          <p:nvPr>
            <p:ph idx="1"/>
          </p:nvPr>
        </p:nvSpPr>
        <p:spPr>
          <a:xfrm>
            <a:off x="455900" y="1302040"/>
            <a:ext cx="11280200" cy="4920960"/>
          </a:xfrm>
          <a:prstGeom prst="rect">
            <a:avLst/>
          </a:prstGeom>
        </p:spPr>
        <p:txBody>
          <a:bodyPr/>
          <a:lstStyle>
            <a:lvl1pPr marL="342900" marR="0" indent="-342900" algn="l" defTabSz="457200" rtl="0" eaLnBrk="1" fontAlgn="auto" latinLnBrk="0" hangingPunct="1">
              <a:lnSpc>
                <a:spcPct val="100000"/>
              </a:lnSpc>
              <a:spcBef>
                <a:spcPct val="20000"/>
              </a:spcBef>
              <a:spcAft>
                <a:spcPts val="0"/>
              </a:spcAft>
              <a:buClr>
                <a:srgbClr val="009DDC"/>
              </a:buClr>
              <a:buSzTx/>
              <a:buFont typeface="Arial"/>
              <a:buChar char="•"/>
              <a:tabLst/>
              <a:defRPr sz="1800" baseline="0"/>
            </a:lvl1pPr>
            <a:lvl2pPr marL="742950" marR="0" indent="-285750" algn="l" defTabSz="457200" rtl="0" eaLnBrk="1" fontAlgn="auto" latinLnBrk="0" hangingPunct="1">
              <a:lnSpc>
                <a:spcPct val="100000"/>
              </a:lnSpc>
              <a:spcBef>
                <a:spcPct val="20000"/>
              </a:spcBef>
              <a:spcAft>
                <a:spcPts val="0"/>
              </a:spcAft>
              <a:buClr>
                <a:srgbClr val="009DDC"/>
              </a:buClr>
              <a:buSzTx/>
              <a:buFont typeface="Arial"/>
              <a:buChar char="•"/>
              <a:tabLst/>
              <a:defRPr sz="1600" baseline="0"/>
            </a:lvl2pPr>
            <a:lvl3pPr marL="1143000" marR="0" indent="-228600" algn="l" defTabSz="457200" rtl="0" eaLnBrk="1" fontAlgn="auto" latinLnBrk="0" hangingPunct="1">
              <a:lnSpc>
                <a:spcPct val="100000"/>
              </a:lnSpc>
              <a:spcBef>
                <a:spcPct val="20000"/>
              </a:spcBef>
              <a:spcAft>
                <a:spcPts val="0"/>
              </a:spcAft>
              <a:buClr>
                <a:srgbClr val="009DDC"/>
              </a:buClr>
              <a:buSzTx/>
              <a:buFont typeface="Arial"/>
              <a:buChar char="•"/>
              <a:tabLst/>
              <a:defRPr/>
            </a:lvl3pPr>
          </a:lstStyle>
          <a:p>
            <a:pPr marL="342900" marR="0" lvl="0" indent="-342900" algn="l" defTabSz="457200" rtl="0" eaLnBrk="1" fontAlgn="auto" latinLnBrk="0" hangingPunct="1">
              <a:lnSpc>
                <a:spcPct val="100000"/>
              </a:lnSpc>
              <a:spcBef>
                <a:spcPct val="20000"/>
              </a:spcBef>
              <a:spcAft>
                <a:spcPts val="0"/>
              </a:spcAft>
              <a:buClr>
                <a:srgbClr val="009DDC"/>
              </a:buClr>
              <a:buSzTx/>
              <a:buFont typeface="Arial"/>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Click to edit Master text styles</a:t>
            </a:r>
          </a:p>
          <a:p>
            <a:pPr marL="342900" marR="0" lvl="1" indent="-342900" algn="l" defTabSz="457200" rtl="0" eaLnBrk="1" fontAlgn="auto" latinLnBrk="0" hangingPunct="1">
              <a:lnSpc>
                <a:spcPct val="100000"/>
              </a:lnSpc>
              <a:spcBef>
                <a:spcPct val="20000"/>
              </a:spcBef>
              <a:spcAft>
                <a:spcPts val="0"/>
              </a:spcAft>
              <a:buClr>
                <a:srgbClr val="009DDC"/>
              </a:buClr>
              <a:buSzTx/>
              <a:buFont typeface="Arial"/>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Second level</a:t>
            </a:r>
          </a:p>
          <a:p>
            <a:pPr marL="342900" marR="0" lvl="2" indent="-342900" algn="l" defTabSz="457200" rtl="0" eaLnBrk="1" fontAlgn="auto" latinLnBrk="0" hangingPunct="1">
              <a:lnSpc>
                <a:spcPct val="100000"/>
              </a:lnSpc>
              <a:spcBef>
                <a:spcPct val="20000"/>
              </a:spcBef>
              <a:spcAft>
                <a:spcPts val="0"/>
              </a:spcAft>
              <a:buClr>
                <a:srgbClr val="009DDC"/>
              </a:buClr>
              <a:buSzTx/>
              <a:buFont typeface="Arial"/>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Third level</a:t>
            </a:r>
          </a:p>
        </p:txBody>
      </p:sp>
      <p:sp>
        <p:nvSpPr>
          <p:cNvPr id="8" name="Title Placeholder 1"/>
          <p:cNvSpPr>
            <a:spLocks noGrp="1"/>
          </p:cNvSpPr>
          <p:nvPr>
            <p:ph type="title" hasCustomPrompt="1"/>
          </p:nvPr>
        </p:nvSpPr>
        <p:spPr>
          <a:xfrm>
            <a:off x="455901" y="0"/>
            <a:ext cx="11289059" cy="944881"/>
          </a:xfrm>
          <a:prstGeom prst="rect">
            <a:avLst/>
          </a:prstGeom>
        </p:spPr>
        <p:txBody>
          <a:bodyPr vert="horz" lIns="91440" tIns="45720" rIns="91440" bIns="45720" rtlCol="0" anchor="ctr">
            <a:noAutofit/>
          </a:bodyPr>
          <a:lstStyle/>
          <a:p>
            <a:r>
              <a:rPr lang="en-US" dirty="0"/>
              <a:t>Click to add title</a:t>
            </a:r>
          </a:p>
        </p:txBody>
      </p:sp>
      <p:pic>
        <p:nvPicPr>
          <p:cNvPr id="9" name="Picture 8" descr="A close up of a sign&#10;&#10;Description automatically generated">
            <a:extLst>
              <a:ext uri="{FF2B5EF4-FFF2-40B4-BE49-F238E27FC236}">
                <a16:creationId xmlns:a16="http://schemas.microsoft.com/office/drawing/2014/main" id="{0A037335-1258-EF45-B44C-2F4D9BFDCFF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628340" y="6297976"/>
            <a:ext cx="2205318" cy="518899"/>
          </a:xfrm>
          <a:prstGeom prst="rect">
            <a:avLst/>
          </a:prstGeom>
        </p:spPr>
      </p:pic>
    </p:spTree>
    <p:extLst>
      <p:ext uri="{BB962C8B-B14F-4D97-AF65-F5344CB8AC3E}">
        <p14:creationId xmlns:p14="http://schemas.microsoft.com/office/powerpoint/2010/main" val="21590484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and Content Fill">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4DF39B6-089A-D744-B207-90D8B780B7A2}"/>
              </a:ext>
            </a:extLst>
          </p:cNvPr>
          <p:cNvPicPr>
            <a:picLocks noChangeAspect="1"/>
          </p:cNvPicPr>
          <p:nvPr userDrawn="1"/>
        </p:nvPicPr>
        <p:blipFill>
          <a:blip r:embed="rId2"/>
          <a:srcRect/>
          <a:stretch/>
        </p:blipFill>
        <p:spPr>
          <a:xfrm>
            <a:off x="0" y="0"/>
            <a:ext cx="12192000" cy="6858000"/>
          </a:xfrm>
          <a:prstGeom prst="rect">
            <a:avLst/>
          </a:prstGeom>
        </p:spPr>
      </p:pic>
      <p:sp>
        <p:nvSpPr>
          <p:cNvPr id="6" name="Slide Number Placeholder 5"/>
          <p:cNvSpPr>
            <a:spLocks noGrp="1"/>
          </p:cNvSpPr>
          <p:nvPr>
            <p:ph type="sldNum" sz="quarter" idx="12"/>
          </p:nvPr>
        </p:nvSpPr>
        <p:spPr/>
        <p:txBody>
          <a:bodyPr/>
          <a:lstStyle/>
          <a:p>
            <a:fld id="{A8160BDD-7155-D744-B749-9730458604AD}" type="slidenum">
              <a:rPr lang="en-US" smtClean="0"/>
              <a:pPr/>
              <a:t>‹#›</a:t>
            </a:fld>
            <a:endParaRPr lang="en-US" dirty="0"/>
          </a:p>
        </p:txBody>
      </p:sp>
      <p:sp>
        <p:nvSpPr>
          <p:cNvPr id="7" name="Content Placeholder 2"/>
          <p:cNvSpPr>
            <a:spLocks noGrp="1"/>
          </p:cNvSpPr>
          <p:nvPr>
            <p:ph idx="1"/>
          </p:nvPr>
        </p:nvSpPr>
        <p:spPr>
          <a:xfrm>
            <a:off x="455900" y="1302040"/>
            <a:ext cx="5165411" cy="4920960"/>
          </a:xfrm>
          <a:prstGeom prst="rect">
            <a:avLst/>
          </a:prstGeom>
        </p:spPr>
        <p:txBody>
          <a:bodyPr/>
          <a:lstStyle>
            <a:lvl1pPr marL="342900" marR="0" indent="-342900" algn="l" defTabSz="457200" rtl="0" eaLnBrk="1" fontAlgn="auto" latinLnBrk="0" hangingPunct="1">
              <a:lnSpc>
                <a:spcPct val="100000"/>
              </a:lnSpc>
              <a:spcBef>
                <a:spcPct val="20000"/>
              </a:spcBef>
              <a:spcAft>
                <a:spcPts val="0"/>
              </a:spcAft>
              <a:buClr>
                <a:srgbClr val="009DDC"/>
              </a:buClr>
              <a:buSzTx/>
              <a:buFont typeface="Arial"/>
              <a:buChar char="•"/>
              <a:tabLst/>
              <a:defRPr sz="1800" baseline="0"/>
            </a:lvl1pPr>
            <a:lvl2pPr marL="742950" marR="0" indent="-285750" algn="l" defTabSz="457200" rtl="0" eaLnBrk="1" fontAlgn="auto" latinLnBrk="0" hangingPunct="1">
              <a:lnSpc>
                <a:spcPct val="100000"/>
              </a:lnSpc>
              <a:spcBef>
                <a:spcPct val="20000"/>
              </a:spcBef>
              <a:spcAft>
                <a:spcPts val="0"/>
              </a:spcAft>
              <a:buClr>
                <a:srgbClr val="009DDC"/>
              </a:buClr>
              <a:buSzTx/>
              <a:buFont typeface="Arial"/>
              <a:buChar char="•"/>
              <a:tabLst/>
              <a:defRPr sz="1600" baseline="0"/>
            </a:lvl2pPr>
            <a:lvl3pPr marL="1143000" marR="0" indent="-228600" algn="l" defTabSz="457200" rtl="0" eaLnBrk="1" fontAlgn="auto" latinLnBrk="0" hangingPunct="1">
              <a:lnSpc>
                <a:spcPct val="100000"/>
              </a:lnSpc>
              <a:spcBef>
                <a:spcPct val="20000"/>
              </a:spcBef>
              <a:spcAft>
                <a:spcPts val="0"/>
              </a:spcAft>
              <a:buClr>
                <a:srgbClr val="009DDC"/>
              </a:buClr>
              <a:buSzTx/>
              <a:buFont typeface="Arial"/>
              <a:buChar char="•"/>
              <a:tabLst/>
              <a:defRPr/>
            </a:lvl3pPr>
          </a:lstStyle>
          <a:p>
            <a:pPr marL="342900" marR="0" lvl="0" indent="-342900" algn="l" defTabSz="457200" rtl="0" eaLnBrk="1" fontAlgn="auto" latinLnBrk="0" hangingPunct="1">
              <a:lnSpc>
                <a:spcPct val="100000"/>
              </a:lnSpc>
              <a:spcBef>
                <a:spcPct val="20000"/>
              </a:spcBef>
              <a:spcAft>
                <a:spcPts val="0"/>
              </a:spcAft>
              <a:buClr>
                <a:srgbClr val="009DDC"/>
              </a:buClr>
              <a:buSzTx/>
              <a:buFont typeface="Arial"/>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Click to edit Master text styles</a:t>
            </a:r>
          </a:p>
          <a:p>
            <a:pPr marL="342900" marR="0" lvl="1" indent="-342900" algn="l" defTabSz="457200" rtl="0" eaLnBrk="1" fontAlgn="auto" latinLnBrk="0" hangingPunct="1">
              <a:lnSpc>
                <a:spcPct val="100000"/>
              </a:lnSpc>
              <a:spcBef>
                <a:spcPct val="20000"/>
              </a:spcBef>
              <a:spcAft>
                <a:spcPts val="0"/>
              </a:spcAft>
              <a:buClr>
                <a:srgbClr val="009DDC"/>
              </a:buClr>
              <a:buSzTx/>
              <a:buFont typeface="Arial"/>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Second level</a:t>
            </a:r>
          </a:p>
          <a:p>
            <a:pPr marL="342900" marR="0" lvl="2" indent="-342900" algn="l" defTabSz="457200" rtl="0" eaLnBrk="1" fontAlgn="auto" latinLnBrk="0" hangingPunct="1">
              <a:lnSpc>
                <a:spcPct val="100000"/>
              </a:lnSpc>
              <a:spcBef>
                <a:spcPct val="20000"/>
              </a:spcBef>
              <a:spcAft>
                <a:spcPts val="0"/>
              </a:spcAft>
              <a:buClr>
                <a:srgbClr val="009DDC"/>
              </a:buClr>
              <a:buSzTx/>
              <a:buFont typeface="Arial"/>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Third level</a:t>
            </a:r>
          </a:p>
        </p:txBody>
      </p:sp>
      <p:sp>
        <p:nvSpPr>
          <p:cNvPr id="8" name="Title Placeholder 1"/>
          <p:cNvSpPr>
            <a:spLocks noGrp="1"/>
          </p:cNvSpPr>
          <p:nvPr>
            <p:ph type="title" hasCustomPrompt="1"/>
          </p:nvPr>
        </p:nvSpPr>
        <p:spPr>
          <a:xfrm>
            <a:off x="455901" y="0"/>
            <a:ext cx="11289059" cy="944881"/>
          </a:xfrm>
          <a:prstGeom prst="rect">
            <a:avLst/>
          </a:prstGeom>
        </p:spPr>
        <p:txBody>
          <a:bodyPr vert="horz" lIns="91440" tIns="45720" rIns="91440" bIns="45720" rtlCol="0" anchor="ctr">
            <a:noAutofit/>
          </a:bodyPr>
          <a:lstStyle/>
          <a:p>
            <a:r>
              <a:rPr lang="en-US" dirty="0"/>
              <a:t>Click to add title</a:t>
            </a:r>
          </a:p>
        </p:txBody>
      </p:sp>
      <p:pic>
        <p:nvPicPr>
          <p:cNvPr id="11" name="Picture 10" descr="A group of black and white text&#10;&#10;Description automatically generated with medium confidence">
            <a:extLst>
              <a:ext uri="{FF2B5EF4-FFF2-40B4-BE49-F238E27FC236}">
                <a16:creationId xmlns:a16="http://schemas.microsoft.com/office/drawing/2014/main" id="{76BA429E-88B1-B942-9C74-1AB5F33A3CDC}"/>
              </a:ext>
            </a:extLst>
          </p:cNvPr>
          <p:cNvPicPr>
            <a:picLocks noChangeAspect="1"/>
          </p:cNvPicPr>
          <p:nvPr userDrawn="1"/>
        </p:nvPicPr>
        <p:blipFill>
          <a:blip r:embed="rId3"/>
          <a:stretch>
            <a:fillRect/>
          </a:stretch>
        </p:blipFill>
        <p:spPr>
          <a:xfrm>
            <a:off x="9803674" y="6438275"/>
            <a:ext cx="1881052" cy="259884"/>
          </a:xfrm>
          <a:prstGeom prst="rect">
            <a:avLst/>
          </a:prstGeom>
        </p:spPr>
      </p:pic>
    </p:spTree>
    <p:extLst>
      <p:ext uri="{BB962C8B-B14F-4D97-AF65-F5344CB8AC3E}">
        <p14:creationId xmlns:p14="http://schemas.microsoft.com/office/powerpoint/2010/main" val="5901289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Blank">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Click to add title</a:t>
            </a:r>
          </a:p>
        </p:txBody>
      </p:sp>
      <p:sp>
        <p:nvSpPr>
          <p:cNvPr id="5" name="Slide Number Placeholder 4"/>
          <p:cNvSpPr>
            <a:spLocks noGrp="1"/>
          </p:cNvSpPr>
          <p:nvPr>
            <p:ph type="sldNum" sz="quarter" idx="12"/>
          </p:nvPr>
        </p:nvSpPr>
        <p:spPr/>
        <p:txBody>
          <a:bodyPr/>
          <a:lstStyle/>
          <a:p>
            <a:fld id="{A8160BDD-7155-D744-B749-9730458604AD}" type="slidenum">
              <a:rPr lang="en-US" smtClean="0"/>
              <a:t>‹#›</a:t>
            </a:fld>
            <a:endParaRPr lang="en-US" dirty="0"/>
          </a:p>
        </p:txBody>
      </p:sp>
    </p:spTree>
    <p:extLst>
      <p:ext uri="{BB962C8B-B14F-4D97-AF65-F5344CB8AC3E}">
        <p14:creationId xmlns:p14="http://schemas.microsoft.com/office/powerpoint/2010/main" val="1453689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1_Title Only">
    <p:spTree>
      <p:nvGrpSpPr>
        <p:cNvPr id="1" name=""/>
        <p:cNvGrpSpPr/>
        <p:nvPr/>
      </p:nvGrpSpPr>
      <p:grpSpPr>
        <a:xfrm>
          <a:off x="0" y="0"/>
          <a:ext cx="0" cy="0"/>
          <a:chOff x="0" y="0"/>
          <a:chExt cx="0" cy="0"/>
        </a:xfrm>
      </p:grpSpPr>
      <p:pic>
        <p:nvPicPr>
          <p:cNvPr id="4" name="Picture 3" descr="Shape&#10;&#10;Description automatically generated">
            <a:extLst>
              <a:ext uri="{FF2B5EF4-FFF2-40B4-BE49-F238E27FC236}">
                <a16:creationId xmlns:a16="http://schemas.microsoft.com/office/drawing/2014/main" id="{E0645ACB-515B-844F-A6FE-5A9C2CC9120B}"/>
              </a:ext>
            </a:extLst>
          </p:cNvPr>
          <p:cNvPicPr>
            <a:picLocks noChangeAspect="1"/>
          </p:cNvPicPr>
          <p:nvPr userDrawn="1"/>
        </p:nvPicPr>
        <p:blipFill>
          <a:blip r:embed="rId2"/>
          <a:stretch>
            <a:fillRect/>
          </a:stretch>
        </p:blipFill>
        <p:spPr>
          <a:xfrm>
            <a:off x="0" y="0"/>
            <a:ext cx="12192000" cy="6858000"/>
          </a:xfrm>
          <a:prstGeom prst="rect">
            <a:avLst/>
          </a:prstGeom>
        </p:spPr>
      </p:pic>
      <p:pic>
        <p:nvPicPr>
          <p:cNvPr id="7" name="Picture 6" descr="A group of black and white text&#10;&#10;Description automatically generated with medium confidence">
            <a:extLst>
              <a:ext uri="{FF2B5EF4-FFF2-40B4-BE49-F238E27FC236}">
                <a16:creationId xmlns:a16="http://schemas.microsoft.com/office/drawing/2014/main" id="{127A344B-E698-2E47-A734-E1CE1341471D}"/>
              </a:ext>
            </a:extLst>
          </p:cNvPr>
          <p:cNvPicPr>
            <a:picLocks noChangeAspect="1"/>
          </p:cNvPicPr>
          <p:nvPr userDrawn="1"/>
        </p:nvPicPr>
        <p:blipFill>
          <a:blip r:embed="rId3"/>
          <a:stretch>
            <a:fillRect/>
          </a:stretch>
        </p:blipFill>
        <p:spPr>
          <a:xfrm>
            <a:off x="9705975" y="6424777"/>
            <a:ext cx="2076450" cy="286880"/>
          </a:xfrm>
          <a:prstGeom prst="rect">
            <a:avLst/>
          </a:prstGeom>
        </p:spPr>
      </p:pic>
      <p:sp>
        <p:nvSpPr>
          <p:cNvPr id="2" name="Title 1"/>
          <p:cNvSpPr>
            <a:spLocks noGrp="1"/>
          </p:cNvSpPr>
          <p:nvPr>
            <p:ph type="title" hasCustomPrompt="1"/>
          </p:nvPr>
        </p:nvSpPr>
        <p:spPr>
          <a:xfrm>
            <a:off x="840155" y="2785873"/>
            <a:ext cx="10511691" cy="1286256"/>
          </a:xfrm>
        </p:spPr>
        <p:txBody>
          <a:bodyPr/>
          <a:lstStyle>
            <a:lvl1pPr algn="ctr">
              <a:defRPr sz="4400" b="1"/>
            </a:lvl1pPr>
          </a:lstStyle>
          <a:p>
            <a:r>
              <a:rPr lang="en-US" dirty="0"/>
              <a:t>CLICK TO ADD TITLE</a:t>
            </a:r>
          </a:p>
        </p:txBody>
      </p:sp>
      <p:sp>
        <p:nvSpPr>
          <p:cNvPr id="5" name="Slide Number Placeholder 4"/>
          <p:cNvSpPr>
            <a:spLocks noGrp="1"/>
          </p:cNvSpPr>
          <p:nvPr>
            <p:ph type="sldNum" sz="quarter" idx="12"/>
          </p:nvPr>
        </p:nvSpPr>
        <p:spPr/>
        <p:txBody>
          <a:bodyPr/>
          <a:lstStyle/>
          <a:p>
            <a:fld id="{A8160BDD-7155-D744-B749-9730458604AD}" type="slidenum">
              <a:rPr lang="en-US" smtClean="0"/>
              <a:t>‹#›</a:t>
            </a:fld>
            <a:endParaRPr lang="en-US" dirty="0"/>
          </a:p>
        </p:txBody>
      </p:sp>
      <p:sp>
        <p:nvSpPr>
          <p:cNvPr id="6" name="Footer Placeholder 2">
            <a:extLst>
              <a:ext uri="{FF2B5EF4-FFF2-40B4-BE49-F238E27FC236}">
                <a16:creationId xmlns:a16="http://schemas.microsoft.com/office/drawing/2014/main" id="{8A2CE11F-9E63-044F-B02D-D030806CCD69}"/>
              </a:ext>
            </a:extLst>
          </p:cNvPr>
          <p:cNvSpPr txBox="1">
            <a:spLocks/>
          </p:cNvSpPr>
          <p:nvPr userDrawn="1"/>
        </p:nvSpPr>
        <p:spPr>
          <a:xfrm>
            <a:off x="103460" y="6455643"/>
            <a:ext cx="6419943" cy="365125"/>
          </a:xfrm>
          <a:prstGeom prst="rect">
            <a:avLst/>
          </a:prstGeom>
        </p:spPr>
        <p:txBody>
          <a:bodyPr vert="horz" lIns="91440" tIns="45720" rIns="91440" bIns="45720" rtlCol="0" anchor="ctr"/>
          <a:lstStyle>
            <a:defPPr>
              <a:defRPr lang="en-US"/>
            </a:defPPr>
            <a:lvl1pPr marL="0" algn="l" defTabSz="457200" rtl="0" eaLnBrk="0" latinLnBrk="0" hangingPunct="0">
              <a:defRPr lang="en-US" sz="1000" b="0" kern="1200" smtClean="0">
                <a:solidFill>
                  <a:srgbClr val="C4C4C4"/>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l" defTabSz="457200" rtl="0" eaLnBrk="0" fontAlgn="auto" latinLnBrk="0" hangingPunct="0">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C4C4C4"/>
                </a:solidFill>
                <a:effectLst/>
                <a:uLnTx/>
                <a:uFillTx/>
                <a:latin typeface="Arial"/>
                <a:ea typeface="+mn-ea"/>
                <a:cs typeface="Arial"/>
              </a:rPr>
              <a:t>Copyright © 2023 CertNexus, Inc. All rights reserved.</a:t>
            </a:r>
          </a:p>
        </p:txBody>
      </p:sp>
    </p:spTree>
    <p:extLst>
      <p:ext uri="{BB962C8B-B14F-4D97-AF65-F5344CB8AC3E}">
        <p14:creationId xmlns:p14="http://schemas.microsoft.com/office/powerpoint/2010/main" val="25721442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orner Fill">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A8160BDD-7155-D744-B749-9730458604AD}" type="slidenum">
              <a:rPr lang="en-US" smtClean="0"/>
              <a:pPr/>
              <a:t>‹#›</a:t>
            </a:fld>
            <a:endParaRPr lang="en-US" dirty="0"/>
          </a:p>
        </p:txBody>
      </p:sp>
      <p:sp>
        <p:nvSpPr>
          <p:cNvPr id="11" name="Title Placeholder 1"/>
          <p:cNvSpPr>
            <a:spLocks noGrp="1"/>
          </p:cNvSpPr>
          <p:nvPr>
            <p:ph type="title" hasCustomPrompt="1"/>
          </p:nvPr>
        </p:nvSpPr>
        <p:spPr>
          <a:xfrm>
            <a:off x="455901" y="0"/>
            <a:ext cx="11319539" cy="955041"/>
          </a:xfrm>
          <a:prstGeom prst="rect">
            <a:avLst/>
          </a:prstGeom>
        </p:spPr>
        <p:txBody>
          <a:bodyPr vert="horz" lIns="91440" tIns="45720" rIns="91440" bIns="45720" rtlCol="0" anchor="ctr">
            <a:noAutofit/>
          </a:bodyPr>
          <a:lstStyle/>
          <a:p>
            <a:r>
              <a:rPr lang="en-US" dirty="0"/>
              <a:t>Click to add title</a:t>
            </a:r>
          </a:p>
        </p:txBody>
      </p:sp>
      <p:sp>
        <p:nvSpPr>
          <p:cNvPr id="10" name="Content Placeholder 2"/>
          <p:cNvSpPr>
            <a:spLocks noGrp="1"/>
          </p:cNvSpPr>
          <p:nvPr>
            <p:ph idx="1"/>
          </p:nvPr>
        </p:nvSpPr>
        <p:spPr>
          <a:xfrm>
            <a:off x="455900" y="1302043"/>
            <a:ext cx="11280200" cy="4481345"/>
          </a:xfrm>
          <a:prstGeom prst="rect">
            <a:avLst/>
          </a:prstGeom>
        </p:spPr>
        <p:txBody>
          <a:bodyPr/>
          <a:lstStyle>
            <a:lvl1pPr marL="342900" marR="0" indent="-342900" algn="l" defTabSz="457200" rtl="0" eaLnBrk="1" fontAlgn="auto" latinLnBrk="0" hangingPunct="1">
              <a:lnSpc>
                <a:spcPct val="100000"/>
              </a:lnSpc>
              <a:spcBef>
                <a:spcPct val="20000"/>
              </a:spcBef>
              <a:spcAft>
                <a:spcPts val="0"/>
              </a:spcAft>
              <a:buClr>
                <a:srgbClr val="009DDC"/>
              </a:buClr>
              <a:buSzTx/>
              <a:buFont typeface="Arial"/>
              <a:buChar char="•"/>
              <a:tabLst/>
              <a:defRPr sz="1800" baseline="0"/>
            </a:lvl1pPr>
            <a:lvl2pPr marL="742950" marR="0" indent="-285750" algn="l" defTabSz="457200" rtl="0" eaLnBrk="1" fontAlgn="auto" latinLnBrk="0" hangingPunct="1">
              <a:lnSpc>
                <a:spcPct val="100000"/>
              </a:lnSpc>
              <a:spcBef>
                <a:spcPct val="20000"/>
              </a:spcBef>
              <a:spcAft>
                <a:spcPts val="0"/>
              </a:spcAft>
              <a:buClr>
                <a:srgbClr val="009DDC"/>
              </a:buClr>
              <a:buSzTx/>
              <a:buFont typeface="Arial"/>
              <a:buChar char="•"/>
              <a:tabLst/>
              <a:defRPr sz="1600" baseline="0"/>
            </a:lvl2pPr>
            <a:lvl3pPr marL="1143000" marR="0" indent="-228600" algn="l" defTabSz="457200" rtl="0" eaLnBrk="1" fontAlgn="auto" latinLnBrk="0" hangingPunct="1">
              <a:lnSpc>
                <a:spcPct val="100000"/>
              </a:lnSpc>
              <a:spcBef>
                <a:spcPct val="20000"/>
              </a:spcBef>
              <a:spcAft>
                <a:spcPts val="0"/>
              </a:spcAft>
              <a:buClr>
                <a:srgbClr val="009DDC"/>
              </a:buClr>
              <a:buSzTx/>
              <a:buFont typeface="Arial"/>
              <a:buChar char="•"/>
              <a:tabLst/>
              <a:defRPr/>
            </a:lvl3pPr>
          </a:lstStyle>
          <a:p>
            <a:pPr marL="342900" marR="0" lvl="0" indent="-342900" algn="l" defTabSz="457200" rtl="0" eaLnBrk="1" fontAlgn="auto" latinLnBrk="0" hangingPunct="1">
              <a:lnSpc>
                <a:spcPct val="100000"/>
              </a:lnSpc>
              <a:spcBef>
                <a:spcPct val="20000"/>
              </a:spcBef>
              <a:spcAft>
                <a:spcPts val="0"/>
              </a:spcAft>
              <a:buClr>
                <a:srgbClr val="009DDC"/>
              </a:buClr>
              <a:buSzTx/>
              <a:buFont typeface="Arial"/>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Click to edit Master text styles</a:t>
            </a:r>
          </a:p>
          <a:p>
            <a:pPr marL="342900" marR="0" lvl="1" indent="-342900" algn="l" defTabSz="457200" rtl="0" eaLnBrk="1" fontAlgn="auto" latinLnBrk="0" hangingPunct="1">
              <a:lnSpc>
                <a:spcPct val="100000"/>
              </a:lnSpc>
              <a:spcBef>
                <a:spcPct val="20000"/>
              </a:spcBef>
              <a:spcAft>
                <a:spcPts val="0"/>
              </a:spcAft>
              <a:buClr>
                <a:srgbClr val="009DDC"/>
              </a:buClr>
              <a:buSzTx/>
              <a:buFont typeface="Arial"/>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Second level</a:t>
            </a:r>
          </a:p>
          <a:p>
            <a:pPr marL="342900" marR="0" lvl="2" indent="-342900" algn="l" defTabSz="457200" rtl="0" eaLnBrk="1" fontAlgn="auto" latinLnBrk="0" hangingPunct="1">
              <a:lnSpc>
                <a:spcPct val="100000"/>
              </a:lnSpc>
              <a:spcBef>
                <a:spcPct val="20000"/>
              </a:spcBef>
              <a:spcAft>
                <a:spcPts val="0"/>
              </a:spcAft>
              <a:buClr>
                <a:srgbClr val="009DDC"/>
              </a:buClr>
              <a:buSzTx/>
              <a:buFont typeface="Arial"/>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Third level</a:t>
            </a:r>
          </a:p>
        </p:txBody>
      </p:sp>
      <p:pic>
        <p:nvPicPr>
          <p:cNvPr id="8" name="Picture 7" descr="A close up of a sign&#10;&#10;Description automatically generated">
            <a:extLst>
              <a:ext uri="{FF2B5EF4-FFF2-40B4-BE49-F238E27FC236}">
                <a16:creationId xmlns:a16="http://schemas.microsoft.com/office/drawing/2014/main" id="{EA977C3C-812B-204B-BEB0-8F3E056FBAE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628340" y="6297976"/>
            <a:ext cx="2205318" cy="518899"/>
          </a:xfrm>
          <a:prstGeom prst="rect">
            <a:avLst/>
          </a:prstGeom>
        </p:spPr>
      </p:pic>
    </p:spTree>
    <p:extLst>
      <p:ext uri="{BB962C8B-B14F-4D97-AF65-F5344CB8AC3E}">
        <p14:creationId xmlns:p14="http://schemas.microsoft.com/office/powerpoint/2010/main" val="32034033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Glossary Term Definition Blank">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A8160BDD-7155-D744-B749-9730458604AD}" type="slidenum">
              <a:rPr lang="en-US" smtClean="0"/>
              <a:pPr/>
              <a:t>‹#›</a:t>
            </a:fld>
            <a:endParaRPr lang="en-US" dirty="0"/>
          </a:p>
        </p:txBody>
      </p:sp>
      <p:pic>
        <p:nvPicPr>
          <p:cNvPr id="4" name="Picture 3">
            <a:extLst>
              <a:ext uri="{FF2B5EF4-FFF2-40B4-BE49-F238E27FC236}">
                <a16:creationId xmlns:a16="http://schemas.microsoft.com/office/drawing/2014/main" id="{B63EEA2D-3653-2F41-934A-ED2CDFD9881E}"/>
              </a:ext>
            </a:extLst>
          </p:cNvPr>
          <p:cNvPicPr>
            <a:picLocks noChangeAspect="1"/>
          </p:cNvPicPr>
          <p:nvPr userDrawn="1"/>
        </p:nvPicPr>
        <p:blipFill>
          <a:blip r:embed="rId2"/>
          <a:srcRect/>
          <a:stretch/>
        </p:blipFill>
        <p:spPr>
          <a:xfrm>
            <a:off x="0" y="0"/>
            <a:ext cx="12192000" cy="6858000"/>
          </a:xfrm>
          <a:prstGeom prst="rect">
            <a:avLst/>
          </a:prstGeom>
        </p:spPr>
      </p:pic>
      <p:sp>
        <p:nvSpPr>
          <p:cNvPr id="7" name="Content Placeholder 2"/>
          <p:cNvSpPr>
            <a:spLocks noGrp="1"/>
          </p:cNvSpPr>
          <p:nvPr>
            <p:ph idx="1"/>
          </p:nvPr>
        </p:nvSpPr>
        <p:spPr>
          <a:xfrm>
            <a:off x="1897811" y="2062480"/>
            <a:ext cx="7522234" cy="4265168"/>
          </a:xfrm>
          <a:prstGeom prst="rect">
            <a:avLst/>
          </a:prstGeom>
        </p:spPr>
        <p:txBody>
          <a:bodyPr/>
          <a:lstStyle>
            <a:lvl1pPr marL="342900" marR="0" indent="-342900" algn="l" defTabSz="457200" rtl="0" eaLnBrk="1" fontAlgn="auto" latinLnBrk="0" hangingPunct="1">
              <a:lnSpc>
                <a:spcPct val="100000"/>
              </a:lnSpc>
              <a:spcBef>
                <a:spcPct val="20000"/>
              </a:spcBef>
              <a:spcAft>
                <a:spcPts val="0"/>
              </a:spcAft>
              <a:buClr>
                <a:schemeClr val="accent4"/>
              </a:buClr>
              <a:buSzTx/>
              <a:buFont typeface="Arial"/>
              <a:buChar char="•"/>
              <a:tabLst/>
              <a:defRPr sz="1800" baseline="0">
                <a:solidFill>
                  <a:schemeClr val="bg1"/>
                </a:solidFill>
              </a:defRPr>
            </a:lvl1pPr>
            <a:lvl2pPr marL="742950" marR="0" indent="-285750" algn="l" defTabSz="457200" rtl="0" eaLnBrk="1" fontAlgn="auto" latinLnBrk="0" hangingPunct="1">
              <a:lnSpc>
                <a:spcPct val="100000"/>
              </a:lnSpc>
              <a:spcBef>
                <a:spcPct val="20000"/>
              </a:spcBef>
              <a:spcAft>
                <a:spcPts val="0"/>
              </a:spcAft>
              <a:buClr>
                <a:schemeClr val="accent4"/>
              </a:buClr>
              <a:buSzTx/>
              <a:buFont typeface="Arial"/>
              <a:buChar char="•"/>
              <a:tabLst/>
              <a:defRPr sz="1600" baseline="0">
                <a:solidFill>
                  <a:schemeClr val="bg1"/>
                </a:solidFill>
              </a:defRPr>
            </a:lvl2pPr>
            <a:lvl3pPr marL="1143000" marR="0" indent="-228600" algn="l" defTabSz="457200" rtl="0" eaLnBrk="1" fontAlgn="auto" latinLnBrk="0" hangingPunct="1">
              <a:lnSpc>
                <a:spcPct val="100000"/>
              </a:lnSpc>
              <a:spcBef>
                <a:spcPct val="20000"/>
              </a:spcBef>
              <a:spcAft>
                <a:spcPts val="0"/>
              </a:spcAft>
              <a:buClr>
                <a:schemeClr val="accent4"/>
              </a:buClr>
              <a:buSzTx/>
              <a:buFont typeface="Arial"/>
              <a:buChar char="•"/>
              <a:tabLst/>
              <a:defRPr>
                <a:solidFill>
                  <a:schemeClr val="bg1"/>
                </a:solidFill>
              </a:defRPr>
            </a:lvl3pPr>
          </a:lstStyle>
          <a:p>
            <a:pPr marL="342900" marR="0" lvl="0" indent="-342900" algn="l" defTabSz="457200" rtl="0" eaLnBrk="1" fontAlgn="auto" latinLnBrk="0" hangingPunct="1">
              <a:lnSpc>
                <a:spcPct val="100000"/>
              </a:lnSpc>
              <a:spcBef>
                <a:spcPct val="20000"/>
              </a:spcBef>
              <a:spcAft>
                <a:spcPts val="0"/>
              </a:spcAft>
              <a:buClr>
                <a:srgbClr val="009DDC"/>
              </a:buClr>
              <a:buSzTx/>
              <a:buFont typeface="Arial"/>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Click to edit Master text styles</a:t>
            </a:r>
          </a:p>
          <a:p>
            <a:pPr marL="342900" marR="0" lvl="1" indent="-342900" algn="l" defTabSz="457200" rtl="0" eaLnBrk="1" fontAlgn="auto" latinLnBrk="0" hangingPunct="1">
              <a:lnSpc>
                <a:spcPct val="100000"/>
              </a:lnSpc>
              <a:spcBef>
                <a:spcPct val="20000"/>
              </a:spcBef>
              <a:spcAft>
                <a:spcPts val="0"/>
              </a:spcAft>
              <a:buClr>
                <a:srgbClr val="009DDC"/>
              </a:buClr>
              <a:buSzTx/>
              <a:buFont typeface="Arial"/>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Second level</a:t>
            </a:r>
          </a:p>
          <a:p>
            <a:pPr marL="342900" marR="0" lvl="2" indent="-342900" algn="l" defTabSz="457200" rtl="0" eaLnBrk="1" fontAlgn="auto" latinLnBrk="0" hangingPunct="1">
              <a:lnSpc>
                <a:spcPct val="100000"/>
              </a:lnSpc>
              <a:spcBef>
                <a:spcPct val="20000"/>
              </a:spcBef>
              <a:spcAft>
                <a:spcPts val="0"/>
              </a:spcAft>
              <a:buClr>
                <a:srgbClr val="009DDC"/>
              </a:buClr>
              <a:buSzTx/>
              <a:buFont typeface="Arial"/>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Third level</a:t>
            </a:r>
          </a:p>
        </p:txBody>
      </p:sp>
      <p:sp>
        <p:nvSpPr>
          <p:cNvPr id="8" name="Title Placeholder 1"/>
          <p:cNvSpPr>
            <a:spLocks noGrp="1"/>
          </p:cNvSpPr>
          <p:nvPr>
            <p:ph type="title" hasCustomPrompt="1"/>
          </p:nvPr>
        </p:nvSpPr>
        <p:spPr>
          <a:xfrm>
            <a:off x="1901628" y="290945"/>
            <a:ext cx="7501317" cy="792482"/>
          </a:xfrm>
          <a:prstGeom prst="rect">
            <a:avLst/>
          </a:prstGeom>
        </p:spPr>
        <p:txBody>
          <a:bodyPr vert="horz" lIns="91440" tIns="45720" rIns="91440" bIns="45720" rtlCol="0" anchor="ctr">
            <a:noAutofit/>
          </a:bodyPr>
          <a:lstStyle>
            <a:lvl1pPr>
              <a:defRPr b="1">
                <a:solidFill>
                  <a:schemeClr val="accent4"/>
                </a:solidFill>
              </a:defRPr>
            </a:lvl1pPr>
          </a:lstStyle>
          <a:p>
            <a:r>
              <a:rPr lang="en-US" dirty="0"/>
              <a:t>CLICK TO ADD TITLE</a:t>
            </a:r>
          </a:p>
        </p:txBody>
      </p:sp>
      <p:sp>
        <p:nvSpPr>
          <p:cNvPr id="13" name="Text Placeholder 12">
            <a:extLst>
              <a:ext uri="{FF2B5EF4-FFF2-40B4-BE49-F238E27FC236}">
                <a16:creationId xmlns:a16="http://schemas.microsoft.com/office/drawing/2014/main" id="{8FB19520-E82C-4B3B-A166-692B3551D135}"/>
              </a:ext>
            </a:extLst>
          </p:cNvPr>
          <p:cNvSpPr>
            <a:spLocks noGrp="1"/>
          </p:cNvSpPr>
          <p:nvPr>
            <p:ph type="body" sz="quarter" idx="13" hasCustomPrompt="1"/>
          </p:nvPr>
        </p:nvSpPr>
        <p:spPr>
          <a:xfrm>
            <a:off x="1901628" y="1233054"/>
            <a:ext cx="7501317" cy="748145"/>
          </a:xfrm>
        </p:spPr>
        <p:txBody>
          <a:bodyPr anchor="ctr"/>
          <a:lstStyle>
            <a:lvl1pPr marL="0" indent="0" algn="l" defTabSz="457200" rtl="0" eaLnBrk="1" latinLnBrk="0" hangingPunct="1">
              <a:spcBef>
                <a:spcPts val="800"/>
              </a:spcBef>
              <a:buClr>
                <a:schemeClr val="accent1"/>
              </a:buClr>
              <a:buFont typeface="Arial"/>
              <a:buNone/>
              <a:defRPr lang="en-US" sz="1800" b="0" kern="1200" dirty="0" smtClean="0">
                <a:solidFill>
                  <a:schemeClr val="bg1"/>
                </a:solidFill>
                <a:latin typeface="+mn-lt"/>
                <a:ea typeface="+mn-ea"/>
                <a:cs typeface="+mn-cs"/>
              </a:defRPr>
            </a:lvl1pPr>
            <a:lvl2pPr marL="0" indent="0" algn="l" defTabSz="457200" rtl="0" eaLnBrk="1" latinLnBrk="0" hangingPunct="1">
              <a:spcBef>
                <a:spcPct val="20000"/>
              </a:spcBef>
              <a:buClr>
                <a:schemeClr val="accent1"/>
              </a:buClr>
              <a:buFont typeface="Arial"/>
              <a:buNone/>
              <a:defRPr lang="en-US" sz="1800" kern="1200" dirty="0" smtClean="0">
                <a:solidFill>
                  <a:srgbClr val="0070C0"/>
                </a:solidFill>
                <a:latin typeface="+mn-lt"/>
                <a:ea typeface="+mn-ea"/>
                <a:cs typeface="+mn-cs"/>
              </a:defRPr>
            </a:lvl2pPr>
            <a:lvl3pPr marL="0" indent="0" algn="l" defTabSz="457200" rtl="0" eaLnBrk="1" latinLnBrk="0" hangingPunct="1">
              <a:spcBef>
                <a:spcPct val="20000"/>
              </a:spcBef>
              <a:buClr>
                <a:schemeClr val="accent1"/>
              </a:buClr>
              <a:buFont typeface="Arial"/>
              <a:buNone/>
              <a:defRPr lang="en-US" sz="1800" kern="1200" dirty="0" smtClean="0">
                <a:solidFill>
                  <a:srgbClr val="0070C0"/>
                </a:solidFill>
                <a:latin typeface="+mn-lt"/>
                <a:ea typeface="+mn-ea"/>
                <a:cs typeface="+mn-cs"/>
              </a:defRPr>
            </a:lvl3pPr>
            <a:lvl4pPr marL="0" indent="0" algn="l" defTabSz="457200" rtl="0" eaLnBrk="1" latinLnBrk="0" hangingPunct="1">
              <a:spcBef>
                <a:spcPct val="20000"/>
              </a:spcBef>
              <a:buClr>
                <a:schemeClr val="accent1"/>
              </a:buClr>
              <a:buFont typeface="Arial"/>
              <a:buNone/>
              <a:defRPr lang="en-US" sz="1800" kern="1200" dirty="0" smtClean="0">
                <a:solidFill>
                  <a:srgbClr val="0070C0"/>
                </a:solidFill>
                <a:latin typeface="+mn-lt"/>
                <a:ea typeface="+mn-ea"/>
                <a:cs typeface="+mn-cs"/>
              </a:defRPr>
            </a:lvl4pPr>
            <a:lvl5pPr marL="0" indent="0" algn="l" defTabSz="457200" rtl="0" eaLnBrk="1" latinLnBrk="0" hangingPunct="1">
              <a:spcBef>
                <a:spcPct val="20000"/>
              </a:spcBef>
              <a:buClr>
                <a:schemeClr val="accent1"/>
              </a:buClr>
              <a:buFont typeface="Arial"/>
              <a:buNone/>
              <a:defRPr lang="en-US" sz="1800" kern="1200" dirty="0">
                <a:solidFill>
                  <a:srgbClr val="0070C0"/>
                </a:solidFill>
                <a:latin typeface="+mn-lt"/>
                <a:ea typeface="+mn-ea"/>
                <a:cs typeface="+mn-cs"/>
              </a:defRPr>
            </a:lvl5pPr>
          </a:lstStyle>
          <a:p>
            <a:pPr lvl="0"/>
            <a:r>
              <a:rPr lang="en-US" dirty="0"/>
              <a:t>Term: definition</a:t>
            </a:r>
          </a:p>
        </p:txBody>
      </p:sp>
    </p:spTree>
    <p:extLst>
      <p:ext uri="{BB962C8B-B14F-4D97-AF65-F5344CB8AC3E}">
        <p14:creationId xmlns:p14="http://schemas.microsoft.com/office/powerpoint/2010/main" val="14736695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Glossary Terms Only">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A8160BDD-7155-D744-B749-9730458604AD}" type="slidenum">
              <a:rPr lang="en-US" smtClean="0"/>
              <a:pPr/>
              <a:t>‹#›</a:t>
            </a:fld>
            <a:endParaRPr lang="en-US" dirty="0"/>
          </a:p>
        </p:txBody>
      </p:sp>
      <p:pic>
        <p:nvPicPr>
          <p:cNvPr id="16" name="Picture 15">
            <a:extLst>
              <a:ext uri="{FF2B5EF4-FFF2-40B4-BE49-F238E27FC236}">
                <a16:creationId xmlns:a16="http://schemas.microsoft.com/office/drawing/2014/main" id="{DBE99981-5C84-844C-A6A7-26590EE3D71F}"/>
              </a:ext>
            </a:extLst>
          </p:cNvPr>
          <p:cNvPicPr>
            <a:picLocks noChangeAspect="1"/>
          </p:cNvPicPr>
          <p:nvPr userDrawn="1"/>
        </p:nvPicPr>
        <p:blipFill>
          <a:blip r:embed="rId2"/>
          <a:srcRect/>
          <a:stretch/>
        </p:blipFill>
        <p:spPr>
          <a:xfrm>
            <a:off x="0" y="0"/>
            <a:ext cx="12192000" cy="6858000"/>
          </a:xfrm>
          <a:prstGeom prst="rect">
            <a:avLst/>
          </a:prstGeom>
        </p:spPr>
      </p:pic>
      <p:sp>
        <p:nvSpPr>
          <p:cNvPr id="10" name="Title 1">
            <a:extLst>
              <a:ext uri="{FF2B5EF4-FFF2-40B4-BE49-F238E27FC236}">
                <a16:creationId xmlns:a16="http://schemas.microsoft.com/office/drawing/2014/main" id="{DA0FABA5-3959-4ECC-BCAF-965B5087E8AD}"/>
              </a:ext>
            </a:extLst>
          </p:cNvPr>
          <p:cNvSpPr>
            <a:spLocks noGrp="1"/>
          </p:cNvSpPr>
          <p:nvPr>
            <p:ph type="title" hasCustomPrompt="1"/>
          </p:nvPr>
        </p:nvSpPr>
        <p:spPr>
          <a:xfrm>
            <a:off x="931653" y="0"/>
            <a:ext cx="7349705" cy="1397000"/>
          </a:xfrm>
        </p:spPr>
        <p:txBody>
          <a:bodyPr/>
          <a:lstStyle>
            <a:lvl1pPr>
              <a:defRPr sz="2800" b="1">
                <a:solidFill>
                  <a:schemeClr val="accent4"/>
                </a:solidFill>
              </a:defRPr>
            </a:lvl1pPr>
          </a:lstStyle>
          <a:p>
            <a:r>
              <a:rPr lang="en-US" dirty="0"/>
              <a:t>CLICK TO ADD TITLE</a:t>
            </a:r>
          </a:p>
        </p:txBody>
      </p:sp>
      <p:sp>
        <p:nvSpPr>
          <p:cNvPr id="15" name="Text Placeholder 12">
            <a:extLst>
              <a:ext uri="{FF2B5EF4-FFF2-40B4-BE49-F238E27FC236}">
                <a16:creationId xmlns:a16="http://schemas.microsoft.com/office/drawing/2014/main" id="{A169CA63-D23E-4494-8445-3335F13F19B9}"/>
              </a:ext>
            </a:extLst>
          </p:cNvPr>
          <p:cNvSpPr>
            <a:spLocks noGrp="1"/>
          </p:cNvSpPr>
          <p:nvPr>
            <p:ph type="body" sz="quarter" idx="13" hasCustomPrompt="1"/>
          </p:nvPr>
        </p:nvSpPr>
        <p:spPr>
          <a:xfrm>
            <a:off x="948905" y="2156604"/>
            <a:ext cx="7349705" cy="2649076"/>
          </a:xfrm>
        </p:spPr>
        <p:txBody>
          <a:bodyPr anchor="ctr"/>
          <a:lstStyle>
            <a:lvl1pPr marL="0" indent="0" algn="l" defTabSz="457200" rtl="0" eaLnBrk="1" latinLnBrk="0" hangingPunct="1">
              <a:spcBef>
                <a:spcPts val="800"/>
              </a:spcBef>
              <a:buClr>
                <a:schemeClr val="accent1"/>
              </a:buClr>
              <a:buFont typeface="Arial"/>
              <a:buNone/>
              <a:defRPr lang="en-US" sz="2800" b="0" kern="1200" dirty="0" smtClean="0">
                <a:solidFill>
                  <a:schemeClr val="bg1"/>
                </a:solidFill>
                <a:latin typeface="+mn-lt"/>
                <a:ea typeface="+mn-ea"/>
                <a:cs typeface="+mn-cs"/>
              </a:defRPr>
            </a:lvl1pPr>
            <a:lvl2pPr marL="0" indent="0" algn="l" defTabSz="457200" rtl="0" eaLnBrk="1" latinLnBrk="0" hangingPunct="1">
              <a:spcBef>
                <a:spcPct val="20000"/>
              </a:spcBef>
              <a:buClr>
                <a:schemeClr val="accent1"/>
              </a:buClr>
              <a:buFont typeface="Arial"/>
              <a:buNone/>
              <a:defRPr lang="en-US" sz="1800" kern="1200" dirty="0" smtClean="0">
                <a:solidFill>
                  <a:srgbClr val="0070C0"/>
                </a:solidFill>
                <a:latin typeface="+mn-lt"/>
                <a:ea typeface="+mn-ea"/>
                <a:cs typeface="+mn-cs"/>
              </a:defRPr>
            </a:lvl2pPr>
            <a:lvl3pPr marL="0" indent="0" algn="l" defTabSz="457200" rtl="0" eaLnBrk="1" latinLnBrk="0" hangingPunct="1">
              <a:spcBef>
                <a:spcPct val="20000"/>
              </a:spcBef>
              <a:buClr>
                <a:schemeClr val="accent1"/>
              </a:buClr>
              <a:buFont typeface="Arial"/>
              <a:buNone/>
              <a:defRPr lang="en-US" sz="1800" kern="1200" dirty="0" smtClean="0">
                <a:solidFill>
                  <a:srgbClr val="0070C0"/>
                </a:solidFill>
                <a:latin typeface="+mn-lt"/>
                <a:ea typeface="+mn-ea"/>
                <a:cs typeface="+mn-cs"/>
              </a:defRPr>
            </a:lvl3pPr>
            <a:lvl4pPr marL="0" indent="0" algn="l" defTabSz="457200" rtl="0" eaLnBrk="1" latinLnBrk="0" hangingPunct="1">
              <a:spcBef>
                <a:spcPct val="20000"/>
              </a:spcBef>
              <a:buClr>
                <a:schemeClr val="accent1"/>
              </a:buClr>
              <a:buFont typeface="Arial"/>
              <a:buNone/>
              <a:defRPr lang="en-US" sz="1800" kern="1200" dirty="0" smtClean="0">
                <a:solidFill>
                  <a:srgbClr val="0070C0"/>
                </a:solidFill>
                <a:latin typeface="+mn-lt"/>
                <a:ea typeface="+mn-ea"/>
                <a:cs typeface="+mn-cs"/>
              </a:defRPr>
            </a:lvl4pPr>
            <a:lvl5pPr marL="0" indent="0" algn="l" defTabSz="457200" rtl="0" eaLnBrk="1" latinLnBrk="0" hangingPunct="1">
              <a:spcBef>
                <a:spcPct val="20000"/>
              </a:spcBef>
              <a:buClr>
                <a:schemeClr val="accent1"/>
              </a:buClr>
              <a:buFont typeface="Arial"/>
              <a:buNone/>
              <a:defRPr lang="en-US" sz="1800" kern="1200" dirty="0">
                <a:solidFill>
                  <a:srgbClr val="0070C0"/>
                </a:solidFill>
                <a:latin typeface="+mn-lt"/>
                <a:ea typeface="+mn-ea"/>
                <a:cs typeface="+mn-cs"/>
              </a:defRPr>
            </a:lvl5pPr>
          </a:lstStyle>
          <a:p>
            <a:pPr lvl="0"/>
            <a:r>
              <a:rPr lang="en-US" dirty="0"/>
              <a:t>Term: definition</a:t>
            </a:r>
          </a:p>
        </p:txBody>
      </p:sp>
    </p:spTree>
    <p:extLst>
      <p:ext uri="{BB962C8B-B14F-4D97-AF65-F5344CB8AC3E}">
        <p14:creationId xmlns:p14="http://schemas.microsoft.com/office/powerpoint/2010/main" val="35868926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Hands-On Activity">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A8160BDD-7155-D744-B749-9730458604AD}" type="slidenum">
              <a:rPr lang="en-US" smtClean="0"/>
              <a:pPr/>
              <a:t>‹#›</a:t>
            </a:fld>
            <a:endParaRPr lang="en-US" dirty="0"/>
          </a:p>
        </p:txBody>
      </p:sp>
      <p:pic>
        <p:nvPicPr>
          <p:cNvPr id="3" name="Picture 2">
            <a:extLst>
              <a:ext uri="{FF2B5EF4-FFF2-40B4-BE49-F238E27FC236}">
                <a16:creationId xmlns:a16="http://schemas.microsoft.com/office/drawing/2014/main" id="{BDC9B9BA-D0BE-5C45-93C2-C0597F00D0D5}"/>
              </a:ext>
            </a:extLst>
          </p:cNvPr>
          <p:cNvPicPr>
            <a:picLocks noChangeAspect="1"/>
          </p:cNvPicPr>
          <p:nvPr userDrawn="1"/>
        </p:nvPicPr>
        <p:blipFill>
          <a:blip r:embed="rId2"/>
          <a:srcRect/>
          <a:stretch/>
        </p:blipFill>
        <p:spPr>
          <a:xfrm>
            <a:off x="0" y="0"/>
            <a:ext cx="12192000" cy="6858000"/>
          </a:xfrm>
          <a:prstGeom prst="rect">
            <a:avLst/>
          </a:prstGeom>
        </p:spPr>
      </p:pic>
      <p:sp>
        <p:nvSpPr>
          <p:cNvPr id="10" name="Content Placeholder 2">
            <a:extLst>
              <a:ext uri="{FF2B5EF4-FFF2-40B4-BE49-F238E27FC236}">
                <a16:creationId xmlns:a16="http://schemas.microsoft.com/office/drawing/2014/main" id="{702FDC18-07C2-8E4C-A0AD-E0A207C9B24C}"/>
              </a:ext>
            </a:extLst>
          </p:cNvPr>
          <p:cNvSpPr>
            <a:spLocks noGrp="1"/>
          </p:cNvSpPr>
          <p:nvPr>
            <p:ph idx="1"/>
          </p:nvPr>
        </p:nvSpPr>
        <p:spPr>
          <a:xfrm>
            <a:off x="1111449" y="1302040"/>
            <a:ext cx="6957694" cy="4073524"/>
          </a:xfrm>
          <a:prstGeom prst="rect">
            <a:avLst/>
          </a:prstGeom>
        </p:spPr>
        <p:txBody>
          <a:bodyPr/>
          <a:lstStyle>
            <a:lvl1pPr marL="342900" marR="0" indent="-342900" algn="l" defTabSz="457200" rtl="0" eaLnBrk="1" fontAlgn="auto" latinLnBrk="0" hangingPunct="1">
              <a:lnSpc>
                <a:spcPct val="100000"/>
              </a:lnSpc>
              <a:spcBef>
                <a:spcPct val="20000"/>
              </a:spcBef>
              <a:spcAft>
                <a:spcPts val="0"/>
              </a:spcAft>
              <a:buClr>
                <a:srgbClr val="009DDC"/>
              </a:buClr>
              <a:buSzTx/>
              <a:buFont typeface="Arial"/>
              <a:buChar char="•"/>
              <a:tabLst/>
              <a:defRPr sz="1800" baseline="0"/>
            </a:lvl1pPr>
            <a:lvl2pPr marL="742950" marR="0" indent="-285750" algn="l" defTabSz="457200" rtl="0" eaLnBrk="1" fontAlgn="auto" latinLnBrk="0" hangingPunct="1">
              <a:lnSpc>
                <a:spcPct val="100000"/>
              </a:lnSpc>
              <a:spcBef>
                <a:spcPct val="20000"/>
              </a:spcBef>
              <a:spcAft>
                <a:spcPts val="0"/>
              </a:spcAft>
              <a:buClr>
                <a:srgbClr val="009DDC"/>
              </a:buClr>
              <a:buSzTx/>
              <a:buFont typeface="Arial"/>
              <a:buChar char="•"/>
              <a:tabLst/>
              <a:defRPr sz="1600" baseline="0"/>
            </a:lvl2pPr>
            <a:lvl3pPr marL="1143000" marR="0" indent="-228600" algn="l" defTabSz="457200" rtl="0" eaLnBrk="1" fontAlgn="auto" latinLnBrk="0" hangingPunct="1">
              <a:lnSpc>
                <a:spcPct val="100000"/>
              </a:lnSpc>
              <a:spcBef>
                <a:spcPct val="20000"/>
              </a:spcBef>
              <a:spcAft>
                <a:spcPts val="0"/>
              </a:spcAft>
              <a:buClr>
                <a:srgbClr val="009DDC"/>
              </a:buClr>
              <a:buSzTx/>
              <a:buFont typeface="Arial"/>
              <a:buChar char="•"/>
              <a:tabLst/>
              <a:defRPr/>
            </a:lvl3pPr>
          </a:lstStyle>
          <a:p>
            <a:pPr marL="342900" marR="0" lvl="0" indent="-342900" algn="l" defTabSz="457200" rtl="0" eaLnBrk="1" fontAlgn="auto" latinLnBrk="0" hangingPunct="1">
              <a:lnSpc>
                <a:spcPct val="100000"/>
              </a:lnSpc>
              <a:spcBef>
                <a:spcPct val="20000"/>
              </a:spcBef>
              <a:spcAft>
                <a:spcPts val="0"/>
              </a:spcAft>
              <a:buClr>
                <a:srgbClr val="009DDC"/>
              </a:buClr>
              <a:buSzTx/>
              <a:buFont typeface="Arial"/>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Click to edit Master text styles</a:t>
            </a:r>
          </a:p>
          <a:p>
            <a:pPr marL="342900" marR="0" lvl="1" indent="-342900" algn="l" defTabSz="457200" rtl="0" eaLnBrk="1" fontAlgn="auto" latinLnBrk="0" hangingPunct="1">
              <a:lnSpc>
                <a:spcPct val="100000"/>
              </a:lnSpc>
              <a:spcBef>
                <a:spcPct val="20000"/>
              </a:spcBef>
              <a:spcAft>
                <a:spcPts val="0"/>
              </a:spcAft>
              <a:buClr>
                <a:srgbClr val="009DDC"/>
              </a:buClr>
              <a:buSzTx/>
              <a:buFont typeface="Arial"/>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Second level</a:t>
            </a:r>
          </a:p>
          <a:p>
            <a:pPr marL="342900" marR="0" lvl="2" indent="-342900" algn="l" defTabSz="457200" rtl="0" eaLnBrk="1" fontAlgn="auto" latinLnBrk="0" hangingPunct="1">
              <a:lnSpc>
                <a:spcPct val="100000"/>
              </a:lnSpc>
              <a:spcBef>
                <a:spcPct val="20000"/>
              </a:spcBef>
              <a:spcAft>
                <a:spcPts val="0"/>
              </a:spcAft>
              <a:buClr>
                <a:srgbClr val="009DDC"/>
              </a:buClr>
              <a:buSzTx/>
              <a:buFont typeface="Arial"/>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Third level</a:t>
            </a:r>
          </a:p>
        </p:txBody>
      </p:sp>
      <p:sp>
        <p:nvSpPr>
          <p:cNvPr id="11" name="Title Placeholder 1">
            <a:extLst>
              <a:ext uri="{FF2B5EF4-FFF2-40B4-BE49-F238E27FC236}">
                <a16:creationId xmlns:a16="http://schemas.microsoft.com/office/drawing/2014/main" id="{7818D182-A7CC-CC43-B849-8EF89FE6B817}"/>
              </a:ext>
            </a:extLst>
          </p:cNvPr>
          <p:cNvSpPr>
            <a:spLocks noGrp="1"/>
          </p:cNvSpPr>
          <p:nvPr>
            <p:ph type="title" hasCustomPrompt="1"/>
          </p:nvPr>
        </p:nvSpPr>
        <p:spPr>
          <a:xfrm>
            <a:off x="1100306" y="290945"/>
            <a:ext cx="6986571" cy="792482"/>
          </a:xfrm>
          <a:prstGeom prst="rect">
            <a:avLst/>
          </a:prstGeom>
        </p:spPr>
        <p:txBody>
          <a:bodyPr vert="horz" lIns="91440" tIns="45720" rIns="91440" bIns="45720" rtlCol="0" anchor="ctr">
            <a:noAutofit/>
          </a:bodyPr>
          <a:lstStyle>
            <a:lvl1pPr>
              <a:defRPr b="1">
                <a:solidFill>
                  <a:schemeClr val="accent2"/>
                </a:solidFill>
              </a:defRPr>
            </a:lvl1pPr>
          </a:lstStyle>
          <a:p>
            <a:r>
              <a:rPr lang="en-US" dirty="0"/>
              <a:t>CLICK TO ADD ACTIVITY TITLE</a:t>
            </a:r>
          </a:p>
        </p:txBody>
      </p:sp>
    </p:spTree>
    <p:extLst>
      <p:ext uri="{BB962C8B-B14F-4D97-AF65-F5344CB8AC3E}">
        <p14:creationId xmlns:p14="http://schemas.microsoft.com/office/powerpoint/2010/main" val="68513930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Hands-On Activity 2">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A8160BDD-7155-D744-B749-9730458604AD}" type="slidenum">
              <a:rPr lang="en-US" smtClean="0"/>
              <a:pPr/>
              <a:t>‹#›</a:t>
            </a:fld>
            <a:endParaRPr lang="en-US" dirty="0"/>
          </a:p>
        </p:txBody>
      </p:sp>
      <p:pic>
        <p:nvPicPr>
          <p:cNvPr id="5" name="Picture 4">
            <a:extLst>
              <a:ext uri="{FF2B5EF4-FFF2-40B4-BE49-F238E27FC236}">
                <a16:creationId xmlns:a16="http://schemas.microsoft.com/office/drawing/2014/main" id="{1B6E9A21-B09E-3042-A581-B6A6316B2517}"/>
              </a:ext>
            </a:extLst>
          </p:cNvPr>
          <p:cNvPicPr>
            <a:picLocks noChangeAspect="1"/>
          </p:cNvPicPr>
          <p:nvPr userDrawn="1"/>
        </p:nvPicPr>
        <p:blipFill>
          <a:blip r:embed="rId2"/>
          <a:srcRect/>
          <a:stretch/>
        </p:blipFill>
        <p:spPr>
          <a:xfrm>
            <a:off x="0" y="0"/>
            <a:ext cx="12192000" cy="6858000"/>
          </a:xfrm>
          <a:prstGeom prst="rect">
            <a:avLst/>
          </a:prstGeom>
        </p:spPr>
      </p:pic>
      <p:sp>
        <p:nvSpPr>
          <p:cNvPr id="15" name="Text Placeholder 2">
            <a:extLst>
              <a:ext uri="{FF2B5EF4-FFF2-40B4-BE49-F238E27FC236}">
                <a16:creationId xmlns:a16="http://schemas.microsoft.com/office/drawing/2014/main" id="{78C1E330-78E3-8C4C-BFD6-B2109EC92F89}"/>
              </a:ext>
            </a:extLst>
          </p:cNvPr>
          <p:cNvSpPr>
            <a:spLocks noGrp="1"/>
          </p:cNvSpPr>
          <p:nvPr>
            <p:ph type="body" sz="quarter" idx="13" hasCustomPrompt="1"/>
          </p:nvPr>
        </p:nvSpPr>
        <p:spPr>
          <a:xfrm>
            <a:off x="872831" y="1510146"/>
            <a:ext cx="6927274" cy="2105890"/>
          </a:xfrm>
        </p:spPr>
        <p:txBody>
          <a:bodyPr anchor="ctr"/>
          <a:lstStyle>
            <a:lvl1pPr marL="0" indent="0" algn="ctr">
              <a:buNone/>
              <a:defRPr sz="4000" b="1">
                <a:solidFill>
                  <a:schemeClr val="accent2"/>
                </a:solidFill>
              </a:defRPr>
            </a:lvl1pPr>
          </a:lstStyle>
          <a:p>
            <a:pPr lvl="0"/>
            <a:r>
              <a:rPr lang="en-US" dirty="0"/>
              <a:t>ACTIVITY: TITLE</a:t>
            </a:r>
          </a:p>
        </p:txBody>
      </p:sp>
    </p:spTree>
    <p:extLst>
      <p:ext uri="{BB962C8B-B14F-4D97-AF65-F5344CB8AC3E}">
        <p14:creationId xmlns:p14="http://schemas.microsoft.com/office/powerpoint/2010/main" val="30645038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Minds-On Activity">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A8160BDD-7155-D744-B749-9730458604AD}" type="slidenum">
              <a:rPr lang="en-US" smtClean="0"/>
              <a:pPr/>
              <a:t>‹#›</a:t>
            </a:fld>
            <a:endParaRPr lang="en-US" dirty="0"/>
          </a:p>
        </p:txBody>
      </p:sp>
      <p:pic>
        <p:nvPicPr>
          <p:cNvPr id="5" name="Picture 4">
            <a:extLst>
              <a:ext uri="{FF2B5EF4-FFF2-40B4-BE49-F238E27FC236}">
                <a16:creationId xmlns:a16="http://schemas.microsoft.com/office/drawing/2014/main" id="{C45F8399-FFF5-714D-8FE2-89A7788522AC}"/>
              </a:ext>
            </a:extLst>
          </p:cNvPr>
          <p:cNvPicPr>
            <a:picLocks noChangeAspect="1"/>
          </p:cNvPicPr>
          <p:nvPr userDrawn="1"/>
        </p:nvPicPr>
        <p:blipFill>
          <a:blip r:embed="rId2"/>
          <a:srcRect/>
          <a:stretch/>
        </p:blipFill>
        <p:spPr>
          <a:xfrm>
            <a:off x="0" y="0"/>
            <a:ext cx="12192000" cy="6858000"/>
          </a:xfrm>
          <a:prstGeom prst="rect">
            <a:avLst/>
          </a:prstGeom>
        </p:spPr>
      </p:pic>
      <p:sp>
        <p:nvSpPr>
          <p:cNvPr id="7" name="Content Placeholder 2"/>
          <p:cNvSpPr>
            <a:spLocks noGrp="1"/>
          </p:cNvSpPr>
          <p:nvPr>
            <p:ph idx="1"/>
          </p:nvPr>
        </p:nvSpPr>
        <p:spPr>
          <a:xfrm>
            <a:off x="1083366" y="1302040"/>
            <a:ext cx="7245626" cy="4073524"/>
          </a:xfrm>
          <a:prstGeom prst="rect">
            <a:avLst/>
          </a:prstGeom>
        </p:spPr>
        <p:txBody>
          <a:bodyPr/>
          <a:lstStyle>
            <a:lvl1pPr marL="342900" marR="0" indent="-342900" algn="l" defTabSz="457200" rtl="0" eaLnBrk="1" fontAlgn="auto" latinLnBrk="0" hangingPunct="1">
              <a:lnSpc>
                <a:spcPct val="100000"/>
              </a:lnSpc>
              <a:spcBef>
                <a:spcPct val="20000"/>
              </a:spcBef>
              <a:spcAft>
                <a:spcPts val="0"/>
              </a:spcAft>
              <a:buClr>
                <a:srgbClr val="009DDC"/>
              </a:buClr>
              <a:buSzTx/>
              <a:buFont typeface="Arial"/>
              <a:buChar char="•"/>
              <a:tabLst/>
              <a:defRPr sz="1800" baseline="0"/>
            </a:lvl1pPr>
            <a:lvl2pPr marL="742950" marR="0" indent="-285750" algn="l" defTabSz="457200" rtl="0" eaLnBrk="1" fontAlgn="auto" latinLnBrk="0" hangingPunct="1">
              <a:lnSpc>
                <a:spcPct val="100000"/>
              </a:lnSpc>
              <a:spcBef>
                <a:spcPct val="20000"/>
              </a:spcBef>
              <a:spcAft>
                <a:spcPts val="0"/>
              </a:spcAft>
              <a:buClr>
                <a:srgbClr val="009DDC"/>
              </a:buClr>
              <a:buSzTx/>
              <a:buFont typeface="Arial"/>
              <a:buChar char="•"/>
              <a:tabLst/>
              <a:defRPr sz="1600" baseline="0"/>
            </a:lvl2pPr>
            <a:lvl3pPr marL="1143000" marR="0" indent="-228600" algn="l" defTabSz="457200" rtl="0" eaLnBrk="1" fontAlgn="auto" latinLnBrk="0" hangingPunct="1">
              <a:lnSpc>
                <a:spcPct val="100000"/>
              </a:lnSpc>
              <a:spcBef>
                <a:spcPct val="20000"/>
              </a:spcBef>
              <a:spcAft>
                <a:spcPts val="0"/>
              </a:spcAft>
              <a:buClr>
                <a:srgbClr val="009DDC"/>
              </a:buClr>
              <a:buSzTx/>
              <a:buFont typeface="Arial"/>
              <a:buChar char="•"/>
              <a:tabLst/>
              <a:defRPr/>
            </a:lvl3pPr>
          </a:lstStyle>
          <a:p>
            <a:pPr marL="342900" marR="0" lvl="0" indent="-342900" algn="l" defTabSz="457200" rtl="0" eaLnBrk="1" fontAlgn="auto" latinLnBrk="0" hangingPunct="1">
              <a:lnSpc>
                <a:spcPct val="100000"/>
              </a:lnSpc>
              <a:spcBef>
                <a:spcPct val="20000"/>
              </a:spcBef>
              <a:spcAft>
                <a:spcPts val="0"/>
              </a:spcAft>
              <a:buClr>
                <a:srgbClr val="009DDC"/>
              </a:buClr>
              <a:buSzTx/>
              <a:buFont typeface="Arial"/>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Click to edit Master text styles</a:t>
            </a:r>
          </a:p>
          <a:p>
            <a:pPr marL="342900" marR="0" lvl="1" indent="-342900" algn="l" defTabSz="457200" rtl="0" eaLnBrk="1" fontAlgn="auto" latinLnBrk="0" hangingPunct="1">
              <a:lnSpc>
                <a:spcPct val="100000"/>
              </a:lnSpc>
              <a:spcBef>
                <a:spcPct val="20000"/>
              </a:spcBef>
              <a:spcAft>
                <a:spcPts val="0"/>
              </a:spcAft>
              <a:buClr>
                <a:srgbClr val="009DDC"/>
              </a:buClr>
              <a:buSzTx/>
              <a:buFont typeface="Arial"/>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Second level</a:t>
            </a:r>
          </a:p>
          <a:p>
            <a:pPr marL="342900" marR="0" lvl="2" indent="-342900" algn="l" defTabSz="457200" rtl="0" eaLnBrk="1" fontAlgn="auto" latinLnBrk="0" hangingPunct="1">
              <a:lnSpc>
                <a:spcPct val="100000"/>
              </a:lnSpc>
              <a:spcBef>
                <a:spcPct val="20000"/>
              </a:spcBef>
              <a:spcAft>
                <a:spcPts val="0"/>
              </a:spcAft>
              <a:buClr>
                <a:srgbClr val="009DDC"/>
              </a:buClr>
              <a:buSzTx/>
              <a:buFont typeface="Arial"/>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Third level</a:t>
            </a:r>
          </a:p>
        </p:txBody>
      </p:sp>
      <p:sp>
        <p:nvSpPr>
          <p:cNvPr id="10" name="Title Placeholder 1">
            <a:extLst>
              <a:ext uri="{FF2B5EF4-FFF2-40B4-BE49-F238E27FC236}">
                <a16:creationId xmlns:a16="http://schemas.microsoft.com/office/drawing/2014/main" id="{67F3FAEE-EBB5-8F41-9D49-C3A289C7D762}"/>
              </a:ext>
            </a:extLst>
          </p:cNvPr>
          <p:cNvSpPr>
            <a:spLocks noGrp="1"/>
          </p:cNvSpPr>
          <p:nvPr>
            <p:ph type="title" hasCustomPrompt="1"/>
          </p:nvPr>
        </p:nvSpPr>
        <p:spPr>
          <a:xfrm>
            <a:off x="1072223" y="290945"/>
            <a:ext cx="7275698" cy="792482"/>
          </a:xfrm>
          <a:prstGeom prst="rect">
            <a:avLst/>
          </a:prstGeom>
        </p:spPr>
        <p:txBody>
          <a:bodyPr vert="horz" lIns="91440" tIns="45720" rIns="91440" bIns="45720" rtlCol="0" anchor="ctr">
            <a:noAutofit/>
          </a:bodyPr>
          <a:lstStyle>
            <a:lvl1pPr>
              <a:defRPr b="1">
                <a:solidFill>
                  <a:schemeClr val="accent6"/>
                </a:solidFill>
              </a:defRPr>
            </a:lvl1pPr>
          </a:lstStyle>
          <a:p>
            <a:r>
              <a:rPr lang="en-US" dirty="0"/>
              <a:t>CLICK TO ADD ACTIVITY TITLE</a:t>
            </a:r>
          </a:p>
        </p:txBody>
      </p:sp>
    </p:spTree>
    <p:extLst>
      <p:ext uri="{BB962C8B-B14F-4D97-AF65-F5344CB8AC3E}">
        <p14:creationId xmlns:p14="http://schemas.microsoft.com/office/powerpoint/2010/main" val="346467465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Minds-On Activity 2">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A8160BDD-7155-D744-B749-9730458604AD}" type="slidenum">
              <a:rPr lang="en-US" smtClean="0"/>
              <a:pPr/>
              <a:t>‹#›</a:t>
            </a:fld>
            <a:endParaRPr lang="en-US" dirty="0"/>
          </a:p>
        </p:txBody>
      </p:sp>
      <p:pic>
        <p:nvPicPr>
          <p:cNvPr id="4" name="Picture 3">
            <a:extLst>
              <a:ext uri="{FF2B5EF4-FFF2-40B4-BE49-F238E27FC236}">
                <a16:creationId xmlns:a16="http://schemas.microsoft.com/office/drawing/2014/main" id="{A5CA4131-5CC5-0446-9EA8-4C9F6E974B97}"/>
              </a:ext>
            </a:extLst>
          </p:cNvPr>
          <p:cNvPicPr>
            <a:picLocks noChangeAspect="1"/>
          </p:cNvPicPr>
          <p:nvPr userDrawn="1"/>
        </p:nvPicPr>
        <p:blipFill>
          <a:blip r:embed="rId2"/>
          <a:srcRect/>
          <a:stretch/>
        </p:blipFill>
        <p:spPr>
          <a:xfrm>
            <a:off x="0" y="0"/>
            <a:ext cx="12192000" cy="6858000"/>
          </a:xfrm>
          <a:prstGeom prst="rect">
            <a:avLst/>
          </a:prstGeom>
        </p:spPr>
      </p:pic>
      <p:sp>
        <p:nvSpPr>
          <p:cNvPr id="3" name="Text Placeholder 2">
            <a:extLst>
              <a:ext uri="{FF2B5EF4-FFF2-40B4-BE49-F238E27FC236}">
                <a16:creationId xmlns:a16="http://schemas.microsoft.com/office/drawing/2014/main" id="{4F915AE6-89DC-4B00-95C2-C09677B47DC6}"/>
              </a:ext>
            </a:extLst>
          </p:cNvPr>
          <p:cNvSpPr>
            <a:spLocks noGrp="1"/>
          </p:cNvSpPr>
          <p:nvPr>
            <p:ph type="body" sz="quarter" idx="13" hasCustomPrompt="1"/>
          </p:nvPr>
        </p:nvSpPr>
        <p:spPr>
          <a:xfrm>
            <a:off x="1025236" y="1510146"/>
            <a:ext cx="6927274" cy="2105890"/>
          </a:xfrm>
        </p:spPr>
        <p:txBody>
          <a:bodyPr anchor="ctr"/>
          <a:lstStyle>
            <a:lvl1pPr marL="0" indent="0" algn="ctr">
              <a:buNone/>
              <a:defRPr sz="4000" b="1">
                <a:solidFill>
                  <a:schemeClr val="accent1"/>
                </a:solidFill>
              </a:defRPr>
            </a:lvl1pPr>
          </a:lstStyle>
          <a:p>
            <a:pPr lvl="0"/>
            <a:r>
              <a:rPr lang="en-US" dirty="0"/>
              <a:t>ACTIVITY: TITLE</a:t>
            </a:r>
          </a:p>
        </p:txBody>
      </p:sp>
    </p:spTree>
    <p:extLst>
      <p:ext uri="{BB962C8B-B14F-4D97-AF65-F5344CB8AC3E}">
        <p14:creationId xmlns:p14="http://schemas.microsoft.com/office/powerpoint/2010/main" val="314904137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Reflective Questions">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A8160BDD-7155-D744-B749-9730458604AD}" type="slidenum">
              <a:rPr lang="en-US" smtClean="0"/>
              <a:pPr/>
              <a:t>‹#›</a:t>
            </a:fld>
            <a:endParaRPr lang="en-US" dirty="0"/>
          </a:p>
        </p:txBody>
      </p:sp>
      <p:pic>
        <p:nvPicPr>
          <p:cNvPr id="8" name="Picture 7">
            <a:extLst>
              <a:ext uri="{FF2B5EF4-FFF2-40B4-BE49-F238E27FC236}">
                <a16:creationId xmlns:a16="http://schemas.microsoft.com/office/drawing/2014/main" id="{2F2495DB-8197-C747-9D12-B9B16AD79028}"/>
              </a:ext>
            </a:extLst>
          </p:cNvPr>
          <p:cNvPicPr>
            <a:picLocks noChangeAspect="1"/>
          </p:cNvPicPr>
          <p:nvPr userDrawn="1"/>
        </p:nvPicPr>
        <p:blipFill>
          <a:blip r:embed="rId2"/>
          <a:srcRect/>
          <a:stretch/>
        </p:blipFill>
        <p:spPr>
          <a:xfrm>
            <a:off x="0" y="0"/>
            <a:ext cx="12192000" cy="6858000"/>
          </a:xfrm>
          <a:prstGeom prst="rect">
            <a:avLst/>
          </a:prstGeom>
        </p:spPr>
      </p:pic>
      <p:sp>
        <p:nvSpPr>
          <p:cNvPr id="3" name="Text Placeholder 2">
            <a:extLst>
              <a:ext uri="{FF2B5EF4-FFF2-40B4-BE49-F238E27FC236}">
                <a16:creationId xmlns:a16="http://schemas.microsoft.com/office/drawing/2014/main" id="{C139B97F-4B6B-4623-8514-D7FD629FE24B}"/>
              </a:ext>
            </a:extLst>
          </p:cNvPr>
          <p:cNvSpPr>
            <a:spLocks noGrp="1"/>
          </p:cNvSpPr>
          <p:nvPr>
            <p:ph type="body" sz="quarter" idx="13" hasCustomPrompt="1"/>
          </p:nvPr>
        </p:nvSpPr>
        <p:spPr>
          <a:xfrm>
            <a:off x="1025236" y="1302042"/>
            <a:ext cx="8065601" cy="3461344"/>
          </a:xfrm>
        </p:spPr>
        <p:txBody>
          <a:bodyPr/>
          <a:lstStyle>
            <a:lvl1pPr>
              <a:spcAft>
                <a:spcPts val="2400"/>
              </a:spcAft>
              <a:buFont typeface="+mj-lt"/>
              <a:buAutoNum type="arabicPeriod"/>
              <a:defRPr sz="2000"/>
            </a:lvl1pPr>
            <a:lvl2pPr marL="800100" indent="-342900">
              <a:buFont typeface="+mj-lt"/>
              <a:buAutoNum type="arabicPeriod"/>
              <a:defRPr/>
            </a:lvl2pPr>
            <a:lvl3pPr marL="1257300" indent="-342900">
              <a:buFont typeface="+mj-lt"/>
              <a:buAutoNum type="arabicPeriod"/>
              <a:defRPr/>
            </a:lvl3pPr>
            <a:lvl4pPr marL="1828800" indent="-457200">
              <a:buFont typeface="+mj-lt"/>
              <a:buAutoNum type="arabicPeriod"/>
              <a:defRPr/>
            </a:lvl4pPr>
            <a:lvl5pPr marL="2286000" indent="-457200">
              <a:buFont typeface="+mj-lt"/>
              <a:buAutoNum type="arabicPeriod"/>
              <a:defRPr/>
            </a:lvl5pPr>
          </a:lstStyle>
          <a:p>
            <a:pPr lvl="0"/>
            <a:r>
              <a:rPr lang="en-US" dirty="0"/>
              <a:t>Insert Question #1</a:t>
            </a:r>
          </a:p>
          <a:p>
            <a:pPr lvl="0"/>
            <a:r>
              <a:rPr lang="en-US" dirty="0"/>
              <a:t>Insert Question #2</a:t>
            </a:r>
          </a:p>
          <a:p>
            <a:pPr lvl="0"/>
            <a:endParaRPr lang="en-US" dirty="0"/>
          </a:p>
        </p:txBody>
      </p:sp>
      <p:sp>
        <p:nvSpPr>
          <p:cNvPr id="9" name="TextBox 8">
            <a:extLst>
              <a:ext uri="{FF2B5EF4-FFF2-40B4-BE49-F238E27FC236}">
                <a16:creationId xmlns:a16="http://schemas.microsoft.com/office/drawing/2014/main" id="{4381B051-CC06-447C-AEEE-4E1DE7CB3684}"/>
              </a:ext>
            </a:extLst>
          </p:cNvPr>
          <p:cNvSpPr txBox="1"/>
          <p:nvPr userDrawn="1"/>
        </p:nvSpPr>
        <p:spPr>
          <a:xfrm>
            <a:off x="997528" y="462617"/>
            <a:ext cx="8672946" cy="461665"/>
          </a:xfrm>
          <a:prstGeom prst="rect">
            <a:avLst/>
          </a:prstGeom>
          <a:noFill/>
        </p:spPr>
        <p:txBody>
          <a:bodyPr wrap="square" rtlCol="0">
            <a:spAutoFit/>
          </a:bodyPr>
          <a:lstStyle/>
          <a:p>
            <a:r>
              <a:rPr lang="en-US" sz="2400" b="1" dirty="0">
                <a:solidFill>
                  <a:schemeClr val="accent1"/>
                </a:solidFill>
                <a:latin typeface="Calibri" panose="020F0502020204030204" pitchFamily="34" charset="0"/>
              </a:rPr>
              <a:t>REFLECTIVE QUESTIONS</a:t>
            </a:r>
          </a:p>
        </p:txBody>
      </p:sp>
    </p:spTree>
    <p:extLst>
      <p:ext uri="{BB962C8B-B14F-4D97-AF65-F5344CB8AC3E}">
        <p14:creationId xmlns:p14="http://schemas.microsoft.com/office/powerpoint/2010/main" val="136432226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A8160BDD-7155-D744-B749-9730458604AD}" type="slidenum">
              <a:rPr lang="en-US" smtClean="0"/>
              <a:t>‹#›</a:t>
            </a:fld>
            <a:endParaRPr lang="en-US" dirty="0"/>
          </a:p>
        </p:txBody>
      </p:sp>
    </p:spTree>
    <p:extLst>
      <p:ext uri="{BB962C8B-B14F-4D97-AF65-F5344CB8AC3E}">
        <p14:creationId xmlns:p14="http://schemas.microsoft.com/office/powerpoint/2010/main" val="119760171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Blank with Logo">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A8160BDD-7155-D744-B749-9730458604AD}" type="slidenum">
              <a:rPr lang="en-US" smtClean="0"/>
              <a:t>‹#›</a:t>
            </a:fld>
            <a:endParaRPr lang="en-US" dirty="0"/>
          </a:p>
        </p:txBody>
      </p:sp>
      <p:pic>
        <p:nvPicPr>
          <p:cNvPr id="5" name="Picture 4" descr="A close up of a sign&#10;&#10;Description automatically generated">
            <a:extLst>
              <a:ext uri="{FF2B5EF4-FFF2-40B4-BE49-F238E27FC236}">
                <a16:creationId xmlns:a16="http://schemas.microsoft.com/office/drawing/2014/main" id="{265D8D75-6CEC-F848-822E-BF7A0AFAF04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628340" y="6297976"/>
            <a:ext cx="2205318" cy="518899"/>
          </a:xfrm>
          <a:prstGeom prst="rect">
            <a:avLst/>
          </a:prstGeom>
        </p:spPr>
      </p:pic>
    </p:spTree>
    <p:extLst>
      <p:ext uri="{BB962C8B-B14F-4D97-AF65-F5344CB8AC3E}">
        <p14:creationId xmlns:p14="http://schemas.microsoft.com/office/powerpoint/2010/main" val="383426675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_NoHeader">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A8160BDD-7155-D744-B749-9730458604AD}" type="slidenum">
              <a:rPr lang="en-US" smtClean="0"/>
              <a:t>‹#›</a:t>
            </a:fld>
            <a:endParaRPr lang="en-US"/>
          </a:p>
        </p:txBody>
      </p:sp>
      <p:sp>
        <p:nvSpPr>
          <p:cNvPr id="2" name="Rectangle 1">
            <a:extLst>
              <a:ext uri="{FF2B5EF4-FFF2-40B4-BE49-F238E27FC236}">
                <a16:creationId xmlns:a16="http://schemas.microsoft.com/office/drawing/2014/main" id="{C8193AA2-F1FD-415B-809F-52E7D4576B38}"/>
              </a:ext>
            </a:extLst>
          </p:cNvPr>
          <p:cNvSpPr/>
          <p:nvPr userDrawn="1"/>
        </p:nvSpPr>
        <p:spPr>
          <a:xfrm>
            <a:off x="0" y="1"/>
            <a:ext cx="12192000" cy="979749"/>
          </a:xfrm>
          <a:prstGeom prst="rect">
            <a:avLst/>
          </a:prstGeom>
          <a:solidFill>
            <a:schemeClr val="bg2"/>
          </a:solidFill>
          <a:ln w="28575" cap="flat" cmpd="sng" algn="ctr">
            <a:solidFill>
              <a:schemeClr val="bg1"/>
            </a:solidFill>
            <a:prstDash val="solid"/>
          </a:ln>
          <a:effectLst/>
        </p:spPr>
        <p:txBody>
          <a:bodyPr rtlCol="0" anchor="ctr"/>
          <a:lstStyle/>
          <a:p>
            <a:pPr algn="ctr" defTabSz="914400"/>
            <a:endParaRPr lang="en-US" sz="1100" b="1" kern="0" dirty="0" err="1">
              <a:solidFill>
                <a:srgbClr val="FF0000"/>
              </a:solidFill>
              <a:latin typeface="Arial"/>
            </a:endParaRPr>
          </a:p>
        </p:txBody>
      </p:sp>
    </p:spTree>
    <p:extLst>
      <p:ext uri="{BB962C8B-B14F-4D97-AF65-F5344CB8AC3E}">
        <p14:creationId xmlns:p14="http://schemas.microsoft.com/office/powerpoint/2010/main" val="131895358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r>
              <a:rPr lang="en-US" dirty="0"/>
              <a:t>Click to add title</a:t>
            </a:r>
          </a:p>
        </p:txBody>
      </p:sp>
      <p:sp>
        <p:nvSpPr>
          <p:cNvPr id="3" name="Content Placeholder 2"/>
          <p:cNvSpPr>
            <a:spLocks noGrp="1"/>
          </p:cNvSpPr>
          <p:nvPr>
            <p:ph sz="half" idx="1"/>
          </p:nvPr>
        </p:nvSpPr>
        <p:spPr>
          <a:xfrm>
            <a:off x="609600" y="1600203"/>
            <a:ext cx="5384800" cy="4525963"/>
          </a:xfrm>
        </p:spPr>
        <p:txBody>
          <a:bodyPr/>
          <a:lstStyle>
            <a:lvl1pPr>
              <a:defRPr sz="1800"/>
            </a:lvl1pPr>
            <a:lvl2pPr>
              <a:defRPr sz="1600"/>
            </a:lvl2pPr>
            <a:lvl3pPr>
              <a:defRPr sz="14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
        <p:nvSpPr>
          <p:cNvPr id="4" name="Content Placeholder 3"/>
          <p:cNvSpPr>
            <a:spLocks noGrp="1"/>
          </p:cNvSpPr>
          <p:nvPr>
            <p:ph sz="half" idx="2"/>
          </p:nvPr>
        </p:nvSpPr>
        <p:spPr>
          <a:xfrm>
            <a:off x="6197600" y="1600203"/>
            <a:ext cx="5384800" cy="4525963"/>
          </a:xfrm>
        </p:spPr>
        <p:txBody>
          <a:bodyPr>
            <a:noAutofit/>
          </a:bodyPr>
          <a:lstStyle>
            <a:lvl1pPr>
              <a:defRPr sz="1800"/>
            </a:lvl1pPr>
            <a:lvl2pPr>
              <a:defRPr sz="1600"/>
            </a:lvl2pPr>
            <a:lvl3pPr>
              <a:defRPr sz="14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
        <p:nvSpPr>
          <p:cNvPr id="7" name="Slide Number Placeholder 6"/>
          <p:cNvSpPr>
            <a:spLocks noGrp="1"/>
          </p:cNvSpPr>
          <p:nvPr>
            <p:ph type="sldNum" sz="quarter" idx="12"/>
          </p:nvPr>
        </p:nvSpPr>
        <p:spPr/>
        <p:txBody>
          <a:bodyPr/>
          <a:lstStyle/>
          <a:p>
            <a:fld id="{A8160BDD-7155-D744-B749-9730458604AD}" type="slidenum">
              <a:rPr lang="en-US" smtClean="0"/>
              <a:t>‹#›</a:t>
            </a:fld>
            <a:endParaRPr lang="en-US" dirty="0"/>
          </a:p>
        </p:txBody>
      </p:sp>
      <p:pic>
        <p:nvPicPr>
          <p:cNvPr id="8" name="Picture 7" descr="A close up of a sign&#10;&#10;Description automatically generated">
            <a:extLst>
              <a:ext uri="{FF2B5EF4-FFF2-40B4-BE49-F238E27FC236}">
                <a16:creationId xmlns:a16="http://schemas.microsoft.com/office/drawing/2014/main" id="{05BA03AB-6813-664D-B697-5FFAF521D10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628340" y="6297976"/>
            <a:ext cx="2205318" cy="518899"/>
          </a:xfrm>
          <a:prstGeom prst="rect">
            <a:avLst/>
          </a:prstGeom>
        </p:spPr>
      </p:pic>
    </p:spTree>
    <p:extLst>
      <p:ext uri="{BB962C8B-B14F-4D97-AF65-F5344CB8AC3E}">
        <p14:creationId xmlns:p14="http://schemas.microsoft.com/office/powerpoint/2010/main" val="425707452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r>
              <a:rPr lang="en-US" dirty="0"/>
              <a:t>Click to add title</a:t>
            </a:r>
          </a:p>
        </p:txBody>
      </p:sp>
      <p:sp>
        <p:nvSpPr>
          <p:cNvPr id="3" name="Text Placeholder 2"/>
          <p:cNvSpPr>
            <a:spLocks noGrp="1"/>
          </p:cNvSpPr>
          <p:nvPr>
            <p:ph type="body" idx="1"/>
          </p:nvPr>
        </p:nvSpPr>
        <p:spPr>
          <a:xfrm>
            <a:off x="609600" y="1535113"/>
            <a:ext cx="5386917" cy="639762"/>
          </a:xfrm>
        </p:spPr>
        <p:txBody>
          <a:bodyPr anchor="b">
            <a:noAutofit/>
          </a:bodyPr>
          <a:lstStyle>
            <a:lvl1pPr marL="0" indent="0" algn="l">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noAutofit/>
          </a:bodyPr>
          <a:lstStyle>
            <a:lvl1pPr>
              <a:defRPr sz="1800"/>
            </a:lvl1pPr>
            <a:lvl2pPr>
              <a:defRPr sz="1600"/>
            </a:lvl2pPr>
            <a:lvl3pPr>
              <a:defRPr sz="14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p:txBody>
      </p:sp>
      <p:sp>
        <p:nvSpPr>
          <p:cNvPr id="5" name="Text Placeholder 4"/>
          <p:cNvSpPr>
            <a:spLocks noGrp="1"/>
          </p:cNvSpPr>
          <p:nvPr>
            <p:ph type="body" sz="quarter" idx="3"/>
          </p:nvPr>
        </p:nvSpPr>
        <p:spPr>
          <a:xfrm>
            <a:off x="6193369" y="1535113"/>
            <a:ext cx="5389033" cy="639762"/>
          </a:xfrm>
        </p:spPr>
        <p:txBody>
          <a:bodyPr anchor="b">
            <a:no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p:spPr>
        <p:txBody>
          <a:bodyPr>
            <a:noAutofit/>
          </a:bodyPr>
          <a:lstStyle>
            <a:lvl1pPr>
              <a:defRPr sz="1800"/>
            </a:lvl1pPr>
            <a:lvl2pPr>
              <a:defRPr sz="1600"/>
            </a:lvl2pPr>
            <a:lvl3pPr>
              <a:defRPr sz="14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p:txBody>
      </p:sp>
      <p:sp>
        <p:nvSpPr>
          <p:cNvPr id="9" name="Slide Number Placeholder 8"/>
          <p:cNvSpPr>
            <a:spLocks noGrp="1"/>
          </p:cNvSpPr>
          <p:nvPr>
            <p:ph type="sldNum" sz="quarter" idx="12"/>
          </p:nvPr>
        </p:nvSpPr>
        <p:spPr/>
        <p:txBody>
          <a:bodyPr/>
          <a:lstStyle/>
          <a:p>
            <a:fld id="{A8160BDD-7155-D744-B749-9730458604AD}" type="slidenum">
              <a:rPr lang="en-US" smtClean="0"/>
              <a:t>‹#›</a:t>
            </a:fld>
            <a:endParaRPr lang="en-US" dirty="0"/>
          </a:p>
        </p:txBody>
      </p:sp>
      <p:pic>
        <p:nvPicPr>
          <p:cNvPr id="10" name="Picture 9" descr="A close up of a sign&#10;&#10;Description automatically generated">
            <a:extLst>
              <a:ext uri="{FF2B5EF4-FFF2-40B4-BE49-F238E27FC236}">
                <a16:creationId xmlns:a16="http://schemas.microsoft.com/office/drawing/2014/main" id="{05292730-C4A0-C547-BA9D-56A0205CD9E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628340" y="6297976"/>
            <a:ext cx="2205318" cy="518899"/>
          </a:xfrm>
          <a:prstGeom prst="rect">
            <a:avLst/>
          </a:prstGeom>
        </p:spPr>
      </p:pic>
    </p:spTree>
    <p:extLst>
      <p:ext uri="{BB962C8B-B14F-4D97-AF65-F5344CB8AC3E}">
        <p14:creationId xmlns:p14="http://schemas.microsoft.com/office/powerpoint/2010/main" val="169573438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3297" y="0"/>
            <a:ext cx="10397067" cy="955040"/>
          </a:xfrm>
        </p:spPr>
        <p:txBody>
          <a:bodyPr anchor="ctr" anchorCtr="0">
            <a:noAutofit/>
          </a:bodyPr>
          <a:lstStyle>
            <a:lvl1pPr algn="l">
              <a:defRPr sz="2400" b="0"/>
            </a:lvl1pPr>
          </a:lstStyle>
          <a:p>
            <a:r>
              <a:rPr lang="en-US" dirty="0"/>
              <a:t>Click to add title</a:t>
            </a:r>
          </a:p>
        </p:txBody>
      </p:sp>
      <p:sp>
        <p:nvSpPr>
          <p:cNvPr id="3" name="Content Placeholder 2"/>
          <p:cNvSpPr>
            <a:spLocks noGrp="1"/>
          </p:cNvSpPr>
          <p:nvPr>
            <p:ph idx="1"/>
          </p:nvPr>
        </p:nvSpPr>
        <p:spPr>
          <a:xfrm>
            <a:off x="4766733" y="1435103"/>
            <a:ext cx="6815667" cy="4691063"/>
          </a:xfrm>
        </p:spPr>
        <p:txBody>
          <a:bodyPr>
            <a:noAutofit/>
          </a:bodyPr>
          <a:lstStyle>
            <a:lvl1pPr>
              <a:defRPr sz="1800"/>
            </a:lvl1pPr>
            <a:lvl2pPr>
              <a:defRPr sz="1600"/>
            </a:lvl2pPr>
            <a:lvl3pPr>
              <a:defRPr sz="1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p:txBody>
      </p:sp>
      <p:sp>
        <p:nvSpPr>
          <p:cNvPr id="4" name="Text Placeholder 3"/>
          <p:cNvSpPr>
            <a:spLocks noGrp="1"/>
          </p:cNvSpPr>
          <p:nvPr>
            <p:ph type="body" sz="half" idx="2"/>
          </p:nvPr>
        </p:nvSpPr>
        <p:spPr>
          <a:xfrm>
            <a:off x="609602" y="1435103"/>
            <a:ext cx="4011084" cy="4691063"/>
          </a:xfrm>
        </p:spPr>
        <p:txBody>
          <a:bodyPr/>
          <a:lstStyle>
            <a:lvl1pPr marL="0" indent="0">
              <a:buNone/>
              <a:defRPr sz="20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Slide Number Placeholder 6"/>
          <p:cNvSpPr>
            <a:spLocks noGrp="1"/>
          </p:cNvSpPr>
          <p:nvPr>
            <p:ph type="sldNum" sz="quarter" idx="12"/>
          </p:nvPr>
        </p:nvSpPr>
        <p:spPr/>
        <p:txBody>
          <a:bodyPr/>
          <a:lstStyle/>
          <a:p>
            <a:fld id="{A8160BDD-7155-D744-B749-9730458604AD}" type="slidenum">
              <a:rPr lang="en-US" smtClean="0"/>
              <a:t>‹#›</a:t>
            </a:fld>
            <a:endParaRPr lang="en-US" dirty="0"/>
          </a:p>
        </p:txBody>
      </p:sp>
      <p:pic>
        <p:nvPicPr>
          <p:cNvPr id="8" name="Picture 7" descr="A close up of a sign&#10;&#10;Description automatically generated">
            <a:extLst>
              <a:ext uri="{FF2B5EF4-FFF2-40B4-BE49-F238E27FC236}">
                <a16:creationId xmlns:a16="http://schemas.microsoft.com/office/drawing/2014/main" id="{49EAFBBC-2C9E-1241-84D4-E9756B6DE54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628340" y="6297976"/>
            <a:ext cx="2205318" cy="518899"/>
          </a:xfrm>
          <a:prstGeom prst="rect">
            <a:avLst/>
          </a:prstGeom>
        </p:spPr>
      </p:pic>
    </p:spTree>
    <p:extLst>
      <p:ext uri="{BB962C8B-B14F-4D97-AF65-F5344CB8AC3E}">
        <p14:creationId xmlns:p14="http://schemas.microsoft.com/office/powerpoint/2010/main" val="22656272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956904"/>
            <a:ext cx="7315200" cy="566738"/>
          </a:xfrm>
        </p:spPr>
        <p:txBody>
          <a:bodyPr anchor="b"/>
          <a:lstStyle>
            <a:lvl1pPr algn="l">
              <a:defRPr sz="2000" b="1"/>
            </a:lvl1pPr>
          </a:lstStyle>
          <a:p>
            <a:r>
              <a:rPr lang="en-US"/>
              <a:t>Click to edit Master title style</a:t>
            </a:r>
            <a:endParaRPr lang="en-US" dirty="0"/>
          </a:p>
        </p:txBody>
      </p:sp>
      <p:sp>
        <p:nvSpPr>
          <p:cNvPr id="3" name="Picture Placeholder 2"/>
          <p:cNvSpPr>
            <a:spLocks noGrp="1"/>
          </p:cNvSpPr>
          <p:nvPr>
            <p:ph type="pic" idx="1"/>
          </p:nvPr>
        </p:nvSpPr>
        <p:spPr>
          <a:xfrm>
            <a:off x="2389717" y="1113694"/>
            <a:ext cx="7315200" cy="3770187"/>
          </a:xfrm>
        </p:spPr>
        <p:txBody>
          <a:bodyPr>
            <a:noAutofit/>
          </a:bodyPr>
          <a:lstStyle>
            <a:lvl1pPr marL="0" indent="0">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2389717" y="5523642"/>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Slide Number Placeholder 6"/>
          <p:cNvSpPr>
            <a:spLocks noGrp="1"/>
          </p:cNvSpPr>
          <p:nvPr>
            <p:ph type="sldNum" sz="quarter" idx="12"/>
          </p:nvPr>
        </p:nvSpPr>
        <p:spPr/>
        <p:txBody>
          <a:bodyPr/>
          <a:lstStyle/>
          <a:p>
            <a:fld id="{A8160BDD-7155-D744-B749-9730458604AD}" type="slidenum">
              <a:rPr lang="en-US" smtClean="0"/>
              <a:t>‹#›</a:t>
            </a:fld>
            <a:endParaRPr lang="en-US" dirty="0"/>
          </a:p>
        </p:txBody>
      </p:sp>
      <p:pic>
        <p:nvPicPr>
          <p:cNvPr id="8" name="Picture 7" descr="A close up of a sign&#10;&#10;Description automatically generated">
            <a:extLst>
              <a:ext uri="{FF2B5EF4-FFF2-40B4-BE49-F238E27FC236}">
                <a16:creationId xmlns:a16="http://schemas.microsoft.com/office/drawing/2014/main" id="{4F6FF233-EB40-BE4E-8AC9-9CA2504D2A3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628340" y="6297976"/>
            <a:ext cx="2205318" cy="518899"/>
          </a:xfrm>
          <a:prstGeom prst="rect">
            <a:avLst/>
          </a:prstGeom>
        </p:spPr>
      </p:pic>
    </p:spTree>
    <p:extLst>
      <p:ext uri="{BB962C8B-B14F-4D97-AF65-F5344CB8AC3E}">
        <p14:creationId xmlns:p14="http://schemas.microsoft.com/office/powerpoint/2010/main" val="205005402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r>
              <a:rPr lang="en-US" dirty="0"/>
              <a:t>Click to add title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p:txBody>
      </p:sp>
      <p:sp>
        <p:nvSpPr>
          <p:cNvPr id="6" name="Slide Number Placeholder 5"/>
          <p:cNvSpPr>
            <a:spLocks noGrp="1"/>
          </p:cNvSpPr>
          <p:nvPr>
            <p:ph type="sldNum" sz="quarter" idx="12"/>
          </p:nvPr>
        </p:nvSpPr>
        <p:spPr/>
        <p:txBody>
          <a:bodyPr/>
          <a:lstStyle/>
          <a:p>
            <a:fld id="{A8160BDD-7155-D744-B749-9730458604AD}" type="slidenum">
              <a:rPr lang="en-US" smtClean="0"/>
              <a:t>‹#›</a:t>
            </a:fld>
            <a:endParaRPr lang="en-US" dirty="0"/>
          </a:p>
        </p:txBody>
      </p:sp>
      <p:pic>
        <p:nvPicPr>
          <p:cNvPr id="7" name="Picture 6" descr="A close up of a sign&#10;&#10;Description automatically generated">
            <a:extLst>
              <a:ext uri="{FF2B5EF4-FFF2-40B4-BE49-F238E27FC236}">
                <a16:creationId xmlns:a16="http://schemas.microsoft.com/office/drawing/2014/main" id="{728CC025-3396-904D-927D-1DFCABD646B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628340" y="6297976"/>
            <a:ext cx="2205318" cy="518899"/>
          </a:xfrm>
          <a:prstGeom prst="rect">
            <a:avLst/>
          </a:prstGeom>
        </p:spPr>
      </p:pic>
    </p:spTree>
    <p:extLst>
      <p:ext uri="{BB962C8B-B14F-4D97-AF65-F5344CB8AC3E}">
        <p14:creationId xmlns:p14="http://schemas.microsoft.com/office/powerpoint/2010/main" val="394185974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hasCustomPrompt="1"/>
          </p:nvPr>
        </p:nvSpPr>
        <p:spPr>
          <a:xfrm>
            <a:off x="8839200" y="1211385"/>
            <a:ext cx="2743200" cy="4914778"/>
          </a:xfrm>
        </p:spPr>
        <p:txBody>
          <a:bodyPr vert="eaVert"/>
          <a:lstStyle>
            <a:lvl1pPr>
              <a:defRPr>
                <a:solidFill>
                  <a:srgbClr val="000000"/>
                </a:solidFill>
              </a:defRPr>
            </a:lvl1pPr>
          </a:lstStyle>
          <a:p>
            <a:r>
              <a:rPr lang="en-US" dirty="0"/>
              <a:t>Click to add title</a:t>
            </a:r>
          </a:p>
        </p:txBody>
      </p:sp>
      <p:sp>
        <p:nvSpPr>
          <p:cNvPr id="3" name="Vertical Text Placeholder 2"/>
          <p:cNvSpPr>
            <a:spLocks noGrp="1"/>
          </p:cNvSpPr>
          <p:nvPr>
            <p:ph type="body" orient="vert" idx="1"/>
          </p:nvPr>
        </p:nvSpPr>
        <p:spPr>
          <a:xfrm>
            <a:off x="609600" y="1211385"/>
            <a:ext cx="8026400" cy="4914778"/>
          </a:xfrm>
        </p:spPr>
        <p:txBody>
          <a:bodyPr vert="eaVert"/>
          <a:lstStyle/>
          <a:p>
            <a:pPr lvl="0"/>
            <a:r>
              <a:rPr lang="en-US"/>
              <a:t>Click to edit Master text styles</a:t>
            </a:r>
          </a:p>
          <a:p>
            <a:pPr lvl="1"/>
            <a:r>
              <a:rPr lang="en-US"/>
              <a:t>Second level</a:t>
            </a:r>
          </a:p>
          <a:p>
            <a:pPr lvl="2"/>
            <a:r>
              <a:rPr lang="en-US"/>
              <a:t>Third level</a:t>
            </a:r>
          </a:p>
        </p:txBody>
      </p:sp>
      <p:sp>
        <p:nvSpPr>
          <p:cNvPr id="6" name="Slide Number Placeholder 5"/>
          <p:cNvSpPr>
            <a:spLocks noGrp="1"/>
          </p:cNvSpPr>
          <p:nvPr>
            <p:ph type="sldNum" sz="quarter" idx="12"/>
          </p:nvPr>
        </p:nvSpPr>
        <p:spPr/>
        <p:txBody>
          <a:bodyPr/>
          <a:lstStyle/>
          <a:p>
            <a:fld id="{A8160BDD-7155-D744-B749-9730458604AD}" type="slidenum">
              <a:rPr lang="en-US" smtClean="0"/>
              <a:t>‹#›</a:t>
            </a:fld>
            <a:endParaRPr lang="en-US" dirty="0"/>
          </a:p>
        </p:txBody>
      </p:sp>
      <p:pic>
        <p:nvPicPr>
          <p:cNvPr id="7" name="Picture 6" descr="A close up of a sign&#10;&#10;Description automatically generated">
            <a:extLst>
              <a:ext uri="{FF2B5EF4-FFF2-40B4-BE49-F238E27FC236}">
                <a16:creationId xmlns:a16="http://schemas.microsoft.com/office/drawing/2014/main" id="{2D64BF27-2D44-684C-892F-6C15A97C687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628340" y="6297976"/>
            <a:ext cx="2205318" cy="518899"/>
          </a:xfrm>
          <a:prstGeom prst="rect">
            <a:avLst/>
          </a:prstGeom>
        </p:spPr>
      </p:pic>
    </p:spTree>
    <p:extLst>
      <p:ext uri="{BB962C8B-B14F-4D97-AF65-F5344CB8AC3E}">
        <p14:creationId xmlns:p14="http://schemas.microsoft.com/office/powerpoint/2010/main" val="10825046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image" Target="../media/image1.png"/><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0253B76-2A7A-7948-8D60-7A6A79959BAB}"/>
              </a:ext>
            </a:extLst>
          </p:cNvPr>
          <p:cNvPicPr>
            <a:picLocks noChangeAspect="1"/>
          </p:cNvPicPr>
          <p:nvPr userDrawn="1"/>
        </p:nvPicPr>
        <p:blipFill>
          <a:blip r:embed="rId26"/>
          <a:stretch>
            <a:fillRect/>
          </a:stretch>
        </p:blipFill>
        <p:spPr>
          <a:xfrm>
            <a:off x="0" y="0"/>
            <a:ext cx="12192000" cy="977900"/>
          </a:xfrm>
          <a:prstGeom prst="rect">
            <a:avLst/>
          </a:prstGeom>
        </p:spPr>
      </p:pic>
      <p:sp>
        <p:nvSpPr>
          <p:cNvPr id="2" name="Title Placeholder 1"/>
          <p:cNvSpPr>
            <a:spLocks noGrp="1"/>
          </p:cNvSpPr>
          <p:nvPr>
            <p:ph type="title"/>
          </p:nvPr>
        </p:nvSpPr>
        <p:spPr>
          <a:xfrm>
            <a:off x="455901" y="0"/>
            <a:ext cx="11284154" cy="965551"/>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455900" y="1307130"/>
            <a:ext cx="11280203" cy="4935408"/>
          </a:xfrm>
          <a:prstGeom prst="rect">
            <a:avLst/>
          </a:prstGeom>
        </p:spPr>
        <p:txBody>
          <a:bodyPr vert="horz" lIns="91440" tIns="45720" rIns="91440" bIns="45720" rtlCol="0">
            <a:noAutofit/>
          </a:bodyPr>
          <a:lstStyle/>
          <a:p>
            <a:pPr lvl="0"/>
            <a:r>
              <a:rPr lang="en-US" dirty="0"/>
              <a:t>Click to edit Master text styles</a:t>
            </a:r>
          </a:p>
          <a:p>
            <a:pPr lvl="1"/>
            <a:r>
              <a:rPr lang="en-US" dirty="0"/>
              <a:t>Second level</a:t>
            </a:r>
          </a:p>
          <a:p>
            <a:pPr lvl="2"/>
            <a:r>
              <a:rPr lang="en-US" dirty="0"/>
              <a:t>Third level</a:t>
            </a:r>
          </a:p>
        </p:txBody>
      </p:sp>
      <p:sp>
        <p:nvSpPr>
          <p:cNvPr id="6" name="Slide Number Placeholder 5"/>
          <p:cNvSpPr>
            <a:spLocks noGrp="1"/>
          </p:cNvSpPr>
          <p:nvPr>
            <p:ph type="sldNum" sz="quarter" idx="4"/>
          </p:nvPr>
        </p:nvSpPr>
        <p:spPr>
          <a:xfrm>
            <a:off x="9243741" y="6455642"/>
            <a:ext cx="2844800" cy="365125"/>
          </a:xfrm>
          <a:prstGeom prst="rect">
            <a:avLst/>
          </a:prstGeom>
        </p:spPr>
        <p:txBody>
          <a:bodyPr vert="horz" lIns="91440" tIns="45720" rIns="91440" bIns="45720" rtlCol="0" anchor="ctr"/>
          <a:lstStyle>
            <a:lvl1pPr algn="r">
              <a:defRPr sz="800">
                <a:solidFill>
                  <a:srgbClr val="C4C4C4"/>
                </a:solidFill>
                <a:latin typeface="Arial"/>
                <a:cs typeface="Arial"/>
              </a:defRPr>
            </a:lvl1pPr>
          </a:lstStyle>
          <a:p>
            <a:fld id="{A8160BDD-7155-D744-B749-9730458604AD}" type="slidenum">
              <a:rPr lang="en-US" smtClean="0"/>
              <a:pPr/>
              <a:t>‹#›</a:t>
            </a:fld>
            <a:endParaRPr lang="en-US" dirty="0"/>
          </a:p>
        </p:txBody>
      </p:sp>
      <p:sp>
        <p:nvSpPr>
          <p:cNvPr id="8" name="Footer Placeholder 2"/>
          <p:cNvSpPr txBox="1">
            <a:spLocks/>
          </p:cNvSpPr>
          <p:nvPr/>
        </p:nvSpPr>
        <p:spPr>
          <a:xfrm>
            <a:off x="103460" y="6455643"/>
            <a:ext cx="6419943" cy="365125"/>
          </a:xfrm>
          <a:prstGeom prst="rect">
            <a:avLst/>
          </a:prstGeom>
        </p:spPr>
        <p:txBody>
          <a:bodyPr vert="horz" lIns="91440" tIns="45720" rIns="91440" bIns="45720" rtlCol="0" anchor="ctr"/>
          <a:lstStyle>
            <a:defPPr>
              <a:defRPr lang="en-US"/>
            </a:defPPr>
            <a:lvl1pPr marL="0" algn="l" defTabSz="457200" rtl="0" eaLnBrk="0" latinLnBrk="0" hangingPunct="0">
              <a:defRPr lang="en-US" sz="1000" b="0" kern="1200" smtClean="0">
                <a:solidFill>
                  <a:srgbClr val="C4C4C4"/>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l" defTabSz="457200" rtl="0" eaLnBrk="0" fontAlgn="auto" latinLnBrk="0" hangingPunct="0">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C4C4C4"/>
                </a:solidFill>
                <a:effectLst/>
                <a:uLnTx/>
                <a:uFillTx/>
                <a:latin typeface="Arial"/>
                <a:ea typeface="+mn-ea"/>
                <a:cs typeface="Arial"/>
              </a:rPr>
              <a:t>Copyright © 2023 CertNexus, Inc. All rights reserved.</a:t>
            </a:r>
          </a:p>
        </p:txBody>
      </p:sp>
    </p:spTree>
    <p:extLst>
      <p:ext uri="{BB962C8B-B14F-4D97-AF65-F5344CB8AC3E}">
        <p14:creationId xmlns:p14="http://schemas.microsoft.com/office/powerpoint/2010/main" val="4170488459"/>
      </p:ext>
    </p:extLst>
  </p:cSld>
  <p:clrMap bg1="lt1" tx1="dk1" bg2="lt2" tx2="dk2" accent1="accent1" accent2="accent2" accent3="accent3" accent4="accent4" accent5="accent5" accent6="accent6" hlink="hlink" folHlink="folHlink"/>
  <p:sldLayoutIdLst>
    <p:sldLayoutId id="2147483928" r:id="rId1"/>
    <p:sldLayoutId id="2147483971" r:id="rId2"/>
    <p:sldLayoutId id="2147483948" r:id="rId3"/>
    <p:sldLayoutId id="2147483952" r:id="rId4"/>
    <p:sldLayoutId id="2147483970" r:id="rId5"/>
    <p:sldLayoutId id="2147483938" r:id="rId6"/>
    <p:sldLayoutId id="2147483953" r:id="rId7"/>
    <p:sldLayoutId id="2147483931" r:id="rId8"/>
    <p:sldLayoutId id="2147483932" r:id="rId9"/>
    <p:sldLayoutId id="2147483951" r:id="rId10"/>
    <p:sldLayoutId id="2147483936" r:id="rId11"/>
    <p:sldLayoutId id="2147483937" r:id="rId12"/>
    <p:sldLayoutId id="2147483934" r:id="rId13"/>
    <p:sldLayoutId id="2147483935" r:id="rId14"/>
    <p:sldLayoutId id="2147483939" r:id="rId15"/>
    <p:sldLayoutId id="2147483940" r:id="rId16"/>
    <p:sldLayoutId id="2147483955" r:id="rId17"/>
    <p:sldLayoutId id="2147483950" r:id="rId18"/>
    <p:sldLayoutId id="2147483942" r:id="rId19"/>
    <p:sldLayoutId id="2147483943" r:id="rId20"/>
    <p:sldLayoutId id="2147483944" r:id="rId21"/>
    <p:sldLayoutId id="2147483945" r:id="rId22"/>
    <p:sldLayoutId id="2147483946" r:id="rId23"/>
    <p:sldLayoutId id="2147483947" r:id="rId24"/>
  </p:sldLayoutIdLst>
  <p:hf hdr="0" ftr="0" dt="0"/>
  <p:txStyles>
    <p:titleStyle>
      <a:lvl1pPr algn="l" defTabSz="457200" rtl="0" eaLnBrk="1" latinLnBrk="0" hangingPunct="1">
        <a:spcBef>
          <a:spcPct val="0"/>
        </a:spcBef>
        <a:buNone/>
        <a:defRPr sz="2400" kern="1200">
          <a:solidFill>
            <a:schemeClr val="bg1"/>
          </a:solidFill>
          <a:latin typeface="Calibri" panose="020F0502020204030204" pitchFamily="34" charset="0"/>
          <a:ea typeface="+mj-ea"/>
          <a:cs typeface="Calibri" panose="020F0502020204030204" pitchFamily="34" charset="0"/>
        </a:defRPr>
      </a:lvl1pPr>
    </p:titleStyle>
    <p:bodyStyle>
      <a:lvl1pPr marL="342900" indent="-342900" algn="l" defTabSz="457200" rtl="0" eaLnBrk="1" latinLnBrk="0" hangingPunct="1">
        <a:spcBef>
          <a:spcPct val="20000"/>
        </a:spcBef>
        <a:buClr>
          <a:schemeClr val="accent1"/>
        </a:buClr>
        <a:buFont typeface="Arial"/>
        <a:buChar char="•"/>
        <a:defRPr sz="1800" kern="1200">
          <a:solidFill>
            <a:schemeClr val="tx1"/>
          </a:solidFill>
          <a:latin typeface="+mn-lt"/>
          <a:ea typeface="+mn-ea"/>
          <a:cs typeface="+mn-cs"/>
        </a:defRPr>
      </a:lvl1pPr>
      <a:lvl2pPr marL="742950" indent="-285750" algn="l" defTabSz="457200" rtl="0" eaLnBrk="1" latinLnBrk="0" hangingPunct="1">
        <a:spcBef>
          <a:spcPct val="20000"/>
        </a:spcBef>
        <a:buClr>
          <a:schemeClr val="accent1"/>
        </a:buClr>
        <a:buFont typeface="Arial"/>
        <a:buChar char="•"/>
        <a:defRPr sz="1600" kern="1200">
          <a:solidFill>
            <a:schemeClr val="tx1"/>
          </a:solidFill>
          <a:latin typeface="+mn-lt"/>
          <a:ea typeface="+mn-ea"/>
          <a:cs typeface="+mn-cs"/>
        </a:defRPr>
      </a:lvl2pPr>
      <a:lvl3pPr marL="1143000" indent="-228600" algn="l" defTabSz="457200" rtl="0" eaLnBrk="1" latinLnBrk="0" hangingPunct="1">
        <a:spcBef>
          <a:spcPct val="20000"/>
        </a:spcBef>
        <a:buClr>
          <a:schemeClr val="accent1"/>
        </a:buClr>
        <a:buFont typeface="Arial"/>
        <a:buChar char="•"/>
        <a:defRPr sz="1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png"/><Relationship Id="rId1" Type="http://schemas.openxmlformats.org/officeDocument/2006/relationships/slideLayout" Target="../slideLayouts/slideLayout5.xml"/><Relationship Id="rId5" Type="http://schemas.openxmlformats.org/officeDocument/2006/relationships/image" Target="../media/image22.svg"/><Relationship Id="rId4" Type="http://schemas.openxmlformats.org/officeDocument/2006/relationships/image" Target="../media/image21.png"/></Relationships>
</file>

<file path=ppt/slides/_rels/slide10.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png"/><Relationship Id="rId1" Type="http://schemas.openxmlformats.org/officeDocument/2006/relationships/slideLayout" Target="../slideLayouts/slideLayout5.xml"/><Relationship Id="rId5" Type="http://schemas.openxmlformats.org/officeDocument/2006/relationships/image" Target="../media/image24.svg"/><Relationship Id="rId4" Type="http://schemas.openxmlformats.org/officeDocument/2006/relationships/image" Target="../media/image23.png"/></Relationships>
</file>

<file path=ppt/slides/_rels/slide11.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png"/><Relationship Id="rId1" Type="http://schemas.openxmlformats.org/officeDocument/2006/relationships/slideLayout" Target="../slideLayouts/slideLayout5.xml"/><Relationship Id="rId5" Type="http://schemas.openxmlformats.org/officeDocument/2006/relationships/image" Target="../media/image26.svg"/><Relationship Id="rId4" Type="http://schemas.openxmlformats.org/officeDocument/2006/relationships/image" Target="../media/image2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27.jp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6.xml"/><Relationship Id="rId5" Type="http://schemas.openxmlformats.org/officeDocument/2006/relationships/image" Target="../media/image33.png"/><Relationship Id="rId4" Type="http://schemas.openxmlformats.org/officeDocument/2006/relationships/image" Target="../media/image3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36.jpg"/><Relationship Id="rId2" Type="http://schemas.openxmlformats.org/officeDocument/2006/relationships/image" Target="../media/image35.jpg"/><Relationship Id="rId1" Type="http://schemas.openxmlformats.org/officeDocument/2006/relationships/slideLayout" Target="../slideLayouts/slideLayout6.xml"/><Relationship Id="rId4" Type="http://schemas.openxmlformats.org/officeDocument/2006/relationships/image" Target="../media/image37.jpg"/></Relationships>
</file>

<file path=ppt/slides/_rels/slide22.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image" Target="../media/image39.jpe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B53ACF2-B891-2272-05EA-8FEB86B8015F}"/>
              </a:ext>
            </a:extLst>
          </p:cNvPr>
          <p:cNvSpPr>
            <a:spLocks noGrp="1"/>
          </p:cNvSpPr>
          <p:nvPr>
            <p:ph type="title"/>
          </p:nvPr>
        </p:nvSpPr>
        <p:spPr/>
        <p:txBody>
          <a:bodyPr/>
          <a:lstStyle/>
          <a:p>
            <a:r>
              <a:rPr lang="en-US" dirty="0"/>
              <a:t>Implementing Business Requirements for AI</a:t>
            </a:r>
          </a:p>
        </p:txBody>
      </p:sp>
      <p:sp>
        <p:nvSpPr>
          <p:cNvPr id="2" name="Slide Number Placeholder 1">
            <a:extLst>
              <a:ext uri="{FF2B5EF4-FFF2-40B4-BE49-F238E27FC236}">
                <a16:creationId xmlns:a16="http://schemas.microsoft.com/office/drawing/2014/main" id="{2487E5C5-64A7-0339-CEAD-08B058893268}"/>
              </a:ext>
            </a:extLst>
          </p:cNvPr>
          <p:cNvSpPr>
            <a:spLocks noGrp="1"/>
          </p:cNvSpPr>
          <p:nvPr>
            <p:ph type="sldNum" sz="quarter" idx="12"/>
          </p:nvPr>
        </p:nvSpPr>
        <p:spPr/>
        <p:txBody>
          <a:bodyPr/>
          <a:lstStyle/>
          <a:p>
            <a:fld id="{A8160BDD-7155-D744-B749-9730458604AD}" type="slidenum">
              <a:rPr lang="en-US" smtClean="0"/>
              <a:t>1</a:t>
            </a:fld>
            <a:endParaRPr lang="en-US" dirty="0"/>
          </a:p>
        </p:txBody>
      </p:sp>
      <p:pic>
        <p:nvPicPr>
          <p:cNvPr id="3" name="Picture Placeholder 13">
            <a:extLst>
              <a:ext uri="{FF2B5EF4-FFF2-40B4-BE49-F238E27FC236}">
                <a16:creationId xmlns:a16="http://schemas.microsoft.com/office/drawing/2014/main" id="{0ECB69B6-17FE-CA93-FB72-F25F43A65BE1}"/>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t="-34671" b="-34671"/>
          <a:stretch/>
        </p:blipFill>
        <p:spPr>
          <a:xfrm>
            <a:off x="2661921" y="853440"/>
            <a:ext cx="6879270" cy="2334261"/>
          </a:xfrm>
          <a:prstGeom prst="rect">
            <a:avLst/>
          </a:prstGeom>
        </p:spPr>
      </p:pic>
    </p:spTree>
    <p:extLst>
      <p:ext uri="{BB962C8B-B14F-4D97-AF65-F5344CB8AC3E}">
        <p14:creationId xmlns:p14="http://schemas.microsoft.com/office/powerpoint/2010/main" val="34678651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850B8F3-0016-E59A-C0E4-EC70E0458AD5}"/>
              </a:ext>
            </a:extLst>
          </p:cNvPr>
          <p:cNvSpPr>
            <a:spLocks noGrp="1"/>
          </p:cNvSpPr>
          <p:nvPr>
            <p:ph type="sldNum" sz="quarter" idx="12"/>
          </p:nvPr>
        </p:nvSpPr>
        <p:spPr/>
        <p:txBody>
          <a:bodyPr/>
          <a:lstStyle/>
          <a:p>
            <a:fld id="{A8160BDD-7155-D744-B749-9730458604AD}" type="slidenum">
              <a:rPr lang="en-US" smtClean="0"/>
              <a:t>2</a:t>
            </a:fld>
            <a:endParaRPr lang="en-US" dirty="0"/>
          </a:p>
        </p:txBody>
      </p:sp>
      <p:sp>
        <p:nvSpPr>
          <p:cNvPr id="3" name="Content Placeholder 2">
            <a:extLst>
              <a:ext uri="{FF2B5EF4-FFF2-40B4-BE49-F238E27FC236}">
                <a16:creationId xmlns:a16="http://schemas.microsoft.com/office/drawing/2014/main" id="{092F10FD-C378-B6A8-A103-7FE29B1537B1}"/>
              </a:ext>
            </a:extLst>
          </p:cNvPr>
          <p:cNvSpPr>
            <a:spLocks noGrp="1"/>
          </p:cNvSpPr>
          <p:nvPr>
            <p:ph idx="1"/>
          </p:nvPr>
        </p:nvSpPr>
        <p:spPr/>
        <p:txBody>
          <a:bodyPr/>
          <a:lstStyle/>
          <a:p>
            <a:r>
              <a:rPr lang="en-US" dirty="0"/>
              <a:t>Identify Design Requirements</a:t>
            </a:r>
          </a:p>
          <a:p>
            <a:r>
              <a:rPr lang="en-US" dirty="0"/>
              <a:t>Identify Data Requirements</a:t>
            </a:r>
          </a:p>
          <a:p>
            <a:r>
              <a:rPr lang="en-US" dirty="0"/>
              <a:t>Identify Risks in Implementing AI</a:t>
            </a:r>
          </a:p>
          <a:p>
            <a:r>
              <a:rPr lang="en-US" dirty="0"/>
              <a:t>Develop an AI Strategy</a:t>
            </a:r>
          </a:p>
        </p:txBody>
      </p:sp>
      <p:sp>
        <p:nvSpPr>
          <p:cNvPr id="4" name="Title 3">
            <a:extLst>
              <a:ext uri="{FF2B5EF4-FFF2-40B4-BE49-F238E27FC236}">
                <a16:creationId xmlns:a16="http://schemas.microsoft.com/office/drawing/2014/main" id="{C7CED616-3DD2-D1ED-621C-21462FCDA44F}"/>
              </a:ext>
            </a:extLst>
          </p:cNvPr>
          <p:cNvSpPr>
            <a:spLocks noGrp="1"/>
          </p:cNvSpPr>
          <p:nvPr>
            <p:ph type="title"/>
          </p:nvPr>
        </p:nvSpPr>
        <p:spPr/>
        <p:txBody>
          <a:bodyPr/>
          <a:lstStyle/>
          <a:p>
            <a:r>
              <a:rPr lang="en-US" dirty="0"/>
              <a:t>Implementing Business Requirements for AI</a:t>
            </a:r>
          </a:p>
        </p:txBody>
      </p:sp>
    </p:spTree>
    <p:extLst>
      <p:ext uri="{BB962C8B-B14F-4D97-AF65-F5344CB8AC3E}">
        <p14:creationId xmlns:p14="http://schemas.microsoft.com/office/powerpoint/2010/main" val="27281414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A1C4CFB-1ACB-A14F-B6A4-435DA7645523}"/>
              </a:ext>
            </a:extLst>
          </p:cNvPr>
          <p:cNvSpPr>
            <a:spLocks noGrp="1"/>
          </p:cNvSpPr>
          <p:nvPr>
            <p:ph type="sldNum" sz="quarter" idx="12"/>
          </p:nvPr>
        </p:nvSpPr>
        <p:spPr/>
        <p:txBody>
          <a:bodyPr/>
          <a:lstStyle/>
          <a:p>
            <a:fld id="{A8160BDD-7155-D744-B749-9730458604AD}" type="slidenum">
              <a:rPr lang="en-US" smtClean="0"/>
              <a:t>3</a:t>
            </a:fld>
            <a:endParaRPr lang="en-US" dirty="0"/>
          </a:p>
        </p:txBody>
      </p:sp>
      <p:sp>
        <p:nvSpPr>
          <p:cNvPr id="3" name="Text Placeholder 2">
            <a:extLst>
              <a:ext uri="{FF2B5EF4-FFF2-40B4-BE49-F238E27FC236}">
                <a16:creationId xmlns:a16="http://schemas.microsoft.com/office/drawing/2014/main" id="{711926C4-B76F-6740-B2D3-3C573DAFAACD}"/>
              </a:ext>
            </a:extLst>
          </p:cNvPr>
          <p:cNvSpPr>
            <a:spLocks noGrp="1"/>
          </p:cNvSpPr>
          <p:nvPr>
            <p:ph type="body" sz="quarter" idx="14"/>
          </p:nvPr>
        </p:nvSpPr>
        <p:spPr/>
        <p:txBody>
          <a:bodyPr/>
          <a:lstStyle/>
          <a:p>
            <a:r>
              <a:rPr lang="en-US" dirty="0"/>
              <a:t>Identify Design Requirements</a:t>
            </a:r>
          </a:p>
        </p:txBody>
      </p:sp>
      <p:pic>
        <p:nvPicPr>
          <p:cNvPr id="6" name="Picture Placeholder 5">
            <a:extLst>
              <a:ext uri="{FF2B5EF4-FFF2-40B4-BE49-F238E27FC236}">
                <a16:creationId xmlns:a16="http://schemas.microsoft.com/office/drawing/2014/main" id="{401F4C09-D78F-FECE-DA1C-DBE9858FE23A}"/>
              </a:ext>
            </a:extLst>
          </p:cNvPr>
          <p:cNvPicPr>
            <a:picLocks noGrp="1" noChangeAspect="1"/>
          </p:cNvPicPr>
          <p:nvPr>
            <p:ph type="pic" sz="quarter" idx="13"/>
          </p:nvPr>
        </p:nvPicPr>
        <p:blipFill rotWithShape="1">
          <a:blip r:embed="rId2">
            <a:extLst>
              <a:ext uri="{96DAC541-7B7A-43D3-8B79-37D633B846F1}">
                <asvg:svgBlip xmlns:asvg="http://schemas.microsoft.com/office/drawing/2016/SVG/main" r:embed="rId3"/>
              </a:ext>
            </a:extLst>
          </a:blip>
          <a:srcRect t="-34671" b="-34671"/>
          <a:stretch/>
        </p:blipFill>
        <p:spPr/>
      </p:pic>
    </p:spTree>
    <p:extLst>
      <p:ext uri="{BB962C8B-B14F-4D97-AF65-F5344CB8AC3E}">
        <p14:creationId xmlns:p14="http://schemas.microsoft.com/office/powerpoint/2010/main" val="23612999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AD1CDC0-3AB7-E43E-AE23-0557BA1D7242}"/>
              </a:ext>
            </a:extLst>
          </p:cNvPr>
          <p:cNvSpPr>
            <a:spLocks noGrp="1"/>
          </p:cNvSpPr>
          <p:nvPr>
            <p:ph type="sldNum" sz="quarter" idx="12"/>
          </p:nvPr>
        </p:nvSpPr>
        <p:spPr/>
        <p:txBody>
          <a:bodyPr/>
          <a:lstStyle/>
          <a:p>
            <a:fld id="{A8160BDD-7155-D744-B749-9730458604AD}" type="slidenum">
              <a:rPr lang="en-US" smtClean="0"/>
              <a:t>4</a:t>
            </a:fld>
            <a:endParaRPr lang="en-US" dirty="0"/>
          </a:p>
        </p:txBody>
      </p:sp>
      <p:sp>
        <p:nvSpPr>
          <p:cNvPr id="7" name="Content Placeholder 6">
            <a:extLst>
              <a:ext uri="{FF2B5EF4-FFF2-40B4-BE49-F238E27FC236}">
                <a16:creationId xmlns:a16="http://schemas.microsoft.com/office/drawing/2014/main" id="{2F3AFA52-2E35-FB30-24B6-028631A78B3F}"/>
              </a:ext>
            </a:extLst>
          </p:cNvPr>
          <p:cNvSpPr>
            <a:spLocks noGrp="1"/>
          </p:cNvSpPr>
          <p:nvPr>
            <p:ph idx="1"/>
          </p:nvPr>
        </p:nvSpPr>
        <p:spPr/>
        <p:txBody>
          <a:bodyPr/>
          <a:lstStyle/>
          <a:p>
            <a:r>
              <a:rPr lang="en-US" dirty="0"/>
              <a:t>Don't shoehorn AI into your business.</a:t>
            </a:r>
          </a:p>
          <a:p>
            <a:r>
              <a:rPr lang="en-US" dirty="0"/>
              <a:t>Identify problems first, then how AI can help.</a:t>
            </a:r>
          </a:p>
          <a:p>
            <a:r>
              <a:rPr lang="en-US" dirty="0"/>
              <a:t>Factors for identifying use cases:</a:t>
            </a:r>
          </a:p>
          <a:p>
            <a:pPr lvl="1"/>
            <a:r>
              <a:rPr lang="en-US" dirty="0"/>
              <a:t>Problems solved using traditional methods.</a:t>
            </a:r>
          </a:p>
          <a:p>
            <a:pPr lvl="1"/>
            <a:r>
              <a:rPr lang="en-US" dirty="0"/>
              <a:t>Existing solutions.</a:t>
            </a:r>
          </a:p>
          <a:p>
            <a:pPr lvl="1"/>
            <a:r>
              <a:rPr lang="en-US" dirty="0"/>
              <a:t>Overall goals.</a:t>
            </a:r>
          </a:p>
          <a:p>
            <a:pPr lvl="1"/>
            <a:r>
              <a:rPr lang="en-US" dirty="0"/>
              <a:t>Relevant data.</a:t>
            </a:r>
          </a:p>
          <a:p>
            <a:pPr lvl="1"/>
            <a:r>
              <a:rPr lang="en-US" dirty="0"/>
              <a:t>Similar problems solved by others.</a:t>
            </a:r>
          </a:p>
          <a:p>
            <a:r>
              <a:rPr lang="en-US" dirty="0"/>
              <a:t>Consult with stakeholders.</a:t>
            </a:r>
          </a:p>
          <a:p>
            <a:pPr lvl="1"/>
            <a:r>
              <a:rPr lang="en-US" dirty="0"/>
              <a:t>Both technical and non-technical.</a:t>
            </a:r>
          </a:p>
          <a:p>
            <a:pPr lvl="1"/>
            <a:endParaRPr lang="en-US" dirty="0"/>
          </a:p>
          <a:p>
            <a:pPr lvl="1"/>
            <a:endParaRPr lang="en-US" dirty="0"/>
          </a:p>
        </p:txBody>
      </p:sp>
      <p:sp>
        <p:nvSpPr>
          <p:cNvPr id="6" name="Title 5">
            <a:extLst>
              <a:ext uri="{FF2B5EF4-FFF2-40B4-BE49-F238E27FC236}">
                <a16:creationId xmlns:a16="http://schemas.microsoft.com/office/drawing/2014/main" id="{16A834E4-488B-CBCE-2334-007DCBF6993F}"/>
              </a:ext>
            </a:extLst>
          </p:cNvPr>
          <p:cNvSpPr>
            <a:spLocks noGrp="1"/>
          </p:cNvSpPr>
          <p:nvPr>
            <p:ph type="title"/>
          </p:nvPr>
        </p:nvSpPr>
        <p:spPr/>
        <p:txBody>
          <a:bodyPr/>
          <a:lstStyle/>
          <a:p>
            <a:r>
              <a:rPr lang="en-US" dirty="0"/>
              <a:t>Use Case Identification</a:t>
            </a:r>
          </a:p>
        </p:txBody>
      </p:sp>
      <p:pic>
        <p:nvPicPr>
          <p:cNvPr id="3" name="Picture 2">
            <a:extLst>
              <a:ext uri="{FF2B5EF4-FFF2-40B4-BE49-F238E27FC236}">
                <a16:creationId xmlns:a16="http://schemas.microsoft.com/office/drawing/2014/main" id="{9367E1B7-7F78-18FF-FDE8-383C090E489F}"/>
              </a:ext>
            </a:extLst>
          </p:cNvPr>
          <p:cNvPicPr>
            <a:picLocks noChangeAspect="1"/>
          </p:cNvPicPr>
          <p:nvPr/>
        </p:nvPicPr>
        <p:blipFill>
          <a:blip r:embed="rId2"/>
          <a:srcRect/>
          <a:stretch/>
        </p:blipFill>
        <p:spPr>
          <a:xfrm>
            <a:off x="6632268" y="1694065"/>
            <a:ext cx="4958057" cy="3469869"/>
          </a:xfrm>
          <a:prstGeom prst="rect">
            <a:avLst/>
          </a:prstGeom>
        </p:spPr>
      </p:pic>
    </p:spTree>
    <p:extLst>
      <p:ext uri="{BB962C8B-B14F-4D97-AF65-F5344CB8AC3E}">
        <p14:creationId xmlns:p14="http://schemas.microsoft.com/office/powerpoint/2010/main" val="42816252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AD1CDC0-3AB7-E43E-AE23-0557BA1D7242}"/>
              </a:ext>
            </a:extLst>
          </p:cNvPr>
          <p:cNvSpPr>
            <a:spLocks noGrp="1"/>
          </p:cNvSpPr>
          <p:nvPr>
            <p:ph type="sldNum" sz="quarter" idx="12"/>
          </p:nvPr>
        </p:nvSpPr>
        <p:spPr/>
        <p:txBody>
          <a:bodyPr/>
          <a:lstStyle/>
          <a:p>
            <a:fld id="{A8160BDD-7155-D744-B749-9730458604AD}" type="slidenum">
              <a:rPr lang="en-US" smtClean="0"/>
              <a:t>5</a:t>
            </a:fld>
            <a:endParaRPr lang="en-US" dirty="0"/>
          </a:p>
        </p:txBody>
      </p:sp>
      <p:sp>
        <p:nvSpPr>
          <p:cNvPr id="7" name="Content Placeholder 6">
            <a:extLst>
              <a:ext uri="{FF2B5EF4-FFF2-40B4-BE49-F238E27FC236}">
                <a16:creationId xmlns:a16="http://schemas.microsoft.com/office/drawing/2014/main" id="{2F3AFA52-2E35-FB30-24B6-028631A78B3F}"/>
              </a:ext>
            </a:extLst>
          </p:cNvPr>
          <p:cNvSpPr>
            <a:spLocks noGrp="1"/>
          </p:cNvSpPr>
          <p:nvPr>
            <p:ph idx="1"/>
          </p:nvPr>
        </p:nvSpPr>
        <p:spPr/>
        <p:txBody>
          <a:bodyPr/>
          <a:lstStyle/>
          <a:p>
            <a:r>
              <a:rPr lang="en-US" dirty="0"/>
              <a:t>Quantify the value that AI can bring.</a:t>
            </a:r>
          </a:p>
          <a:p>
            <a:r>
              <a:rPr lang="en-US" dirty="0"/>
              <a:t>Example: Recommendation system.</a:t>
            </a:r>
          </a:p>
          <a:p>
            <a:pPr lvl="1"/>
            <a:r>
              <a:rPr lang="en-US" dirty="0"/>
              <a:t>Customers more likely to buy more products.</a:t>
            </a:r>
          </a:p>
          <a:p>
            <a:pPr lvl="1"/>
            <a:r>
              <a:rPr lang="en-US" dirty="0"/>
              <a:t>Increase in sales worth the expense of AI?</a:t>
            </a:r>
          </a:p>
          <a:p>
            <a:pPr lvl="1"/>
            <a:r>
              <a:rPr lang="en-US" dirty="0"/>
              <a:t>Increase in customer loyalty?</a:t>
            </a:r>
          </a:p>
          <a:p>
            <a:pPr lvl="1"/>
            <a:r>
              <a:rPr lang="en-US" dirty="0"/>
              <a:t>Other ways to quantify value?</a:t>
            </a:r>
          </a:p>
        </p:txBody>
      </p:sp>
      <p:sp>
        <p:nvSpPr>
          <p:cNvPr id="6" name="Title 5">
            <a:extLst>
              <a:ext uri="{FF2B5EF4-FFF2-40B4-BE49-F238E27FC236}">
                <a16:creationId xmlns:a16="http://schemas.microsoft.com/office/drawing/2014/main" id="{16A834E4-488B-CBCE-2334-007DCBF6993F}"/>
              </a:ext>
            </a:extLst>
          </p:cNvPr>
          <p:cNvSpPr>
            <a:spLocks noGrp="1"/>
          </p:cNvSpPr>
          <p:nvPr>
            <p:ph type="title"/>
          </p:nvPr>
        </p:nvSpPr>
        <p:spPr/>
        <p:txBody>
          <a:bodyPr/>
          <a:lstStyle/>
          <a:p>
            <a:r>
              <a:rPr lang="en-US" dirty="0"/>
              <a:t>The Value Proposition of AI</a:t>
            </a:r>
          </a:p>
        </p:txBody>
      </p:sp>
      <p:pic>
        <p:nvPicPr>
          <p:cNvPr id="3" name="Picture 2">
            <a:extLst>
              <a:ext uri="{FF2B5EF4-FFF2-40B4-BE49-F238E27FC236}">
                <a16:creationId xmlns:a16="http://schemas.microsoft.com/office/drawing/2014/main" id="{A30E4BFD-A727-C4C9-42CF-2C3A7A397D0D}"/>
              </a:ext>
            </a:extLst>
          </p:cNvPr>
          <p:cNvPicPr>
            <a:picLocks noChangeAspect="1"/>
          </p:cNvPicPr>
          <p:nvPr/>
        </p:nvPicPr>
        <p:blipFill>
          <a:blip r:embed="rId2"/>
          <a:srcRect/>
          <a:stretch/>
        </p:blipFill>
        <p:spPr>
          <a:xfrm>
            <a:off x="6512750" y="1694065"/>
            <a:ext cx="5197094" cy="3469869"/>
          </a:xfrm>
          <a:prstGeom prst="rect">
            <a:avLst/>
          </a:prstGeom>
        </p:spPr>
      </p:pic>
    </p:spTree>
    <p:extLst>
      <p:ext uri="{BB962C8B-B14F-4D97-AF65-F5344CB8AC3E}">
        <p14:creationId xmlns:p14="http://schemas.microsoft.com/office/powerpoint/2010/main" val="29149896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B645213-B2FF-4AB2-3BD6-587822E3FFDF}"/>
              </a:ext>
            </a:extLst>
          </p:cNvPr>
          <p:cNvSpPr>
            <a:spLocks noGrp="1"/>
          </p:cNvSpPr>
          <p:nvPr>
            <p:ph type="sldNum" sz="quarter" idx="12"/>
          </p:nvPr>
        </p:nvSpPr>
        <p:spPr/>
        <p:txBody>
          <a:bodyPr/>
          <a:lstStyle/>
          <a:p>
            <a:fld id="{A8160BDD-7155-D744-B749-9730458604AD}" type="slidenum">
              <a:rPr lang="en-US" smtClean="0"/>
              <a:pPr/>
              <a:t>6</a:t>
            </a:fld>
            <a:endParaRPr lang="en-US" dirty="0"/>
          </a:p>
        </p:txBody>
      </p:sp>
      <p:sp>
        <p:nvSpPr>
          <p:cNvPr id="3" name="Content Placeholder 2">
            <a:extLst>
              <a:ext uri="{FF2B5EF4-FFF2-40B4-BE49-F238E27FC236}">
                <a16:creationId xmlns:a16="http://schemas.microsoft.com/office/drawing/2014/main" id="{A3C27265-2FCB-1D7A-EDED-7C2D80A12DEA}"/>
              </a:ext>
            </a:extLst>
          </p:cNvPr>
          <p:cNvSpPr>
            <a:spLocks noGrp="1"/>
          </p:cNvSpPr>
          <p:nvPr>
            <p:ph idx="1"/>
          </p:nvPr>
        </p:nvSpPr>
        <p:spPr/>
        <p:txBody>
          <a:bodyPr/>
          <a:lstStyle/>
          <a:p>
            <a:r>
              <a:rPr lang="en-US" dirty="0"/>
              <a:t>Is the design efficient and effective?</a:t>
            </a:r>
          </a:p>
          <a:p>
            <a:r>
              <a:rPr lang="en-US" dirty="0"/>
              <a:t>Is the system scalable?</a:t>
            </a:r>
          </a:p>
          <a:p>
            <a:r>
              <a:rPr lang="en-US" dirty="0"/>
              <a:t>On-premises vs. cloud resources?</a:t>
            </a:r>
          </a:p>
          <a:p>
            <a:r>
              <a:rPr lang="en-US" dirty="0"/>
              <a:t>Can the model be moved elsewhere?</a:t>
            </a:r>
          </a:p>
          <a:p>
            <a:r>
              <a:rPr lang="en-US" dirty="0"/>
              <a:t>Can the model be improved later?</a:t>
            </a:r>
          </a:p>
          <a:p>
            <a:r>
              <a:rPr lang="en-US" dirty="0"/>
              <a:t>What are the maintenance costs?</a:t>
            </a:r>
          </a:p>
        </p:txBody>
      </p:sp>
      <p:sp>
        <p:nvSpPr>
          <p:cNvPr id="4" name="Title 3">
            <a:extLst>
              <a:ext uri="{FF2B5EF4-FFF2-40B4-BE49-F238E27FC236}">
                <a16:creationId xmlns:a16="http://schemas.microsoft.com/office/drawing/2014/main" id="{55FCC41E-AB39-6DD2-B5B7-9A1168460EC4}"/>
              </a:ext>
            </a:extLst>
          </p:cNvPr>
          <p:cNvSpPr>
            <a:spLocks noGrp="1"/>
          </p:cNvSpPr>
          <p:nvPr>
            <p:ph type="title"/>
          </p:nvPr>
        </p:nvSpPr>
        <p:spPr/>
        <p:txBody>
          <a:bodyPr/>
          <a:lstStyle/>
          <a:p>
            <a:r>
              <a:rPr lang="en-US" dirty="0"/>
              <a:t>Prototype Assessment</a:t>
            </a:r>
          </a:p>
        </p:txBody>
      </p:sp>
      <p:pic>
        <p:nvPicPr>
          <p:cNvPr id="7" name="Picture 6">
            <a:extLst>
              <a:ext uri="{FF2B5EF4-FFF2-40B4-BE49-F238E27FC236}">
                <a16:creationId xmlns:a16="http://schemas.microsoft.com/office/drawing/2014/main" id="{A1E7E612-7E7B-2584-7BE5-2821B5E89045}"/>
              </a:ext>
            </a:extLst>
          </p:cNvPr>
          <p:cNvPicPr>
            <a:picLocks noChangeAspect="1"/>
          </p:cNvPicPr>
          <p:nvPr/>
        </p:nvPicPr>
        <p:blipFill>
          <a:blip r:embed="rId2"/>
          <a:srcRect/>
          <a:stretch/>
        </p:blipFill>
        <p:spPr>
          <a:xfrm>
            <a:off x="6477635" y="1680994"/>
            <a:ext cx="5267325" cy="3496012"/>
          </a:xfrm>
          <a:prstGeom prst="rect">
            <a:avLst/>
          </a:prstGeom>
        </p:spPr>
      </p:pic>
    </p:spTree>
    <p:extLst>
      <p:ext uri="{BB962C8B-B14F-4D97-AF65-F5344CB8AC3E}">
        <p14:creationId xmlns:p14="http://schemas.microsoft.com/office/powerpoint/2010/main" val="14635116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28E73CD-C0B0-2158-23B6-4FD9F985F8C0}"/>
              </a:ext>
            </a:extLst>
          </p:cNvPr>
          <p:cNvSpPr>
            <a:spLocks noGrp="1"/>
          </p:cNvSpPr>
          <p:nvPr>
            <p:ph type="sldNum" sz="quarter" idx="12"/>
          </p:nvPr>
        </p:nvSpPr>
        <p:spPr/>
        <p:txBody>
          <a:bodyPr/>
          <a:lstStyle/>
          <a:p>
            <a:fld id="{A8160BDD-7155-D744-B749-9730458604AD}" type="slidenum">
              <a:rPr lang="en-US" smtClean="0"/>
              <a:pPr/>
              <a:t>7</a:t>
            </a:fld>
            <a:endParaRPr lang="en-US" dirty="0"/>
          </a:p>
        </p:txBody>
      </p:sp>
      <p:sp>
        <p:nvSpPr>
          <p:cNvPr id="6" name="Content Placeholder 5">
            <a:extLst>
              <a:ext uri="{FF2B5EF4-FFF2-40B4-BE49-F238E27FC236}">
                <a16:creationId xmlns:a16="http://schemas.microsoft.com/office/drawing/2014/main" id="{DB6A9375-4CFB-F861-B254-9674CC54CD30}"/>
              </a:ext>
            </a:extLst>
          </p:cNvPr>
          <p:cNvSpPr>
            <a:spLocks noGrp="1"/>
          </p:cNvSpPr>
          <p:nvPr>
            <p:ph idx="1"/>
          </p:nvPr>
        </p:nvSpPr>
        <p:spPr/>
        <p:txBody>
          <a:bodyPr/>
          <a:lstStyle/>
          <a:p>
            <a:pPr>
              <a:buFont typeface="+mj-lt"/>
              <a:buAutoNum type="arabicPeriod"/>
            </a:pPr>
            <a:r>
              <a:rPr lang="en-US" dirty="0"/>
              <a:t>Read the question scenario in the text. What are some important factors you should consider when identifying use cases for AI in your organization?</a:t>
            </a:r>
          </a:p>
          <a:p>
            <a:pPr>
              <a:buFont typeface="+mj-lt"/>
              <a:buAutoNum type="arabicPeriod"/>
            </a:pPr>
            <a:endParaRPr lang="en-US" dirty="0"/>
          </a:p>
          <a:p>
            <a:pPr>
              <a:buFont typeface="+mj-lt"/>
              <a:buAutoNum type="arabicPeriod"/>
            </a:pPr>
            <a:r>
              <a:rPr lang="en-US" dirty="0"/>
              <a:t>Read the question scenario in the text. What questions should you ask yourself or your team to help you assess the design of this prototype?</a:t>
            </a:r>
          </a:p>
        </p:txBody>
      </p:sp>
      <p:sp>
        <p:nvSpPr>
          <p:cNvPr id="5" name="Title 4">
            <a:extLst>
              <a:ext uri="{FF2B5EF4-FFF2-40B4-BE49-F238E27FC236}">
                <a16:creationId xmlns:a16="http://schemas.microsoft.com/office/drawing/2014/main" id="{150BB660-9173-5B7A-FF54-01326CAEDD0D}"/>
              </a:ext>
            </a:extLst>
          </p:cNvPr>
          <p:cNvSpPr>
            <a:spLocks noGrp="1"/>
          </p:cNvSpPr>
          <p:nvPr>
            <p:ph type="title"/>
          </p:nvPr>
        </p:nvSpPr>
        <p:spPr/>
        <p:txBody>
          <a:bodyPr/>
          <a:lstStyle/>
          <a:p>
            <a:r>
              <a:rPr lang="en-US" dirty="0"/>
              <a:t>Activity: Identifying Design Requirements for AI</a:t>
            </a:r>
          </a:p>
        </p:txBody>
      </p:sp>
    </p:spTree>
    <p:extLst>
      <p:ext uri="{BB962C8B-B14F-4D97-AF65-F5344CB8AC3E}">
        <p14:creationId xmlns:p14="http://schemas.microsoft.com/office/powerpoint/2010/main" val="15570192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A1C4CFB-1ACB-A14F-B6A4-435DA7645523}"/>
              </a:ext>
            </a:extLst>
          </p:cNvPr>
          <p:cNvSpPr>
            <a:spLocks noGrp="1"/>
          </p:cNvSpPr>
          <p:nvPr>
            <p:ph type="sldNum" sz="quarter" idx="12"/>
          </p:nvPr>
        </p:nvSpPr>
        <p:spPr/>
        <p:txBody>
          <a:bodyPr/>
          <a:lstStyle/>
          <a:p>
            <a:fld id="{A8160BDD-7155-D744-B749-9730458604AD}" type="slidenum">
              <a:rPr lang="en-US" smtClean="0"/>
              <a:t>8</a:t>
            </a:fld>
            <a:endParaRPr lang="en-US" dirty="0"/>
          </a:p>
        </p:txBody>
      </p:sp>
      <p:sp>
        <p:nvSpPr>
          <p:cNvPr id="3" name="Text Placeholder 2">
            <a:extLst>
              <a:ext uri="{FF2B5EF4-FFF2-40B4-BE49-F238E27FC236}">
                <a16:creationId xmlns:a16="http://schemas.microsoft.com/office/drawing/2014/main" id="{711926C4-B76F-6740-B2D3-3C573DAFAACD}"/>
              </a:ext>
            </a:extLst>
          </p:cNvPr>
          <p:cNvSpPr>
            <a:spLocks noGrp="1"/>
          </p:cNvSpPr>
          <p:nvPr>
            <p:ph type="body" sz="quarter" idx="14"/>
          </p:nvPr>
        </p:nvSpPr>
        <p:spPr/>
        <p:txBody>
          <a:bodyPr/>
          <a:lstStyle/>
          <a:p>
            <a:r>
              <a:rPr lang="en-US" dirty="0"/>
              <a:t>Identify Data Requirements</a:t>
            </a:r>
          </a:p>
        </p:txBody>
      </p:sp>
      <p:pic>
        <p:nvPicPr>
          <p:cNvPr id="6" name="Picture Placeholder 5">
            <a:extLst>
              <a:ext uri="{FF2B5EF4-FFF2-40B4-BE49-F238E27FC236}">
                <a16:creationId xmlns:a16="http://schemas.microsoft.com/office/drawing/2014/main" id="{12F8F514-4A07-F7F3-79BB-FA1C83FAB96E}"/>
              </a:ext>
            </a:extLst>
          </p:cNvPr>
          <p:cNvPicPr>
            <a:picLocks noGrp="1" noChangeAspect="1"/>
          </p:cNvPicPr>
          <p:nvPr>
            <p:ph type="pic" sz="quarter" idx="13"/>
          </p:nvPr>
        </p:nvPicPr>
        <p:blipFill rotWithShape="1">
          <a:blip r:embed="rId2">
            <a:extLst>
              <a:ext uri="{96DAC541-7B7A-43D3-8B79-37D633B846F1}">
                <asvg:svgBlip xmlns:asvg="http://schemas.microsoft.com/office/drawing/2016/SVG/main" r:embed="rId3"/>
              </a:ext>
            </a:extLst>
          </a:blip>
          <a:srcRect t="-34671" b="-34671"/>
          <a:stretch/>
        </p:blipFill>
        <p:spPr/>
      </p:pic>
    </p:spTree>
    <p:extLst>
      <p:ext uri="{BB962C8B-B14F-4D97-AF65-F5344CB8AC3E}">
        <p14:creationId xmlns:p14="http://schemas.microsoft.com/office/powerpoint/2010/main" val="31805603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33F9B4A-DF10-0209-5B8A-FF1970CF22C3}"/>
              </a:ext>
            </a:extLst>
          </p:cNvPr>
          <p:cNvSpPr>
            <a:spLocks noGrp="1"/>
          </p:cNvSpPr>
          <p:nvPr>
            <p:ph type="sldNum" sz="quarter" idx="12"/>
          </p:nvPr>
        </p:nvSpPr>
        <p:spPr/>
        <p:txBody>
          <a:bodyPr/>
          <a:lstStyle/>
          <a:p>
            <a:fld id="{A8160BDD-7155-D744-B749-9730458604AD}" type="slidenum">
              <a:rPr lang="en-US" smtClean="0"/>
              <a:t>9</a:t>
            </a:fld>
            <a:endParaRPr lang="en-US" dirty="0"/>
          </a:p>
        </p:txBody>
      </p:sp>
      <p:sp>
        <p:nvSpPr>
          <p:cNvPr id="6" name="Content Placeholder 5">
            <a:extLst>
              <a:ext uri="{FF2B5EF4-FFF2-40B4-BE49-F238E27FC236}">
                <a16:creationId xmlns:a16="http://schemas.microsoft.com/office/drawing/2014/main" id="{0195E6BA-E6D3-8634-C930-150526053824}"/>
              </a:ext>
            </a:extLst>
          </p:cNvPr>
          <p:cNvSpPr>
            <a:spLocks noGrp="1"/>
          </p:cNvSpPr>
          <p:nvPr>
            <p:ph idx="1"/>
          </p:nvPr>
        </p:nvSpPr>
        <p:spPr/>
        <p:txBody>
          <a:bodyPr/>
          <a:lstStyle/>
          <a:p>
            <a:r>
              <a:rPr lang="en-US" dirty="0"/>
              <a:t>Refers to:</a:t>
            </a:r>
          </a:p>
          <a:p>
            <a:pPr lvl="1"/>
            <a:r>
              <a:rPr lang="en-US" dirty="0"/>
              <a:t>Accuracy</a:t>
            </a:r>
          </a:p>
          <a:p>
            <a:pPr lvl="1"/>
            <a:r>
              <a:rPr lang="en-US" dirty="0"/>
              <a:t>Recentness</a:t>
            </a:r>
          </a:p>
          <a:p>
            <a:pPr lvl="1"/>
            <a:r>
              <a:rPr lang="en-US" dirty="0"/>
              <a:t>Completeness</a:t>
            </a:r>
          </a:p>
          <a:p>
            <a:pPr lvl="1"/>
            <a:r>
              <a:rPr lang="en-US" dirty="0"/>
              <a:t>Formatting</a:t>
            </a:r>
          </a:p>
          <a:p>
            <a:pPr lvl="1"/>
            <a:r>
              <a:rPr lang="en-US" dirty="0"/>
              <a:t>Volume</a:t>
            </a:r>
          </a:p>
          <a:p>
            <a:pPr lvl="1"/>
            <a:r>
              <a:rPr lang="en-US" dirty="0"/>
              <a:t>Usability</a:t>
            </a:r>
          </a:p>
          <a:p>
            <a:r>
              <a:rPr lang="en-US" dirty="0"/>
              <a:t>A deficiency in any will cause problems.</a:t>
            </a:r>
          </a:p>
          <a:p>
            <a:r>
              <a:rPr lang="en-US" dirty="0"/>
              <a:t>Determine which aspect(s) present highest risk.</a:t>
            </a:r>
          </a:p>
          <a:p>
            <a:r>
              <a:rPr lang="en-US" dirty="0"/>
              <a:t>Or, determine which are most important.</a:t>
            </a:r>
          </a:p>
        </p:txBody>
      </p:sp>
      <p:sp>
        <p:nvSpPr>
          <p:cNvPr id="5" name="Title 4">
            <a:extLst>
              <a:ext uri="{FF2B5EF4-FFF2-40B4-BE49-F238E27FC236}">
                <a16:creationId xmlns:a16="http://schemas.microsoft.com/office/drawing/2014/main" id="{230FEF4A-0136-4979-5C72-60CE1E4D2737}"/>
              </a:ext>
            </a:extLst>
          </p:cNvPr>
          <p:cNvSpPr>
            <a:spLocks noGrp="1"/>
          </p:cNvSpPr>
          <p:nvPr>
            <p:ph type="title"/>
          </p:nvPr>
        </p:nvSpPr>
        <p:spPr/>
        <p:txBody>
          <a:bodyPr/>
          <a:lstStyle/>
          <a:p>
            <a:r>
              <a:rPr lang="en-US" dirty="0"/>
              <a:t>Data Quality and AI</a:t>
            </a:r>
          </a:p>
        </p:txBody>
      </p:sp>
      <p:grpSp>
        <p:nvGrpSpPr>
          <p:cNvPr id="15" name="Group 14">
            <a:extLst>
              <a:ext uri="{FF2B5EF4-FFF2-40B4-BE49-F238E27FC236}">
                <a16:creationId xmlns:a16="http://schemas.microsoft.com/office/drawing/2014/main" id="{68793FB4-3366-D56A-A4F5-7B5824A7CBFE}"/>
              </a:ext>
            </a:extLst>
          </p:cNvPr>
          <p:cNvGrpSpPr/>
          <p:nvPr/>
        </p:nvGrpSpPr>
        <p:grpSpPr>
          <a:xfrm>
            <a:off x="8780463" y="1685951"/>
            <a:ext cx="2844800" cy="3133844"/>
            <a:chOff x="8780463" y="1685951"/>
            <a:chExt cx="2844800" cy="3133844"/>
          </a:xfrm>
        </p:grpSpPr>
        <p:pic>
          <p:nvPicPr>
            <p:cNvPr id="8" name="Graphic 7">
              <a:extLst>
                <a:ext uri="{FF2B5EF4-FFF2-40B4-BE49-F238E27FC236}">
                  <a16:creationId xmlns:a16="http://schemas.microsoft.com/office/drawing/2014/main" id="{FBF04215-DBEE-0D4E-F8A5-4470E6C0113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780463" y="1685951"/>
              <a:ext cx="2844800" cy="3133844"/>
            </a:xfrm>
            <a:prstGeom prst="rect">
              <a:avLst/>
            </a:prstGeom>
          </p:spPr>
        </p:pic>
        <p:pic>
          <p:nvPicPr>
            <p:cNvPr id="12" name="Graphic 11" descr="Rating 3 Star with solid fill">
              <a:extLst>
                <a:ext uri="{FF2B5EF4-FFF2-40B4-BE49-F238E27FC236}">
                  <a16:creationId xmlns:a16="http://schemas.microsoft.com/office/drawing/2014/main" id="{B3AF0323-3D7C-5C53-0224-5A50E8507F55}"/>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303544" y="1901624"/>
              <a:ext cx="1798637" cy="1798637"/>
            </a:xfrm>
            <a:prstGeom prst="rect">
              <a:avLst/>
            </a:prstGeom>
          </p:spPr>
        </p:pic>
      </p:grpSp>
    </p:spTree>
    <p:extLst>
      <p:ext uri="{BB962C8B-B14F-4D97-AF65-F5344CB8AC3E}">
        <p14:creationId xmlns:p14="http://schemas.microsoft.com/office/powerpoint/2010/main" val="13840313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E8A0421-0FA9-3098-6530-7D6B0D3745D8}"/>
              </a:ext>
            </a:extLst>
          </p:cNvPr>
          <p:cNvSpPr>
            <a:spLocks noGrp="1"/>
          </p:cNvSpPr>
          <p:nvPr>
            <p:ph type="sldNum" sz="quarter" idx="12"/>
          </p:nvPr>
        </p:nvSpPr>
        <p:spPr/>
        <p:txBody>
          <a:bodyPr/>
          <a:lstStyle/>
          <a:p>
            <a:fld id="{A8160BDD-7155-D744-B749-9730458604AD}" type="slidenum">
              <a:rPr lang="en-US" smtClean="0"/>
              <a:pPr/>
              <a:t>10</a:t>
            </a:fld>
            <a:endParaRPr lang="en-US" dirty="0"/>
          </a:p>
        </p:txBody>
      </p:sp>
      <p:sp>
        <p:nvSpPr>
          <p:cNvPr id="3" name="Content Placeholder 2">
            <a:extLst>
              <a:ext uri="{FF2B5EF4-FFF2-40B4-BE49-F238E27FC236}">
                <a16:creationId xmlns:a16="http://schemas.microsoft.com/office/drawing/2014/main" id="{2821291D-0258-78E9-B52D-B0DBE4A93C53}"/>
              </a:ext>
            </a:extLst>
          </p:cNvPr>
          <p:cNvSpPr>
            <a:spLocks noGrp="1"/>
          </p:cNvSpPr>
          <p:nvPr>
            <p:ph idx="1"/>
          </p:nvPr>
        </p:nvSpPr>
        <p:spPr/>
        <p:txBody>
          <a:bodyPr/>
          <a:lstStyle/>
          <a:p>
            <a:r>
              <a:rPr lang="en-US" dirty="0"/>
              <a:t>Techniques:</a:t>
            </a:r>
          </a:p>
          <a:p>
            <a:pPr lvl="1"/>
            <a:r>
              <a:rPr lang="en-US" dirty="0"/>
              <a:t>Acquisition</a:t>
            </a:r>
          </a:p>
          <a:p>
            <a:pPr lvl="1"/>
            <a:r>
              <a:rPr lang="en-US" dirty="0"/>
              <a:t>Storage</a:t>
            </a:r>
          </a:p>
          <a:p>
            <a:pPr lvl="1"/>
            <a:r>
              <a:rPr lang="en-US" dirty="0"/>
              <a:t>Ownership</a:t>
            </a:r>
          </a:p>
          <a:p>
            <a:pPr lvl="1"/>
            <a:r>
              <a:rPr lang="en-US" dirty="0"/>
              <a:t>Access permissions</a:t>
            </a:r>
          </a:p>
          <a:p>
            <a:pPr lvl="1"/>
            <a:r>
              <a:rPr lang="en-US" dirty="0"/>
              <a:t>Modification permissions</a:t>
            </a:r>
          </a:p>
          <a:p>
            <a:pPr lvl="1"/>
            <a:r>
              <a:rPr lang="en-US" dirty="0"/>
              <a:t>Sharing permissions</a:t>
            </a:r>
          </a:p>
          <a:p>
            <a:pPr lvl="1"/>
            <a:r>
              <a:rPr lang="en-US" dirty="0"/>
              <a:t>Disposal</a:t>
            </a:r>
          </a:p>
          <a:p>
            <a:r>
              <a:rPr lang="en-US" dirty="0"/>
              <a:t>May repurpose general IT control processes.</a:t>
            </a:r>
          </a:p>
          <a:p>
            <a:r>
              <a:rPr lang="en-US" dirty="0"/>
              <a:t>AI has unique requirements for data control.</a:t>
            </a:r>
          </a:p>
          <a:p>
            <a:pPr lvl="1"/>
            <a:endParaRPr lang="en-US" dirty="0"/>
          </a:p>
        </p:txBody>
      </p:sp>
      <p:sp>
        <p:nvSpPr>
          <p:cNvPr id="4" name="Title 3">
            <a:extLst>
              <a:ext uri="{FF2B5EF4-FFF2-40B4-BE49-F238E27FC236}">
                <a16:creationId xmlns:a16="http://schemas.microsoft.com/office/drawing/2014/main" id="{1B39FA61-52AD-A584-766E-FD20A7AFCCC8}"/>
              </a:ext>
            </a:extLst>
          </p:cNvPr>
          <p:cNvSpPr>
            <a:spLocks noGrp="1"/>
          </p:cNvSpPr>
          <p:nvPr>
            <p:ph type="title"/>
          </p:nvPr>
        </p:nvSpPr>
        <p:spPr/>
        <p:txBody>
          <a:bodyPr/>
          <a:lstStyle/>
          <a:p>
            <a:r>
              <a:rPr lang="en-US" dirty="0"/>
              <a:t>Data Control and AI</a:t>
            </a:r>
          </a:p>
        </p:txBody>
      </p:sp>
      <p:grpSp>
        <p:nvGrpSpPr>
          <p:cNvPr id="8" name="Group 7">
            <a:extLst>
              <a:ext uri="{FF2B5EF4-FFF2-40B4-BE49-F238E27FC236}">
                <a16:creationId xmlns:a16="http://schemas.microsoft.com/office/drawing/2014/main" id="{2AFC9F19-C65E-4829-77FD-A8DC5CF7E52A}"/>
              </a:ext>
            </a:extLst>
          </p:cNvPr>
          <p:cNvGrpSpPr/>
          <p:nvPr/>
        </p:nvGrpSpPr>
        <p:grpSpPr>
          <a:xfrm>
            <a:off x="8780463" y="1685951"/>
            <a:ext cx="2844800" cy="3133844"/>
            <a:chOff x="8780463" y="1685951"/>
            <a:chExt cx="2844800" cy="3133844"/>
          </a:xfrm>
        </p:grpSpPr>
        <p:pic>
          <p:nvPicPr>
            <p:cNvPr id="5" name="Graphic 4">
              <a:extLst>
                <a:ext uri="{FF2B5EF4-FFF2-40B4-BE49-F238E27FC236}">
                  <a16:creationId xmlns:a16="http://schemas.microsoft.com/office/drawing/2014/main" id="{90D81D00-A956-2FF1-2C5E-856793E4AE9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780463" y="1685951"/>
              <a:ext cx="2844800" cy="3133844"/>
            </a:xfrm>
            <a:prstGeom prst="rect">
              <a:avLst/>
            </a:prstGeom>
          </p:spPr>
        </p:pic>
        <p:pic>
          <p:nvPicPr>
            <p:cNvPr id="7" name="Graphic 6" descr="Right pointing backhand index with solid fill">
              <a:extLst>
                <a:ext uri="{FF2B5EF4-FFF2-40B4-BE49-F238E27FC236}">
                  <a16:creationId xmlns:a16="http://schemas.microsoft.com/office/drawing/2014/main" id="{9ABD5427-B74D-F85C-E04C-05416950DE74}"/>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rot="1439963" flipH="1">
              <a:off x="9956529" y="2409910"/>
              <a:ext cx="1419225" cy="1419225"/>
            </a:xfrm>
            <a:prstGeom prst="rect">
              <a:avLst/>
            </a:prstGeom>
          </p:spPr>
        </p:pic>
      </p:grpSp>
    </p:spTree>
    <p:extLst>
      <p:ext uri="{BB962C8B-B14F-4D97-AF65-F5344CB8AC3E}">
        <p14:creationId xmlns:p14="http://schemas.microsoft.com/office/powerpoint/2010/main" val="675635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4707D9A-A449-55BF-728E-A075ACA71315}"/>
              </a:ext>
            </a:extLst>
          </p:cNvPr>
          <p:cNvSpPr>
            <a:spLocks noGrp="1"/>
          </p:cNvSpPr>
          <p:nvPr>
            <p:ph type="sldNum" sz="quarter" idx="12"/>
          </p:nvPr>
        </p:nvSpPr>
        <p:spPr/>
        <p:txBody>
          <a:bodyPr/>
          <a:lstStyle/>
          <a:p>
            <a:fld id="{A8160BDD-7155-D744-B749-9730458604AD}" type="slidenum">
              <a:rPr lang="en-US" smtClean="0"/>
              <a:pPr/>
              <a:t>11</a:t>
            </a:fld>
            <a:endParaRPr lang="en-US" dirty="0"/>
          </a:p>
        </p:txBody>
      </p:sp>
      <p:sp>
        <p:nvSpPr>
          <p:cNvPr id="3" name="Content Placeholder 2">
            <a:extLst>
              <a:ext uri="{FF2B5EF4-FFF2-40B4-BE49-F238E27FC236}">
                <a16:creationId xmlns:a16="http://schemas.microsoft.com/office/drawing/2014/main" id="{622A2F37-48B8-CE75-0DA4-0C8D14AD6E80}"/>
              </a:ext>
            </a:extLst>
          </p:cNvPr>
          <p:cNvSpPr>
            <a:spLocks noGrp="1"/>
          </p:cNvSpPr>
          <p:nvPr>
            <p:ph idx="1"/>
          </p:nvPr>
        </p:nvSpPr>
        <p:spPr/>
        <p:txBody>
          <a:bodyPr/>
          <a:lstStyle/>
          <a:p>
            <a:r>
              <a:rPr lang="en-US" dirty="0"/>
              <a:t>Data at risk of being:</a:t>
            </a:r>
          </a:p>
          <a:p>
            <a:pPr lvl="1"/>
            <a:r>
              <a:rPr lang="en-US" dirty="0"/>
              <a:t>Copied/disseminated</a:t>
            </a:r>
          </a:p>
          <a:p>
            <a:pPr lvl="1"/>
            <a:r>
              <a:rPr lang="en-US" dirty="0"/>
              <a:t>Modified</a:t>
            </a:r>
          </a:p>
          <a:p>
            <a:pPr lvl="1"/>
            <a:r>
              <a:rPr lang="en-US" dirty="0"/>
              <a:t>Deleted</a:t>
            </a:r>
          </a:p>
          <a:p>
            <a:pPr lvl="1"/>
            <a:r>
              <a:rPr lang="en-US" dirty="0"/>
              <a:t>Unavailable</a:t>
            </a:r>
          </a:p>
          <a:p>
            <a:r>
              <a:rPr lang="en-US" dirty="0"/>
              <a:t>Control access according to least privilege.</a:t>
            </a:r>
          </a:p>
          <a:p>
            <a:r>
              <a:rPr lang="en-US" dirty="0"/>
              <a:t>Implement encryption at rest, in transit, in use.</a:t>
            </a:r>
          </a:p>
          <a:p>
            <a:r>
              <a:rPr lang="en-US" dirty="0"/>
              <a:t>Consult with IT team.</a:t>
            </a:r>
          </a:p>
        </p:txBody>
      </p:sp>
      <p:sp>
        <p:nvSpPr>
          <p:cNvPr id="4" name="Title 3">
            <a:extLst>
              <a:ext uri="{FF2B5EF4-FFF2-40B4-BE49-F238E27FC236}">
                <a16:creationId xmlns:a16="http://schemas.microsoft.com/office/drawing/2014/main" id="{15F08B75-3BCA-1167-E0D2-6A1F4C304F26}"/>
              </a:ext>
            </a:extLst>
          </p:cNvPr>
          <p:cNvSpPr>
            <a:spLocks noGrp="1"/>
          </p:cNvSpPr>
          <p:nvPr>
            <p:ph type="title"/>
          </p:nvPr>
        </p:nvSpPr>
        <p:spPr/>
        <p:txBody>
          <a:bodyPr/>
          <a:lstStyle/>
          <a:p>
            <a:r>
              <a:rPr lang="en-US"/>
              <a:t>Data Security and AI</a:t>
            </a:r>
            <a:endParaRPr lang="en-US" dirty="0"/>
          </a:p>
        </p:txBody>
      </p:sp>
      <p:grpSp>
        <p:nvGrpSpPr>
          <p:cNvPr id="8" name="Group 7">
            <a:extLst>
              <a:ext uri="{FF2B5EF4-FFF2-40B4-BE49-F238E27FC236}">
                <a16:creationId xmlns:a16="http://schemas.microsoft.com/office/drawing/2014/main" id="{0BAF3956-817B-295C-53C9-8724B555F967}"/>
              </a:ext>
            </a:extLst>
          </p:cNvPr>
          <p:cNvGrpSpPr/>
          <p:nvPr/>
        </p:nvGrpSpPr>
        <p:grpSpPr>
          <a:xfrm>
            <a:off x="8780463" y="1685951"/>
            <a:ext cx="2844800" cy="3133844"/>
            <a:chOff x="8780463" y="1685951"/>
            <a:chExt cx="2844800" cy="3133844"/>
          </a:xfrm>
        </p:grpSpPr>
        <p:pic>
          <p:nvPicPr>
            <p:cNvPr id="5" name="Graphic 4">
              <a:extLst>
                <a:ext uri="{FF2B5EF4-FFF2-40B4-BE49-F238E27FC236}">
                  <a16:creationId xmlns:a16="http://schemas.microsoft.com/office/drawing/2014/main" id="{35971E1F-A44B-3BE0-966A-C89281AB622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780463" y="1685951"/>
              <a:ext cx="2844800" cy="3133844"/>
            </a:xfrm>
            <a:prstGeom prst="rect">
              <a:avLst/>
            </a:prstGeom>
          </p:spPr>
        </p:pic>
        <p:pic>
          <p:nvPicPr>
            <p:cNvPr id="7" name="Graphic 6" descr="Lock with solid fill">
              <a:extLst>
                <a:ext uri="{FF2B5EF4-FFF2-40B4-BE49-F238E27FC236}">
                  <a16:creationId xmlns:a16="http://schemas.microsoft.com/office/drawing/2014/main" id="{DF353446-6801-5046-A3D3-4DF93455485E}"/>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437416" y="2017441"/>
              <a:ext cx="1535384" cy="1535384"/>
            </a:xfrm>
            <a:prstGeom prst="rect">
              <a:avLst/>
            </a:prstGeom>
          </p:spPr>
        </p:pic>
      </p:grpSp>
    </p:spTree>
    <p:extLst>
      <p:ext uri="{BB962C8B-B14F-4D97-AF65-F5344CB8AC3E}">
        <p14:creationId xmlns:p14="http://schemas.microsoft.com/office/powerpoint/2010/main" val="16260035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4CEECB5-8010-9FBF-4A29-D4B92D1E406C}"/>
              </a:ext>
            </a:extLst>
          </p:cNvPr>
          <p:cNvSpPr>
            <a:spLocks noGrp="1"/>
          </p:cNvSpPr>
          <p:nvPr>
            <p:ph type="sldNum" sz="quarter" idx="12"/>
          </p:nvPr>
        </p:nvSpPr>
        <p:spPr/>
        <p:txBody>
          <a:bodyPr/>
          <a:lstStyle/>
          <a:p>
            <a:fld id="{A8160BDD-7155-D744-B749-9730458604AD}" type="slidenum">
              <a:rPr lang="en-US" smtClean="0"/>
              <a:pPr/>
              <a:t>12</a:t>
            </a:fld>
            <a:endParaRPr lang="en-US" dirty="0"/>
          </a:p>
        </p:txBody>
      </p:sp>
      <p:sp>
        <p:nvSpPr>
          <p:cNvPr id="6" name="Content Placeholder 5">
            <a:extLst>
              <a:ext uri="{FF2B5EF4-FFF2-40B4-BE49-F238E27FC236}">
                <a16:creationId xmlns:a16="http://schemas.microsoft.com/office/drawing/2014/main" id="{A9859FE9-3376-953F-0867-F2D568FC92DE}"/>
              </a:ext>
            </a:extLst>
          </p:cNvPr>
          <p:cNvSpPr>
            <a:spLocks noGrp="1"/>
          </p:cNvSpPr>
          <p:nvPr>
            <p:ph idx="1"/>
          </p:nvPr>
        </p:nvSpPr>
        <p:spPr/>
        <p:txBody>
          <a:bodyPr/>
          <a:lstStyle/>
          <a:p>
            <a:pPr>
              <a:buFont typeface="+mj-lt"/>
              <a:buAutoNum type="arabicPeriod"/>
            </a:pPr>
            <a:r>
              <a:rPr lang="en-US" dirty="0"/>
              <a:t>Read the question scenario in the text. What are some data quality concerns that you have regarding this project?</a:t>
            </a:r>
          </a:p>
          <a:p>
            <a:pPr>
              <a:buFont typeface="+mj-lt"/>
              <a:buAutoNum type="arabicPeriod"/>
            </a:pPr>
            <a:endParaRPr lang="en-US" dirty="0"/>
          </a:p>
          <a:p>
            <a:pPr>
              <a:buFont typeface="+mj-lt"/>
              <a:buAutoNum type="arabicPeriod"/>
            </a:pPr>
            <a:r>
              <a:rPr lang="en-US" dirty="0"/>
              <a:t>Read the question scenario in the text. What are some security risks that could affect the data being used in this project?</a:t>
            </a:r>
          </a:p>
        </p:txBody>
      </p:sp>
      <p:sp>
        <p:nvSpPr>
          <p:cNvPr id="5" name="Title 4">
            <a:extLst>
              <a:ext uri="{FF2B5EF4-FFF2-40B4-BE49-F238E27FC236}">
                <a16:creationId xmlns:a16="http://schemas.microsoft.com/office/drawing/2014/main" id="{8FD9C6E5-AFCE-65FF-17CA-09B4A50FAEFA}"/>
              </a:ext>
            </a:extLst>
          </p:cNvPr>
          <p:cNvSpPr>
            <a:spLocks noGrp="1"/>
          </p:cNvSpPr>
          <p:nvPr>
            <p:ph type="title"/>
          </p:nvPr>
        </p:nvSpPr>
        <p:spPr/>
        <p:txBody>
          <a:bodyPr/>
          <a:lstStyle/>
          <a:p>
            <a:r>
              <a:rPr lang="en-US" dirty="0"/>
              <a:t>Activity: Identifying Data Requirements for AI</a:t>
            </a:r>
          </a:p>
        </p:txBody>
      </p:sp>
    </p:spTree>
    <p:extLst>
      <p:ext uri="{BB962C8B-B14F-4D97-AF65-F5344CB8AC3E}">
        <p14:creationId xmlns:p14="http://schemas.microsoft.com/office/powerpoint/2010/main" val="40610777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A1C4CFB-1ACB-A14F-B6A4-435DA7645523}"/>
              </a:ext>
            </a:extLst>
          </p:cNvPr>
          <p:cNvSpPr>
            <a:spLocks noGrp="1"/>
          </p:cNvSpPr>
          <p:nvPr>
            <p:ph type="sldNum" sz="quarter" idx="12"/>
          </p:nvPr>
        </p:nvSpPr>
        <p:spPr/>
        <p:txBody>
          <a:bodyPr/>
          <a:lstStyle/>
          <a:p>
            <a:fld id="{A8160BDD-7155-D744-B749-9730458604AD}" type="slidenum">
              <a:rPr lang="en-US" smtClean="0"/>
              <a:t>13</a:t>
            </a:fld>
            <a:endParaRPr lang="en-US" dirty="0"/>
          </a:p>
        </p:txBody>
      </p:sp>
      <p:sp>
        <p:nvSpPr>
          <p:cNvPr id="3" name="Text Placeholder 2">
            <a:extLst>
              <a:ext uri="{FF2B5EF4-FFF2-40B4-BE49-F238E27FC236}">
                <a16:creationId xmlns:a16="http://schemas.microsoft.com/office/drawing/2014/main" id="{711926C4-B76F-6740-B2D3-3C573DAFAACD}"/>
              </a:ext>
            </a:extLst>
          </p:cNvPr>
          <p:cNvSpPr>
            <a:spLocks noGrp="1"/>
          </p:cNvSpPr>
          <p:nvPr>
            <p:ph type="body" sz="quarter" idx="14"/>
          </p:nvPr>
        </p:nvSpPr>
        <p:spPr/>
        <p:txBody>
          <a:bodyPr/>
          <a:lstStyle/>
          <a:p>
            <a:r>
              <a:rPr lang="en-US" dirty="0"/>
              <a:t>Identify Risks in Implementing AI</a:t>
            </a:r>
          </a:p>
        </p:txBody>
      </p:sp>
      <p:pic>
        <p:nvPicPr>
          <p:cNvPr id="6" name="Picture Placeholder 5">
            <a:extLst>
              <a:ext uri="{FF2B5EF4-FFF2-40B4-BE49-F238E27FC236}">
                <a16:creationId xmlns:a16="http://schemas.microsoft.com/office/drawing/2014/main" id="{C4DF0A3C-AA83-F46D-4824-545A48FF34BD}"/>
              </a:ext>
            </a:extLst>
          </p:cNvPr>
          <p:cNvPicPr>
            <a:picLocks noGrp="1" noChangeAspect="1"/>
          </p:cNvPicPr>
          <p:nvPr>
            <p:ph type="pic" sz="quarter" idx="13"/>
          </p:nvPr>
        </p:nvPicPr>
        <p:blipFill rotWithShape="1">
          <a:blip r:embed="rId2">
            <a:extLst>
              <a:ext uri="{96DAC541-7B7A-43D3-8B79-37D633B846F1}">
                <asvg:svgBlip xmlns:asvg="http://schemas.microsoft.com/office/drawing/2016/SVG/main" r:embed="rId3"/>
              </a:ext>
            </a:extLst>
          </a:blip>
          <a:srcRect t="-34671" b="-34671"/>
          <a:stretch/>
        </p:blipFill>
        <p:spPr/>
      </p:pic>
    </p:spTree>
    <p:extLst>
      <p:ext uri="{BB962C8B-B14F-4D97-AF65-F5344CB8AC3E}">
        <p14:creationId xmlns:p14="http://schemas.microsoft.com/office/powerpoint/2010/main" val="35714550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A0C96BC-C0D7-6F52-DA14-D0698371DD60}"/>
              </a:ext>
            </a:extLst>
          </p:cNvPr>
          <p:cNvSpPr>
            <a:spLocks noGrp="1"/>
          </p:cNvSpPr>
          <p:nvPr>
            <p:ph type="sldNum" sz="quarter" idx="12"/>
          </p:nvPr>
        </p:nvSpPr>
        <p:spPr/>
        <p:txBody>
          <a:bodyPr/>
          <a:lstStyle/>
          <a:p>
            <a:fld id="{A8160BDD-7155-D744-B749-9730458604AD}" type="slidenum">
              <a:rPr lang="en-US" smtClean="0"/>
              <a:t>14</a:t>
            </a:fld>
            <a:endParaRPr lang="en-US" dirty="0"/>
          </a:p>
        </p:txBody>
      </p:sp>
      <p:sp>
        <p:nvSpPr>
          <p:cNvPr id="4" name="Content Placeholder 3">
            <a:extLst>
              <a:ext uri="{FF2B5EF4-FFF2-40B4-BE49-F238E27FC236}">
                <a16:creationId xmlns:a16="http://schemas.microsoft.com/office/drawing/2014/main" id="{2645B350-9377-77D1-8101-CCE31C05B362}"/>
              </a:ext>
            </a:extLst>
          </p:cNvPr>
          <p:cNvSpPr>
            <a:spLocks noGrp="1"/>
          </p:cNvSpPr>
          <p:nvPr>
            <p:ph idx="1"/>
          </p:nvPr>
        </p:nvSpPr>
        <p:spPr/>
        <p:txBody>
          <a:bodyPr/>
          <a:lstStyle/>
          <a:p>
            <a:r>
              <a:rPr lang="en-US" dirty="0"/>
              <a:t>AI can displace jobs.</a:t>
            </a:r>
          </a:p>
          <a:p>
            <a:pPr lvl="1"/>
            <a:r>
              <a:rPr lang="en-US" dirty="0"/>
              <a:t>Mostly jobs with routine and predictable behavior.</a:t>
            </a:r>
          </a:p>
          <a:p>
            <a:r>
              <a:rPr lang="en-US" dirty="0"/>
              <a:t>Employees may feel "technostress."</a:t>
            </a:r>
          </a:p>
          <a:p>
            <a:pPr lvl="1"/>
            <a:r>
              <a:rPr lang="en-US" dirty="0"/>
              <a:t>Lost productivity.</a:t>
            </a:r>
          </a:p>
          <a:p>
            <a:pPr lvl="1"/>
            <a:r>
              <a:rPr lang="en-US" dirty="0"/>
              <a:t>Job insecurity.</a:t>
            </a:r>
          </a:p>
          <a:p>
            <a:r>
              <a:rPr lang="en-US" dirty="0"/>
              <a:t>Employees may struggle to adapt.</a:t>
            </a:r>
          </a:p>
          <a:p>
            <a:pPr lvl="1"/>
            <a:r>
              <a:rPr lang="en-US" dirty="0"/>
              <a:t>AI can disrupt workflow.</a:t>
            </a:r>
          </a:p>
          <a:p>
            <a:pPr lvl="1"/>
            <a:r>
              <a:rPr lang="en-US" dirty="0"/>
              <a:t>Reduced productivity during transitional period.</a:t>
            </a:r>
          </a:p>
        </p:txBody>
      </p:sp>
      <p:sp>
        <p:nvSpPr>
          <p:cNvPr id="3" name="Title 2">
            <a:extLst>
              <a:ext uri="{FF2B5EF4-FFF2-40B4-BE49-F238E27FC236}">
                <a16:creationId xmlns:a16="http://schemas.microsoft.com/office/drawing/2014/main" id="{0D4A8251-BCA5-832E-BB04-5768692C05EC}"/>
              </a:ext>
            </a:extLst>
          </p:cNvPr>
          <p:cNvSpPr>
            <a:spLocks noGrp="1"/>
          </p:cNvSpPr>
          <p:nvPr>
            <p:ph type="title"/>
          </p:nvPr>
        </p:nvSpPr>
        <p:spPr/>
        <p:txBody>
          <a:bodyPr/>
          <a:lstStyle/>
          <a:p>
            <a:r>
              <a:rPr lang="en-US" dirty="0"/>
              <a:t>Impact on Employees</a:t>
            </a:r>
          </a:p>
        </p:txBody>
      </p:sp>
      <p:pic>
        <p:nvPicPr>
          <p:cNvPr id="6" name="Picture 5" descr="A picture containing text, table, worktable, shop&#10;&#10;Description automatically generated">
            <a:extLst>
              <a:ext uri="{FF2B5EF4-FFF2-40B4-BE49-F238E27FC236}">
                <a16:creationId xmlns:a16="http://schemas.microsoft.com/office/drawing/2014/main" id="{F65CF4D9-B025-380D-F053-5300A7DF2E40}"/>
              </a:ext>
            </a:extLst>
          </p:cNvPr>
          <p:cNvPicPr>
            <a:picLocks noChangeAspect="1"/>
          </p:cNvPicPr>
          <p:nvPr/>
        </p:nvPicPr>
        <p:blipFill>
          <a:blip r:embed="rId2"/>
          <a:stretch>
            <a:fillRect/>
          </a:stretch>
        </p:blipFill>
        <p:spPr>
          <a:xfrm>
            <a:off x="6477635" y="1673225"/>
            <a:ext cx="5267325" cy="3511550"/>
          </a:xfrm>
          <a:prstGeom prst="rect">
            <a:avLst/>
          </a:prstGeom>
        </p:spPr>
      </p:pic>
    </p:spTree>
    <p:extLst>
      <p:ext uri="{BB962C8B-B14F-4D97-AF65-F5344CB8AC3E}">
        <p14:creationId xmlns:p14="http://schemas.microsoft.com/office/powerpoint/2010/main" val="16297239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74645E2-0F40-72F3-2833-06C12859BC03}"/>
              </a:ext>
            </a:extLst>
          </p:cNvPr>
          <p:cNvSpPr>
            <a:spLocks noGrp="1"/>
          </p:cNvSpPr>
          <p:nvPr>
            <p:ph type="sldNum" sz="quarter" idx="12"/>
          </p:nvPr>
        </p:nvSpPr>
        <p:spPr/>
        <p:txBody>
          <a:bodyPr/>
          <a:lstStyle/>
          <a:p>
            <a:fld id="{A8160BDD-7155-D744-B749-9730458604AD}" type="slidenum">
              <a:rPr lang="en-US" smtClean="0"/>
              <a:pPr/>
              <a:t>15</a:t>
            </a:fld>
            <a:endParaRPr lang="en-US" dirty="0"/>
          </a:p>
        </p:txBody>
      </p:sp>
      <p:sp>
        <p:nvSpPr>
          <p:cNvPr id="3" name="Content Placeholder 2">
            <a:extLst>
              <a:ext uri="{FF2B5EF4-FFF2-40B4-BE49-F238E27FC236}">
                <a16:creationId xmlns:a16="http://schemas.microsoft.com/office/drawing/2014/main" id="{75997CFC-513F-95D1-B8CA-6EE194CDC4B8}"/>
              </a:ext>
            </a:extLst>
          </p:cNvPr>
          <p:cNvSpPr>
            <a:spLocks noGrp="1"/>
          </p:cNvSpPr>
          <p:nvPr>
            <p:ph idx="1"/>
          </p:nvPr>
        </p:nvSpPr>
        <p:spPr/>
        <p:txBody>
          <a:bodyPr/>
          <a:lstStyle/>
          <a:p>
            <a:r>
              <a:rPr lang="en-US" dirty="0"/>
              <a:t>Disruptive AI brings operational risks.</a:t>
            </a:r>
          </a:p>
          <a:p>
            <a:r>
              <a:rPr lang="en-US" dirty="0"/>
              <a:t>AI solution may:</a:t>
            </a:r>
          </a:p>
          <a:p>
            <a:pPr lvl="1"/>
            <a:r>
              <a:rPr lang="en-US" dirty="0"/>
              <a:t>Outright fail.</a:t>
            </a:r>
          </a:p>
          <a:p>
            <a:pPr lvl="1"/>
            <a:r>
              <a:rPr lang="en-US" dirty="0"/>
              <a:t>Not bring business value.</a:t>
            </a:r>
          </a:p>
          <a:p>
            <a:pPr lvl="1"/>
            <a:r>
              <a:rPr lang="en-US" dirty="0"/>
              <a:t>Not be cost beneficial.</a:t>
            </a:r>
          </a:p>
          <a:p>
            <a:pPr lvl="1"/>
            <a:r>
              <a:rPr lang="en-US" dirty="0"/>
              <a:t>Not be well integrated.</a:t>
            </a:r>
          </a:p>
          <a:p>
            <a:pPr lvl="1"/>
            <a:r>
              <a:rPr lang="en-US" dirty="0"/>
              <a:t>Not be easily updated/maintained.</a:t>
            </a:r>
          </a:p>
          <a:p>
            <a:r>
              <a:rPr lang="en-US" dirty="0"/>
              <a:t>Change management can:</a:t>
            </a:r>
          </a:p>
          <a:p>
            <a:pPr lvl="1"/>
            <a:r>
              <a:rPr lang="en-US" dirty="0"/>
              <a:t>Increase organizational readiness.</a:t>
            </a:r>
          </a:p>
          <a:p>
            <a:pPr lvl="1"/>
            <a:r>
              <a:rPr lang="en-US" dirty="0"/>
              <a:t>Minimize risks.</a:t>
            </a:r>
          </a:p>
          <a:p>
            <a:pPr lvl="1"/>
            <a:r>
              <a:rPr lang="en-US" dirty="0"/>
              <a:t>Better prepare org to harness AI.</a:t>
            </a:r>
          </a:p>
        </p:txBody>
      </p:sp>
      <p:sp>
        <p:nvSpPr>
          <p:cNvPr id="4" name="Title 3">
            <a:extLst>
              <a:ext uri="{FF2B5EF4-FFF2-40B4-BE49-F238E27FC236}">
                <a16:creationId xmlns:a16="http://schemas.microsoft.com/office/drawing/2014/main" id="{BBB445B7-BF96-9035-4D1A-ACF78D68803D}"/>
              </a:ext>
            </a:extLst>
          </p:cNvPr>
          <p:cNvSpPr>
            <a:spLocks noGrp="1"/>
          </p:cNvSpPr>
          <p:nvPr>
            <p:ph type="title"/>
          </p:nvPr>
        </p:nvSpPr>
        <p:spPr/>
        <p:txBody>
          <a:bodyPr/>
          <a:lstStyle/>
          <a:p>
            <a:r>
              <a:rPr lang="en-US" dirty="0"/>
              <a:t>Operational Risks</a:t>
            </a:r>
          </a:p>
        </p:txBody>
      </p:sp>
      <p:pic>
        <p:nvPicPr>
          <p:cNvPr id="7" name="Picture 6">
            <a:extLst>
              <a:ext uri="{FF2B5EF4-FFF2-40B4-BE49-F238E27FC236}">
                <a16:creationId xmlns:a16="http://schemas.microsoft.com/office/drawing/2014/main" id="{15BF5363-FF72-F7AC-F5CB-46E45F1A4118}"/>
              </a:ext>
            </a:extLst>
          </p:cNvPr>
          <p:cNvPicPr>
            <a:picLocks noChangeAspect="1"/>
          </p:cNvPicPr>
          <p:nvPr/>
        </p:nvPicPr>
        <p:blipFill>
          <a:blip r:embed="rId2"/>
          <a:srcRect/>
          <a:stretch/>
        </p:blipFill>
        <p:spPr>
          <a:xfrm>
            <a:off x="6477635" y="1673225"/>
            <a:ext cx="5267325" cy="3511550"/>
          </a:xfrm>
          <a:prstGeom prst="rect">
            <a:avLst/>
          </a:prstGeom>
        </p:spPr>
      </p:pic>
    </p:spTree>
    <p:extLst>
      <p:ext uri="{BB962C8B-B14F-4D97-AF65-F5344CB8AC3E}">
        <p14:creationId xmlns:p14="http://schemas.microsoft.com/office/powerpoint/2010/main" val="27723711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387FA34-C2D9-854A-A297-A3CFA94F4A7A}"/>
              </a:ext>
            </a:extLst>
          </p:cNvPr>
          <p:cNvSpPr>
            <a:spLocks noGrp="1"/>
          </p:cNvSpPr>
          <p:nvPr>
            <p:ph type="sldNum" sz="quarter" idx="12"/>
          </p:nvPr>
        </p:nvSpPr>
        <p:spPr/>
        <p:txBody>
          <a:bodyPr/>
          <a:lstStyle/>
          <a:p>
            <a:fld id="{A8160BDD-7155-D744-B749-9730458604AD}" type="slidenum">
              <a:rPr lang="en-US" smtClean="0"/>
              <a:pPr/>
              <a:t>16</a:t>
            </a:fld>
            <a:endParaRPr lang="en-US" dirty="0"/>
          </a:p>
        </p:txBody>
      </p:sp>
      <p:sp>
        <p:nvSpPr>
          <p:cNvPr id="3" name="Content Placeholder 2">
            <a:extLst>
              <a:ext uri="{FF2B5EF4-FFF2-40B4-BE49-F238E27FC236}">
                <a16:creationId xmlns:a16="http://schemas.microsoft.com/office/drawing/2014/main" id="{49BFADA5-99D9-C167-B873-5D9947BA6D9F}"/>
              </a:ext>
            </a:extLst>
          </p:cNvPr>
          <p:cNvSpPr>
            <a:spLocks noGrp="1"/>
          </p:cNvSpPr>
          <p:nvPr>
            <p:ph idx="1"/>
          </p:nvPr>
        </p:nvSpPr>
        <p:spPr/>
        <p:txBody>
          <a:bodyPr/>
          <a:lstStyle/>
          <a:p>
            <a:r>
              <a:rPr lang="en-US" dirty="0"/>
              <a:t>Privacy</a:t>
            </a:r>
          </a:p>
          <a:p>
            <a:r>
              <a:rPr lang="en-US" dirty="0"/>
              <a:t>Accountability</a:t>
            </a:r>
          </a:p>
          <a:p>
            <a:r>
              <a:rPr lang="en-US" dirty="0"/>
              <a:t>Transparency and </a:t>
            </a:r>
            <a:r>
              <a:rPr lang="en-US" dirty="0" err="1"/>
              <a:t>explainability</a:t>
            </a:r>
            <a:endParaRPr lang="en-US" dirty="0"/>
          </a:p>
          <a:p>
            <a:r>
              <a:rPr lang="en-US" dirty="0"/>
              <a:t>Fairness and non-discrimination</a:t>
            </a:r>
          </a:p>
          <a:p>
            <a:r>
              <a:rPr lang="en-US" dirty="0"/>
              <a:t>Safety and security</a:t>
            </a:r>
          </a:p>
        </p:txBody>
      </p:sp>
      <p:sp>
        <p:nvSpPr>
          <p:cNvPr id="4" name="Title 3">
            <a:extLst>
              <a:ext uri="{FF2B5EF4-FFF2-40B4-BE49-F238E27FC236}">
                <a16:creationId xmlns:a16="http://schemas.microsoft.com/office/drawing/2014/main" id="{32F13A85-FA98-5BAF-174E-0B0F986E7DD7}"/>
              </a:ext>
            </a:extLst>
          </p:cNvPr>
          <p:cNvSpPr>
            <a:spLocks noGrp="1"/>
          </p:cNvSpPr>
          <p:nvPr>
            <p:ph type="title"/>
          </p:nvPr>
        </p:nvSpPr>
        <p:spPr/>
        <p:txBody>
          <a:bodyPr/>
          <a:lstStyle/>
          <a:p>
            <a:r>
              <a:rPr lang="en-US" dirty="0"/>
              <a:t>Ethical Considerations</a:t>
            </a:r>
          </a:p>
        </p:txBody>
      </p:sp>
      <p:pic>
        <p:nvPicPr>
          <p:cNvPr id="8" name="Picture 7">
            <a:extLst>
              <a:ext uri="{FF2B5EF4-FFF2-40B4-BE49-F238E27FC236}">
                <a16:creationId xmlns:a16="http://schemas.microsoft.com/office/drawing/2014/main" id="{FCE5D144-0DBF-ECFD-3AD1-97D6B923DF44}"/>
              </a:ext>
            </a:extLst>
          </p:cNvPr>
          <p:cNvPicPr>
            <a:picLocks noChangeAspect="1"/>
          </p:cNvPicPr>
          <p:nvPr/>
        </p:nvPicPr>
        <p:blipFill>
          <a:blip r:embed="rId2"/>
          <a:srcRect/>
          <a:stretch/>
        </p:blipFill>
        <p:spPr>
          <a:xfrm>
            <a:off x="6489340" y="1673225"/>
            <a:ext cx="5243914" cy="3511550"/>
          </a:xfrm>
          <a:prstGeom prst="rect">
            <a:avLst/>
          </a:prstGeom>
        </p:spPr>
      </p:pic>
    </p:spTree>
    <p:extLst>
      <p:ext uri="{BB962C8B-B14F-4D97-AF65-F5344CB8AC3E}">
        <p14:creationId xmlns:p14="http://schemas.microsoft.com/office/powerpoint/2010/main" val="37735060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5B1B65D-02A4-FCBD-A550-263A60442F42}"/>
              </a:ext>
            </a:extLst>
          </p:cNvPr>
          <p:cNvSpPr>
            <a:spLocks noGrp="1"/>
          </p:cNvSpPr>
          <p:nvPr>
            <p:ph type="title"/>
          </p:nvPr>
        </p:nvSpPr>
        <p:spPr/>
        <p:txBody>
          <a:bodyPr/>
          <a:lstStyle/>
          <a:p>
            <a:r>
              <a:rPr lang="en-US" dirty="0"/>
              <a:t>Legal and Regulatory Considerations </a:t>
            </a:r>
          </a:p>
        </p:txBody>
      </p:sp>
      <p:sp>
        <p:nvSpPr>
          <p:cNvPr id="2" name="Slide Number Placeholder 1">
            <a:extLst>
              <a:ext uri="{FF2B5EF4-FFF2-40B4-BE49-F238E27FC236}">
                <a16:creationId xmlns:a16="http://schemas.microsoft.com/office/drawing/2014/main" id="{E3BEB941-DFDE-8192-D88E-B5F9B0B876B2}"/>
              </a:ext>
            </a:extLst>
          </p:cNvPr>
          <p:cNvSpPr>
            <a:spLocks noGrp="1"/>
          </p:cNvSpPr>
          <p:nvPr>
            <p:ph type="sldNum" sz="quarter" idx="12"/>
          </p:nvPr>
        </p:nvSpPr>
        <p:spPr/>
        <p:txBody>
          <a:bodyPr/>
          <a:lstStyle/>
          <a:p>
            <a:fld id="{A8160BDD-7155-D744-B749-9730458604AD}" type="slidenum">
              <a:rPr lang="en-US" smtClean="0"/>
              <a:pPr/>
              <a:t>17</a:t>
            </a:fld>
            <a:endParaRPr lang="en-US" dirty="0"/>
          </a:p>
        </p:txBody>
      </p:sp>
      <p:pic>
        <p:nvPicPr>
          <p:cNvPr id="4" name="Picture 3" descr="Graphical user interface, text, application, email&#10;&#10;Description automatically generated">
            <a:extLst>
              <a:ext uri="{FF2B5EF4-FFF2-40B4-BE49-F238E27FC236}">
                <a16:creationId xmlns:a16="http://schemas.microsoft.com/office/drawing/2014/main" id="{C288C273-2FFE-82E0-F572-755D337A63CE}"/>
              </a:ext>
            </a:extLst>
          </p:cNvPr>
          <p:cNvPicPr>
            <a:picLocks noChangeAspect="1"/>
          </p:cNvPicPr>
          <p:nvPr/>
        </p:nvPicPr>
        <p:blipFill>
          <a:blip r:embed="rId2"/>
          <a:stretch>
            <a:fillRect/>
          </a:stretch>
        </p:blipFill>
        <p:spPr>
          <a:xfrm>
            <a:off x="4355203" y="4135716"/>
            <a:ext cx="4401967" cy="2377597"/>
          </a:xfrm>
          <a:prstGeom prst="rect">
            <a:avLst/>
          </a:prstGeom>
        </p:spPr>
      </p:pic>
      <p:grpSp>
        <p:nvGrpSpPr>
          <p:cNvPr id="14" name="Group 13">
            <a:extLst>
              <a:ext uri="{FF2B5EF4-FFF2-40B4-BE49-F238E27FC236}">
                <a16:creationId xmlns:a16="http://schemas.microsoft.com/office/drawing/2014/main" id="{E291FA57-C5B0-99BC-25B3-F11B901DFE28}"/>
              </a:ext>
            </a:extLst>
          </p:cNvPr>
          <p:cNvGrpSpPr/>
          <p:nvPr/>
        </p:nvGrpSpPr>
        <p:grpSpPr>
          <a:xfrm>
            <a:off x="312047" y="1191523"/>
            <a:ext cx="11413449" cy="5209028"/>
            <a:chOff x="31697" y="1048648"/>
            <a:chExt cx="11413449" cy="5209028"/>
          </a:xfrm>
        </p:grpSpPr>
        <p:pic>
          <p:nvPicPr>
            <p:cNvPr id="7" name="Picture 6">
              <a:extLst>
                <a:ext uri="{FF2B5EF4-FFF2-40B4-BE49-F238E27FC236}">
                  <a16:creationId xmlns:a16="http://schemas.microsoft.com/office/drawing/2014/main" id="{98240569-3249-1EC5-E387-0F0885841F30}"/>
                </a:ext>
              </a:extLst>
            </p:cNvPr>
            <p:cNvPicPr>
              <a:picLocks noChangeAspect="1"/>
            </p:cNvPicPr>
            <p:nvPr/>
          </p:nvPicPr>
          <p:blipFill>
            <a:blip r:embed="rId3"/>
            <a:stretch>
              <a:fillRect/>
            </a:stretch>
          </p:blipFill>
          <p:spPr>
            <a:xfrm>
              <a:off x="31697" y="1922116"/>
              <a:ext cx="4185235" cy="3583976"/>
            </a:xfrm>
            <a:prstGeom prst="rect">
              <a:avLst/>
            </a:prstGeom>
          </p:spPr>
        </p:pic>
        <p:pic>
          <p:nvPicPr>
            <p:cNvPr id="9" name="Picture 8">
              <a:extLst>
                <a:ext uri="{FF2B5EF4-FFF2-40B4-BE49-F238E27FC236}">
                  <a16:creationId xmlns:a16="http://schemas.microsoft.com/office/drawing/2014/main" id="{B261F220-FD0E-FE87-73A7-4AF2CF830AD8}"/>
                </a:ext>
              </a:extLst>
            </p:cNvPr>
            <p:cNvPicPr>
              <a:picLocks noChangeAspect="1"/>
            </p:cNvPicPr>
            <p:nvPr/>
          </p:nvPicPr>
          <p:blipFill>
            <a:blip r:embed="rId4"/>
            <a:stretch>
              <a:fillRect/>
            </a:stretch>
          </p:blipFill>
          <p:spPr>
            <a:xfrm>
              <a:off x="3399788" y="1424645"/>
              <a:ext cx="6638925" cy="1895515"/>
            </a:xfrm>
            <a:prstGeom prst="rect">
              <a:avLst/>
            </a:prstGeom>
          </p:spPr>
        </p:pic>
        <p:pic>
          <p:nvPicPr>
            <p:cNvPr id="11" name="Picture 10">
              <a:extLst>
                <a:ext uri="{FF2B5EF4-FFF2-40B4-BE49-F238E27FC236}">
                  <a16:creationId xmlns:a16="http://schemas.microsoft.com/office/drawing/2014/main" id="{B026F629-AF4F-F39A-AEB5-B82C20CD89BB}"/>
                </a:ext>
              </a:extLst>
            </p:cNvPr>
            <p:cNvPicPr>
              <a:picLocks noChangeAspect="1"/>
            </p:cNvPicPr>
            <p:nvPr/>
          </p:nvPicPr>
          <p:blipFill>
            <a:blip r:embed="rId5"/>
            <a:stretch>
              <a:fillRect/>
            </a:stretch>
          </p:blipFill>
          <p:spPr>
            <a:xfrm>
              <a:off x="7820611" y="3286125"/>
              <a:ext cx="3624535" cy="2971551"/>
            </a:xfrm>
            <a:prstGeom prst="rect">
              <a:avLst/>
            </a:prstGeom>
          </p:spPr>
        </p:pic>
        <p:sp>
          <p:nvSpPr>
            <p:cNvPr id="12" name="Text Box 307">
              <a:extLst>
                <a:ext uri="{FF2B5EF4-FFF2-40B4-BE49-F238E27FC236}">
                  <a16:creationId xmlns:a16="http://schemas.microsoft.com/office/drawing/2014/main" id="{8EEF3C2A-9793-1CBF-1FC1-F15691BD9D8B}"/>
                </a:ext>
              </a:extLst>
            </p:cNvPr>
            <p:cNvSpPr txBox="1">
              <a:spLocks noChangeArrowheads="1"/>
            </p:cNvSpPr>
            <p:nvPr/>
          </p:nvSpPr>
          <p:spPr bwMode="auto">
            <a:xfrm>
              <a:off x="311142" y="1424645"/>
              <a:ext cx="1813172"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defTabSz="914400" eaLnBrk="1" hangingPunct="1">
                <a:spcBef>
                  <a:spcPct val="50000"/>
                </a:spcBef>
                <a:defRPr/>
              </a:pPr>
              <a:r>
                <a:rPr lang="en-US" b="1" kern="0" dirty="0">
                  <a:solidFill>
                    <a:srgbClr val="000000"/>
                  </a:solidFill>
                  <a:latin typeface="Calibri"/>
                  <a:cs typeface="Calibri"/>
                </a:rPr>
                <a:t>DoD AI Principles</a:t>
              </a:r>
            </a:p>
          </p:txBody>
        </p:sp>
        <p:sp>
          <p:nvSpPr>
            <p:cNvPr id="13" name="Text Box 307">
              <a:extLst>
                <a:ext uri="{FF2B5EF4-FFF2-40B4-BE49-F238E27FC236}">
                  <a16:creationId xmlns:a16="http://schemas.microsoft.com/office/drawing/2014/main" id="{738DBB58-9747-E6E9-1384-2508A2D63431}"/>
                </a:ext>
              </a:extLst>
            </p:cNvPr>
            <p:cNvSpPr txBox="1">
              <a:spLocks noChangeArrowheads="1"/>
            </p:cNvSpPr>
            <p:nvPr/>
          </p:nvSpPr>
          <p:spPr bwMode="auto">
            <a:xfrm>
              <a:off x="5590396" y="1048648"/>
              <a:ext cx="2089637"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defTabSz="914400" eaLnBrk="1" hangingPunct="1">
                <a:spcBef>
                  <a:spcPct val="50000"/>
                </a:spcBef>
                <a:defRPr/>
              </a:pPr>
              <a:r>
                <a:rPr lang="en-US" b="1" kern="0" dirty="0">
                  <a:solidFill>
                    <a:srgbClr val="000000"/>
                  </a:solidFill>
                  <a:latin typeface="Calibri"/>
                  <a:cs typeface="Calibri"/>
                </a:rPr>
                <a:t>US AI Bill of Rights</a:t>
              </a:r>
            </a:p>
          </p:txBody>
        </p:sp>
      </p:grpSp>
      <p:sp>
        <p:nvSpPr>
          <p:cNvPr id="6" name="Text Box 307">
            <a:extLst>
              <a:ext uri="{FF2B5EF4-FFF2-40B4-BE49-F238E27FC236}">
                <a16:creationId xmlns:a16="http://schemas.microsoft.com/office/drawing/2014/main" id="{0A9889F0-8177-D4FC-CB3F-5B22C76565C4}"/>
              </a:ext>
            </a:extLst>
          </p:cNvPr>
          <p:cNvSpPr txBox="1">
            <a:spLocks noChangeArrowheads="1"/>
          </p:cNvSpPr>
          <p:nvPr/>
        </p:nvSpPr>
        <p:spPr bwMode="auto">
          <a:xfrm>
            <a:off x="5048719" y="3766384"/>
            <a:ext cx="2481755"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defTabSz="914400" eaLnBrk="1" hangingPunct="1">
              <a:spcBef>
                <a:spcPct val="50000"/>
              </a:spcBef>
              <a:defRPr/>
            </a:pPr>
            <a:r>
              <a:rPr lang="en-US" b="1" kern="0" dirty="0">
                <a:solidFill>
                  <a:srgbClr val="000000"/>
                </a:solidFill>
                <a:latin typeface="Calibri"/>
                <a:cs typeface="Calibri"/>
              </a:rPr>
              <a:t>National Strategy for AI</a:t>
            </a:r>
          </a:p>
        </p:txBody>
      </p:sp>
    </p:spTree>
    <p:extLst>
      <p:ext uri="{BB962C8B-B14F-4D97-AF65-F5344CB8AC3E}">
        <p14:creationId xmlns:p14="http://schemas.microsoft.com/office/powerpoint/2010/main" val="39246446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BD3320E-848F-8C03-0B34-FB17B7BD7CAA}"/>
              </a:ext>
            </a:extLst>
          </p:cNvPr>
          <p:cNvSpPr>
            <a:spLocks noGrp="1"/>
          </p:cNvSpPr>
          <p:nvPr>
            <p:ph type="sldNum" sz="quarter" idx="12"/>
          </p:nvPr>
        </p:nvSpPr>
        <p:spPr/>
        <p:txBody>
          <a:bodyPr/>
          <a:lstStyle/>
          <a:p>
            <a:fld id="{A8160BDD-7155-D744-B749-9730458604AD}" type="slidenum">
              <a:rPr lang="en-US" smtClean="0"/>
              <a:pPr/>
              <a:t>18</a:t>
            </a:fld>
            <a:endParaRPr lang="en-US" dirty="0"/>
          </a:p>
        </p:txBody>
      </p:sp>
      <p:sp>
        <p:nvSpPr>
          <p:cNvPr id="6" name="Content Placeholder 5">
            <a:extLst>
              <a:ext uri="{FF2B5EF4-FFF2-40B4-BE49-F238E27FC236}">
                <a16:creationId xmlns:a16="http://schemas.microsoft.com/office/drawing/2014/main" id="{AF846A36-A77E-212C-9A55-1E847B906E03}"/>
              </a:ext>
            </a:extLst>
          </p:cNvPr>
          <p:cNvSpPr>
            <a:spLocks noGrp="1"/>
          </p:cNvSpPr>
          <p:nvPr>
            <p:ph idx="1"/>
          </p:nvPr>
        </p:nvSpPr>
        <p:spPr/>
        <p:txBody>
          <a:bodyPr/>
          <a:lstStyle/>
          <a:p>
            <a:pPr>
              <a:buFont typeface="+mj-lt"/>
              <a:buAutoNum type="arabicPeriod"/>
            </a:pPr>
            <a:r>
              <a:rPr lang="en-US" dirty="0"/>
              <a:t>Read the question scenario in the text. What are some of the business risks involved in adopting this AI solution, from both an employee and an operational standpoint?</a:t>
            </a:r>
          </a:p>
          <a:p>
            <a:pPr>
              <a:buFont typeface="+mj-lt"/>
              <a:buAutoNum type="arabicPeriod"/>
            </a:pPr>
            <a:endParaRPr lang="en-US" dirty="0"/>
          </a:p>
          <a:p>
            <a:pPr>
              <a:buFont typeface="+mj-lt"/>
              <a:buAutoNum type="arabicPeriod"/>
            </a:pPr>
            <a:r>
              <a:rPr lang="en-US" dirty="0"/>
              <a:t>Read the question scenario in the text. What are some ethical concerns you would have regarding this solution?</a:t>
            </a:r>
          </a:p>
        </p:txBody>
      </p:sp>
      <p:sp>
        <p:nvSpPr>
          <p:cNvPr id="5" name="Title 4">
            <a:extLst>
              <a:ext uri="{FF2B5EF4-FFF2-40B4-BE49-F238E27FC236}">
                <a16:creationId xmlns:a16="http://schemas.microsoft.com/office/drawing/2014/main" id="{A9E56727-12BD-54D9-37A6-0973CD8EBA89}"/>
              </a:ext>
            </a:extLst>
          </p:cNvPr>
          <p:cNvSpPr>
            <a:spLocks noGrp="1"/>
          </p:cNvSpPr>
          <p:nvPr>
            <p:ph type="title"/>
          </p:nvPr>
        </p:nvSpPr>
        <p:spPr/>
        <p:txBody>
          <a:bodyPr/>
          <a:lstStyle/>
          <a:p>
            <a:r>
              <a:rPr lang="en-US" dirty="0"/>
              <a:t>Activity: Identifying Risks in Implementing AI</a:t>
            </a:r>
          </a:p>
        </p:txBody>
      </p:sp>
    </p:spTree>
    <p:extLst>
      <p:ext uri="{BB962C8B-B14F-4D97-AF65-F5344CB8AC3E}">
        <p14:creationId xmlns:p14="http://schemas.microsoft.com/office/powerpoint/2010/main" val="10423631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A1C4CFB-1ACB-A14F-B6A4-435DA7645523}"/>
              </a:ext>
            </a:extLst>
          </p:cNvPr>
          <p:cNvSpPr>
            <a:spLocks noGrp="1"/>
          </p:cNvSpPr>
          <p:nvPr>
            <p:ph type="sldNum" sz="quarter" idx="12"/>
          </p:nvPr>
        </p:nvSpPr>
        <p:spPr/>
        <p:txBody>
          <a:bodyPr/>
          <a:lstStyle/>
          <a:p>
            <a:fld id="{A8160BDD-7155-D744-B749-9730458604AD}" type="slidenum">
              <a:rPr lang="en-US" smtClean="0"/>
              <a:t>19</a:t>
            </a:fld>
            <a:endParaRPr lang="en-US" dirty="0"/>
          </a:p>
        </p:txBody>
      </p:sp>
      <p:sp>
        <p:nvSpPr>
          <p:cNvPr id="3" name="Text Placeholder 2">
            <a:extLst>
              <a:ext uri="{FF2B5EF4-FFF2-40B4-BE49-F238E27FC236}">
                <a16:creationId xmlns:a16="http://schemas.microsoft.com/office/drawing/2014/main" id="{711926C4-B76F-6740-B2D3-3C573DAFAACD}"/>
              </a:ext>
            </a:extLst>
          </p:cNvPr>
          <p:cNvSpPr>
            <a:spLocks noGrp="1"/>
          </p:cNvSpPr>
          <p:nvPr>
            <p:ph type="body" sz="quarter" idx="14"/>
          </p:nvPr>
        </p:nvSpPr>
        <p:spPr/>
        <p:txBody>
          <a:bodyPr/>
          <a:lstStyle/>
          <a:p>
            <a:r>
              <a:rPr lang="en-US" dirty="0"/>
              <a:t>Develop an AI Strategy</a:t>
            </a:r>
          </a:p>
        </p:txBody>
      </p:sp>
      <p:pic>
        <p:nvPicPr>
          <p:cNvPr id="6" name="Picture Placeholder 5">
            <a:extLst>
              <a:ext uri="{FF2B5EF4-FFF2-40B4-BE49-F238E27FC236}">
                <a16:creationId xmlns:a16="http://schemas.microsoft.com/office/drawing/2014/main" id="{26A8CF44-85D3-E9FE-2454-8AE274E9927F}"/>
              </a:ext>
            </a:extLst>
          </p:cNvPr>
          <p:cNvPicPr>
            <a:picLocks noGrp="1" noChangeAspect="1"/>
          </p:cNvPicPr>
          <p:nvPr>
            <p:ph type="pic" sz="quarter" idx="13"/>
          </p:nvPr>
        </p:nvPicPr>
        <p:blipFill rotWithShape="1">
          <a:blip r:embed="rId2">
            <a:extLst>
              <a:ext uri="{96DAC541-7B7A-43D3-8B79-37D633B846F1}">
                <asvg:svgBlip xmlns:asvg="http://schemas.microsoft.com/office/drawing/2016/SVG/main" r:embed="rId3"/>
              </a:ext>
            </a:extLst>
          </a:blip>
          <a:srcRect t="-34671" b="-34671"/>
          <a:stretch/>
        </p:blipFill>
        <p:spPr/>
      </p:pic>
    </p:spTree>
    <p:extLst>
      <p:ext uri="{BB962C8B-B14F-4D97-AF65-F5344CB8AC3E}">
        <p14:creationId xmlns:p14="http://schemas.microsoft.com/office/powerpoint/2010/main" val="19521961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54EEB4D-4115-AFD2-3F3E-AAA734589E7E}"/>
              </a:ext>
            </a:extLst>
          </p:cNvPr>
          <p:cNvSpPr>
            <a:spLocks noGrp="1"/>
          </p:cNvSpPr>
          <p:nvPr>
            <p:ph type="sldNum" sz="quarter" idx="12"/>
          </p:nvPr>
        </p:nvSpPr>
        <p:spPr/>
        <p:txBody>
          <a:bodyPr/>
          <a:lstStyle/>
          <a:p>
            <a:fld id="{A8160BDD-7155-D744-B749-9730458604AD}" type="slidenum">
              <a:rPr lang="en-US" smtClean="0"/>
              <a:t>20</a:t>
            </a:fld>
            <a:endParaRPr lang="en-US" dirty="0"/>
          </a:p>
        </p:txBody>
      </p:sp>
      <p:sp>
        <p:nvSpPr>
          <p:cNvPr id="6" name="Content Placeholder 5">
            <a:extLst>
              <a:ext uri="{FF2B5EF4-FFF2-40B4-BE49-F238E27FC236}">
                <a16:creationId xmlns:a16="http://schemas.microsoft.com/office/drawing/2014/main" id="{DFE3D1E6-C2EA-D4C8-1258-422DCC3A1FAF}"/>
              </a:ext>
            </a:extLst>
          </p:cNvPr>
          <p:cNvSpPr>
            <a:spLocks noGrp="1"/>
          </p:cNvSpPr>
          <p:nvPr>
            <p:ph idx="1"/>
          </p:nvPr>
        </p:nvSpPr>
        <p:spPr/>
        <p:txBody>
          <a:bodyPr/>
          <a:lstStyle/>
          <a:p>
            <a:r>
              <a:rPr lang="en-US" dirty="0"/>
              <a:t>AI solutions must align to initiatives/strategies.</a:t>
            </a:r>
          </a:p>
          <a:p>
            <a:pPr lvl="1"/>
            <a:r>
              <a:rPr lang="en-US" dirty="0"/>
              <a:t>Otherwise, they won't bring much value.</a:t>
            </a:r>
          </a:p>
          <a:p>
            <a:pPr lvl="1"/>
            <a:r>
              <a:rPr lang="en-US" dirty="0"/>
              <a:t>Could also be disastrous if </a:t>
            </a:r>
            <a:r>
              <a:rPr lang="en-US"/>
              <a:t>not aligned.</a:t>
            </a:r>
            <a:endParaRPr lang="en-US" dirty="0"/>
          </a:p>
          <a:p>
            <a:r>
              <a:rPr lang="en-US" dirty="0"/>
              <a:t>Example: Digital transformation.</a:t>
            </a:r>
          </a:p>
          <a:p>
            <a:pPr lvl="1"/>
            <a:r>
              <a:rPr lang="en-US" dirty="0"/>
              <a:t>Org seeks change through digital technologies.</a:t>
            </a:r>
          </a:p>
          <a:p>
            <a:pPr lvl="1"/>
            <a:r>
              <a:rPr lang="en-US" dirty="0"/>
              <a:t>AI is an attractive option.</a:t>
            </a:r>
          </a:p>
          <a:p>
            <a:pPr lvl="1"/>
            <a:r>
              <a:rPr lang="en-US" dirty="0"/>
              <a:t>AI fulfills initiative objectives.</a:t>
            </a:r>
          </a:p>
          <a:p>
            <a:r>
              <a:rPr lang="en-US" dirty="0"/>
              <a:t>Other relevant initiatives:</a:t>
            </a:r>
          </a:p>
          <a:p>
            <a:pPr lvl="1"/>
            <a:r>
              <a:rPr lang="en-US" dirty="0"/>
              <a:t>Data strategy</a:t>
            </a:r>
          </a:p>
          <a:p>
            <a:pPr lvl="1"/>
            <a:r>
              <a:rPr lang="en-US" dirty="0"/>
              <a:t>Growth strategy</a:t>
            </a:r>
          </a:p>
        </p:txBody>
      </p:sp>
      <p:sp>
        <p:nvSpPr>
          <p:cNvPr id="5" name="Title 4">
            <a:extLst>
              <a:ext uri="{FF2B5EF4-FFF2-40B4-BE49-F238E27FC236}">
                <a16:creationId xmlns:a16="http://schemas.microsoft.com/office/drawing/2014/main" id="{D71D1739-ED2B-90A0-20DE-5F6381C17BE3}"/>
              </a:ext>
            </a:extLst>
          </p:cNvPr>
          <p:cNvSpPr>
            <a:spLocks noGrp="1"/>
          </p:cNvSpPr>
          <p:nvPr>
            <p:ph type="title"/>
          </p:nvPr>
        </p:nvSpPr>
        <p:spPr/>
        <p:txBody>
          <a:bodyPr/>
          <a:lstStyle/>
          <a:p>
            <a:r>
              <a:rPr lang="en-US" dirty="0"/>
              <a:t>Alignment to Organizational Initiatives</a:t>
            </a:r>
          </a:p>
        </p:txBody>
      </p:sp>
      <p:pic>
        <p:nvPicPr>
          <p:cNvPr id="7" name="Picture 6">
            <a:extLst>
              <a:ext uri="{FF2B5EF4-FFF2-40B4-BE49-F238E27FC236}">
                <a16:creationId xmlns:a16="http://schemas.microsoft.com/office/drawing/2014/main" id="{3BB342E9-EB33-D752-0E35-F7B99E565F77}"/>
              </a:ext>
            </a:extLst>
          </p:cNvPr>
          <p:cNvPicPr>
            <a:picLocks noChangeAspect="1"/>
          </p:cNvPicPr>
          <p:nvPr/>
        </p:nvPicPr>
        <p:blipFill>
          <a:blip r:embed="rId2"/>
          <a:srcRect/>
          <a:stretch/>
        </p:blipFill>
        <p:spPr>
          <a:xfrm>
            <a:off x="6512750" y="1673225"/>
            <a:ext cx="5197094" cy="3511550"/>
          </a:xfrm>
          <a:prstGeom prst="rect">
            <a:avLst/>
          </a:prstGeom>
        </p:spPr>
      </p:pic>
    </p:spTree>
    <p:extLst>
      <p:ext uri="{BB962C8B-B14F-4D97-AF65-F5344CB8AC3E}">
        <p14:creationId xmlns:p14="http://schemas.microsoft.com/office/powerpoint/2010/main" val="33881179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861EB06-E88D-D200-6C22-09632581C660}"/>
              </a:ext>
            </a:extLst>
          </p:cNvPr>
          <p:cNvSpPr>
            <a:spLocks noGrp="1"/>
          </p:cNvSpPr>
          <p:nvPr>
            <p:ph type="title"/>
          </p:nvPr>
        </p:nvSpPr>
        <p:spPr/>
        <p:txBody>
          <a:bodyPr/>
          <a:lstStyle/>
          <a:p>
            <a:r>
              <a:rPr lang="en-US" dirty="0"/>
              <a:t>Alignment to Environmental, Social, and Governance (ESG) Initiatives</a:t>
            </a:r>
          </a:p>
        </p:txBody>
      </p:sp>
      <p:sp>
        <p:nvSpPr>
          <p:cNvPr id="2" name="Slide Number Placeholder 1">
            <a:extLst>
              <a:ext uri="{FF2B5EF4-FFF2-40B4-BE49-F238E27FC236}">
                <a16:creationId xmlns:a16="http://schemas.microsoft.com/office/drawing/2014/main" id="{334D729B-C4C4-44E2-E262-72284E82BD55}"/>
              </a:ext>
            </a:extLst>
          </p:cNvPr>
          <p:cNvSpPr>
            <a:spLocks noGrp="1"/>
          </p:cNvSpPr>
          <p:nvPr>
            <p:ph type="sldNum" sz="quarter" idx="12"/>
          </p:nvPr>
        </p:nvSpPr>
        <p:spPr/>
        <p:txBody>
          <a:bodyPr/>
          <a:lstStyle/>
          <a:p>
            <a:fld id="{A8160BDD-7155-D744-B749-9730458604AD}" type="slidenum">
              <a:rPr lang="en-US" smtClean="0"/>
              <a:pPr/>
              <a:t>21</a:t>
            </a:fld>
            <a:endParaRPr lang="en-US" dirty="0"/>
          </a:p>
        </p:txBody>
      </p:sp>
      <p:grpSp>
        <p:nvGrpSpPr>
          <p:cNvPr id="3" name="Group 2">
            <a:extLst>
              <a:ext uri="{FF2B5EF4-FFF2-40B4-BE49-F238E27FC236}">
                <a16:creationId xmlns:a16="http://schemas.microsoft.com/office/drawing/2014/main" id="{73997045-89A7-63FD-E8A1-0DDB2AF02CE0}"/>
              </a:ext>
            </a:extLst>
          </p:cNvPr>
          <p:cNvGrpSpPr/>
          <p:nvPr/>
        </p:nvGrpSpPr>
        <p:grpSpPr>
          <a:xfrm>
            <a:off x="262849" y="1695820"/>
            <a:ext cx="11666302" cy="4242151"/>
            <a:chOff x="262849" y="1972045"/>
            <a:chExt cx="11666302" cy="4242151"/>
          </a:xfrm>
        </p:grpSpPr>
        <p:grpSp>
          <p:nvGrpSpPr>
            <p:cNvPr id="22" name="Group 21">
              <a:extLst>
                <a:ext uri="{FF2B5EF4-FFF2-40B4-BE49-F238E27FC236}">
                  <a16:creationId xmlns:a16="http://schemas.microsoft.com/office/drawing/2014/main" id="{E1A30224-6481-746A-968C-5D6F7871B5F8}"/>
                </a:ext>
              </a:extLst>
            </p:cNvPr>
            <p:cNvGrpSpPr/>
            <p:nvPr/>
          </p:nvGrpSpPr>
          <p:grpSpPr>
            <a:xfrm>
              <a:off x="262849" y="5248645"/>
              <a:ext cx="11666302" cy="965551"/>
              <a:chOff x="327045" y="4639045"/>
              <a:chExt cx="11666302" cy="965551"/>
            </a:xfrm>
          </p:grpSpPr>
          <p:sp>
            <p:nvSpPr>
              <p:cNvPr id="6" name="Rectangle 5">
                <a:extLst>
                  <a:ext uri="{FF2B5EF4-FFF2-40B4-BE49-F238E27FC236}">
                    <a16:creationId xmlns:a16="http://schemas.microsoft.com/office/drawing/2014/main" id="{211F06EC-8262-2908-AB11-E8DEC7C3CCED}"/>
                  </a:ext>
                </a:extLst>
              </p:cNvPr>
              <p:cNvSpPr/>
              <p:nvPr/>
            </p:nvSpPr>
            <p:spPr>
              <a:xfrm>
                <a:off x="327045" y="4639045"/>
                <a:ext cx="3740129" cy="965551"/>
              </a:xfrm>
              <a:prstGeom prst="rect">
                <a:avLst/>
              </a:prstGeom>
              <a:noFill/>
              <a:ln w="28575" cap="flat" cmpd="sng" algn="ctr">
                <a:solidFill>
                  <a:srgbClr val="C4C4C4"/>
                </a:solidFill>
                <a:prstDash val="solid"/>
              </a:ln>
              <a:effectLst/>
            </p:spPr>
            <p:txBody>
              <a:bodyPr rtlCol="0" anchor="ctr"/>
              <a:lstStyle/>
              <a:p>
                <a:pPr algn="ctr" defTabSz="914400"/>
                <a:endParaRPr lang="en-US" sz="1100" b="1" kern="0" dirty="0">
                  <a:solidFill>
                    <a:srgbClr val="FF0000"/>
                  </a:solidFill>
                  <a:latin typeface="Arial"/>
                </a:endParaRPr>
              </a:p>
            </p:txBody>
          </p:sp>
          <p:sp>
            <p:nvSpPr>
              <p:cNvPr id="9" name="Text Box 307">
                <a:extLst>
                  <a:ext uri="{FF2B5EF4-FFF2-40B4-BE49-F238E27FC236}">
                    <a16:creationId xmlns:a16="http://schemas.microsoft.com/office/drawing/2014/main" id="{72EF4C56-304E-0411-DD65-C62329F4EEEC}"/>
                  </a:ext>
                </a:extLst>
              </p:cNvPr>
              <p:cNvSpPr txBox="1">
                <a:spLocks noChangeArrowheads="1"/>
              </p:cNvSpPr>
              <p:nvPr/>
            </p:nvSpPr>
            <p:spPr bwMode="auto">
              <a:xfrm>
                <a:off x="417727" y="4686227"/>
                <a:ext cx="3430373" cy="6309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285750" marR="0" lvl="0" indent="-285750" defTabSz="914400" eaLnBrk="1" fontAlgn="auto" latinLnBrk="0" hangingPunct="1">
                  <a:lnSpc>
                    <a:spcPct val="100000"/>
                  </a:lnSpc>
                  <a:spcBef>
                    <a:spcPct val="50000"/>
                  </a:spcBef>
                  <a:spcAft>
                    <a:spcPts val="0"/>
                  </a:spcAft>
                  <a:buClr>
                    <a:srgbClr val="009DDC"/>
                  </a:buClr>
                  <a:buSzTx/>
                  <a:buFont typeface="Arial" panose="020B0604020202020204" pitchFamily="34" charset="0"/>
                  <a:buChar char="•"/>
                  <a:tabLst/>
                  <a:defRPr/>
                </a:pPr>
                <a:r>
                  <a:rPr kumimoji="0" lang="en-US" sz="1400" b="1" i="0" u="none" strike="noStrike" kern="0" cap="none" spc="0" normalizeH="0" baseline="0" noProof="0" dirty="0">
                    <a:ln>
                      <a:noFill/>
                    </a:ln>
                    <a:solidFill>
                      <a:srgbClr val="000000"/>
                    </a:solidFill>
                    <a:effectLst/>
                    <a:uLnTx/>
                    <a:uFillTx/>
                    <a:latin typeface="Calibri"/>
                    <a:cs typeface="Calibri"/>
                  </a:rPr>
                  <a:t>Commitment to sustainability</a:t>
                </a:r>
              </a:p>
              <a:p>
                <a:pPr marL="285750" marR="0" lvl="0" indent="-285750" defTabSz="914400" eaLnBrk="1" fontAlgn="auto" latinLnBrk="0" hangingPunct="1">
                  <a:lnSpc>
                    <a:spcPct val="100000"/>
                  </a:lnSpc>
                  <a:spcBef>
                    <a:spcPct val="50000"/>
                  </a:spcBef>
                  <a:spcAft>
                    <a:spcPts val="0"/>
                  </a:spcAft>
                  <a:buClr>
                    <a:srgbClr val="009DDC"/>
                  </a:buClr>
                  <a:buSzTx/>
                  <a:buFont typeface="Arial" panose="020B0604020202020204" pitchFamily="34" charset="0"/>
                  <a:buChar char="•"/>
                  <a:tabLst/>
                  <a:defRPr/>
                </a:pPr>
                <a:r>
                  <a:rPr kumimoji="0" lang="en-US" sz="1400" b="1" i="0" u="none" strike="noStrike" kern="0" cap="none" spc="0" normalizeH="0" baseline="0" noProof="0" dirty="0">
                    <a:ln>
                      <a:noFill/>
                    </a:ln>
                    <a:solidFill>
                      <a:srgbClr val="000000"/>
                    </a:solidFill>
                    <a:effectLst/>
                    <a:uLnTx/>
                    <a:uFillTx/>
                    <a:latin typeface="Calibri"/>
                    <a:cs typeface="Calibri"/>
                  </a:rPr>
                  <a:t>Power efficiency of AI solutions</a:t>
                </a:r>
              </a:p>
            </p:txBody>
          </p:sp>
          <p:sp>
            <p:nvSpPr>
              <p:cNvPr id="18" name="Rectangle 17">
                <a:extLst>
                  <a:ext uri="{FF2B5EF4-FFF2-40B4-BE49-F238E27FC236}">
                    <a16:creationId xmlns:a16="http://schemas.microsoft.com/office/drawing/2014/main" id="{C7773BF6-120F-930E-F842-8E3E1D664332}"/>
                  </a:ext>
                </a:extLst>
              </p:cNvPr>
              <p:cNvSpPr/>
              <p:nvPr/>
            </p:nvSpPr>
            <p:spPr>
              <a:xfrm>
                <a:off x="4290131" y="4639045"/>
                <a:ext cx="3740129" cy="965551"/>
              </a:xfrm>
              <a:prstGeom prst="rect">
                <a:avLst/>
              </a:prstGeom>
              <a:noFill/>
              <a:ln w="28575" cap="flat" cmpd="sng" algn="ctr">
                <a:solidFill>
                  <a:srgbClr val="C4C4C4"/>
                </a:solidFill>
                <a:prstDash val="solid"/>
              </a:ln>
              <a:effectLst/>
            </p:spPr>
            <p:txBody>
              <a:bodyPr rtlCol="0" anchor="ctr"/>
              <a:lstStyle/>
              <a:p>
                <a:pPr algn="ctr" defTabSz="914400"/>
                <a:endParaRPr lang="en-US" sz="1100" b="1" kern="0" dirty="0">
                  <a:solidFill>
                    <a:srgbClr val="FF0000"/>
                  </a:solidFill>
                  <a:latin typeface="Arial"/>
                </a:endParaRPr>
              </a:p>
            </p:txBody>
          </p:sp>
          <p:sp>
            <p:nvSpPr>
              <p:cNvPr id="19" name="Text Box 307">
                <a:extLst>
                  <a:ext uri="{FF2B5EF4-FFF2-40B4-BE49-F238E27FC236}">
                    <a16:creationId xmlns:a16="http://schemas.microsoft.com/office/drawing/2014/main" id="{800C5A21-1BF3-758C-039A-1391B8000289}"/>
                  </a:ext>
                </a:extLst>
              </p:cNvPr>
              <p:cNvSpPr txBox="1">
                <a:spLocks noChangeArrowheads="1"/>
              </p:cNvSpPr>
              <p:nvPr/>
            </p:nvSpPr>
            <p:spPr bwMode="auto">
              <a:xfrm>
                <a:off x="4380813" y="4686227"/>
                <a:ext cx="3430373" cy="8463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285750" marR="0" lvl="0" indent="-285750" defTabSz="914400" eaLnBrk="1" fontAlgn="auto" latinLnBrk="0" hangingPunct="1">
                  <a:lnSpc>
                    <a:spcPct val="100000"/>
                  </a:lnSpc>
                  <a:spcBef>
                    <a:spcPct val="50000"/>
                  </a:spcBef>
                  <a:spcAft>
                    <a:spcPts val="0"/>
                  </a:spcAft>
                  <a:buClr>
                    <a:srgbClr val="009DDC"/>
                  </a:buClr>
                  <a:buSzTx/>
                  <a:buFont typeface="Arial" panose="020B0604020202020204" pitchFamily="34" charset="0"/>
                  <a:buChar char="•"/>
                  <a:tabLst/>
                  <a:defRPr/>
                </a:pPr>
                <a:r>
                  <a:rPr kumimoji="0" lang="en-US" sz="1400" b="1" i="0" u="none" strike="noStrike" kern="0" cap="none" spc="0" normalizeH="0" baseline="0" noProof="0" dirty="0">
                    <a:ln>
                      <a:noFill/>
                    </a:ln>
                    <a:solidFill>
                      <a:srgbClr val="000000"/>
                    </a:solidFill>
                    <a:effectLst/>
                    <a:uLnTx/>
                    <a:uFillTx/>
                    <a:latin typeface="Calibri"/>
                    <a:cs typeface="Calibri"/>
                  </a:rPr>
                  <a:t>Commitment to treating people fairly</a:t>
                </a:r>
              </a:p>
              <a:p>
                <a:pPr marL="285750" marR="0" lvl="0" indent="-285750" defTabSz="914400" eaLnBrk="1" fontAlgn="auto" latinLnBrk="0" hangingPunct="1">
                  <a:lnSpc>
                    <a:spcPct val="100000"/>
                  </a:lnSpc>
                  <a:spcBef>
                    <a:spcPct val="50000"/>
                  </a:spcBef>
                  <a:spcAft>
                    <a:spcPts val="0"/>
                  </a:spcAft>
                  <a:buClr>
                    <a:srgbClr val="009DDC"/>
                  </a:buClr>
                  <a:buSzTx/>
                  <a:buFont typeface="Arial" panose="020B0604020202020204" pitchFamily="34" charset="0"/>
                  <a:buChar char="•"/>
                  <a:tabLst/>
                  <a:defRPr/>
                </a:pPr>
                <a:r>
                  <a:rPr kumimoji="0" lang="en-US" sz="1400" b="1" i="0" u="none" strike="noStrike" kern="0" cap="none" spc="0" normalizeH="0" baseline="0" noProof="0" dirty="0">
                    <a:ln>
                      <a:noFill/>
                    </a:ln>
                    <a:solidFill>
                      <a:srgbClr val="000000"/>
                    </a:solidFill>
                    <a:effectLst/>
                    <a:uLnTx/>
                    <a:uFillTx/>
                    <a:latin typeface="Calibri"/>
                    <a:cs typeface="Calibri"/>
                  </a:rPr>
                  <a:t>Supporting diversity, equity, and inclusion</a:t>
                </a:r>
              </a:p>
            </p:txBody>
          </p:sp>
          <p:sp>
            <p:nvSpPr>
              <p:cNvPr id="20" name="Rectangle 19">
                <a:extLst>
                  <a:ext uri="{FF2B5EF4-FFF2-40B4-BE49-F238E27FC236}">
                    <a16:creationId xmlns:a16="http://schemas.microsoft.com/office/drawing/2014/main" id="{4422B36D-AD0C-41B8-41A6-90DA469B1B84}"/>
                  </a:ext>
                </a:extLst>
              </p:cNvPr>
              <p:cNvSpPr/>
              <p:nvPr/>
            </p:nvSpPr>
            <p:spPr>
              <a:xfrm>
                <a:off x="8253218" y="4639045"/>
                <a:ext cx="3740129" cy="965551"/>
              </a:xfrm>
              <a:prstGeom prst="rect">
                <a:avLst/>
              </a:prstGeom>
              <a:noFill/>
              <a:ln w="28575" cap="flat" cmpd="sng" algn="ctr">
                <a:solidFill>
                  <a:srgbClr val="C4C4C4"/>
                </a:solidFill>
                <a:prstDash val="solid"/>
              </a:ln>
              <a:effectLst/>
            </p:spPr>
            <p:txBody>
              <a:bodyPr rtlCol="0" anchor="ctr"/>
              <a:lstStyle/>
              <a:p>
                <a:pPr algn="ctr" defTabSz="914400"/>
                <a:endParaRPr lang="en-US" sz="1100" b="1" kern="0" dirty="0">
                  <a:solidFill>
                    <a:srgbClr val="FF0000"/>
                  </a:solidFill>
                  <a:latin typeface="Arial"/>
                </a:endParaRPr>
              </a:p>
            </p:txBody>
          </p:sp>
          <p:sp>
            <p:nvSpPr>
              <p:cNvPr id="21" name="Text Box 307">
                <a:extLst>
                  <a:ext uri="{FF2B5EF4-FFF2-40B4-BE49-F238E27FC236}">
                    <a16:creationId xmlns:a16="http://schemas.microsoft.com/office/drawing/2014/main" id="{9099F515-07CF-B73E-BC3A-0E7E280DF1B6}"/>
                  </a:ext>
                </a:extLst>
              </p:cNvPr>
              <p:cNvSpPr txBox="1">
                <a:spLocks noChangeArrowheads="1"/>
              </p:cNvSpPr>
              <p:nvPr/>
            </p:nvSpPr>
            <p:spPr bwMode="auto">
              <a:xfrm>
                <a:off x="8343900" y="4686227"/>
                <a:ext cx="3430373" cy="8463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285750" marR="0" lvl="0" indent="-285750" defTabSz="914400" eaLnBrk="1" fontAlgn="auto" latinLnBrk="0" hangingPunct="1">
                  <a:lnSpc>
                    <a:spcPct val="100000"/>
                  </a:lnSpc>
                  <a:spcBef>
                    <a:spcPct val="50000"/>
                  </a:spcBef>
                  <a:spcAft>
                    <a:spcPts val="0"/>
                  </a:spcAft>
                  <a:buClr>
                    <a:srgbClr val="009DDC"/>
                  </a:buClr>
                  <a:buSzTx/>
                  <a:buFont typeface="Arial" panose="020B0604020202020204" pitchFamily="34" charset="0"/>
                  <a:buChar char="•"/>
                  <a:tabLst/>
                  <a:defRPr/>
                </a:pPr>
                <a:r>
                  <a:rPr kumimoji="0" lang="en-US" sz="1400" b="1" i="0" u="none" strike="noStrike" kern="0" cap="none" spc="0" normalizeH="0" baseline="0" noProof="0" dirty="0">
                    <a:ln>
                      <a:noFill/>
                    </a:ln>
                    <a:solidFill>
                      <a:srgbClr val="000000"/>
                    </a:solidFill>
                    <a:effectLst/>
                    <a:uLnTx/>
                    <a:uFillTx/>
                    <a:latin typeface="Calibri"/>
                    <a:cs typeface="Calibri"/>
                  </a:rPr>
                  <a:t>Commitment to leadership and management</a:t>
                </a:r>
              </a:p>
              <a:p>
                <a:pPr marL="285750" marR="0" lvl="0" indent="-285750" defTabSz="914400" eaLnBrk="1" fontAlgn="auto" latinLnBrk="0" hangingPunct="1">
                  <a:lnSpc>
                    <a:spcPct val="100000"/>
                  </a:lnSpc>
                  <a:spcBef>
                    <a:spcPct val="50000"/>
                  </a:spcBef>
                  <a:spcAft>
                    <a:spcPts val="0"/>
                  </a:spcAft>
                  <a:buClr>
                    <a:srgbClr val="009DDC"/>
                  </a:buClr>
                  <a:buSzTx/>
                  <a:buFont typeface="Arial" panose="020B0604020202020204" pitchFamily="34" charset="0"/>
                  <a:buChar char="•"/>
                  <a:tabLst/>
                  <a:defRPr/>
                </a:pPr>
                <a:r>
                  <a:rPr kumimoji="0" lang="en-US" sz="1400" b="1" i="0" u="none" strike="noStrike" kern="0" cap="none" spc="0" normalizeH="0" baseline="0" noProof="0" dirty="0">
                    <a:ln>
                      <a:noFill/>
                    </a:ln>
                    <a:solidFill>
                      <a:srgbClr val="000000"/>
                    </a:solidFill>
                    <a:effectLst/>
                    <a:uLnTx/>
                    <a:uFillTx/>
                    <a:latin typeface="Calibri"/>
                    <a:cs typeface="Calibri"/>
                  </a:rPr>
                  <a:t>Supporting data protection processes</a:t>
                </a:r>
              </a:p>
            </p:txBody>
          </p:sp>
        </p:grpSp>
        <p:pic>
          <p:nvPicPr>
            <p:cNvPr id="24" name="Picture 23" descr="A picture containing tree, nature, outdoor&#10;&#10;Description automatically generated">
              <a:extLst>
                <a:ext uri="{FF2B5EF4-FFF2-40B4-BE49-F238E27FC236}">
                  <a16:creationId xmlns:a16="http://schemas.microsoft.com/office/drawing/2014/main" id="{A664A908-402C-937C-D277-94F36B8A69C4}"/>
                </a:ext>
              </a:extLst>
            </p:cNvPr>
            <p:cNvPicPr>
              <a:picLocks noChangeAspect="1"/>
            </p:cNvPicPr>
            <p:nvPr/>
          </p:nvPicPr>
          <p:blipFill rotWithShape="1">
            <a:blip r:embed="rId2">
              <a:alphaModFix amt="70000"/>
            </a:blip>
            <a:srcRect b="32454"/>
            <a:stretch/>
          </p:blipFill>
          <p:spPr>
            <a:xfrm>
              <a:off x="262850" y="1982589"/>
              <a:ext cx="3740128" cy="3103761"/>
            </a:xfrm>
            <a:prstGeom prst="rect">
              <a:avLst/>
            </a:prstGeom>
          </p:spPr>
        </p:pic>
        <p:pic>
          <p:nvPicPr>
            <p:cNvPr id="26" name="Picture 25" descr="A picture containing outdoor, person, crowd&#10;&#10;Description automatically generated">
              <a:extLst>
                <a:ext uri="{FF2B5EF4-FFF2-40B4-BE49-F238E27FC236}">
                  <a16:creationId xmlns:a16="http://schemas.microsoft.com/office/drawing/2014/main" id="{FBBD2C7F-CC4D-46AA-7DAC-FEB9FDABC864}"/>
                </a:ext>
              </a:extLst>
            </p:cNvPr>
            <p:cNvPicPr>
              <a:picLocks noChangeAspect="1"/>
            </p:cNvPicPr>
            <p:nvPr/>
          </p:nvPicPr>
          <p:blipFill rotWithShape="1">
            <a:blip r:embed="rId3">
              <a:alphaModFix amt="70000"/>
            </a:blip>
            <a:srcRect r="20457"/>
            <a:stretch/>
          </p:blipFill>
          <p:spPr>
            <a:xfrm>
              <a:off x="4225936" y="1972045"/>
              <a:ext cx="3740128" cy="3114305"/>
            </a:xfrm>
            <a:prstGeom prst="rect">
              <a:avLst/>
            </a:prstGeom>
          </p:spPr>
        </p:pic>
        <p:pic>
          <p:nvPicPr>
            <p:cNvPr id="28" name="Picture 27" descr="A picture containing indoor&#10;&#10;Description automatically generated">
              <a:extLst>
                <a:ext uri="{FF2B5EF4-FFF2-40B4-BE49-F238E27FC236}">
                  <a16:creationId xmlns:a16="http://schemas.microsoft.com/office/drawing/2014/main" id="{5F5D8310-C265-1B7F-87FE-1277BAE075DD}"/>
                </a:ext>
              </a:extLst>
            </p:cNvPr>
            <p:cNvPicPr>
              <a:picLocks noChangeAspect="1"/>
            </p:cNvPicPr>
            <p:nvPr/>
          </p:nvPicPr>
          <p:blipFill rotWithShape="1">
            <a:blip r:embed="rId4">
              <a:alphaModFix amt="70000"/>
            </a:blip>
            <a:srcRect r="32217"/>
            <a:stretch/>
          </p:blipFill>
          <p:spPr>
            <a:xfrm>
              <a:off x="8189021" y="1982589"/>
              <a:ext cx="3740129" cy="3103762"/>
            </a:xfrm>
            <a:prstGeom prst="rect">
              <a:avLst/>
            </a:prstGeom>
          </p:spPr>
        </p:pic>
        <p:sp>
          <p:nvSpPr>
            <p:cNvPr id="30" name="Rectangle 29">
              <a:extLst>
                <a:ext uri="{FF2B5EF4-FFF2-40B4-BE49-F238E27FC236}">
                  <a16:creationId xmlns:a16="http://schemas.microsoft.com/office/drawing/2014/main" id="{DE25D1FE-2A05-C39E-2571-8BD28E1142DF}"/>
                </a:ext>
              </a:extLst>
            </p:cNvPr>
            <p:cNvSpPr/>
            <p:nvPr/>
          </p:nvSpPr>
          <p:spPr>
            <a:xfrm>
              <a:off x="1616509" y="2598173"/>
              <a:ext cx="904415" cy="1862048"/>
            </a:xfrm>
            <a:prstGeom prst="rect">
              <a:avLst/>
            </a:prstGeom>
            <a:noFill/>
          </p:spPr>
          <p:txBody>
            <a:bodyPr wrap="none" lIns="91440" tIns="45720" rIns="91440" bIns="45720">
              <a:spAutoFit/>
            </a:bodyPr>
            <a:lstStyle/>
            <a:p>
              <a:pPr algn="ctr"/>
              <a:r>
                <a:rPr lang="en-US" sz="11500" b="0" cap="none" spc="0" dirty="0">
                  <a:ln w="0"/>
                  <a:solidFill>
                    <a:schemeClr val="bg1"/>
                  </a:solidFill>
                  <a:effectLst>
                    <a:glow rad="139700">
                      <a:srgbClr val="1D3764"/>
                    </a:glow>
                    <a:outerShdw blurRad="38100" dist="19050" dir="2700000" algn="tl" rotWithShape="0">
                      <a:schemeClr val="dk1">
                        <a:alpha val="40000"/>
                      </a:schemeClr>
                    </a:outerShdw>
                  </a:effectLst>
                </a:rPr>
                <a:t>E</a:t>
              </a:r>
            </a:p>
          </p:txBody>
        </p:sp>
        <p:sp>
          <p:nvSpPr>
            <p:cNvPr id="31" name="Rectangle 30">
              <a:extLst>
                <a:ext uri="{FF2B5EF4-FFF2-40B4-BE49-F238E27FC236}">
                  <a16:creationId xmlns:a16="http://schemas.microsoft.com/office/drawing/2014/main" id="{C6F15155-67B5-F0EA-A7DA-96A59F6C78BA}"/>
                </a:ext>
              </a:extLst>
            </p:cNvPr>
            <p:cNvSpPr/>
            <p:nvPr/>
          </p:nvSpPr>
          <p:spPr>
            <a:xfrm>
              <a:off x="5664632" y="2598173"/>
              <a:ext cx="862736" cy="1862048"/>
            </a:xfrm>
            <a:prstGeom prst="rect">
              <a:avLst/>
            </a:prstGeom>
            <a:noFill/>
          </p:spPr>
          <p:txBody>
            <a:bodyPr wrap="none" lIns="91440" tIns="45720" rIns="91440" bIns="45720">
              <a:spAutoFit/>
            </a:bodyPr>
            <a:lstStyle/>
            <a:p>
              <a:pPr algn="ctr"/>
              <a:r>
                <a:rPr lang="en-US" sz="11500" b="0" cap="none" spc="0" dirty="0">
                  <a:ln w="0"/>
                  <a:solidFill>
                    <a:schemeClr val="bg1"/>
                  </a:solidFill>
                  <a:effectLst>
                    <a:glow rad="139700">
                      <a:srgbClr val="1D3764"/>
                    </a:glow>
                    <a:outerShdw blurRad="38100" dist="19050" dir="2700000" algn="tl" rotWithShape="0">
                      <a:schemeClr val="dk1">
                        <a:alpha val="40000"/>
                      </a:schemeClr>
                    </a:outerShdw>
                  </a:effectLst>
                </a:rPr>
                <a:t>S</a:t>
              </a:r>
            </a:p>
          </p:txBody>
        </p:sp>
        <p:sp>
          <p:nvSpPr>
            <p:cNvPr id="32" name="Rectangle 31">
              <a:extLst>
                <a:ext uri="{FF2B5EF4-FFF2-40B4-BE49-F238E27FC236}">
                  <a16:creationId xmlns:a16="http://schemas.microsoft.com/office/drawing/2014/main" id="{FE11800E-6E26-75B4-DA94-D2B08C991D38}"/>
                </a:ext>
              </a:extLst>
            </p:cNvPr>
            <p:cNvSpPr/>
            <p:nvPr/>
          </p:nvSpPr>
          <p:spPr>
            <a:xfrm>
              <a:off x="9501881" y="2598173"/>
              <a:ext cx="1114408" cy="1862048"/>
            </a:xfrm>
            <a:prstGeom prst="rect">
              <a:avLst/>
            </a:prstGeom>
            <a:noFill/>
          </p:spPr>
          <p:txBody>
            <a:bodyPr wrap="none" lIns="91440" tIns="45720" rIns="91440" bIns="45720">
              <a:spAutoFit/>
            </a:bodyPr>
            <a:lstStyle/>
            <a:p>
              <a:pPr algn="ctr"/>
              <a:r>
                <a:rPr lang="en-US" sz="11500" b="0" cap="none" spc="0" dirty="0">
                  <a:ln w="0"/>
                  <a:solidFill>
                    <a:schemeClr val="bg1"/>
                  </a:solidFill>
                  <a:effectLst>
                    <a:glow rad="139700">
                      <a:srgbClr val="1D3764"/>
                    </a:glow>
                    <a:outerShdw blurRad="38100" dist="19050" dir="2700000" algn="tl" rotWithShape="0">
                      <a:schemeClr val="dk1">
                        <a:alpha val="40000"/>
                      </a:schemeClr>
                    </a:outerShdw>
                  </a:effectLst>
                </a:rPr>
                <a:t>G</a:t>
              </a:r>
            </a:p>
          </p:txBody>
        </p:sp>
      </p:grpSp>
    </p:spTree>
    <p:extLst>
      <p:ext uri="{BB962C8B-B14F-4D97-AF65-F5344CB8AC3E}">
        <p14:creationId xmlns:p14="http://schemas.microsoft.com/office/powerpoint/2010/main" val="163125261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9F5B1D1-8A16-15B8-1AB0-1B8EDC240870}"/>
              </a:ext>
            </a:extLst>
          </p:cNvPr>
          <p:cNvSpPr>
            <a:spLocks noGrp="1"/>
          </p:cNvSpPr>
          <p:nvPr>
            <p:ph type="sldNum" sz="quarter" idx="12"/>
          </p:nvPr>
        </p:nvSpPr>
        <p:spPr/>
        <p:txBody>
          <a:bodyPr/>
          <a:lstStyle/>
          <a:p>
            <a:fld id="{A8160BDD-7155-D744-B749-9730458604AD}" type="slidenum">
              <a:rPr lang="en-US" smtClean="0"/>
              <a:pPr/>
              <a:t>22</a:t>
            </a:fld>
            <a:endParaRPr lang="en-US" dirty="0"/>
          </a:p>
        </p:txBody>
      </p:sp>
      <p:sp>
        <p:nvSpPr>
          <p:cNvPr id="3" name="Content Placeholder 2">
            <a:extLst>
              <a:ext uri="{FF2B5EF4-FFF2-40B4-BE49-F238E27FC236}">
                <a16:creationId xmlns:a16="http://schemas.microsoft.com/office/drawing/2014/main" id="{B5C13AC2-81FF-E6BD-233A-D63977842782}"/>
              </a:ext>
            </a:extLst>
          </p:cNvPr>
          <p:cNvSpPr>
            <a:spLocks noGrp="1"/>
          </p:cNvSpPr>
          <p:nvPr>
            <p:ph idx="1"/>
          </p:nvPr>
        </p:nvSpPr>
        <p:spPr/>
        <p:txBody>
          <a:bodyPr/>
          <a:lstStyle/>
          <a:p>
            <a:r>
              <a:rPr lang="en-US" dirty="0"/>
              <a:t>Talent resources</a:t>
            </a:r>
          </a:p>
          <a:p>
            <a:r>
              <a:rPr lang="en-US" dirty="0"/>
              <a:t>Data resources</a:t>
            </a:r>
          </a:p>
          <a:p>
            <a:r>
              <a:rPr lang="en-US" dirty="0"/>
              <a:t>Computing resources</a:t>
            </a:r>
          </a:p>
          <a:p>
            <a:r>
              <a:rPr lang="en-US" dirty="0"/>
              <a:t>Budget resources</a:t>
            </a:r>
          </a:p>
          <a:p>
            <a:r>
              <a:rPr lang="en-US" dirty="0"/>
              <a:t>Stakeholders</a:t>
            </a:r>
          </a:p>
        </p:txBody>
      </p:sp>
      <p:sp>
        <p:nvSpPr>
          <p:cNvPr id="4" name="Title 3">
            <a:extLst>
              <a:ext uri="{FF2B5EF4-FFF2-40B4-BE49-F238E27FC236}">
                <a16:creationId xmlns:a16="http://schemas.microsoft.com/office/drawing/2014/main" id="{0C2B9B25-522B-B961-6B90-82E9059F9F72}"/>
              </a:ext>
            </a:extLst>
          </p:cNvPr>
          <p:cNvSpPr>
            <a:spLocks noGrp="1"/>
          </p:cNvSpPr>
          <p:nvPr>
            <p:ph type="title"/>
          </p:nvPr>
        </p:nvSpPr>
        <p:spPr/>
        <p:txBody>
          <a:bodyPr/>
          <a:lstStyle/>
          <a:p>
            <a:r>
              <a:rPr lang="en-US" dirty="0"/>
              <a:t>Organizational Resources</a:t>
            </a:r>
          </a:p>
        </p:txBody>
      </p:sp>
      <p:pic>
        <p:nvPicPr>
          <p:cNvPr id="7" name="Picture 6">
            <a:extLst>
              <a:ext uri="{FF2B5EF4-FFF2-40B4-BE49-F238E27FC236}">
                <a16:creationId xmlns:a16="http://schemas.microsoft.com/office/drawing/2014/main" id="{ED8C0E35-1EE8-FA5A-DB10-0253FF36D898}"/>
              </a:ext>
            </a:extLst>
          </p:cNvPr>
          <p:cNvPicPr>
            <a:picLocks noChangeAspect="1"/>
          </p:cNvPicPr>
          <p:nvPr/>
        </p:nvPicPr>
        <p:blipFill>
          <a:blip r:embed="rId2"/>
          <a:srcRect/>
          <a:stretch/>
        </p:blipFill>
        <p:spPr>
          <a:xfrm>
            <a:off x="6700033" y="1673225"/>
            <a:ext cx="4822528" cy="3511550"/>
          </a:xfrm>
          <a:prstGeom prst="rect">
            <a:avLst/>
          </a:prstGeom>
        </p:spPr>
      </p:pic>
    </p:spTree>
    <p:extLst>
      <p:ext uri="{BB962C8B-B14F-4D97-AF65-F5344CB8AC3E}">
        <p14:creationId xmlns:p14="http://schemas.microsoft.com/office/powerpoint/2010/main" val="201328333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BA34EC4-1F10-E31A-78F1-1811BDAA5A3C}"/>
              </a:ext>
            </a:extLst>
          </p:cNvPr>
          <p:cNvSpPr>
            <a:spLocks noGrp="1"/>
          </p:cNvSpPr>
          <p:nvPr>
            <p:ph type="sldNum" sz="quarter" idx="12"/>
          </p:nvPr>
        </p:nvSpPr>
        <p:spPr/>
        <p:txBody>
          <a:bodyPr/>
          <a:lstStyle/>
          <a:p>
            <a:fld id="{A8160BDD-7155-D744-B749-9730458604AD}" type="slidenum">
              <a:rPr lang="en-US" smtClean="0"/>
              <a:pPr/>
              <a:t>23</a:t>
            </a:fld>
            <a:endParaRPr lang="en-US" dirty="0"/>
          </a:p>
        </p:txBody>
      </p:sp>
      <p:sp>
        <p:nvSpPr>
          <p:cNvPr id="3" name="Content Placeholder 2">
            <a:extLst>
              <a:ext uri="{FF2B5EF4-FFF2-40B4-BE49-F238E27FC236}">
                <a16:creationId xmlns:a16="http://schemas.microsoft.com/office/drawing/2014/main" id="{15783B33-3E43-E892-6383-7F803B2A535C}"/>
              </a:ext>
            </a:extLst>
          </p:cNvPr>
          <p:cNvSpPr>
            <a:spLocks noGrp="1"/>
          </p:cNvSpPr>
          <p:nvPr>
            <p:ph idx="1"/>
          </p:nvPr>
        </p:nvSpPr>
        <p:spPr/>
        <p:txBody>
          <a:bodyPr/>
          <a:lstStyle/>
          <a:p>
            <a:r>
              <a:rPr lang="en-US" dirty="0"/>
              <a:t>AI gives orgs a competitive edge.</a:t>
            </a:r>
          </a:p>
          <a:p>
            <a:r>
              <a:rPr lang="en-US" dirty="0"/>
              <a:t>A way to obtain or maintain industry leadership.</a:t>
            </a:r>
          </a:p>
          <a:p>
            <a:r>
              <a:rPr lang="en-US" dirty="0"/>
              <a:t>Example competitive benefits:</a:t>
            </a:r>
          </a:p>
          <a:p>
            <a:pPr lvl="1"/>
            <a:r>
              <a:rPr lang="en-US" dirty="0"/>
              <a:t>Improving existing products and services.</a:t>
            </a:r>
          </a:p>
          <a:p>
            <a:pPr lvl="1"/>
            <a:r>
              <a:rPr lang="en-US" dirty="0"/>
              <a:t>Fostering innovation.</a:t>
            </a:r>
          </a:p>
          <a:p>
            <a:pPr lvl="1"/>
            <a:r>
              <a:rPr lang="en-US" dirty="0"/>
              <a:t>Streamlining business processes.</a:t>
            </a:r>
          </a:p>
          <a:p>
            <a:pPr lvl="1"/>
            <a:r>
              <a:rPr lang="en-US" dirty="0"/>
              <a:t>Generating renewed customer interest.</a:t>
            </a:r>
          </a:p>
          <a:p>
            <a:pPr lvl="1"/>
            <a:r>
              <a:rPr lang="en-US" dirty="0"/>
              <a:t>Attracting new talent.</a:t>
            </a:r>
          </a:p>
        </p:txBody>
      </p:sp>
      <p:sp>
        <p:nvSpPr>
          <p:cNvPr id="4" name="Title 3">
            <a:extLst>
              <a:ext uri="{FF2B5EF4-FFF2-40B4-BE49-F238E27FC236}">
                <a16:creationId xmlns:a16="http://schemas.microsoft.com/office/drawing/2014/main" id="{DF74F62A-4569-EF9F-8582-D8D496B050B8}"/>
              </a:ext>
            </a:extLst>
          </p:cNvPr>
          <p:cNvSpPr>
            <a:spLocks noGrp="1"/>
          </p:cNvSpPr>
          <p:nvPr>
            <p:ph type="title"/>
          </p:nvPr>
        </p:nvSpPr>
        <p:spPr/>
        <p:txBody>
          <a:bodyPr/>
          <a:lstStyle/>
          <a:p>
            <a:r>
              <a:rPr lang="en-US" dirty="0"/>
              <a:t>Competitive Considerations</a:t>
            </a:r>
          </a:p>
        </p:txBody>
      </p:sp>
      <p:pic>
        <p:nvPicPr>
          <p:cNvPr id="7" name="Picture 6">
            <a:extLst>
              <a:ext uri="{FF2B5EF4-FFF2-40B4-BE49-F238E27FC236}">
                <a16:creationId xmlns:a16="http://schemas.microsoft.com/office/drawing/2014/main" id="{11288FCB-FAD9-491F-323E-D80CD43F4BC0}"/>
              </a:ext>
            </a:extLst>
          </p:cNvPr>
          <p:cNvPicPr>
            <a:picLocks noChangeAspect="1"/>
          </p:cNvPicPr>
          <p:nvPr/>
        </p:nvPicPr>
        <p:blipFill>
          <a:blip r:embed="rId2"/>
          <a:srcRect/>
          <a:stretch/>
        </p:blipFill>
        <p:spPr>
          <a:xfrm>
            <a:off x="6512750" y="1696635"/>
            <a:ext cx="5197094" cy="3464729"/>
          </a:xfrm>
          <a:prstGeom prst="rect">
            <a:avLst/>
          </a:prstGeom>
        </p:spPr>
      </p:pic>
    </p:spTree>
    <p:extLst>
      <p:ext uri="{BB962C8B-B14F-4D97-AF65-F5344CB8AC3E}">
        <p14:creationId xmlns:p14="http://schemas.microsoft.com/office/powerpoint/2010/main" val="72356899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E794E30-DCBA-25D8-1E96-DCCACD3146D8}"/>
              </a:ext>
            </a:extLst>
          </p:cNvPr>
          <p:cNvSpPr>
            <a:spLocks noGrp="1"/>
          </p:cNvSpPr>
          <p:nvPr>
            <p:ph type="sldNum" sz="quarter" idx="12"/>
          </p:nvPr>
        </p:nvSpPr>
        <p:spPr/>
        <p:txBody>
          <a:bodyPr/>
          <a:lstStyle/>
          <a:p>
            <a:fld id="{A8160BDD-7155-D744-B749-9730458604AD}" type="slidenum">
              <a:rPr lang="en-US" smtClean="0"/>
              <a:pPr/>
              <a:t>24</a:t>
            </a:fld>
            <a:endParaRPr lang="en-US" dirty="0"/>
          </a:p>
        </p:txBody>
      </p:sp>
      <p:sp>
        <p:nvSpPr>
          <p:cNvPr id="6" name="Content Placeholder 5">
            <a:extLst>
              <a:ext uri="{FF2B5EF4-FFF2-40B4-BE49-F238E27FC236}">
                <a16:creationId xmlns:a16="http://schemas.microsoft.com/office/drawing/2014/main" id="{69CB2FF1-2AC8-8510-BF04-8C825EC9A15C}"/>
              </a:ext>
            </a:extLst>
          </p:cNvPr>
          <p:cNvSpPr>
            <a:spLocks noGrp="1"/>
          </p:cNvSpPr>
          <p:nvPr>
            <p:ph idx="1"/>
          </p:nvPr>
        </p:nvSpPr>
        <p:spPr/>
        <p:txBody>
          <a:bodyPr/>
          <a:lstStyle/>
          <a:p>
            <a:pPr>
              <a:buFont typeface="+mj-lt"/>
              <a:buAutoNum type="arabicPeriod"/>
            </a:pPr>
            <a:r>
              <a:rPr lang="en-US" dirty="0"/>
              <a:t>Read the question scenario in the text. How might the AI job applicant screener impact each of the three aspects of the ESG framework? How might you address these impacts in your AI strategy?</a:t>
            </a:r>
          </a:p>
          <a:p>
            <a:pPr>
              <a:buFont typeface="+mj-lt"/>
              <a:buAutoNum type="arabicPeriod"/>
            </a:pPr>
            <a:endParaRPr lang="en-US" dirty="0"/>
          </a:p>
          <a:p>
            <a:pPr>
              <a:buFont typeface="+mj-lt"/>
              <a:buAutoNum type="arabicPeriod"/>
            </a:pPr>
            <a:r>
              <a:rPr lang="en-US" dirty="0"/>
              <a:t>Read the question scenario in the text. What are some organizational resources that you need to consider as part of your AI strategy? Why are these resources relevant to the job applicant screener?</a:t>
            </a:r>
          </a:p>
        </p:txBody>
      </p:sp>
      <p:sp>
        <p:nvSpPr>
          <p:cNvPr id="5" name="Title 4">
            <a:extLst>
              <a:ext uri="{FF2B5EF4-FFF2-40B4-BE49-F238E27FC236}">
                <a16:creationId xmlns:a16="http://schemas.microsoft.com/office/drawing/2014/main" id="{809C28BA-4052-8E5D-3748-7DB7B33D8692}"/>
              </a:ext>
            </a:extLst>
          </p:cNvPr>
          <p:cNvSpPr>
            <a:spLocks noGrp="1"/>
          </p:cNvSpPr>
          <p:nvPr>
            <p:ph type="title"/>
          </p:nvPr>
        </p:nvSpPr>
        <p:spPr/>
        <p:txBody>
          <a:bodyPr/>
          <a:lstStyle/>
          <a:p>
            <a:r>
              <a:rPr lang="en-US" dirty="0"/>
              <a:t>Activity: Developing an AI Strategy</a:t>
            </a:r>
          </a:p>
        </p:txBody>
      </p:sp>
    </p:spTree>
    <p:extLst>
      <p:ext uri="{BB962C8B-B14F-4D97-AF65-F5344CB8AC3E}">
        <p14:creationId xmlns:p14="http://schemas.microsoft.com/office/powerpoint/2010/main" val="362829636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966C9B1-39AE-C744-9CCB-B1B902A6F342}"/>
              </a:ext>
            </a:extLst>
          </p:cNvPr>
          <p:cNvSpPr>
            <a:spLocks noGrp="1"/>
          </p:cNvSpPr>
          <p:nvPr>
            <p:ph type="sldNum" sz="quarter" idx="12"/>
          </p:nvPr>
        </p:nvSpPr>
        <p:spPr/>
        <p:txBody>
          <a:bodyPr/>
          <a:lstStyle/>
          <a:p>
            <a:fld id="{A8160BDD-7155-D744-B749-9730458604AD}" type="slidenum">
              <a:rPr lang="en-US" smtClean="0"/>
              <a:pPr/>
              <a:t>25</a:t>
            </a:fld>
            <a:endParaRPr lang="en-US" dirty="0"/>
          </a:p>
        </p:txBody>
      </p:sp>
      <p:sp>
        <p:nvSpPr>
          <p:cNvPr id="3" name="Text Placeholder 2">
            <a:extLst>
              <a:ext uri="{FF2B5EF4-FFF2-40B4-BE49-F238E27FC236}">
                <a16:creationId xmlns:a16="http://schemas.microsoft.com/office/drawing/2014/main" id="{17BE0E2B-4E33-CB49-95F1-AC0E74888D2F}"/>
              </a:ext>
            </a:extLst>
          </p:cNvPr>
          <p:cNvSpPr>
            <a:spLocks noGrp="1"/>
          </p:cNvSpPr>
          <p:nvPr>
            <p:ph type="body" sz="quarter" idx="13"/>
          </p:nvPr>
        </p:nvSpPr>
        <p:spPr/>
        <p:txBody>
          <a:bodyPr/>
          <a:lstStyle/>
          <a:p>
            <a:r>
              <a:rPr lang="en-US" dirty="0"/>
              <a:t>When it comes to implementing AI in your organization, what risks most concern you, and why?</a:t>
            </a:r>
          </a:p>
          <a:p>
            <a:r>
              <a:rPr lang="en-US" dirty="0"/>
              <a:t>What organizational resources have the most bearing on your AI strategy, and why?</a:t>
            </a:r>
          </a:p>
        </p:txBody>
      </p:sp>
    </p:spTree>
    <p:extLst>
      <p:ext uri="{BB962C8B-B14F-4D97-AF65-F5344CB8AC3E}">
        <p14:creationId xmlns:p14="http://schemas.microsoft.com/office/powerpoint/2010/main" val="4093992310"/>
      </p:ext>
    </p:extLst>
  </p:cSld>
  <p:clrMapOvr>
    <a:masterClrMapping/>
  </p:clrMapOvr>
</p:sld>
</file>

<file path=ppt/theme/theme1.xml><?xml version="1.0" encoding="utf-8"?>
<a:theme xmlns:a="http://schemas.openxmlformats.org/drawingml/2006/main" name="CNX">
  <a:themeElements>
    <a:clrScheme name="CNX 1">
      <a:dk1>
        <a:srgbClr val="000000"/>
      </a:dk1>
      <a:lt1>
        <a:srgbClr val="FFFFFF"/>
      </a:lt1>
      <a:dk2>
        <a:srgbClr val="000000"/>
      </a:dk2>
      <a:lt2>
        <a:srgbClr val="FFFFFF"/>
      </a:lt2>
      <a:accent1>
        <a:srgbClr val="009DDC"/>
      </a:accent1>
      <a:accent2>
        <a:srgbClr val="1D76BB"/>
      </a:accent2>
      <a:accent3>
        <a:srgbClr val="F05323"/>
      </a:accent3>
      <a:accent4>
        <a:srgbClr val="1D3764"/>
      </a:accent4>
      <a:accent5>
        <a:srgbClr val="C1C5C9"/>
      </a:accent5>
      <a:accent6>
        <a:srgbClr val="009DDC"/>
      </a:accent6>
      <a:hlink>
        <a:srgbClr val="009DDC"/>
      </a:hlink>
      <a:folHlink>
        <a:srgbClr val="009DDC"/>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28575" cap="flat" cmpd="sng" algn="ctr">
          <a:solidFill>
            <a:srgbClr val="FF0000"/>
          </a:solidFill>
          <a:prstDash val="solid"/>
        </a:ln>
        <a:effectLst/>
      </a:spPr>
      <a:bodyPr rtlCol="0" anchor="ctr"/>
      <a:lstStyle>
        <a:defPPr algn="ctr" defTabSz="914400">
          <a:defRPr sz="1100" b="1" kern="0" dirty="0" err="1" smtClean="0">
            <a:solidFill>
              <a:srgbClr val="FF0000"/>
            </a:solidFill>
            <a:latin typeface="Arial"/>
          </a:defRPr>
        </a:defPPr>
      </a:lstStyle>
    </a:spDef>
    <a:lnDef>
      <a:spPr>
        <a:ln w="19050">
          <a:solidFill>
            <a:schemeClr val="tx1"/>
          </a:solidFill>
        </a:ln>
        <a:effectLst/>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CNX_OV_Template_BIZ_1.1.potx" id="{3F606734-24ED-44F4-AF39-A80BB4CDD828}" vid="{DA8138EA-2326-4EF5-918C-5DC2501FD4E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0FA3E69E70E30E468993238898FCF574" ma:contentTypeVersion="4" ma:contentTypeDescription="Create a new document." ma:contentTypeScope="" ma:versionID="dc0a16b6a225e328636b89082a0fd4a9">
  <xsd:schema xmlns:xsd="http://www.w3.org/2001/XMLSchema" xmlns:xs="http://www.w3.org/2001/XMLSchema" xmlns:p="http://schemas.microsoft.com/office/2006/metadata/properties" xmlns:ns2="64dd2cb5-7863-47d4-b3f2-5b70c1925be2" targetNamespace="http://schemas.microsoft.com/office/2006/metadata/properties" ma:root="true" ma:fieldsID="b5d20a745309770a795a0694b6cd691c" ns2:_="">
    <xsd:import namespace="64dd2cb5-7863-47d4-b3f2-5b70c1925be2"/>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4dd2cb5-7863-47d4-b3f2-5b70c1925be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77BBCB1-D0C3-46F8-A7FC-B2722C0802BF}">
  <ds:schemaRefs>
    <ds:schemaRef ds:uri="http://schemas.microsoft.com/sharepoint/v3/contenttype/forms"/>
  </ds:schemaRefs>
</ds:datastoreItem>
</file>

<file path=customXml/itemProps2.xml><?xml version="1.0" encoding="utf-8"?>
<ds:datastoreItem xmlns:ds="http://schemas.openxmlformats.org/officeDocument/2006/customXml" ds:itemID="{9EE0D89E-233E-41F5-B369-92342F4EEEF8}">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65412840-34B3-43D0-9071-24C4F0CCE58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4dd2cb5-7863-47d4-b3f2-5b70c1925be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CNX_OV_Template_BIZ_1.2</Template>
  <TotalTime>1</TotalTime>
  <Words>887</Words>
  <Application>Microsoft Office PowerPoint</Application>
  <PresentationFormat>Widescreen</PresentationFormat>
  <Paragraphs>176</Paragraphs>
  <Slides>25</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CNX</vt:lpstr>
      <vt:lpstr>Implementing Business Requirements for AI</vt:lpstr>
      <vt:lpstr>Implementing Business Requirements for AI</vt:lpstr>
      <vt:lpstr>PowerPoint Presentation</vt:lpstr>
      <vt:lpstr>Use Case Identification</vt:lpstr>
      <vt:lpstr>The Value Proposition of AI</vt:lpstr>
      <vt:lpstr>Prototype Assessment</vt:lpstr>
      <vt:lpstr>Activity: Identifying Design Requirements for AI</vt:lpstr>
      <vt:lpstr>PowerPoint Presentation</vt:lpstr>
      <vt:lpstr>Data Quality and AI</vt:lpstr>
      <vt:lpstr>Data Control and AI</vt:lpstr>
      <vt:lpstr>Data Security and AI</vt:lpstr>
      <vt:lpstr>Activity: Identifying Data Requirements for AI</vt:lpstr>
      <vt:lpstr>PowerPoint Presentation</vt:lpstr>
      <vt:lpstr>Impact on Employees</vt:lpstr>
      <vt:lpstr>Operational Risks</vt:lpstr>
      <vt:lpstr>Ethical Considerations</vt:lpstr>
      <vt:lpstr>Legal and Regulatory Considerations </vt:lpstr>
      <vt:lpstr>Activity: Identifying Risks in Implementing AI</vt:lpstr>
      <vt:lpstr>PowerPoint Presentation</vt:lpstr>
      <vt:lpstr>Alignment to Organizational Initiatives</vt:lpstr>
      <vt:lpstr>Alignment to Environmental, Social, and Governance (ESG) Initiatives</vt:lpstr>
      <vt:lpstr>Organizational Resources</vt:lpstr>
      <vt:lpstr>Competitive Considerations</vt:lpstr>
      <vt:lpstr>Activity: Developing an AI Strategy</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Implementing Business Requirements for AI</dc:title>
  <dc:creator>Jason Nufryk</dc:creator>
  <cp:lastModifiedBy>Jason Nufryk</cp:lastModifiedBy>
  <cp:revision>4</cp:revision>
  <dcterms:created xsi:type="dcterms:W3CDTF">2023-03-30T19:00:34Z</dcterms:created>
  <dcterms:modified xsi:type="dcterms:W3CDTF">2023-04-13T13:19:24Z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0x0101000FA3E69E70E30E468993238898FCF574</vt:lpwstr>
  </property>
</Properties>
</file>
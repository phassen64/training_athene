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927" r:id="rId4"/>
  </p:sldMasterIdLst>
  <p:notesMasterIdLst>
    <p:notesMasterId r:id="rId37"/>
  </p:notesMasterIdLst>
  <p:handoutMasterIdLst>
    <p:handoutMasterId r:id="rId38"/>
  </p:handoutMasterIdLst>
  <p:sldIdLst>
    <p:sldId id="275" r:id="rId5"/>
    <p:sldId id="272" r:id="rId6"/>
    <p:sldId id="264" r:id="rId7"/>
    <p:sldId id="276" r:id="rId8"/>
    <p:sldId id="280" r:id="rId9"/>
    <p:sldId id="281" r:id="rId10"/>
    <p:sldId id="282" r:id="rId11"/>
    <p:sldId id="283" r:id="rId12"/>
    <p:sldId id="300" r:id="rId13"/>
    <p:sldId id="301" r:id="rId14"/>
    <p:sldId id="273" r:id="rId15"/>
    <p:sldId id="277" r:id="rId16"/>
    <p:sldId id="286" r:id="rId17"/>
    <p:sldId id="287" r:id="rId18"/>
    <p:sldId id="288" r:id="rId19"/>
    <p:sldId id="289" r:id="rId20"/>
    <p:sldId id="274" r:id="rId21"/>
    <p:sldId id="278" r:id="rId22"/>
    <p:sldId id="290" r:id="rId23"/>
    <p:sldId id="291" r:id="rId24"/>
    <p:sldId id="292" r:id="rId25"/>
    <p:sldId id="293" r:id="rId26"/>
    <p:sldId id="294" r:id="rId27"/>
    <p:sldId id="299" r:id="rId28"/>
    <p:sldId id="295" r:id="rId29"/>
    <p:sldId id="296" r:id="rId30"/>
    <p:sldId id="297" r:id="rId31"/>
    <p:sldId id="298" r:id="rId32"/>
    <p:sldId id="302" r:id="rId33"/>
    <p:sldId id="303" r:id="rId34"/>
    <p:sldId id="304" r:id="rId35"/>
    <p:sldId id="305" r:id="rId36"/>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Peter Vorenkamp" initials="" lastIdx="1" clrIdx="0"/>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1D3764"/>
    <a:srgbClr val="009DDC"/>
    <a:srgbClr val="E71854"/>
    <a:srgbClr val="FAD02C"/>
    <a:srgbClr val="FAAF41"/>
    <a:srgbClr val="198CA8"/>
    <a:srgbClr val="2466AC"/>
    <a:srgbClr val="D1D2D3"/>
    <a:srgbClr val="F05A2B"/>
    <a:srgbClr val="1D3863"/>
  </p:clrMru>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DCAF9ED-07DC-4A11-8D7F-57B35C25682E}" styleName="Medium Style 1 - Accent 2">
    <a:wholeTbl>
      <a:tcTxStyle>
        <a:fontRef idx="minor">
          <a:scrgbClr r="0" g="0" b="0"/>
        </a:fontRef>
        <a:schemeClr val="dk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a:noFill/>
            </a:ln>
          </a:insideV>
        </a:tcBdr>
        <a:fill>
          <a:solidFill>
            <a:schemeClr val="lt1"/>
          </a:solidFill>
        </a:fill>
      </a:tcStyle>
    </a:wholeTbl>
    <a:band1H>
      <a:tcStyle>
        <a:tcBdr/>
        <a:fill>
          <a:solidFill>
            <a:schemeClr val="accent2">
              <a:tint val="20000"/>
            </a:schemeClr>
          </a:solidFill>
        </a:fill>
      </a:tcStyle>
    </a:band1H>
    <a:band1V>
      <a:tcStyle>
        <a:tcBdr/>
        <a:fill>
          <a:solidFill>
            <a:schemeClr val="accent2">
              <a:tint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solidFill>
            <a:schemeClr val="lt1"/>
          </a:solidFill>
        </a:fill>
      </a:tcStyle>
    </a:lastRow>
    <a:firstRow>
      <a:tcTxStyle b="on">
        <a:fontRef idx="minor">
          <a:scrgbClr r="0" g="0" b="0"/>
        </a:fontRef>
        <a:schemeClr val="lt1"/>
      </a:tcTxStyle>
      <a:tcStyle>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6E25E649-3F16-4E02-A733-19D2CDBF48F0}" styleName="Medium Style 3 - Accent 1">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1"/>
          </a:solidFill>
        </a:fill>
      </a:tcStyle>
    </a:lastCol>
    <a:firstCol>
      <a:tcTxStyle b="on">
        <a:fontRef idx="minor">
          <a:scrgbClr r="0" g="0" b="0"/>
        </a:fontRef>
        <a:schemeClr val="lt1"/>
      </a:tcTxStyle>
      <a:tcStyle>
        <a:tcBdr/>
        <a:fill>
          <a:solidFill>
            <a:schemeClr val="accent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9977" autoAdjust="0"/>
    <p:restoredTop sz="96327" autoAdjust="0"/>
  </p:normalViewPr>
  <p:slideViewPr>
    <p:cSldViewPr snapToGrid="0">
      <p:cViewPr varScale="1">
        <p:scale>
          <a:sx n="103" d="100"/>
          <a:sy n="103" d="100"/>
        </p:scale>
        <p:origin x="546" y="114"/>
      </p:cViewPr>
      <p:guideLst>
        <p:guide orient="horz" pos="2160"/>
        <p:guide pos="3840"/>
      </p:guideLst>
    </p:cSldViewPr>
  </p:slideViewPr>
  <p:outlineViewPr>
    <p:cViewPr>
      <p:scale>
        <a:sx n="33" d="100"/>
        <a:sy n="33" d="100"/>
      </p:scale>
      <p:origin x="0" y="0"/>
    </p:cViewPr>
  </p:outlineViewPr>
  <p:notesTextViewPr>
    <p:cViewPr>
      <p:scale>
        <a:sx n="100" d="100"/>
        <a:sy n="100" d="100"/>
      </p:scale>
      <p:origin x="0" y="0"/>
    </p:cViewPr>
  </p:notesTextViewPr>
  <p:sorterViewPr>
    <p:cViewPr>
      <p:scale>
        <a:sx n="120" d="100"/>
        <a:sy n="120" d="100"/>
      </p:scale>
      <p:origin x="0" y="-6414"/>
    </p:cViewPr>
  </p:sorterViewPr>
  <p:notesViewPr>
    <p:cSldViewPr snapToGrid="0">
      <p:cViewPr varScale="1">
        <p:scale>
          <a:sx n="81" d="100"/>
          <a:sy n="81" d="100"/>
        </p:scale>
        <p:origin x="2058" y="102"/>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slide" Target="slides/slide22.xml"/><Relationship Id="rId39"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34" Type="http://schemas.openxmlformats.org/officeDocument/2006/relationships/slide" Target="slides/slide30.xml"/><Relationship Id="rId42" Type="http://schemas.openxmlformats.org/officeDocument/2006/relationships/theme" Target="theme/theme1.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slide" Target="slides/slide21.xml"/><Relationship Id="rId33" Type="http://schemas.openxmlformats.org/officeDocument/2006/relationships/slide" Target="slides/slide29.xml"/><Relationship Id="rId38" Type="http://schemas.openxmlformats.org/officeDocument/2006/relationships/handoutMaster" Target="handoutMasters/handoutMaster1.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slide" Target="slides/slide25.xml"/><Relationship Id="rId41" Type="http://schemas.openxmlformats.org/officeDocument/2006/relationships/viewProps" Target="viewProp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slide" Target="slides/slide20.xml"/><Relationship Id="rId32" Type="http://schemas.openxmlformats.org/officeDocument/2006/relationships/slide" Target="slides/slide28.xml"/><Relationship Id="rId37" Type="http://schemas.openxmlformats.org/officeDocument/2006/relationships/notesMaster" Target="notesMasters/notesMaster1.xml"/><Relationship Id="rId40" Type="http://schemas.openxmlformats.org/officeDocument/2006/relationships/presProps" Target="presProps.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slide" Target="slides/slide24.xml"/><Relationship Id="rId36" Type="http://schemas.openxmlformats.org/officeDocument/2006/relationships/slide" Target="slides/slide32.xml"/><Relationship Id="rId10" Type="http://schemas.openxmlformats.org/officeDocument/2006/relationships/slide" Target="slides/slide6.xml"/><Relationship Id="rId19" Type="http://schemas.openxmlformats.org/officeDocument/2006/relationships/slide" Target="slides/slide15.xml"/><Relationship Id="rId31" Type="http://schemas.openxmlformats.org/officeDocument/2006/relationships/slide" Target="slides/slide27.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slide" Target="slides/slide23.xml"/><Relationship Id="rId30" Type="http://schemas.openxmlformats.org/officeDocument/2006/relationships/slide" Target="slides/slide26.xml"/><Relationship Id="rId35" Type="http://schemas.openxmlformats.org/officeDocument/2006/relationships/slide" Target="slides/slide31.xml"/><Relationship Id="rId43"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2885673-7572-4EF6-A3F5-93DA66C8BEB4}" type="doc">
      <dgm:prSet loTypeId="urn:microsoft.com/office/officeart/2005/8/layout/hProcess9" loCatId="process" qsTypeId="urn:microsoft.com/office/officeart/2005/8/quickstyle/simple1" qsCatId="simple" csTypeId="urn:microsoft.com/office/officeart/2005/8/colors/accent1_2" csCatId="accent1" phldr="1"/>
      <dgm:spPr/>
    </dgm:pt>
    <dgm:pt modelId="{41EB56AD-E535-4C7D-BFD3-E5B5495AB69A}">
      <dgm:prSet phldrT="[Text]"/>
      <dgm:spPr/>
      <dgm:t>
        <a:bodyPr/>
        <a:lstStyle/>
        <a:p>
          <a:r>
            <a:rPr lang="en-US" b="1" dirty="0"/>
            <a:t>Initial enquiry</a:t>
          </a:r>
        </a:p>
      </dgm:t>
    </dgm:pt>
    <dgm:pt modelId="{127F6218-2D50-467F-83F7-0AF6EDA8B3C0}" type="parTrans" cxnId="{3FF7612A-A277-4CD4-B853-840DA412EF18}">
      <dgm:prSet/>
      <dgm:spPr/>
      <dgm:t>
        <a:bodyPr/>
        <a:lstStyle/>
        <a:p>
          <a:endParaRPr lang="en-US"/>
        </a:p>
      </dgm:t>
    </dgm:pt>
    <dgm:pt modelId="{98A93501-9B63-46B2-BA84-1C280B04A01A}" type="sibTrans" cxnId="{3FF7612A-A277-4CD4-B853-840DA412EF18}">
      <dgm:prSet/>
      <dgm:spPr/>
      <dgm:t>
        <a:bodyPr/>
        <a:lstStyle/>
        <a:p>
          <a:endParaRPr lang="en-US"/>
        </a:p>
      </dgm:t>
    </dgm:pt>
    <dgm:pt modelId="{0FD18706-2922-42A8-B683-7FF8EC0B7589}">
      <dgm:prSet phldrT="[Text]"/>
      <dgm:spPr/>
      <dgm:t>
        <a:bodyPr/>
        <a:lstStyle/>
        <a:p>
          <a:r>
            <a:rPr lang="en-US" b="1" dirty="0"/>
            <a:t>Comparison</a:t>
          </a:r>
        </a:p>
      </dgm:t>
    </dgm:pt>
    <dgm:pt modelId="{60A56E00-9F6D-4320-BD12-257AFC295297}" type="parTrans" cxnId="{E971DE8C-A639-42CB-ACD7-6EEDA40C495D}">
      <dgm:prSet/>
      <dgm:spPr/>
      <dgm:t>
        <a:bodyPr/>
        <a:lstStyle/>
        <a:p>
          <a:endParaRPr lang="en-US"/>
        </a:p>
      </dgm:t>
    </dgm:pt>
    <dgm:pt modelId="{4849AA59-8B2D-481A-9F33-D3EC6F6B332B}" type="sibTrans" cxnId="{E971DE8C-A639-42CB-ACD7-6EEDA40C495D}">
      <dgm:prSet/>
      <dgm:spPr/>
      <dgm:t>
        <a:bodyPr/>
        <a:lstStyle/>
        <a:p>
          <a:endParaRPr lang="en-US"/>
        </a:p>
      </dgm:t>
    </dgm:pt>
    <dgm:pt modelId="{583075A7-207E-4542-92F1-A4E9E356C380}">
      <dgm:prSet phldrT="[Text]"/>
      <dgm:spPr/>
      <dgm:t>
        <a:bodyPr/>
        <a:lstStyle/>
        <a:p>
          <a:r>
            <a:rPr lang="en-US" b="1" dirty="0"/>
            <a:t>Purchase</a:t>
          </a:r>
        </a:p>
      </dgm:t>
    </dgm:pt>
    <dgm:pt modelId="{1882A6C4-89B1-4D38-AD90-7C5973C8521C}" type="parTrans" cxnId="{18172789-6CCD-44FD-9F9B-077EA24CF934}">
      <dgm:prSet/>
      <dgm:spPr/>
      <dgm:t>
        <a:bodyPr/>
        <a:lstStyle/>
        <a:p>
          <a:endParaRPr lang="en-US"/>
        </a:p>
      </dgm:t>
    </dgm:pt>
    <dgm:pt modelId="{70C17F9A-F217-415A-9C44-BF19F01F4D53}" type="sibTrans" cxnId="{18172789-6CCD-44FD-9F9B-077EA24CF934}">
      <dgm:prSet/>
      <dgm:spPr/>
      <dgm:t>
        <a:bodyPr/>
        <a:lstStyle/>
        <a:p>
          <a:endParaRPr lang="en-US"/>
        </a:p>
      </dgm:t>
    </dgm:pt>
    <dgm:pt modelId="{74B8BDE3-9A91-4499-BDD5-6B7E3F56B2D9}">
      <dgm:prSet phldrT="[Text]"/>
      <dgm:spPr/>
      <dgm:t>
        <a:bodyPr/>
        <a:lstStyle/>
        <a:p>
          <a:r>
            <a:rPr lang="en-US" b="1" dirty="0"/>
            <a:t>Implementation and use</a:t>
          </a:r>
        </a:p>
      </dgm:t>
    </dgm:pt>
    <dgm:pt modelId="{BB051BC0-BB37-4CC9-A515-0A43542353B0}" type="parTrans" cxnId="{A43EEBD8-25DA-4AAD-A9B6-8772E6F55866}">
      <dgm:prSet/>
      <dgm:spPr/>
      <dgm:t>
        <a:bodyPr/>
        <a:lstStyle/>
        <a:p>
          <a:endParaRPr lang="en-US"/>
        </a:p>
      </dgm:t>
    </dgm:pt>
    <dgm:pt modelId="{00609766-34E6-43C8-B5BD-246068F3A241}" type="sibTrans" cxnId="{A43EEBD8-25DA-4AAD-A9B6-8772E6F55866}">
      <dgm:prSet/>
      <dgm:spPr/>
      <dgm:t>
        <a:bodyPr/>
        <a:lstStyle/>
        <a:p>
          <a:endParaRPr lang="en-US"/>
        </a:p>
      </dgm:t>
    </dgm:pt>
    <dgm:pt modelId="{44BA924B-9FA3-418F-91D0-58569D055BEC}">
      <dgm:prSet phldrT="[Text]"/>
      <dgm:spPr/>
      <dgm:t>
        <a:bodyPr/>
        <a:lstStyle/>
        <a:p>
          <a:r>
            <a:rPr lang="en-US" b="1" dirty="0"/>
            <a:t>Loyalty</a:t>
          </a:r>
          <a:r>
            <a:rPr lang="en-US" dirty="0"/>
            <a:t> </a:t>
          </a:r>
        </a:p>
      </dgm:t>
    </dgm:pt>
    <dgm:pt modelId="{CC76E917-4A5D-45DC-A317-5EADB4A6D4FB}" type="parTrans" cxnId="{BE7D0FAA-C6E4-4225-9AF8-8E8C8C4DFAF6}">
      <dgm:prSet/>
      <dgm:spPr/>
      <dgm:t>
        <a:bodyPr/>
        <a:lstStyle/>
        <a:p>
          <a:endParaRPr lang="en-US"/>
        </a:p>
      </dgm:t>
    </dgm:pt>
    <dgm:pt modelId="{064F4B7F-53E7-4AF1-954A-607100ABDF34}" type="sibTrans" cxnId="{BE7D0FAA-C6E4-4225-9AF8-8E8C8C4DFAF6}">
      <dgm:prSet/>
      <dgm:spPr/>
      <dgm:t>
        <a:bodyPr/>
        <a:lstStyle/>
        <a:p>
          <a:endParaRPr lang="en-US"/>
        </a:p>
      </dgm:t>
    </dgm:pt>
    <dgm:pt modelId="{9F66CADF-C330-40A4-98DD-0945AB9528C9}" type="pres">
      <dgm:prSet presAssocID="{92885673-7572-4EF6-A3F5-93DA66C8BEB4}" presName="CompostProcess" presStyleCnt="0">
        <dgm:presLayoutVars>
          <dgm:dir/>
          <dgm:resizeHandles val="exact"/>
        </dgm:presLayoutVars>
      </dgm:prSet>
      <dgm:spPr/>
    </dgm:pt>
    <dgm:pt modelId="{EDFAB394-B66B-4EED-97A2-DA80F5A5CAC6}" type="pres">
      <dgm:prSet presAssocID="{92885673-7572-4EF6-A3F5-93DA66C8BEB4}" presName="arrow" presStyleLbl="bgShp" presStyleIdx="0" presStyleCnt="1" custScaleX="117647" custLinFactNeighborX="7046" custLinFactNeighborY="1483"/>
      <dgm:spPr/>
    </dgm:pt>
    <dgm:pt modelId="{6A4B59CA-43F6-4FA1-934F-5AB86E4488A9}" type="pres">
      <dgm:prSet presAssocID="{92885673-7572-4EF6-A3F5-93DA66C8BEB4}" presName="linearProcess" presStyleCnt="0"/>
      <dgm:spPr/>
    </dgm:pt>
    <dgm:pt modelId="{859A78EE-FFBA-4397-90AE-DA9E2EED65B0}" type="pres">
      <dgm:prSet presAssocID="{41EB56AD-E535-4C7D-BFD3-E5B5495AB69A}" presName="textNode" presStyleLbl="node1" presStyleIdx="0" presStyleCnt="5">
        <dgm:presLayoutVars>
          <dgm:bulletEnabled val="1"/>
        </dgm:presLayoutVars>
      </dgm:prSet>
      <dgm:spPr/>
    </dgm:pt>
    <dgm:pt modelId="{D4445705-E2E1-4834-93CB-D3A125D5CA06}" type="pres">
      <dgm:prSet presAssocID="{98A93501-9B63-46B2-BA84-1C280B04A01A}" presName="sibTrans" presStyleCnt="0"/>
      <dgm:spPr/>
    </dgm:pt>
    <dgm:pt modelId="{E8049EB1-371F-48D8-B3BE-AC89A8F9F5E6}" type="pres">
      <dgm:prSet presAssocID="{0FD18706-2922-42A8-B683-7FF8EC0B7589}" presName="textNode" presStyleLbl="node1" presStyleIdx="1" presStyleCnt="5">
        <dgm:presLayoutVars>
          <dgm:bulletEnabled val="1"/>
        </dgm:presLayoutVars>
      </dgm:prSet>
      <dgm:spPr/>
    </dgm:pt>
    <dgm:pt modelId="{CC151B44-DF30-4E5C-AF7A-5CE86C6198FD}" type="pres">
      <dgm:prSet presAssocID="{4849AA59-8B2D-481A-9F33-D3EC6F6B332B}" presName="sibTrans" presStyleCnt="0"/>
      <dgm:spPr/>
    </dgm:pt>
    <dgm:pt modelId="{3A1E90A0-5845-489D-AA73-D2946E083E9B}" type="pres">
      <dgm:prSet presAssocID="{583075A7-207E-4542-92F1-A4E9E356C380}" presName="textNode" presStyleLbl="node1" presStyleIdx="2" presStyleCnt="5">
        <dgm:presLayoutVars>
          <dgm:bulletEnabled val="1"/>
        </dgm:presLayoutVars>
      </dgm:prSet>
      <dgm:spPr/>
    </dgm:pt>
    <dgm:pt modelId="{233C2924-8723-406D-AEBD-0E0FFF1D3DA4}" type="pres">
      <dgm:prSet presAssocID="{70C17F9A-F217-415A-9C44-BF19F01F4D53}" presName="sibTrans" presStyleCnt="0"/>
      <dgm:spPr/>
    </dgm:pt>
    <dgm:pt modelId="{8CBA9328-148E-4E73-BD9F-714E1FBBA297}" type="pres">
      <dgm:prSet presAssocID="{74B8BDE3-9A91-4499-BDD5-6B7E3F56B2D9}" presName="textNode" presStyleLbl="node1" presStyleIdx="3" presStyleCnt="5">
        <dgm:presLayoutVars>
          <dgm:bulletEnabled val="1"/>
        </dgm:presLayoutVars>
      </dgm:prSet>
      <dgm:spPr/>
    </dgm:pt>
    <dgm:pt modelId="{817BE0DC-CE18-4CFC-AA59-579D31D86060}" type="pres">
      <dgm:prSet presAssocID="{00609766-34E6-43C8-B5BD-246068F3A241}" presName="sibTrans" presStyleCnt="0"/>
      <dgm:spPr/>
    </dgm:pt>
    <dgm:pt modelId="{89CD7011-4EC4-4DE1-BD69-27180543700F}" type="pres">
      <dgm:prSet presAssocID="{44BA924B-9FA3-418F-91D0-58569D055BEC}" presName="textNode" presStyleLbl="node1" presStyleIdx="4" presStyleCnt="5">
        <dgm:presLayoutVars>
          <dgm:bulletEnabled val="1"/>
        </dgm:presLayoutVars>
      </dgm:prSet>
      <dgm:spPr/>
    </dgm:pt>
  </dgm:ptLst>
  <dgm:cxnLst>
    <dgm:cxn modelId="{E0CB4705-6B6A-4971-9557-78573BD7CD95}" type="presOf" srcId="{44BA924B-9FA3-418F-91D0-58569D055BEC}" destId="{89CD7011-4EC4-4DE1-BD69-27180543700F}" srcOrd="0" destOrd="0" presId="urn:microsoft.com/office/officeart/2005/8/layout/hProcess9"/>
    <dgm:cxn modelId="{8D011F1E-47AB-49C4-8BDA-8C1B511A2427}" type="presOf" srcId="{583075A7-207E-4542-92F1-A4E9E356C380}" destId="{3A1E90A0-5845-489D-AA73-D2946E083E9B}" srcOrd="0" destOrd="0" presId="urn:microsoft.com/office/officeart/2005/8/layout/hProcess9"/>
    <dgm:cxn modelId="{BC1EBD24-E12E-4441-A700-8C2ABC334372}" type="presOf" srcId="{92885673-7572-4EF6-A3F5-93DA66C8BEB4}" destId="{9F66CADF-C330-40A4-98DD-0945AB9528C9}" srcOrd="0" destOrd="0" presId="urn:microsoft.com/office/officeart/2005/8/layout/hProcess9"/>
    <dgm:cxn modelId="{3FF7612A-A277-4CD4-B853-840DA412EF18}" srcId="{92885673-7572-4EF6-A3F5-93DA66C8BEB4}" destId="{41EB56AD-E535-4C7D-BFD3-E5B5495AB69A}" srcOrd="0" destOrd="0" parTransId="{127F6218-2D50-467F-83F7-0AF6EDA8B3C0}" sibTransId="{98A93501-9B63-46B2-BA84-1C280B04A01A}"/>
    <dgm:cxn modelId="{8BD9EF41-1947-475B-A0DC-11E104DB04D3}" type="presOf" srcId="{74B8BDE3-9A91-4499-BDD5-6B7E3F56B2D9}" destId="{8CBA9328-148E-4E73-BD9F-714E1FBBA297}" srcOrd="0" destOrd="0" presId="urn:microsoft.com/office/officeart/2005/8/layout/hProcess9"/>
    <dgm:cxn modelId="{269E3044-B9DC-4E42-9305-520BD92417EA}" type="presOf" srcId="{0FD18706-2922-42A8-B683-7FF8EC0B7589}" destId="{E8049EB1-371F-48D8-B3BE-AC89A8F9F5E6}" srcOrd="0" destOrd="0" presId="urn:microsoft.com/office/officeart/2005/8/layout/hProcess9"/>
    <dgm:cxn modelId="{BD866D81-F410-48C9-B4F7-53FC19F80E49}" type="presOf" srcId="{41EB56AD-E535-4C7D-BFD3-E5B5495AB69A}" destId="{859A78EE-FFBA-4397-90AE-DA9E2EED65B0}" srcOrd="0" destOrd="0" presId="urn:microsoft.com/office/officeart/2005/8/layout/hProcess9"/>
    <dgm:cxn modelId="{18172789-6CCD-44FD-9F9B-077EA24CF934}" srcId="{92885673-7572-4EF6-A3F5-93DA66C8BEB4}" destId="{583075A7-207E-4542-92F1-A4E9E356C380}" srcOrd="2" destOrd="0" parTransId="{1882A6C4-89B1-4D38-AD90-7C5973C8521C}" sibTransId="{70C17F9A-F217-415A-9C44-BF19F01F4D53}"/>
    <dgm:cxn modelId="{E971DE8C-A639-42CB-ACD7-6EEDA40C495D}" srcId="{92885673-7572-4EF6-A3F5-93DA66C8BEB4}" destId="{0FD18706-2922-42A8-B683-7FF8EC0B7589}" srcOrd="1" destOrd="0" parTransId="{60A56E00-9F6D-4320-BD12-257AFC295297}" sibTransId="{4849AA59-8B2D-481A-9F33-D3EC6F6B332B}"/>
    <dgm:cxn modelId="{BE7D0FAA-C6E4-4225-9AF8-8E8C8C4DFAF6}" srcId="{92885673-7572-4EF6-A3F5-93DA66C8BEB4}" destId="{44BA924B-9FA3-418F-91D0-58569D055BEC}" srcOrd="4" destOrd="0" parTransId="{CC76E917-4A5D-45DC-A317-5EADB4A6D4FB}" sibTransId="{064F4B7F-53E7-4AF1-954A-607100ABDF34}"/>
    <dgm:cxn modelId="{A43EEBD8-25DA-4AAD-A9B6-8772E6F55866}" srcId="{92885673-7572-4EF6-A3F5-93DA66C8BEB4}" destId="{74B8BDE3-9A91-4499-BDD5-6B7E3F56B2D9}" srcOrd="3" destOrd="0" parTransId="{BB051BC0-BB37-4CC9-A515-0A43542353B0}" sibTransId="{00609766-34E6-43C8-B5BD-246068F3A241}"/>
    <dgm:cxn modelId="{9DE54A59-3FEA-4071-A750-A1CC50B180F4}" type="presParOf" srcId="{9F66CADF-C330-40A4-98DD-0945AB9528C9}" destId="{EDFAB394-B66B-4EED-97A2-DA80F5A5CAC6}" srcOrd="0" destOrd="0" presId="urn:microsoft.com/office/officeart/2005/8/layout/hProcess9"/>
    <dgm:cxn modelId="{D21A6DD8-32AC-47AB-A0C0-F39B27303F0F}" type="presParOf" srcId="{9F66CADF-C330-40A4-98DD-0945AB9528C9}" destId="{6A4B59CA-43F6-4FA1-934F-5AB86E4488A9}" srcOrd="1" destOrd="0" presId="urn:microsoft.com/office/officeart/2005/8/layout/hProcess9"/>
    <dgm:cxn modelId="{5D6E1C11-647A-4464-B899-91DB6FA65FC0}" type="presParOf" srcId="{6A4B59CA-43F6-4FA1-934F-5AB86E4488A9}" destId="{859A78EE-FFBA-4397-90AE-DA9E2EED65B0}" srcOrd="0" destOrd="0" presId="urn:microsoft.com/office/officeart/2005/8/layout/hProcess9"/>
    <dgm:cxn modelId="{55C18C4C-B138-4C94-9FB9-6581F1C1BE22}" type="presParOf" srcId="{6A4B59CA-43F6-4FA1-934F-5AB86E4488A9}" destId="{D4445705-E2E1-4834-93CB-D3A125D5CA06}" srcOrd="1" destOrd="0" presId="urn:microsoft.com/office/officeart/2005/8/layout/hProcess9"/>
    <dgm:cxn modelId="{895932D9-D667-4739-A7B4-5990070BE84A}" type="presParOf" srcId="{6A4B59CA-43F6-4FA1-934F-5AB86E4488A9}" destId="{E8049EB1-371F-48D8-B3BE-AC89A8F9F5E6}" srcOrd="2" destOrd="0" presId="urn:microsoft.com/office/officeart/2005/8/layout/hProcess9"/>
    <dgm:cxn modelId="{BCE3C8A9-A618-4C4C-A9B2-14D21008202C}" type="presParOf" srcId="{6A4B59CA-43F6-4FA1-934F-5AB86E4488A9}" destId="{CC151B44-DF30-4E5C-AF7A-5CE86C6198FD}" srcOrd="3" destOrd="0" presId="urn:microsoft.com/office/officeart/2005/8/layout/hProcess9"/>
    <dgm:cxn modelId="{7268091D-D35A-4E01-B1E6-E9C3C0AA5D03}" type="presParOf" srcId="{6A4B59CA-43F6-4FA1-934F-5AB86E4488A9}" destId="{3A1E90A0-5845-489D-AA73-D2946E083E9B}" srcOrd="4" destOrd="0" presId="urn:microsoft.com/office/officeart/2005/8/layout/hProcess9"/>
    <dgm:cxn modelId="{55CE7518-B365-4C80-B04F-103B6FB6BDDD}" type="presParOf" srcId="{6A4B59CA-43F6-4FA1-934F-5AB86E4488A9}" destId="{233C2924-8723-406D-AEBD-0E0FFF1D3DA4}" srcOrd="5" destOrd="0" presId="urn:microsoft.com/office/officeart/2005/8/layout/hProcess9"/>
    <dgm:cxn modelId="{DC0B78A6-A7DE-4682-B545-5B10572C806B}" type="presParOf" srcId="{6A4B59CA-43F6-4FA1-934F-5AB86E4488A9}" destId="{8CBA9328-148E-4E73-BD9F-714E1FBBA297}" srcOrd="6" destOrd="0" presId="urn:microsoft.com/office/officeart/2005/8/layout/hProcess9"/>
    <dgm:cxn modelId="{1F0E2A07-7AD0-41B2-B0A6-85FBADB8BC8B}" type="presParOf" srcId="{6A4B59CA-43F6-4FA1-934F-5AB86E4488A9}" destId="{817BE0DC-CE18-4CFC-AA59-579D31D86060}" srcOrd="7" destOrd="0" presId="urn:microsoft.com/office/officeart/2005/8/layout/hProcess9"/>
    <dgm:cxn modelId="{0F12BD01-502F-4C2D-AE03-B9352A5A7677}" type="presParOf" srcId="{6A4B59CA-43F6-4FA1-934F-5AB86E4488A9}" destId="{89CD7011-4EC4-4DE1-BD69-27180543700F}" srcOrd="8" destOrd="0" presId="urn:microsoft.com/office/officeart/2005/8/layout/hProcess9"/>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FAB394-B66B-4EED-97A2-DA80F5A5CAC6}">
      <dsp:nvSpPr>
        <dsp:cNvPr id="0" name=""/>
        <dsp:cNvSpPr/>
      </dsp:nvSpPr>
      <dsp:spPr>
        <a:xfrm>
          <a:off x="3" y="0"/>
          <a:ext cx="6446518" cy="4297680"/>
        </a:xfrm>
        <a:prstGeom prst="rightArrow">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9A78EE-FFBA-4397-90AE-DA9E2EED65B0}">
      <dsp:nvSpPr>
        <dsp:cNvPr id="0" name=""/>
        <dsp:cNvSpPr/>
      </dsp:nvSpPr>
      <dsp:spPr>
        <a:xfrm>
          <a:off x="2832" y="1289303"/>
          <a:ext cx="1238626" cy="17190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Initial enquiry</a:t>
          </a:r>
        </a:p>
      </dsp:txBody>
      <dsp:txXfrm>
        <a:off x="63297" y="1349768"/>
        <a:ext cx="1117696" cy="1598142"/>
      </dsp:txXfrm>
    </dsp:sp>
    <dsp:sp modelId="{E8049EB1-371F-48D8-B3BE-AC89A8F9F5E6}">
      <dsp:nvSpPr>
        <dsp:cNvPr id="0" name=""/>
        <dsp:cNvSpPr/>
      </dsp:nvSpPr>
      <dsp:spPr>
        <a:xfrm>
          <a:off x="1303390" y="1289303"/>
          <a:ext cx="1238626" cy="17190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Comparison</a:t>
          </a:r>
        </a:p>
      </dsp:txBody>
      <dsp:txXfrm>
        <a:off x="1363855" y="1349768"/>
        <a:ext cx="1117696" cy="1598142"/>
      </dsp:txXfrm>
    </dsp:sp>
    <dsp:sp modelId="{3A1E90A0-5845-489D-AA73-D2946E083E9B}">
      <dsp:nvSpPr>
        <dsp:cNvPr id="0" name=""/>
        <dsp:cNvSpPr/>
      </dsp:nvSpPr>
      <dsp:spPr>
        <a:xfrm>
          <a:off x="2603947" y="1289303"/>
          <a:ext cx="1238626" cy="17190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Purchase</a:t>
          </a:r>
        </a:p>
      </dsp:txBody>
      <dsp:txXfrm>
        <a:off x="2664412" y="1349768"/>
        <a:ext cx="1117696" cy="1598142"/>
      </dsp:txXfrm>
    </dsp:sp>
    <dsp:sp modelId="{8CBA9328-148E-4E73-BD9F-714E1FBBA297}">
      <dsp:nvSpPr>
        <dsp:cNvPr id="0" name=""/>
        <dsp:cNvSpPr/>
      </dsp:nvSpPr>
      <dsp:spPr>
        <a:xfrm>
          <a:off x="3904505" y="1289303"/>
          <a:ext cx="1238626" cy="17190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Implementation and use</a:t>
          </a:r>
        </a:p>
      </dsp:txBody>
      <dsp:txXfrm>
        <a:off x="3964970" y="1349768"/>
        <a:ext cx="1117696" cy="1598142"/>
      </dsp:txXfrm>
    </dsp:sp>
    <dsp:sp modelId="{89CD7011-4EC4-4DE1-BD69-27180543700F}">
      <dsp:nvSpPr>
        <dsp:cNvPr id="0" name=""/>
        <dsp:cNvSpPr/>
      </dsp:nvSpPr>
      <dsp:spPr>
        <a:xfrm>
          <a:off x="5205062" y="1289303"/>
          <a:ext cx="1238626" cy="1719072"/>
        </a:xfrm>
        <a:prstGeom prst="roundRect">
          <a:avLst/>
        </a:prstGeom>
        <a:solidFill>
          <a:schemeClr val="accent1">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b="1" kern="1200" dirty="0"/>
            <a:t>Loyalty</a:t>
          </a:r>
          <a:r>
            <a:rPr lang="en-US" sz="1200" kern="1200" dirty="0"/>
            <a:t> </a:t>
          </a:r>
        </a:p>
      </dsp:txBody>
      <dsp:txXfrm>
        <a:off x="5265527" y="1349768"/>
        <a:ext cx="1117696" cy="1598142"/>
      </dsp:txXfrm>
    </dsp:sp>
  </dsp:spTree>
</dsp:drawing>
</file>

<file path=ppt/diagrams/layout1.xml><?xml version="1.0" encoding="utf-8"?>
<dgm:layoutDef xmlns:dgm="http://schemas.openxmlformats.org/drawingml/2006/diagram" xmlns:a="http://schemas.openxmlformats.org/drawingml/2006/main" uniqueId="urn:microsoft.com/office/officeart/2005/8/layout/hProcess9">
  <dgm:title val=""/>
  <dgm:desc val=""/>
  <dgm:catLst>
    <dgm:cat type="process" pri="5000"/>
    <dgm:cat type="convert" pri="13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CompostProcess">
    <dgm:varLst>
      <dgm:dir/>
      <dgm:resizeHandles val="exact"/>
    </dgm:varLst>
    <dgm:alg type="composite">
      <dgm:param type="horzAlign" val="ctr"/>
      <dgm:param type="vertAlign" val="mid"/>
    </dgm:alg>
    <dgm:shape xmlns:r="http://schemas.openxmlformats.org/officeDocument/2006/relationships" r:blip="">
      <dgm:adjLst/>
    </dgm:shape>
    <dgm:presOf/>
    <dgm:constrLst>
      <dgm:constr type="w" for="ch" forName="arrow" refType="w" fact="0.85"/>
      <dgm:constr type="h" for="ch" forName="arrow" refType="h"/>
      <dgm:constr type="ctrX" for="ch" forName="arrow" refType="w" fact="0.5"/>
      <dgm:constr type="ctrY" for="ch" forName="arrow" refType="h" fact="0.5"/>
      <dgm:constr type="w" for="ch" forName="linearProcess" refType="w"/>
      <dgm:constr type="h" for="ch" forName="linearProcess" refType="h" fact="0.4"/>
      <dgm:constr type="ctrX" for="ch" forName="linearProcess" refType="w" fact="0.5"/>
      <dgm:constr type="ctrY" for="ch" forName="linearProcess" refType="h" fact="0.5"/>
    </dgm:constrLst>
    <dgm:ruleLst/>
    <dgm:layoutNode name="arrow" styleLbl="bgShp">
      <dgm:alg type="sp"/>
      <dgm:choose name="Name0">
        <dgm:if name="Name1" func="var" arg="dir" op="equ" val="norm">
          <dgm:shape xmlns:r="http://schemas.openxmlformats.org/officeDocument/2006/relationships" type="rightArrow" r:blip="">
            <dgm:adjLst/>
          </dgm:shape>
        </dgm:if>
        <dgm:else name="Name2">
          <dgm:shape xmlns:r="http://schemas.openxmlformats.org/officeDocument/2006/relationships" type="leftArrow" r:blip="">
            <dgm:adjLst/>
          </dgm:shape>
        </dgm:else>
      </dgm:choose>
      <dgm:presOf/>
      <dgm:constrLst/>
      <dgm:ruleLst/>
    </dgm:layoutNode>
    <dgm:layoutNode name="linearProcess">
      <dgm:choose name="Name3">
        <dgm:if name="Name4" func="var" arg="dir" op="equ" val="norm">
          <dgm:alg type="lin"/>
        </dgm:if>
        <dgm:else name="Name5">
          <dgm:alg type="lin">
            <dgm:param type="linDir" val="fromR"/>
          </dgm:alg>
        </dgm:else>
      </dgm:choose>
      <dgm:shape xmlns:r="http://schemas.openxmlformats.org/officeDocument/2006/relationships" r:blip="">
        <dgm:adjLst/>
      </dgm:shape>
      <dgm:presOf/>
      <dgm:constrLst>
        <dgm:constr type="userA" for="ch" ptType="node" refType="w"/>
        <dgm:constr type="h" for="ch" ptType="node" refType="h"/>
        <dgm:constr type="w" for="ch" ptType="node" op="equ"/>
        <dgm:constr type="w" for="ch" forName="sibTrans" refType="w" fact="0.05"/>
        <dgm:constr type="primFontSz" for="ch" ptType="node" op="equ" val="65"/>
      </dgm:constrLst>
      <dgm:ruleLst/>
      <dgm:forEach name="Name6" axis="ch" ptType="node">
        <dgm:layoutNode name="textNode" styleLbl="node1">
          <dgm:varLst>
            <dgm:bulletEnabled val="1"/>
          </dgm:varLst>
          <dgm:alg type="tx"/>
          <dgm:shape xmlns:r="http://schemas.openxmlformats.org/officeDocument/2006/relationships" type="roundRect" r:blip="">
            <dgm:adjLst/>
          </dgm:shape>
          <dgm:presOf axis="desOrSelf" ptType="node"/>
          <dgm:constrLst>
            <dgm:constr type="userA"/>
            <dgm:constr type="w" refType="userA" fact="0.3"/>
            <dgm:constr type="tMarg" refType="primFontSz" fact="0.3"/>
            <dgm:constr type="bMarg" refType="primFontSz" fact="0.3"/>
            <dgm:constr type="lMarg" refType="primFontSz" fact="0.3"/>
            <dgm:constr type="rMarg" refType="primFontSz" fact="0.3"/>
          </dgm:constrLst>
          <dgm:ruleLst>
            <dgm:rule type="w" val="NaN" fact="1" max="NaN"/>
            <dgm:rule type="primFontSz" val="5" fact="NaN" max="NaN"/>
          </dgm:ruleLst>
        </dgm:layoutNode>
        <dgm:forEach name="Name7" axis="followSib" ptType="sibTrans" cnt="1">
          <dgm:layoutNode name="sibTrans">
            <dgm:alg type="sp"/>
            <dgm:shape xmlns:r="http://schemas.openxmlformats.org/officeDocument/2006/relationships" r:blip="">
              <dgm:adjLst/>
            </dgm:shape>
            <dgm:presOf/>
            <dgm:constrLst/>
            <dgm:ruleLst/>
          </dgm:layoutNode>
        </dgm:forEach>
      </dgm:forEach>
    </dgm:layoutNod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sz="quarter" idx="1"/>
          </p:nvPr>
        </p:nvSpPr>
        <p:spPr>
          <a:xfrm>
            <a:off x="3884613" y="0"/>
            <a:ext cx="2971800" cy="457200"/>
          </a:xfrm>
          <a:prstGeom prst="rect">
            <a:avLst/>
          </a:prstGeom>
        </p:spPr>
        <p:txBody>
          <a:bodyPr vert="horz" lIns="91440" tIns="45720" rIns="91440" bIns="45720" rtlCol="0"/>
          <a:lstStyle>
            <a:lvl1pPr algn="r">
              <a:defRPr sz="1200"/>
            </a:lvl1pPr>
          </a:lstStyle>
          <a:p>
            <a:fld id="{F0F75AEF-6AF8-074D-A4DB-F71FD6F9C37D}" type="datetimeFigureOut">
              <a:rPr lang="en-US" smtClean="0"/>
              <a:t>11/10/2023</a:t>
            </a:fld>
            <a:endParaRPr lang="en-US" dirty="0"/>
          </a:p>
        </p:txBody>
      </p:sp>
      <p:sp>
        <p:nvSpPr>
          <p:cNvPr id="4" name="Footer Placeholder 3"/>
          <p:cNvSpPr>
            <a:spLocks noGrp="1"/>
          </p:cNvSpPr>
          <p:nvPr>
            <p:ph type="ftr" sz="quarter" idx="2"/>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5" name="Slide Number Placeholder 4"/>
          <p:cNvSpPr>
            <a:spLocks noGrp="1"/>
          </p:cNvSpPr>
          <p:nvPr>
            <p:ph type="sldNum" sz="quarter" idx="3"/>
          </p:nvPr>
        </p:nvSpPr>
        <p:spPr>
          <a:xfrm>
            <a:off x="3884613" y="8685213"/>
            <a:ext cx="2971800" cy="457200"/>
          </a:xfrm>
          <a:prstGeom prst="rect">
            <a:avLst/>
          </a:prstGeom>
        </p:spPr>
        <p:txBody>
          <a:bodyPr vert="horz" lIns="91440" tIns="45720" rIns="91440" bIns="45720" rtlCol="0" anchor="b"/>
          <a:lstStyle>
            <a:lvl1pPr algn="r">
              <a:defRPr sz="1200"/>
            </a:lvl1pPr>
          </a:lstStyle>
          <a:p>
            <a:fld id="{DD5D9A6D-5233-6641-90BA-8328590F05DD}" type="slidenum">
              <a:rPr lang="en-US" smtClean="0"/>
              <a:t>‹#›</a:t>
            </a:fld>
            <a:endParaRPr lang="en-US" dirty="0"/>
          </a:p>
        </p:txBody>
      </p:sp>
    </p:spTree>
    <p:extLst>
      <p:ext uri="{BB962C8B-B14F-4D97-AF65-F5344CB8AC3E}">
        <p14:creationId xmlns:p14="http://schemas.microsoft.com/office/powerpoint/2010/main" val="53854694"/>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36AAE85D-3A3F-7B46-A18E-DF160D9D2CC7}" type="datetimeFigureOut">
              <a:rPr lang="en-US" smtClean="0"/>
              <a:t>11/10/2023</a:t>
            </a:fld>
            <a:endParaRPr lang="en-US" dirty="0"/>
          </a:p>
        </p:txBody>
      </p:sp>
      <p:sp>
        <p:nvSpPr>
          <p:cNvPr id="4" name="Slide Image Placeholder 3"/>
          <p:cNvSpPr>
            <a:spLocks noGrp="1" noRot="1" noChangeAspect="1"/>
          </p:cNvSpPr>
          <p:nvPr>
            <p:ph type="sldImg" idx="2"/>
          </p:nvPr>
        </p:nvSpPr>
        <p:spPr>
          <a:xfrm>
            <a:off x="381000" y="685800"/>
            <a:ext cx="6096000" cy="3429000"/>
          </a:xfrm>
          <a:prstGeom prst="rect">
            <a:avLst/>
          </a:prstGeom>
          <a:noFill/>
          <a:ln w="12700">
            <a:solidFill>
              <a:prstClr val="black"/>
            </a:solidFill>
          </a:ln>
        </p:spPr>
        <p:txBody>
          <a:bodyPr vert="horz" lIns="91440" tIns="45720" rIns="91440" bIns="45720" rtlCol="0" anchor="ctr"/>
          <a:lstStyle/>
          <a:p>
            <a:endParaRPr lang="en-US"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F0DDA35F-9E58-5D40-92C1-D8C7631003B0}" type="slidenum">
              <a:rPr lang="en-US" smtClean="0"/>
              <a:t>‹#›</a:t>
            </a:fld>
            <a:endParaRPr lang="en-US" dirty="0"/>
          </a:p>
        </p:txBody>
      </p:sp>
    </p:spTree>
    <p:extLst>
      <p:ext uri="{BB962C8B-B14F-4D97-AF65-F5344CB8AC3E}">
        <p14:creationId xmlns:p14="http://schemas.microsoft.com/office/powerpoint/2010/main" val="2690310159"/>
      </p:ext>
    </p:extLst>
  </p:cSld>
  <p:clrMap bg1="lt1" tx1="dk1" bg2="lt2" tx2="dk2" accent1="accent1" accent2="accent2" accent3="accent3" accent4="accent4" accent5="accent5" accent6="accent6" hlink="hlink" folHlink="folHlink"/>
  <p:hf hdr="0" ftr="0" dt="0"/>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11.jpg"/><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Course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hasCustomPrompt="1"/>
          </p:nvPr>
        </p:nvSpPr>
        <p:spPr>
          <a:xfrm>
            <a:off x="455900" y="1302040"/>
            <a:ext cx="11280200" cy="4131352"/>
          </a:xfrm>
          <a:prstGeom prst="rect">
            <a:avLst/>
          </a:prstGeom>
        </p:spPr>
        <p:txBody>
          <a:bodyPr numCol="2" spcCol="137160"/>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800" baseline="0">
                <a:sym typeface="Wingdings" panose="05000000000000000000" pitchFamily="2" charset="2"/>
              </a:defRPr>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rabi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rabicPeriod"/>
              <a:tabLst/>
              <a:defRPr sz="1400"/>
            </a:lvl3pPr>
          </a:lstStyle>
          <a:p>
            <a:pPr marL="173038" lvl="0" indent="-173038"/>
            <a:r>
              <a:rPr lang="en-US" dirty="0"/>
              <a:t>Click to add text. If you have &lt;12 lessons, select </a:t>
            </a:r>
            <a:r>
              <a:rPr lang="en-US" dirty="0" err="1"/>
              <a:t>HomeAdd</a:t>
            </a:r>
            <a:r>
              <a:rPr lang="en-US" dirty="0"/>
              <a:t> or Remove </a:t>
            </a:r>
            <a:r>
              <a:rPr lang="en-US" dirty="0" err="1"/>
              <a:t>ColumnsOne</a:t>
            </a:r>
            <a:r>
              <a:rPr lang="en-US" dirty="0"/>
              <a:t> Column to prevent wrapping issues with long titles.</a:t>
            </a:r>
          </a:p>
          <a:p>
            <a:pPr marL="342900" marR="0" lvl="1"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tabLst/>
              <a:defRPr/>
            </a:pPr>
            <a:r>
              <a:rPr kumimoji="0" lang="en-US" sz="1800" b="0" i="0" u="none" strike="noStrike" kern="1200" cap="none" spc="0" normalizeH="0" baseline="0" noProof="0" dirty="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“Course Outline: [Course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21277058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Lesson Outline">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1" name="Content Placeholder 2"/>
          <p:cNvSpPr>
            <a:spLocks noGrp="1"/>
          </p:cNvSpPr>
          <p:nvPr>
            <p:ph idx="1"/>
          </p:nvPr>
        </p:nvSpPr>
        <p:spPr>
          <a:xfrm>
            <a:off x="455900" y="1302040"/>
            <a:ext cx="11280200" cy="4131352"/>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mj-lt"/>
              <a:buAutoNum type="alphaUcPeriod"/>
              <a:tabLst/>
              <a:defRPr sz="1400"/>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78899" cy="944881"/>
          </a:xfrm>
          <a:prstGeom prst="rect">
            <a:avLst/>
          </a:prstGeom>
        </p:spPr>
        <p:txBody>
          <a:bodyPr vert="horz" lIns="91440" tIns="45720" rIns="91440" bIns="45720" rtlCol="0" anchor="ctr">
            <a:noAutofit/>
          </a:bodyPr>
          <a:lstStyle>
            <a:lvl1pPr>
              <a:defRPr/>
            </a:lvl1pPr>
          </a:lstStyle>
          <a:p>
            <a:r>
              <a:rPr lang="en-US" dirty="0"/>
              <a:t>Click to add Lesson title</a:t>
            </a:r>
          </a:p>
        </p:txBody>
      </p:sp>
      <p:pic>
        <p:nvPicPr>
          <p:cNvPr id="10" name="Picture 9" descr="A close up of a sign&#10;&#10;Description automatically generated">
            <a:extLst>
              <a:ext uri="{FF2B5EF4-FFF2-40B4-BE49-F238E27FC236}">
                <a16:creationId xmlns:a16="http://schemas.microsoft.com/office/drawing/2014/main" id="{11CA89CD-FB39-834A-B366-6013C2849C5E}"/>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87911921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Section Header">
    <p:spTree>
      <p:nvGrpSpPr>
        <p:cNvPr id="1" name=""/>
        <p:cNvGrpSpPr/>
        <p:nvPr/>
      </p:nvGrpSpPr>
      <p:grpSpPr>
        <a:xfrm>
          <a:off x="0" y="0"/>
          <a:ext cx="0" cy="0"/>
          <a:chOff x="0" y="0"/>
          <a:chExt cx="0" cy="0"/>
        </a:xfrm>
      </p:grpSpPr>
      <p:pic>
        <p:nvPicPr>
          <p:cNvPr id="3" name="Picture 2" descr="Shape, rectangle&#10;&#10;Description automatically generated">
            <a:extLst>
              <a:ext uri="{FF2B5EF4-FFF2-40B4-BE49-F238E27FC236}">
                <a16:creationId xmlns:a16="http://schemas.microsoft.com/office/drawing/2014/main" id="{D770E60D-FD97-4043-81F1-289AA5E51D50}"/>
              </a:ext>
            </a:extLst>
          </p:cNvPr>
          <p:cNvPicPr>
            <a:picLocks noChangeAspect="1"/>
          </p:cNvPicPr>
          <p:nvPr userDrawn="1"/>
        </p:nvPicPr>
        <p:blipFill>
          <a:blip r:embed="rId2"/>
          <a:stretch>
            <a:fill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sp>
        <p:nvSpPr>
          <p:cNvPr id="12" name="Text Placeholder 11">
            <a:extLst>
              <a:ext uri="{FF2B5EF4-FFF2-40B4-BE49-F238E27FC236}">
                <a16:creationId xmlns:a16="http://schemas.microsoft.com/office/drawing/2014/main" id="{96D59A8F-E744-4482-BF05-F930781695A1}"/>
              </a:ext>
            </a:extLst>
          </p:cNvPr>
          <p:cNvSpPr>
            <a:spLocks noGrp="1"/>
          </p:cNvSpPr>
          <p:nvPr>
            <p:ph type="body" sz="quarter" idx="14" hasCustomPrompt="1"/>
          </p:nvPr>
        </p:nvSpPr>
        <p:spPr>
          <a:xfrm>
            <a:off x="914400" y="3235643"/>
            <a:ext cx="10363200" cy="1362075"/>
          </a:xfrm>
        </p:spPr>
        <p:txBody>
          <a:bodyPr anchor="ctr"/>
          <a:lstStyle>
            <a:lvl1pPr marL="0" indent="0" algn="ctr">
              <a:buNone/>
              <a:defRPr sz="4400" b="1" cap="all" baseline="0">
                <a:solidFill>
                  <a:schemeClr val="bg1"/>
                </a:solidFill>
                <a:latin typeface="Calibri" panose="020F0502020204030204" pitchFamily="34" charset="0"/>
              </a:defRPr>
            </a:lvl1pPr>
          </a:lstStyle>
          <a:p>
            <a:pPr lvl="0"/>
            <a:r>
              <a:rPr lang="en-US" dirty="0"/>
              <a:t>click to add topic title</a:t>
            </a:r>
          </a:p>
        </p:txBody>
      </p:sp>
      <p:pic>
        <p:nvPicPr>
          <p:cNvPr id="8" name="Picture 7" descr="A group of black and white text&#10;&#10;Description automatically generated with medium confidence">
            <a:extLst>
              <a:ext uri="{FF2B5EF4-FFF2-40B4-BE49-F238E27FC236}">
                <a16:creationId xmlns:a16="http://schemas.microsoft.com/office/drawing/2014/main" id="{18AA9BFF-9ED8-2D40-92F4-996C75C1C16F}"/>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9" name="Footer Placeholder 2">
            <a:extLst>
              <a:ext uri="{FF2B5EF4-FFF2-40B4-BE49-F238E27FC236}">
                <a16:creationId xmlns:a16="http://schemas.microsoft.com/office/drawing/2014/main" id="{BB1E05F0-CFAF-A446-AE72-71681949D9CF}"/>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
        <p:nvSpPr>
          <p:cNvPr id="7" name="Picture Placeholder 9">
            <a:extLst>
              <a:ext uri="{FF2B5EF4-FFF2-40B4-BE49-F238E27FC236}">
                <a16:creationId xmlns:a16="http://schemas.microsoft.com/office/drawing/2014/main" id="{EF71B82E-1518-9342-B652-C27727A41635}"/>
              </a:ext>
            </a:extLst>
          </p:cNvPr>
          <p:cNvSpPr>
            <a:spLocks noGrp="1"/>
          </p:cNvSpPr>
          <p:nvPr>
            <p:ph type="pic" sz="quarter" idx="13"/>
          </p:nvPr>
        </p:nvSpPr>
        <p:spPr>
          <a:xfrm>
            <a:off x="2661921" y="853440"/>
            <a:ext cx="6879270" cy="2334261"/>
          </a:xfrm>
        </p:spPr>
        <p:txBody>
          <a:bodyPr anchor="ctr"/>
          <a:lstStyle>
            <a:lvl1pPr algn="ctr">
              <a:defRPr>
                <a:solidFill>
                  <a:schemeClr val="bg1"/>
                </a:solidFill>
              </a:defRPr>
            </a:lvl1pPr>
          </a:lstStyle>
          <a:p>
            <a:r>
              <a:rPr lang="en-US" dirty="0"/>
              <a:t>Click icon to add picture</a:t>
            </a:r>
          </a:p>
        </p:txBody>
      </p:sp>
    </p:spTree>
    <p:extLst>
      <p:ext uri="{BB962C8B-B14F-4D97-AF65-F5344CB8AC3E}">
        <p14:creationId xmlns:p14="http://schemas.microsoft.com/office/powerpoint/2010/main" val="183808675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11280200"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9" name="Picture 8" descr="A close up of a sign&#10;&#10;Description automatically generated">
            <a:extLst>
              <a:ext uri="{FF2B5EF4-FFF2-40B4-BE49-F238E27FC236}">
                <a16:creationId xmlns:a16="http://schemas.microsoft.com/office/drawing/2014/main" id="{0A037335-1258-EF45-B44C-2F4D9BFDCFF0}"/>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15904847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and Content Fill">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4DF39B6-089A-D744-B207-90D8B780B7A2}"/>
              </a:ext>
            </a:extLst>
          </p:cNvPr>
          <p:cNvPicPr>
            <a:picLocks noChangeAspect="1"/>
          </p:cNvPicPr>
          <p:nvPr userDrawn="1"/>
        </p:nvPicPr>
        <p:blipFill>
          <a:blip r:embed="rId2"/>
          <a:srcRect/>
          <a:stretch/>
        </p:blipFill>
        <p:spPr>
          <a:xfrm>
            <a:off x="0" y="0"/>
            <a:ext cx="12192000" cy="6858000"/>
          </a:xfrm>
          <a:prstGeom prst="rect">
            <a:avLst/>
          </a:prstGeom>
        </p:spPr>
      </p:pic>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7" name="Content Placeholder 2"/>
          <p:cNvSpPr>
            <a:spLocks noGrp="1"/>
          </p:cNvSpPr>
          <p:nvPr>
            <p:ph idx="1"/>
          </p:nvPr>
        </p:nvSpPr>
        <p:spPr>
          <a:xfrm>
            <a:off x="455900" y="1302040"/>
            <a:ext cx="5165411" cy="4920960"/>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455901" y="0"/>
            <a:ext cx="11289059" cy="944881"/>
          </a:xfrm>
          <a:prstGeom prst="rect">
            <a:avLst/>
          </a:prstGeom>
        </p:spPr>
        <p:txBody>
          <a:bodyPr vert="horz" lIns="91440" tIns="45720" rIns="91440" bIns="45720" rtlCol="0" anchor="ctr">
            <a:noAutofit/>
          </a:bodyPr>
          <a:lstStyle/>
          <a:p>
            <a:r>
              <a:rPr lang="en-US" dirty="0"/>
              <a:t>Click to add title</a:t>
            </a:r>
          </a:p>
        </p:txBody>
      </p:sp>
      <p:pic>
        <p:nvPicPr>
          <p:cNvPr id="11" name="Picture 10" descr="A group of black and white text&#10;&#10;Description automatically generated with medium confidence">
            <a:extLst>
              <a:ext uri="{FF2B5EF4-FFF2-40B4-BE49-F238E27FC236}">
                <a16:creationId xmlns:a16="http://schemas.microsoft.com/office/drawing/2014/main" id="{76BA429E-88B1-B942-9C74-1AB5F33A3CDC}"/>
              </a:ext>
            </a:extLst>
          </p:cNvPr>
          <p:cNvPicPr>
            <a:picLocks noChangeAspect="1"/>
          </p:cNvPicPr>
          <p:nvPr userDrawn="1"/>
        </p:nvPicPr>
        <p:blipFill>
          <a:blip r:embed="rId3"/>
          <a:stretch>
            <a:fillRect/>
          </a:stretch>
        </p:blipFill>
        <p:spPr>
          <a:xfrm>
            <a:off x="9803674" y="6438275"/>
            <a:ext cx="1881052" cy="259884"/>
          </a:xfrm>
          <a:prstGeom prst="rect">
            <a:avLst/>
          </a:prstGeom>
        </p:spPr>
      </p:pic>
    </p:spTree>
    <p:extLst>
      <p:ext uri="{BB962C8B-B14F-4D97-AF65-F5344CB8AC3E}">
        <p14:creationId xmlns:p14="http://schemas.microsoft.com/office/powerpoint/2010/main" val="590128902"/>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Blank">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4536890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1_Title Only">
    <p:spTree>
      <p:nvGrpSpPr>
        <p:cNvPr id="1" name=""/>
        <p:cNvGrpSpPr/>
        <p:nvPr/>
      </p:nvGrpSpPr>
      <p:grpSpPr>
        <a:xfrm>
          <a:off x="0" y="0"/>
          <a:ext cx="0" cy="0"/>
          <a:chOff x="0" y="0"/>
          <a:chExt cx="0" cy="0"/>
        </a:xfrm>
      </p:grpSpPr>
      <p:pic>
        <p:nvPicPr>
          <p:cNvPr id="4" name="Picture 3" descr="Shape&#10;&#10;Description automatically generated">
            <a:extLst>
              <a:ext uri="{FF2B5EF4-FFF2-40B4-BE49-F238E27FC236}">
                <a16:creationId xmlns:a16="http://schemas.microsoft.com/office/drawing/2014/main" id="{E0645ACB-515B-844F-A6FE-5A9C2CC9120B}"/>
              </a:ext>
            </a:extLst>
          </p:cNvPr>
          <p:cNvPicPr>
            <a:picLocks noChangeAspect="1"/>
          </p:cNvPicPr>
          <p:nvPr userDrawn="1"/>
        </p:nvPicPr>
        <p:blipFill>
          <a:blip r:embed="rId2"/>
          <a:stretch>
            <a:fillRect/>
          </a:stretch>
        </p:blipFill>
        <p:spPr>
          <a:xfrm>
            <a:off x="0" y="0"/>
            <a:ext cx="12192000" cy="6858000"/>
          </a:xfrm>
          <a:prstGeom prst="rect">
            <a:avLst/>
          </a:prstGeom>
        </p:spPr>
      </p:pic>
      <p:pic>
        <p:nvPicPr>
          <p:cNvPr id="7" name="Picture 6" descr="A group of black and white text&#10;&#10;Description automatically generated with medium confidence">
            <a:extLst>
              <a:ext uri="{FF2B5EF4-FFF2-40B4-BE49-F238E27FC236}">
                <a16:creationId xmlns:a16="http://schemas.microsoft.com/office/drawing/2014/main" id="{127A344B-E698-2E47-A734-E1CE1341471D}"/>
              </a:ext>
            </a:extLst>
          </p:cNvPr>
          <p:cNvPicPr>
            <a:picLocks noChangeAspect="1"/>
          </p:cNvPicPr>
          <p:nvPr userDrawn="1"/>
        </p:nvPicPr>
        <p:blipFill>
          <a:blip r:embed="rId3"/>
          <a:stretch>
            <a:fillRect/>
          </a:stretch>
        </p:blipFill>
        <p:spPr>
          <a:xfrm>
            <a:off x="9705975" y="6424777"/>
            <a:ext cx="2076450" cy="286880"/>
          </a:xfrm>
          <a:prstGeom prst="rect">
            <a:avLst/>
          </a:prstGeom>
        </p:spPr>
      </p:pic>
      <p:sp>
        <p:nvSpPr>
          <p:cNvPr id="2" name="Title 1"/>
          <p:cNvSpPr>
            <a:spLocks noGrp="1"/>
          </p:cNvSpPr>
          <p:nvPr>
            <p:ph type="title" hasCustomPrompt="1"/>
          </p:nvPr>
        </p:nvSpPr>
        <p:spPr>
          <a:xfrm>
            <a:off x="840155" y="2785873"/>
            <a:ext cx="10511691" cy="1286256"/>
          </a:xfrm>
        </p:spPr>
        <p:txBody>
          <a:bodyPr/>
          <a:lstStyle>
            <a:lvl1pPr algn="ctr">
              <a:defRPr sz="4400" b="1"/>
            </a:lvl1pPr>
          </a:lstStyle>
          <a:p>
            <a:r>
              <a:rPr lang="en-US" dirty="0"/>
              <a:t>CLICK TO ADD TITLE</a:t>
            </a:r>
          </a:p>
        </p:txBody>
      </p:sp>
      <p:sp>
        <p:nvSpPr>
          <p:cNvPr id="5" name="Slide Number Placeholder 4"/>
          <p:cNvSpPr>
            <a:spLocks noGrp="1"/>
          </p:cNvSpPr>
          <p:nvPr>
            <p:ph type="sldNum" sz="quarter" idx="12"/>
          </p:nvPr>
        </p:nvSpPr>
        <p:spPr/>
        <p:txBody>
          <a:bodyPr/>
          <a:lstStyle/>
          <a:p>
            <a:fld id="{A8160BDD-7155-D744-B749-9730458604AD}" type="slidenum">
              <a:rPr lang="en-US" smtClean="0"/>
              <a:t>‹#›</a:t>
            </a:fld>
            <a:endParaRPr lang="en-US" dirty="0"/>
          </a:p>
        </p:txBody>
      </p:sp>
      <p:sp>
        <p:nvSpPr>
          <p:cNvPr id="6" name="Footer Placeholder 2">
            <a:extLst>
              <a:ext uri="{FF2B5EF4-FFF2-40B4-BE49-F238E27FC236}">
                <a16:creationId xmlns:a16="http://schemas.microsoft.com/office/drawing/2014/main" id="{8A2CE11F-9E63-044F-B02D-D030806CCD69}"/>
              </a:ext>
            </a:extLst>
          </p:cNvPr>
          <p:cNvSpPr txBox="1">
            <a:spLocks/>
          </p:cNvSpPr>
          <p:nvPr userDrawn="1"/>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257214424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Corner Fill">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sp>
        <p:nvSpPr>
          <p:cNvPr id="11" name="Title Placeholder 1"/>
          <p:cNvSpPr>
            <a:spLocks noGrp="1"/>
          </p:cNvSpPr>
          <p:nvPr>
            <p:ph type="title" hasCustomPrompt="1"/>
          </p:nvPr>
        </p:nvSpPr>
        <p:spPr>
          <a:xfrm>
            <a:off x="455901" y="0"/>
            <a:ext cx="11319539" cy="955041"/>
          </a:xfrm>
          <a:prstGeom prst="rect">
            <a:avLst/>
          </a:prstGeom>
        </p:spPr>
        <p:txBody>
          <a:bodyPr vert="horz" lIns="91440" tIns="45720" rIns="91440" bIns="45720" rtlCol="0" anchor="ctr">
            <a:noAutofit/>
          </a:bodyPr>
          <a:lstStyle/>
          <a:p>
            <a:r>
              <a:rPr lang="en-US" dirty="0"/>
              <a:t>Click to add title</a:t>
            </a:r>
          </a:p>
        </p:txBody>
      </p:sp>
      <p:sp>
        <p:nvSpPr>
          <p:cNvPr id="10" name="Content Placeholder 2"/>
          <p:cNvSpPr>
            <a:spLocks noGrp="1"/>
          </p:cNvSpPr>
          <p:nvPr>
            <p:ph idx="1"/>
          </p:nvPr>
        </p:nvSpPr>
        <p:spPr>
          <a:xfrm>
            <a:off x="455900" y="1302043"/>
            <a:ext cx="11280200" cy="4481345"/>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pic>
        <p:nvPicPr>
          <p:cNvPr id="8" name="Picture 7" descr="A close up of a sign&#10;&#10;Description automatically generated">
            <a:extLst>
              <a:ext uri="{FF2B5EF4-FFF2-40B4-BE49-F238E27FC236}">
                <a16:creationId xmlns:a16="http://schemas.microsoft.com/office/drawing/2014/main" id="{EA977C3C-812B-204B-BEB0-8F3E056FBAE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20340334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Glossary Term Definition Blank">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B63EEA2D-3653-2F41-934A-ED2CDFD9881E}"/>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897811" y="2062480"/>
            <a:ext cx="7522234" cy="4265168"/>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chemeClr val="accent4"/>
              </a:buClr>
              <a:buSzTx/>
              <a:buFont typeface="Arial"/>
              <a:buChar char="•"/>
              <a:tabLst/>
              <a:defRPr sz="1800" baseline="0">
                <a:solidFill>
                  <a:schemeClr val="bg1"/>
                </a:solidFill>
              </a:defRPr>
            </a:lvl1pPr>
            <a:lvl2pPr marL="742950" marR="0" indent="-285750" algn="l" defTabSz="457200" rtl="0" eaLnBrk="1" fontAlgn="auto" latinLnBrk="0" hangingPunct="1">
              <a:lnSpc>
                <a:spcPct val="100000"/>
              </a:lnSpc>
              <a:spcBef>
                <a:spcPct val="20000"/>
              </a:spcBef>
              <a:spcAft>
                <a:spcPts val="0"/>
              </a:spcAft>
              <a:buClr>
                <a:schemeClr val="accent4"/>
              </a:buClr>
              <a:buSzTx/>
              <a:buFont typeface="Arial"/>
              <a:buChar char="•"/>
              <a:tabLst/>
              <a:defRPr sz="1600" baseline="0">
                <a:solidFill>
                  <a:schemeClr val="bg1"/>
                </a:solidFill>
              </a:defRPr>
            </a:lvl2pPr>
            <a:lvl3pPr marL="1143000" marR="0" indent="-228600" algn="l" defTabSz="457200" rtl="0" eaLnBrk="1" fontAlgn="auto" latinLnBrk="0" hangingPunct="1">
              <a:lnSpc>
                <a:spcPct val="100000"/>
              </a:lnSpc>
              <a:spcBef>
                <a:spcPct val="20000"/>
              </a:spcBef>
              <a:spcAft>
                <a:spcPts val="0"/>
              </a:spcAft>
              <a:buClr>
                <a:schemeClr val="accent4"/>
              </a:buClr>
              <a:buSzTx/>
              <a:buFont typeface="Arial"/>
              <a:buChar char="•"/>
              <a:tabLst/>
              <a:defRPr>
                <a:solidFill>
                  <a:schemeClr val="bg1"/>
                </a:solidFill>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8" name="Title Placeholder 1"/>
          <p:cNvSpPr>
            <a:spLocks noGrp="1"/>
          </p:cNvSpPr>
          <p:nvPr>
            <p:ph type="title" hasCustomPrompt="1"/>
          </p:nvPr>
        </p:nvSpPr>
        <p:spPr>
          <a:xfrm>
            <a:off x="1901628" y="290945"/>
            <a:ext cx="7501317" cy="792482"/>
          </a:xfrm>
          <a:prstGeom prst="rect">
            <a:avLst/>
          </a:prstGeom>
        </p:spPr>
        <p:txBody>
          <a:bodyPr vert="horz" lIns="91440" tIns="45720" rIns="91440" bIns="45720" rtlCol="0" anchor="ctr">
            <a:noAutofit/>
          </a:bodyPr>
          <a:lstStyle>
            <a:lvl1pPr>
              <a:defRPr b="1">
                <a:solidFill>
                  <a:schemeClr val="accent4"/>
                </a:solidFill>
              </a:defRPr>
            </a:lvl1pPr>
          </a:lstStyle>
          <a:p>
            <a:r>
              <a:rPr lang="en-US" dirty="0"/>
              <a:t>CLICK TO ADD TITLE</a:t>
            </a:r>
          </a:p>
        </p:txBody>
      </p:sp>
      <p:sp>
        <p:nvSpPr>
          <p:cNvPr id="13" name="Text Placeholder 12">
            <a:extLst>
              <a:ext uri="{FF2B5EF4-FFF2-40B4-BE49-F238E27FC236}">
                <a16:creationId xmlns:a16="http://schemas.microsoft.com/office/drawing/2014/main" id="{8FB19520-E82C-4B3B-A166-692B3551D135}"/>
              </a:ext>
            </a:extLst>
          </p:cNvPr>
          <p:cNvSpPr>
            <a:spLocks noGrp="1"/>
          </p:cNvSpPr>
          <p:nvPr>
            <p:ph type="body" sz="quarter" idx="13" hasCustomPrompt="1"/>
          </p:nvPr>
        </p:nvSpPr>
        <p:spPr>
          <a:xfrm>
            <a:off x="1901628" y="1233054"/>
            <a:ext cx="7501317" cy="748145"/>
          </a:xfrm>
        </p:spPr>
        <p:txBody>
          <a:bodyPr anchor="ctr"/>
          <a:lstStyle>
            <a:lvl1pPr marL="0" indent="0" algn="l" defTabSz="457200" rtl="0" eaLnBrk="1" latinLnBrk="0" hangingPunct="1">
              <a:spcBef>
                <a:spcPts val="800"/>
              </a:spcBef>
              <a:buClr>
                <a:schemeClr val="accent1"/>
              </a:buClr>
              <a:buFont typeface="Arial"/>
              <a:buNone/>
              <a:defRPr lang="en-US" sz="1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147366951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Glossary Terms Onl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16" name="Picture 15">
            <a:extLst>
              <a:ext uri="{FF2B5EF4-FFF2-40B4-BE49-F238E27FC236}">
                <a16:creationId xmlns:a16="http://schemas.microsoft.com/office/drawing/2014/main" id="{DBE99981-5C84-844C-A6A7-26590EE3D71F}"/>
              </a:ext>
            </a:extLst>
          </p:cNvPr>
          <p:cNvPicPr>
            <a:picLocks noChangeAspect="1"/>
          </p:cNvPicPr>
          <p:nvPr userDrawn="1"/>
        </p:nvPicPr>
        <p:blipFill>
          <a:blip r:embed="rId2"/>
          <a:srcRect/>
          <a:stretch/>
        </p:blipFill>
        <p:spPr>
          <a:xfrm>
            <a:off x="0" y="0"/>
            <a:ext cx="12192000" cy="6858000"/>
          </a:xfrm>
          <a:prstGeom prst="rect">
            <a:avLst/>
          </a:prstGeom>
        </p:spPr>
      </p:pic>
      <p:sp>
        <p:nvSpPr>
          <p:cNvPr id="10" name="Title 1">
            <a:extLst>
              <a:ext uri="{FF2B5EF4-FFF2-40B4-BE49-F238E27FC236}">
                <a16:creationId xmlns:a16="http://schemas.microsoft.com/office/drawing/2014/main" id="{DA0FABA5-3959-4ECC-BCAF-965B5087E8AD}"/>
              </a:ext>
            </a:extLst>
          </p:cNvPr>
          <p:cNvSpPr>
            <a:spLocks noGrp="1"/>
          </p:cNvSpPr>
          <p:nvPr>
            <p:ph type="title" hasCustomPrompt="1"/>
          </p:nvPr>
        </p:nvSpPr>
        <p:spPr>
          <a:xfrm>
            <a:off x="931653" y="0"/>
            <a:ext cx="7349705" cy="1397000"/>
          </a:xfrm>
        </p:spPr>
        <p:txBody>
          <a:bodyPr/>
          <a:lstStyle>
            <a:lvl1pPr>
              <a:defRPr sz="2800" b="1">
                <a:solidFill>
                  <a:schemeClr val="accent4"/>
                </a:solidFill>
              </a:defRPr>
            </a:lvl1pPr>
          </a:lstStyle>
          <a:p>
            <a:r>
              <a:rPr lang="en-US" dirty="0"/>
              <a:t>CLICK TO ADD TITLE</a:t>
            </a:r>
          </a:p>
        </p:txBody>
      </p:sp>
      <p:sp>
        <p:nvSpPr>
          <p:cNvPr id="15" name="Text Placeholder 12">
            <a:extLst>
              <a:ext uri="{FF2B5EF4-FFF2-40B4-BE49-F238E27FC236}">
                <a16:creationId xmlns:a16="http://schemas.microsoft.com/office/drawing/2014/main" id="{A169CA63-D23E-4494-8445-3335F13F19B9}"/>
              </a:ext>
            </a:extLst>
          </p:cNvPr>
          <p:cNvSpPr>
            <a:spLocks noGrp="1"/>
          </p:cNvSpPr>
          <p:nvPr>
            <p:ph type="body" sz="quarter" idx="13" hasCustomPrompt="1"/>
          </p:nvPr>
        </p:nvSpPr>
        <p:spPr>
          <a:xfrm>
            <a:off x="948905" y="2156604"/>
            <a:ext cx="7349705" cy="2649076"/>
          </a:xfrm>
        </p:spPr>
        <p:txBody>
          <a:bodyPr anchor="ctr"/>
          <a:lstStyle>
            <a:lvl1pPr marL="0" indent="0" algn="l" defTabSz="457200" rtl="0" eaLnBrk="1" latinLnBrk="0" hangingPunct="1">
              <a:spcBef>
                <a:spcPts val="800"/>
              </a:spcBef>
              <a:buClr>
                <a:schemeClr val="accent1"/>
              </a:buClr>
              <a:buFont typeface="Arial"/>
              <a:buNone/>
              <a:defRPr lang="en-US" sz="2800" b="0" kern="1200" dirty="0" smtClean="0">
                <a:solidFill>
                  <a:schemeClr val="bg1"/>
                </a:solidFill>
                <a:latin typeface="+mn-lt"/>
                <a:ea typeface="+mn-ea"/>
                <a:cs typeface="+mn-cs"/>
              </a:defRPr>
            </a:lvl1pPr>
            <a:lvl2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2pPr>
            <a:lvl3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3pPr>
            <a:lvl4pPr marL="0" indent="0" algn="l" defTabSz="457200" rtl="0" eaLnBrk="1" latinLnBrk="0" hangingPunct="1">
              <a:spcBef>
                <a:spcPct val="20000"/>
              </a:spcBef>
              <a:buClr>
                <a:schemeClr val="accent1"/>
              </a:buClr>
              <a:buFont typeface="Arial"/>
              <a:buNone/>
              <a:defRPr lang="en-US" sz="1800" kern="1200" dirty="0" smtClean="0">
                <a:solidFill>
                  <a:srgbClr val="0070C0"/>
                </a:solidFill>
                <a:latin typeface="+mn-lt"/>
                <a:ea typeface="+mn-ea"/>
                <a:cs typeface="+mn-cs"/>
              </a:defRPr>
            </a:lvl4pPr>
            <a:lvl5pPr marL="0" indent="0" algn="l" defTabSz="457200" rtl="0" eaLnBrk="1" latinLnBrk="0" hangingPunct="1">
              <a:spcBef>
                <a:spcPct val="20000"/>
              </a:spcBef>
              <a:buClr>
                <a:schemeClr val="accent1"/>
              </a:buClr>
              <a:buFont typeface="Arial"/>
              <a:buNone/>
              <a:defRPr lang="en-US" sz="1800" kern="1200" dirty="0">
                <a:solidFill>
                  <a:srgbClr val="0070C0"/>
                </a:solidFill>
                <a:latin typeface="+mn-lt"/>
                <a:ea typeface="+mn-ea"/>
                <a:cs typeface="+mn-cs"/>
              </a:defRPr>
            </a:lvl5pPr>
          </a:lstStyle>
          <a:p>
            <a:pPr lvl="0"/>
            <a:r>
              <a:rPr lang="en-US" dirty="0"/>
              <a:t>Term: definition</a:t>
            </a:r>
          </a:p>
        </p:txBody>
      </p:sp>
    </p:spTree>
    <p:extLst>
      <p:ext uri="{BB962C8B-B14F-4D97-AF65-F5344CB8AC3E}">
        <p14:creationId xmlns:p14="http://schemas.microsoft.com/office/powerpoint/2010/main" val="358689265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Ha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3" name="Picture 2">
            <a:extLst>
              <a:ext uri="{FF2B5EF4-FFF2-40B4-BE49-F238E27FC236}">
                <a16:creationId xmlns:a16="http://schemas.microsoft.com/office/drawing/2014/main" id="{BDC9B9BA-D0BE-5C45-93C2-C0597F00D0D5}"/>
              </a:ext>
            </a:extLst>
          </p:cNvPr>
          <p:cNvPicPr>
            <a:picLocks noChangeAspect="1"/>
          </p:cNvPicPr>
          <p:nvPr userDrawn="1"/>
        </p:nvPicPr>
        <p:blipFill>
          <a:blip r:embed="rId2"/>
          <a:srcRect/>
          <a:stretch/>
        </p:blipFill>
        <p:spPr>
          <a:xfrm>
            <a:off x="0" y="0"/>
            <a:ext cx="12192000" cy="6858000"/>
          </a:xfrm>
          <a:prstGeom prst="rect">
            <a:avLst/>
          </a:prstGeom>
        </p:spPr>
      </p:pic>
      <p:sp>
        <p:nvSpPr>
          <p:cNvPr id="10" name="Content Placeholder 2">
            <a:extLst>
              <a:ext uri="{FF2B5EF4-FFF2-40B4-BE49-F238E27FC236}">
                <a16:creationId xmlns:a16="http://schemas.microsoft.com/office/drawing/2014/main" id="{702FDC18-07C2-8E4C-A0AD-E0A207C9B24C}"/>
              </a:ext>
            </a:extLst>
          </p:cNvPr>
          <p:cNvSpPr>
            <a:spLocks noGrp="1"/>
          </p:cNvSpPr>
          <p:nvPr>
            <p:ph idx="1"/>
          </p:nvPr>
        </p:nvSpPr>
        <p:spPr>
          <a:xfrm>
            <a:off x="1111449" y="1302040"/>
            <a:ext cx="6957694"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1" name="Title Placeholder 1">
            <a:extLst>
              <a:ext uri="{FF2B5EF4-FFF2-40B4-BE49-F238E27FC236}">
                <a16:creationId xmlns:a16="http://schemas.microsoft.com/office/drawing/2014/main" id="{7818D182-A7CC-CC43-B849-8EF89FE6B817}"/>
              </a:ext>
            </a:extLst>
          </p:cNvPr>
          <p:cNvSpPr>
            <a:spLocks noGrp="1"/>
          </p:cNvSpPr>
          <p:nvPr>
            <p:ph type="title" hasCustomPrompt="1"/>
          </p:nvPr>
        </p:nvSpPr>
        <p:spPr>
          <a:xfrm>
            <a:off x="1100306" y="290945"/>
            <a:ext cx="6986571" cy="792482"/>
          </a:xfrm>
          <a:prstGeom prst="rect">
            <a:avLst/>
          </a:prstGeom>
        </p:spPr>
        <p:txBody>
          <a:bodyPr vert="horz" lIns="91440" tIns="45720" rIns="91440" bIns="45720" rtlCol="0" anchor="ctr">
            <a:noAutofit/>
          </a:bodyPr>
          <a:lstStyle>
            <a:lvl1pPr>
              <a:defRPr b="1">
                <a:solidFill>
                  <a:schemeClr val="accent2"/>
                </a:solidFill>
              </a:defRPr>
            </a:lvl1pPr>
          </a:lstStyle>
          <a:p>
            <a:r>
              <a:rPr lang="en-US" dirty="0"/>
              <a:t>CLICK TO ADD ACTIVITY TITLE</a:t>
            </a:r>
          </a:p>
        </p:txBody>
      </p:sp>
    </p:spTree>
    <p:extLst>
      <p:ext uri="{BB962C8B-B14F-4D97-AF65-F5344CB8AC3E}">
        <p14:creationId xmlns:p14="http://schemas.microsoft.com/office/powerpoint/2010/main" val="68513930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Ha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1B6E9A21-B09E-3042-A581-B6A6316B2517}"/>
              </a:ext>
            </a:extLst>
          </p:cNvPr>
          <p:cNvPicPr>
            <a:picLocks noChangeAspect="1"/>
          </p:cNvPicPr>
          <p:nvPr userDrawn="1"/>
        </p:nvPicPr>
        <p:blipFill>
          <a:blip r:embed="rId2"/>
          <a:srcRect/>
          <a:stretch/>
        </p:blipFill>
        <p:spPr>
          <a:xfrm>
            <a:off x="0" y="0"/>
            <a:ext cx="12192000" cy="6858000"/>
          </a:xfrm>
          <a:prstGeom prst="rect">
            <a:avLst/>
          </a:prstGeom>
        </p:spPr>
      </p:pic>
      <p:sp>
        <p:nvSpPr>
          <p:cNvPr id="15" name="Text Placeholder 2">
            <a:extLst>
              <a:ext uri="{FF2B5EF4-FFF2-40B4-BE49-F238E27FC236}">
                <a16:creationId xmlns:a16="http://schemas.microsoft.com/office/drawing/2014/main" id="{78C1E330-78E3-8C4C-BFD6-B2109EC92F89}"/>
              </a:ext>
            </a:extLst>
          </p:cNvPr>
          <p:cNvSpPr>
            <a:spLocks noGrp="1"/>
          </p:cNvSpPr>
          <p:nvPr>
            <p:ph type="body" sz="quarter" idx="13" hasCustomPrompt="1"/>
          </p:nvPr>
        </p:nvSpPr>
        <p:spPr>
          <a:xfrm>
            <a:off x="872831" y="1510146"/>
            <a:ext cx="6927274" cy="2105890"/>
          </a:xfrm>
        </p:spPr>
        <p:txBody>
          <a:bodyPr anchor="ctr"/>
          <a:lstStyle>
            <a:lvl1pPr marL="0" indent="0" algn="ctr">
              <a:buNone/>
              <a:defRPr sz="4000" b="1">
                <a:solidFill>
                  <a:schemeClr val="accent2"/>
                </a:solidFill>
              </a:defRPr>
            </a:lvl1pPr>
          </a:lstStyle>
          <a:p>
            <a:pPr lvl="0"/>
            <a:r>
              <a:rPr lang="en-US" dirty="0"/>
              <a:t>ACTIVITY: TITLE</a:t>
            </a:r>
          </a:p>
        </p:txBody>
      </p:sp>
    </p:spTree>
    <p:extLst>
      <p:ext uri="{BB962C8B-B14F-4D97-AF65-F5344CB8AC3E}">
        <p14:creationId xmlns:p14="http://schemas.microsoft.com/office/powerpoint/2010/main" val="306450382"/>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Minds-On Activity">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5" name="Picture 4">
            <a:extLst>
              <a:ext uri="{FF2B5EF4-FFF2-40B4-BE49-F238E27FC236}">
                <a16:creationId xmlns:a16="http://schemas.microsoft.com/office/drawing/2014/main" id="{C45F8399-FFF5-714D-8FE2-89A7788522AC}"/>
              </a:ext>
            </a:extLst>
          </p:cNvPr>
          <p:cNvPicPr>
            <a:picLocks noChangeAspect="1"/>
          </p:cNvPicPr>
          <p:nvPr userDrawn="1"/>
        </p:nvPicPr>
        <p:blipFill>
          <a:blip r:embed="rId2"/>
          <a:srcRect/>
          <a:stretch/>
        </p:blipFill>
        <p:spPr>
          <a:xfrm>
            <a:off x="0" y="0"/>
            <a:ext cx="12192000" cy="6858000"/>
          </a:xfrm>
          <a:prstGeom prst="rect">
            <a:avLst/>
          </a:prstGeom>
        </p:spPr>
      </p:pic>
      <p:sp>
        <p:nvSpPr>
          <p:cNvPr id="7" name="Content Placeholder 2"/>
          <p:cNvSpPr>
            <a:spLocks noGrp="1"/>
          </p:cNvSpPr>
          <p:nvPr>
            <p:ph idx="1"/>
          </p:nvPr>
        </p:nvSpPr>
        <p:spPr>
          <a:xfrm>
            <a:off x="1083366" y="1302040"/>
            <a:ext cx="7245626" cy="4073524"/>
          </a:xfrm>
          <a:prstGeom prst="rect">
            <a:avLst/>
          </a:prstGeom>
        </p:spPr>
        <p:txBody>
          <a:bodyPr/>
          <a:lstStyle>
            <a:lvl1pPr marL="342900" marR="0" indent="-342900" algn="l" defTabSz="457200" rtl="0" eaLnBrk="1" fontAlgn="auto" latinLnBrk="0" hangingPunct="1">
              <a:lnSpc>
                <a:spcPct val="100000"/>
              </a:lnSpc>
              <a:spcBef>
                <a:spcPct val="20000"/>
              </a:spcBef>
              <a:spcAft>
                <a:spcPts val="0"/>
              </a:spcAft>
              <a:buClr>
                <a:srgbClr val="009DDC"/>
              </a:buClr>
              <a:buSzTx/>
              <a:buFont typeface="Arial"/>
              <a:buChar char="•"/>
              <a:tabLst/>
              <a:defRPr sz="1800" baseline="0"/>
            </a:lvl1pPr>
            <a:lvl2pPr marL="742950" marR="0" indent="-285750" algn="l" defTabSz="457200" rtl="0" eaLnBrk="1" fontAlgn="auto" latinLnBrk="0" hangingPunct="1">
              <a:lnSpc>
                <a:spcPct val="100000"/>
              </a:lnSpc>
              <a:spcBef>
                <a:spcPct val="20000"/>
              </a:spcBef>
              <a:spcAft>
                <a:spcPts val="0"/>
              </a:spcAft>
              <a:buClr>
                <a:srgbClr val="009DDC"/>
              </a:buClr>
              <a:buSzTx/>
              <a:buFont typeface="Arial"/>
              <a:buChar char="•"/>
              <a:tabLst/>
              <a:defRPr sz="1600" baseline="0"/>
            </a:lvl2pPr>
            <a:lvl3pPr marL="1143000" marR="0" indent="-228600" algn="l" defTabSz="457200" rtl="0" eaLnBrk="1" fontAlgn="auto" latinLnBrk="0" hangingPunct="1">
              <a:lnSpc>
                <a:spcPct val="100000"/>
              </a:lnSpc>
              <a:spcBef>
                <a:spcPct val="20000"/>
              </a:spcBef>
              <a:spcAft>
                <a:spcPts val="0"/>
              </a:spcAft>
              <a:buClr>
                <a:srgbClr val="009DDC"/>
              </a:buClr>
              <a:buSzTx/>
              <a:buFont typeface="Arial"/>
              <a:buChar char="•"/>
              <a:tabLst/>
              <a:defRPr/>
            </a:lvl3pPr>
          </a:lstStyle>
          <a:p>
            <a:pPr marL="342900" marR="0" lvl="0"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Click to edit Master text styles</a:t>
            </a:r>
          </a:p>
          <a:p>
            <a:pPr marL="342900" marR="0" lvl="1"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Second level</a:t>
            </a:r>
          </a:p>
          <a:p>
            <a:pPr marL="342900" marR="0" lvl="2" indent="-342900" algn="l" defTabSz="457200" rtl="0" eaLnBrk="1" fontAlgn="auto" latinLnBrk="0" hangingPunct="1">
              <a:lnSpc>
                <a:spcPct val="100000"/>
              </a:lnSpc>
              <a:spcBef>
                <a:spcPct val="20000"/>
              </a:spcBef>
              <a:spcAft>
                <a:spcPts val="0"/>
              </a:spcAft>
              <a:buClr>
                <a:srgbClr val="009DDC"/>
              </a:buClr>
              <a:buSzTx/>
              <a:buFont typeface="Arial"/>
              <a:buChar char="•"/>
              <a:tabLst/>
              <a:defRPr/>
            </a:pPr>
            <a:r>
              <a:rPr kumimoji="0" lang="en-US" sz="1800" b="0" i="0" u="none" strike="noStrike" kern="1200" cap="none" spc="0" normalizeH="0" baseline="0" noProof="0">
                <a:ln>
                  <a:noFill/>
                </a:ln>
                <a:solidFill>
                  <a:prstClr val="black"/>
                </a:solidFill>
                <a:effectLst/>
                <a:uLnTx/>
                <a:uFillTx/>
                <a:latin typeface="+mn-lt"/>
                <a:ea typeface="+mn-ea"/>
                <a:cs typeface="+mn-cs"/>
              </a:rPr>
              <a:t>Third level</a:t>
            </a:r>
          </a:p>
        </p:txBody>
      </p:sp>
      <p:sp>
        <p:nvSpPr>
          <p:cNvPr id="10" name="Title Placeholder 1">
            <a:extLst>
              <a:ext uri="{FF2B5EF4-FFF2-40B4-BE49-F238E27FC236}">
                <a16:creationId xmlns:a16="http://schemas.microsoft.com/office/drawing/2014/main" id="{67F3FAEE-EBB5-8F41-9D49-C3A289C7D762}"/>
              </a:ext>
            </a:extLst>
          </p:cNvPr>
          <p:cNvSpPr>
            <a:spLocks noGrp="1"/>
          </p:cNvSpPr>
          <p:nvPr>
            <p:ph type="title" hasCustomPrompt="1"/>
          </p:nvPr>
        </p:nvSpPr>
        <p:spPr>
          <a:xfrm>
            <a:off x="1072223" y="290945"/>
            <a:ext cx="7275698" cy="792482"/>
          </a:xfrm>
          <a:prstGeom prst="rect">
            <a:avLst/>
          </a:prstGeom>
        </p:spPr>
        <p:txBody>
          <a:bodyPr vert="horz" lIns="91440" tIns="45720" rIns="91440" bIns="45720" rtlCol="0" anchor="ctr">
            <a:noAutofit/>
          </a:bodyPr>
          <a:lstStyle>
            <a:lvl1pPr>
              <a:defRPr b="1">
                <a:solidFill>
                  <a:schemeClr val="accent6"/>
                </a:solidFill>
              </a:defRPr>
            </a:lvl1pPr>
          </a:lstStyle>
          <a:p>
            <a:r>
              <a:rPr lang="en-US" dirty="0"/>
              <a:t>CLICK TO ADD ACTIVITY TITLE</a:t>
            </a:r>
          </a:p>
        </p:txBody>
      </p:sp>
    </p:spTree>
    <p:extLst>
      <p:ext uri="{BB962C8B-B14F-4D97-AF65-F5344CB8AC3E}">
        <p14:creationId xmlns:p14="http://schemas.microsoft.com/office/powerpoint/2010/main" val="3464674652"/>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Minds-On Activity 2">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4" name="Picture 3">
            <a:extLst>
              <a:ext uri="{FF2B5EF4-FFF2-40B4-BE49-F238E27FC236}">
                <a16:creationId xmlns:a16="http://schemas.microsoft.com/office/drawing/2014/main" id="{A5CA4131-5CC5-0446-9EA8-4C9F6E974B97}"/>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4F915AE6-89DC-4B00-95C2-C09677B47DC6}"/>
              </a:ext>
            </a:extLst>
          </p:cNvPr>
          <p:cNvSpPr>
            <a:spLocks noGrp="1"/>
          </p:cNvSpPr>
          <p:nvPr>
            <p:ph type="body" sz="quarter" idx="13" hasCustomPrompt="1"/>
          </p:nvPr>
        </p:nvSpPr>
        <p:spPr>
          <a:xfrm>
            <a:off x="1025236" y="1510146"/>
            <a:ext cx="6927274" cy="2105890"/>
          </a:xfrm>
        </p:spPr>
        <p:txBody>
          <a:bodyPr anchor="ctr"/>
          <a:lstStyle>
            <a:lvl1pPr marL="0" indent="0" algn="ctr">
              <a:buNone/>
              <a:defRPr sz="4000" b="1">
                <a:solidFill>
                  <a:schemeClr val="accent1"/>
                </a:solidFill>
              </a:defRPr>
            </a:lvl1pPr>
          </a:lstStyle>
          <a:p>
            <a:pPr lvl="0"/>
            <a:r>
              <a:rPr lang="en-US" dirty="0"/>
              <a:t>ACTIVITY: TITLE</a:t>
            </a:r>
          </a:p>
        </p:txBody>
      </p:sp>
    </p:spTree>
    <p:extLst>
      <p:ext uri="{BB962C8B-B14F-4D97-AF65-F5344CB8AC3E}">
        <p14:creationId xmlns:p14="http://schemas.microsoft.com/office/powerpoint/2010/main" val="314904137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Reflective Questions">
    <p:spTree>
      <p:nvGrpSpPr>
        <p:cNvPr id="1" name=""/>
        <p:cNvGrpSpPr/>
        <p:nvPr/>
      </p:nvGrpSpPr>
      <p:grpSpPr>
        <a:xfrm>
          <a:off x="0" y="0"/>
          <a:ext cx="0" cy="0"/>
          <a:chOff x="0" y="0"/>
          <a:chExt cx="0" cy="0"/>
        </a:xfrm>
      </p:grpSpPr>
      <p:sp>
        <p:nvSpPr>
          <p:cNvPr id="6" name="Slide Number Placeholder 5"/>
          <p:cNvSpPr>
            <a:spLocks noGrp="1"/>
          </p:cNvSpPr>
          <p:nvPr>
            <p:ph type="sldNum" sz="quarter" idx="12"/>
          </p:nvPr>
        </p:nvSpPr>
        <p:spPr/>
        <p:txBody>
          <a:bodyPr/>
          <a:lstStyle/>
          <a:p>
            <a:fld id="{A8160BDD-7155-D744-B749-9730458604AD}" type="slidenum">
              <a:rPr lang="en-US" smtClean="0"/>
              <a:pPr/>
              <a:t>‹#›</a:t>
            </a:fld>
            <a:endParaRPr lang="en-US" dirty="0"/>
          </a:p>
        </p:txBody>
      </p:sp>
      <p:pic>
        <p:nvPicPr>
          <p:cNvPr id="8" name="Picture 7">
            <a:extLst>
              <a:ext uri="{FF2B5EF4-FFF2-40B4-BE49-F238E27FC236}">
                <a16:creationId xmlns:a16="http://schemas.microsoft.com/office/drawing/2014/main" id="{2F2495DB-8197-C747-9D12-B9B16AD79028}"/>
              </a:ext>
            </a:extLst>
          </p:cNvPr>
          <p:cNvPicPr>
            <a:picLocks noChangeAspect="1"/>
          </p:cNvPicPr>
          <p:nvPr userDrawn="1"/>
        </p:nvPicPr>
        <p:blipFill>
          <a:blip r:embed="rId2"/>
          <a:srcRect/>
          <a:stretch/>
        </p:blipFill>
        <p:spPr>
          <a:xfrm>
            <a:off x="0" y="0"/>
            <a:ext cx="12192000" cy="6858000"/>
          </a:xfrm>
          <a:prstGeom prst="rect">
            <a:avLst/>
          </a:prstGeom>
        </p:spPr>
      </p:pic>
      <p:sp>
        <p:nvSpPr>
          <p:cNvPr id="3" name="Text Placeholder 2">
            <a:extLst>
              <a:ext uri="{FF2B5EF4-FFF2-40B4-BE49-F238E27FC236}">
                <a16:creationId xmlns:a16="http://schemas.microsoft.com/office/drawing/2014/main" id="{C139B97F-4B6B-4623-8514-D7FD629FE24B}"/>
              </a:ext>
            </a:extLst>
          </p:cNvPr>
          <p:cNvSpPr>
            <a:spLocks noGrp="1"/>
          </p:cNvSpPr>
          <p:nvPr>
            <p:ph type="body" sz="quarter" idx="13" hasCustomPrompt="1"/>
          </p:nvPr>
        </p:nvSpPr>
        <p:spPr>
          <a:xfrm>
            <a:off x="1025236" y="1302042"/>
            <a:ext cx="8065601" cy="3461344"/>
          </a:xfrm>
        </p:spPr>
        <p:txBody>
          <a:bodyPr/>
          <a:lstStyle>
            <a:lvl1pPr>
              <a:spcAft>
                <a:spcPts val="2400"/>
              </a:spcAft>
              <a:buFont typeface="+mj-lt"/>
              <a:buAutoNum type="arabicPeriod"/>
              <a:defRPr sz="2000"/>
            </a:lvl1pPr>
            <a:lvl2pPr marL="800100" indent="-342900">
              <a:buFont typeface="+mj-lt"/>
              <a:buAutoNum type="arabicPeriod"/>
              <a:defRPr/>
            </a:lvl2pPr>
            <a:lvl3pPr marL="1257300" indent="-342900">
              <a:buFont typeface="+mj-lt"/>
              <a:buAutoNum type="arabicPeriod"/>
              <a:defRPr/>
            </a:lvl3pPr>
            <a:lvl4pPr marL="1828800" indent="-457200">
              <a:buFont typeface="+mj-lt"/>
              <a:buAutoNum type="arabicPeriod"/>
              <a:defRPr/>
            </a:lvl4pPr>
            <a:lvl5pPr marL="2286000" indent="-457200">
              <a:buFont typeface="+mj-lt"/>
              <a:buAutoNum type="arabicPeriod"/>
              <a:defRPr/>
            </a:lvl5pPr>
          </a:lstStyle>
          <a:p>
            <a:pPr lvl="0"/>
            <a:r>
              <a:rPr lang="en-US" dirty="0"/>
              <a:t>Insert Question #1</a:t>
            </a:r>
          </a:p>
          <a:p>
            <a:pPr lvl="0"/>
            <a:r>
              <a:rPr lang="en-US" dirty="0"/>
              <a:t>Insert Question #2</a:t>
            </a:r>
          </a:p>
          <a:p>
            <a:pPr lvl="0"/>
            <a:endParaRPr lang="en-US" dirty="0"/>
          </a:p>
        </p:txBody>
      </p:sp>
      <p:sp>
        <p:nvSpPr>
          <p:cNvPr id="9" name="TextBox 8">
            <a:extLst>
              <a:ext uri="{FF2B5EF4-FFF2-40B4-BE49-F238E27FC236}">
                <a16:creationId xmlns:a16="http://schemas.microsoft.com/office/drawing/2014/main" id="{4381B051-CC06-447C-AEEE-4E1DE7CB3684}"/>
              </a:ext>
            </a:extLst>
          </p:cNvPr>
          <p:cNvSpPr txBox="1"/>
          <p:nvPr userDrawn="1"/>
        </p:nvSpPr>
        <p:spPr>
          <a:xfrm>
            <a:off x="997528" y="462617"/>
            <a:ext cx="8672946" cy="461665"/>
          </a:xfrm>
          <a:prstGeom prst="rect">
            <a:avLst/>
          </a:prstGeom>
          <a:noFill/>
        </p:spPr>
        <p:txBody>
          <a:bodyPr wrap="square" rtlCol="0">
            <a:spAutoFit/>
          </a:bodyPr>
          <a:lstStyle/>
          <a:p>
            <a:r>
              <a:rPr lang="en-US" sz="2400" b="1" dirty="0">
                <a:solidFill>
                  <a:schemeClr val="accent1"/>
                </a:solidFill>
                <a:latin typeface="Calibri" panose="020F0502020204030204" pitchFamily="34" charset="0"/>
              </a:rPr>
              <a:t>REFLECTIVE QUESTIONS</a:t>
            </a:r>
          </a:p>
        </p:txBody>
      </p:sp>
    </p:spTree>
    <p:extLst>
      <p:ext uri="{BB962C8B-B14F-4D97-AF65-F5344CB8AC3E}">
        <p14:creationId xmlns:p14="http://schemas.microsoft.com/office/powerpoint/2010/main" val="1364322260"/>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Tree>
    <p:extLst>
      <p:ext uri="{BB962C8B-B14F-4D97-AF65-F5344CB8AC3E}">
        <p14:creationId xmlns:p14="http://schemas.microsoft.com/office/powerpoint/2010/main" val="11976017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with Logo">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pic>
        <p:nvPicPr>
          <p:cNvPr id="5" name="Picture 4" descr="A close up of a sign&#10;&#10;Description automatically generated">
            <a:extLst>
              <a:ext uri="{FF2B5EF4-FFF2-40B4-BE49-F238E27FC236}">
                <a16:creationId xmlns:a16="http://schemas.microsoft.com/office/drawing/2014/main" id="{265D8D75-6CEC-F848-822E-BF7A0AFAF04F}"/>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834266753"/>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_NoHeader">
    <p:spTree>
      <p:nvGrpSpPr>
        <p:cNvPr id="1" name=""/>
        <p:cNvGrpSpPr/>
        <p:nvPr/>
      </p:nvGrpSpPr>
      <p:grpSpPr>
        <a:xfrm>
          <a:off x="0" y="0"/>
          <a:ext cx="0" cy="0"/>
          <a:chOff x="0" y="0"/>
          <a:chExt cx="0" cy="0"/>
        </a:xfrm>
      </p:grpSpPr>
      <p:sp>
        <p:nvSpPr>
          <p:cNvPr id="4" name="Slide Number Placeholder 3"/>
          <p:cNvSpPr>
            <a:spLocks noGrp="1"/>
          </p:cNvSpPr>
          <p:nvPr>
            <p:ph type="sldNum" sz="quarter" idx="12"/>
          </p:nvPr>
        </p:nvSpPr>
        <p:spPr/>
        <p:txBody>
          <a:bodyPr/>
          <a:lstStyle/>
          <a:p>
            <a:fld id="{A8160BDD-7155-D744-B749-9730458604AD}" type="slidenum">
              <a:rPr lang="en-US" smtClean="0"/>
              <a:t>‹#›</a:t>
            </a:fld>
            <a:endParaRPr lang="en-US" dirty="0"/>
          </a:p>
        </p:txBody>
      </p:sp>
      <p:sp>
        <p:nvSpPr>
          <p:cNvPr id="2" name="Rectangle 1">
            <a:extLst>
              <a:ext uri="{FF2B5EF4-FFF2-40B4-BE49-F238E27FC236}">
                <a16:creationId xmlns:a16="http://schemas.microsoft.com/office/drawing/2014/main" id="{C8193AA2-F1FD-415B-809F-52E7D4576B38}"/>
              </a:ext>
            </a:extLst>
          </p:cNvPr>
          <p:cNvSpPr/>
          <p:nvPr userDrawn="1"/>
        </p:nvSpPr>
        <p:spPr>
          <a:xfrm>
            <a:off x="0" y="1"/>
            <a:ext cx="12192000" cy="979749"/>
          </a:xfrm>
          <a:prstGeom prst="rect">
            <a:avLst/>
          </a:prstGeom>
          <a:solidFill>
            <a:schemeClr val="bg2"/>
          </a:solidFill>
          <a:ln w="28575" cap="flat" cmpd="sng" algn="ctr">
            <a:solidFill>
              <a:schemeClr val="bg1"/>
            </a:solidFill>
            <a:prstDash val="solid"/>
          </a:ln>
          <a:effectLst/>
        </p:spPr>
        <p:txBody>
          <a:bodyPr rtlCol="0" anchor="ctr"/>
          <a:lstStyle/>
          <a:p>
            <a:pPr algn="ctr" defTabSz="914400"/>
            <a:endParaRPr lang="en-US" sz="1100" b="1" kern="0" dirty="0">
              <a:solidFill>
                <a:srgbClr val="FF0000"/>
              </a:solidFill>
              <a:latin typeface="Arial"/>
            </a:endParaRPr>
          </a:p>
        </p:txBody>
      </p:sp>
    </p:spTree>
    <p:extLst>
      <p:ext uri="{BB962C8B-B14F-4D97-AF65-F5344CB8AC3E}">
        <p14:creationId xmlns:p14="http://schemas.microsoft.com/office/powerpoint/2010/main" val="13189535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Content Placeholder 2"/>
          <p:cNvSpPr>
            <a:spLocks noGrp="1"/>
          </p:cNvSpPr>
          <p:nvPr>
            <p:ph sz="half" idx="1"/>
          </p:nvPr>
        </p:nvSpPr>
        <p:spPr>
          <a:xfrm>
            <a:off x="609600" y="1600203"/>
            <a:ext cx="5384800" cy="4525963"/>
          </a:xfrm>
        </p:spPr>
        <p:txBody>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4" name="Content Placeholder 3"/>
          <p:cNvSpPr>
            <a:spLocks noGrp="1"/>
          </p:cNvSpPr>
          <p:nvPr>
            <p:ph sz="half" idx="2"/>
          </p:nvPr>
        </p:nvSpPr>
        <p:spPr>
          <a:xfrm>
            <a:off x="6197600" y="1600203"/>
            <a:ext cx="5384800" cy="4525963"/>
          </a:xfrm>
        </p:spPr>
        <p:txBody>
          <a:bodyPr>
            <a:noAutofit/>
          </a:bodyPr>
          <a:lstStyle>
            <a:lvl1pPr>
              <a:defRPr sz="1800"/>
            </a:lvl1pPr>
            <a:lvl2pPr>
              <a:defRPr sz="1600"/>
            </a:lvl2pPr>
            <a:lvl3pPr>
              <a:defRPr sz="14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05BA03AB-6813-664D-B697-5FFAF521D10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4257074521"/>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Text Placeholder 2"/>
          <p:cNvSpPr>
            <a:spLocks noGrp="1"/>
          </p:cNvSpPr>
          <p:nvPr>
            <p:ph type="body" idx="1"/>
          </p:nvPr>
        </p:nvSpPr>
        <p:spPr>
          <a:xfrm>
            <a:off x="609600" y="1535113"/>
            <a:ext cx="5386917" cy="639762"/>
          </a:xfrm>
        </p:spPr>
        <p:txBody>
          <a:bodyPr anchor="b">
            <a:noAutofit/>
          </a:bodyPr>
          <a:lstStyle>
            <a:lvl1pPr marL="0" indent="0" algn="l">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609600" y="2174875"/>
            <a:ext cx="5386917"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5" name="Text Placeholder 4"/>
          <p:cNvSpPr>
            <a:spLocks noGrp="1"/>
          </p:cNvSpPr>
          <p:nvPr>
            <p:ph type="body" sz="quarter" idx="3"/>
          </p:nvPr>
        </p:nvSpPr>
        <p:spPr>
          <a:xfrm>
            <a:off x="6193369" y="1535113"/>
            <a:ext cx="5389033" cy="639762"/>
          </a:xfrm>
        </p:spPr>
        <p:txBody>
          <a:bodyPr anchor="b">
            <a:noAutofit/>
          </a:bodyPr>
          <a:lstStyle>
            <a:lvl1pPr marL="0" indent="0">
              <a:buNone/>
              <a:defRPr sz="20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93369" y="2174875"/>
            <a:ext cx="5389033" cy="3951288"/>
          </a:xfrm>
        </p:spPr>
        <p:txBody>
          <a:bodyPr>
            <a:noAutofit/>
          </a:bodyPr>
          <a:lstStyle>
            <a:lvl1pPr>
              <a:defRPr sz="1800"/>
            </a:lvl1pPr>
            <a:lvl2pPr>
              <a:defRPr sz="1600"/>
            </a:lvl2pPr>
            <a:lvl3pPr>
              <a:defRPr sz="14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p:txBody>
      </p:sp>
      <p:sp>
        <p:nvSpPr>
          <p:cNvPr id="9" name="Slide Number Placeholder 8"/>
          <p:cNvSpPr>
            <a:spLocks noGrp="1"/>
          </p:cNvSpPr>
          <p:nvPr>
            <p:ph type="sldNum" sz="quarter" idx="12"/>
          </p:nvPr>
        </p:nvSpPr>
        <p:spPr/>
        <p:txBody>
          <a:bodyPr/>
          <a:lstStyle/>
          <a:p>
            <a:fld id="{A8160BDD-7155-D744-B749-9730458604AD}" type="slidenum">
              <a:rPr lang="en-US" smtClean="0"/>
              <a:t>‹#›</a:t>
            </a:fld>
            <a:endParaRPr lang="en-US" dirty="0"/>
          </a:p>
        </p:txBody>
      </p:sp>
      <p:pic>
        <p:nvPicPr>
          <p:cNvPr id="10" name="Picture 9" descr="A close up of a sign&#10;&#10;Description automatically generated">
            <a:extLst>
              <a:ext uri="{FF2B5EF4-FFF2-40B4-BE49-F238E27FC236}">
                <a16:creationId xmlns:a16="http://schemas.microsoft.com/office/drawing/2014/main" id="{05292730-C4A0-C547-BA9D-56A0205CD9E9}"/>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69573438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453297" y="0"/>
            <a:ext cx="10397067" cy="955040"/>
          </a:xfrm>
        </p:spPr>
        <p:txBody>
          <a:bodyPr anchor="ctr" anchorCtr="0">
            <a:noAutofit/>
          </a:bodyPr>
          <a:lstStyle>
            <a:lvl1pPr algn="l">
              <a:defRPr sz="2400" b="0"/>
            </a:lvl1pPr>
          </a:lstStyle>
          <a:p>
            <a:r>
              <a:rPr lang="en-US" dirty="0"/>
              <a:t>Click to add title</a:t>
            </a:r>
          </a:p>
        </p:txBody>
      </p:sp>
      <p:sp>
        <p:nvSpPr>
          <p:cNvPr id="3" name="Content Placeholder 2"/>
          <p:cNvSpPr>
            <a:spLocks noGrp="1"/>
          </p:cNvSpPr>
          <p:nvPr>
            <p:ph idx="1"/>
          </p:nvPr>
        </p:nvSpPr>
        <p:spPr>
          <a:xfrm>
            <a:off x="4766733" y="1435103"/>
            <a:ext cx="6815667" cy="4691063"/>
          </a:xfrm>
        </p:spPr>
        <p:txBody>
          <a:bodyPr>
            <a:noAutofit/>
          </a:bodyPr>
          <a:lstStyle>
            <a:lvl1pPr>
              <a:defRPr sz="1800"/>
            </a:lvl1pPr>
            <a:lvl2pPr>
              <a:defRPr sz="1600"/>
            </a:lvl2pPr>
            <a:lvl3pPr>
              <a:defRPr sz="1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p:txBody>
      </p:sp>
      <p:sp>
        <p:nvSpPr>
          <p:cNvPr id="4" name="Text Placeholder 3"/>
          <p:cNvSpPr>
            <a:spLocks noGrp="1"/>
          </p:cNvSpPr>
          <p:nvPr>
            <p:ph type="body" sz="half" idx="2"/>
          </p:nvPr>
        </p:nvSpPr>
        <p:spPr>
          <a:xfrm>
            <a:off x="609602" y="1435103"/>
            <a:ext cx="4011084" cy="4691063"/>
          </a:xfrm>
        </p:spPr>
        <p:txBody>
          <a:bodyPr/>
          <a:lstStyle>
            <a:lvl1pPr marL="0" indent="0">
              <a:buNone/>
              <a:defRPr sz="20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9EAFBBC-2C9E-1241-84D4-E9756B6DE54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26562723"/>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956904"/>
            <a:ext cx="7315200" cy="566738"/>
          </a:xfrm>
        </p:spPr>
        <p:txBody>
          <a:bodyPr anchor="b"/>
          <a:lstStyle>
            <a:lvl1pPr algn="l">
              <a:defRPr sz="2000" b="1"/>
            </a:lvl1pPr>
          </a:lstStyle>
          <a:p>
            <a:r>
              <a:rPr lang="en-US"/>
              <a:t>Click to edit Master title style</a:t>
            </a:r>
            <a:endParaRPr lang="en-US" dirty="0"/>
          </a:p>
        </p:txBody>
      </p:sp>
      <p:sp>
        <p:nvSpPr>
          <p:cNvPr id="3" name="Picture Placeholder 2"/>
          <p:cNvSpPr>
            <a:spLocks noGrp="1"/>
          </p:cNvSpPr>
          <p:nvPr>
            <p:ph type="pic" idx="1"/>
          </p:nvPr>
        </p:nvSpPr>
        <p:spPr>
          <a:xfrm>
            <a:off x="2389717" y="1113694"/>
            <a:ext cx="7315200" cy="3770187"/>
          </a:xfrm>
        </p:spPr>
        <p:txBody>
          <a:bodyPr>
            <a:noAutofit/>
          </a:bodyPr>
          <a:lstStyle>
            <a:lvl1pPr marL="0" indent="0">
              <a:buNone/>
              <a:defRPr sz="1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a:t>Click icon to add picture</a:t>
            </a:r>
          </a:p>
        </p:txBody>
      </p:sp>
      <p:sp>
        <p:nvSpPr>
          <p:cNvPr id="4" name="Text Placeholder 3"/>
          <p:cNvSpPr>
            <a:spLocks noGrp="1"/>
          </p:cNvSpPr>
          <p:nvPr>
            <p:ph type="body" sz="half" idx="2"/>
          </p:nvPr>
        </p:nvSpPr>
        <p:spPr>
          <a:xfrm>
            <a:off x="2389717" y="5523642"/>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7" name="Slide Number Placeholder 6"/>
          <p:cNvSpPr>
            <a:spLocks noGrp="1"/>
          </p:cNvSpPr>
          <p:nvPr>
            <p:ph type="sldNum" sz="quarter" idx="12"/>
          </p:nvPr>
        </p:nvSpPr>
        <p:spPr/>
        <p:txBody>
          <a:bodyPr/>
          <a:lstStyle/>
          <a:p>
            <a:fld id="{A8160BDD-7155-D744-B749-9730458604AD}" type="slidenum">
              <a:rPr lang="en-US" smtClean="0"/>
              <a:t>‹#›</a:t>
            </a:fld>
            <a:endParaRPr lang="en-US" dirty="0"/>
          </a:p>
        </p:txBody>
      </p:sp>
      <p:pic>
        <p:nvPicPr>
          <p:cNvPr id="8" name="Picture 7" descr="A close up of a sign&#10;&#10;Description automatically generated">
            <a:extLst>
              <a:ext uri="{FF2B5EF4-FFF2-40B4-BE49-F238E27FC236}">
                <a16:creationId xmlns:a16="http://schemas.microsoft.com/office/drawing/2014/main" id="{4F6FF233-EB40-BE4E-8AC9-9CA2504D2A31}"/>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2050054023"/>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a:lstStyle>
            <a:lvl1pPr>
              <a:defRPr/>
            </a:lvl1pPr>
          </a:lstStyle>
          <a:p>
            <a:r>
              <a:rPr lang="en-US" dirty="0"/>
              <a:t>Click to add title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728CC025-3396-904D-927D-1DFCABD646BB}"/>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394185974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hasCustomPrompt="1"/>
          </p:nvPr>
        </p:nvSpPr>
        <p:spPr>
          <a:xfrm>
            <a:off x="8839200" y="1211385"/>
            <a:ext cx="2743200" cy="4914778"/>
          </a:xfrm>
        </p:spPr>
        <p:txBody>
          <a:bodyPr vert="eaVert"/>
          <a:lstStyle>
            <a:lvl1pPr>
              <a:defRPr>
                <a:solidFill>
                  <a:srgbClr val="000000"/>
                </a:solidFill>
              </a:defRPr>
            </a:lvl1pPr>
          </a:lstStyle>
          <a:p>
            <a:r>
              <a:rPr lang="en-US" dirty="0"/>
              <a:t>Click to add title</a:t>
            </a:r>
          </a:p>
        </p:txBody>
      </p:sp>
      <p:sp>
        <p:nvSpPr>
          <p:cNvPr id="3" name="Vertical Text Placeholder 2"/>
          <p:cNvSpPr>
            <a:spLocks noGrp="1"/>
          </p:cNvSpPr>
          <p:nvPr>
            <p:ph type="body" orient="vert" idx="1"/>
          </p:nvPr>
        </p:nvSpPr>
        <p:spPr>
          <a:xfrm>
            <a:off x="609600" y="1211385"/>
            <a:ext cx="8026400" cy="4914778"/>
          </a:xfrm>
        </p:spPr>
        <p:txBody>
          <a:bodyPr vert="eaVert"/>
          <a:lstStyle/>
          <a:p>
            <a:pPr lvl="0"/>
            <a:r>
              <a:rPr lang="en-US"/>
              <a:t>Click to edit Master text styles</a:t>
            </a:r>
          </a:p>
          <a:p>
            <a:pPr lvl="1"/>
            <a:r>
              <a:rPr lang="en-US"/>
              <a:t>Second level</a:t>
            </a:r>
          </a:p>
          <a:p>
            <a:pPr lvl="2"/>
            <a:r>
              <a:rPr lang="en-US"/>
              <a:t>Third level</a:t>
            </a:r>
          </a:p>
        </p:txBody>
      </p:sp>
      <p:sp>
        <p:nvSpPr>
          <p:cNvPr id="6" name="Slide Number Placeholder 5"/>
          <p:cNvSpPr>
            <a:spLocks noGrp="1"/>
          </p:cNvSpPr>
          <p:nvPr>
            <p:ph type="sldNum" sz="quarter" idx="12"/>
          </p:nvPr>
        </p:nvSpPr>
        <p:spPr/>
        <p:txBody>
          <a:bodyPr/>
          <a:lstStyle/>
          <a:p>
            <a:fld id="{A8160BDD-7155-D744-B749-9730458604AD}" type="slidenum">
              <a:rPr lang="en-US" smtClean="0"/>
              <a:t>‹#›</a:t>
            </a:fld>
            <a:endParaRPr lang="en-US" dirty="0"/>
          </a:p>
        </p:txBody>
      </p:sp>
      <p:pic>
        <p:nvPicPr>
          <p:cNvPr id="7" name="Picture 6" descr="A close up of a sign&#10;&#10;Description automatically generated">
            <a:extLst>
              <a:ext uri="{FF2B5EF4-FFF2-40B4-BE49-F238E27FC236}">
                <a16:creationId xmlns:a16="http://schemas.microsoft.com/office/drawing/2014/main" id="{2D64BF27-2D44-684C-892F-6C15A97C6877}"/>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9628340" y="6297976"/>
            <a:ext cx="2205318" cy="518899"/>
          </a:xfrm>
          <a:prstGeom prst="rect">
            <a:avLst/>
          </a:prstGeom>
        </p:spPr>
      </p:pic>
    </p:spTree>
    <p:extLst>
      <p:ext uri="{BB962C8B-B14F-4D97-AF65-F5344CB8AC3E}">
        <p14:creationId xmlns:p14="http://schemas.microsoft.com/office/powerpoint/2010/main" val="108250461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image" Target="../media/image1.png"/><Relationship Id="rId3" Type="http://schemas.openxmlformats.org/officeDocument/2006/relationships/slideLayout" Target="../slideLayouts/slideLayout3.xml"/><Relationship Id="rId21" Type="http://schemas.openxmlformats.org/officeDocument/2006/relationships/slideLayout" Target="../slideLayouts/slideLayout2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theme" Target="../theme/theme1.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40253B76-2A7A-7948-8D60-7A6A79959BAB}"/>
              </a:ext>
            </a:extLst>
          </p:cNvPr>
          <p:cNvPicPr>
            <a:picLocks noChangeAspect="1"/>
          </p:cNvPicPr>
          <p:nvPr userDrawn="1"/>
        </p:nvPicPr>
        <p:blipFill>
          <a:blip r:embed="rId26"/>
          <a:stretch>
            <a:fillRect/>
          </a:stretch>
        </p:blipFill>
        <p:spPr>
          <a:xfrm>
            <a:off x="0" y="0"/>
            <a:ext cx="12192000" cy="977900"/>
          </a:xfrm>
          <a:prstGeom prst="rect">
            <a:avLst/>
          </a:prstGeom>
        </p:spPr>
      </p:pic>
      <p:sp>
        <p:nvSpPr>
          <p:cNvPr id="2" name="Title Placeholder 1"/>
          <p:cNvSpPr>
            <a:spLocks noGrp="1"/>
          </p:cNvSpPr>
          <p:nvPr>
            <p:ph type="title"/>
          </p:nvPr>
        </p:nvSpPr>
        <p:spPr>
          <a:xfrm>
            <a:off x="455901" y="0"/>
            <a:ext cx="11284154" cy="965551"/>
          </a:xfrm>
          <a:prstGeom prst="rect">
            <a:avLst/>
          </a:prstGeom>
        </p:spPr>
        <p:txBody>
          <a:bodyPr vert="horz" lIns="91440" tIns="45720" rIns="91440" bIns="45720" rtlCol="0" anchor="ctr">
            <a:noAutofit/>
          </a:bodyPr>
          <a:lstStyle/>
          <a:p>
            <a:r>
              <a:rPr lang="en-US"/>
              <a:t>Click to edit Master title style</a:t>
            </a:r>
            <a:endParaRPr lang="en-US" dirty="0"/>
          </a:p>
        </p:txBody>
      </p:sp>
      <p:sp>
        <p:nvSpPr>
          <p:cNvPr id="3" name="Text Placeholder 2"/>
          <p:cNvSpPr>
            <a:spLocks noGrp="1"/>
          </p:cNvSpPr>
          <p:nvPr>
            <p:ph type="body" idx="1"/>
          </p:nvPr>
        </p:nvSpPr>
        <p:spPr>
          <a:xfrm>
            <a:off x="455900" y="1307130"/>
            <a:ext cx="11280203" cy="4935408"/>
          </a:xfrm>
          <a:prstGeom prst="rect">
            <a:avLst/>
          </a:prstGeom>
        </p:spPr>
        <p:txBody>
          <a:bodyPr vert="horz" lIns="91440" tIns="45720" rIns="91440" bIns="45720" rtlCol="0">
            <a:noAutofit/>
          </a:bodyPr>
          <a:lstStyle/>
          <a:p>
            <a:pPr lvl="0"/>
            <a:r>
              <a:rPr lang="en-US" dirty="0"/>
              <a:t>Click to edit Master text styles</a:t>
            </a:r>
          </a:p>
          <a:p>
            <a:pPr lvl="1"/>
            <a:r>
              <a:rPr lang="en-US" dirty="0"/>
              <a:t>Second level</a:t>
            </a:r>
          </a:p>
          <a:p>
            <a:pPr lvl="2"/>
            <a:r>
              <a:rPr lang="en-US" dirty="0"/>
              <a:t>Third level</a:t>
            </a:r>
          </a:p>
        </p:txBody>
      </p:sp>
      <p:sp>
        <p:nvSpPr>
          <p:cNvPr id="6" name="Slide Number Placeholder 5"/>
          <p:cNvSpPr>
            <a:spLocks noGrp="1"/>
          </p:cNvSpPr>
          <p:nvPr>
            <p:ph type="sldNum" sz="quarter" idx="4"/>
          </p:nvPr>
        </p:nvSpPr>
        <p:spPr>
          <a:xfrm>
            <a:off x="9243741" y="6455642"/>
            <a:ext cx="2844800" cy="365125"/>
          </a:xfrm>
          <a:prstGeom prst="rect">
            <a:avLst/>
          </a:prstGeom>
        </p:spPr>
        <p:txBody>
          <a:bodyPr vert="horz" lIns="91440" tIns="45720" rIns="91440" bIns="45720" rtlCol="0" anchor="ctr"/>
          <a:lstStyle>
            <a:lvl1pPr algn="r">
              <a:defRPr sz="800">
                <a:solidFill>
                  <a:srgbClr val="C4C4C4"/>
                </a:solidFill>
                <a:latin typeface="Arial"/>
                <a:cs typeface="Arial"/>
              </a:defRPr>
            </a:lvl1pPr>
          </a:lstStyle>
          <a:p>
            <a:fld id="{A8160BDD-7155-D744-B749-9730458604AD}" type="slidenum">
              <a:rPr lang="en-US" smtClean="0"/>
              <a:pPr/>
              <a:t>‹#›</a:t>
            </a:fld>
            <a:endParaRPr lang="en-US" dirty="0"/>
          </a:p>
        </p:txBody>
      </p:sp>
      <p:sp>
        <p:nvSpPr>
          <p:cNvPr id="8" name="Footer Placeholder 2"/>
          <p:cNvSpPr txBox="1">
            <a:spLocks/>
          </p:cNvSpPr>
          <p:nvPr/>
        </p:nvSpPr>
        <p:spPr>
          <a:xfrm>
            <a:off x="103460" y="6455643"/>
            <a:ext cx="6419943" cy="365125"/>
          </a:xfrm>
          <a:prstGeom prst="rect">
            <a:avLst/>
          </a:prstGeom>
        </p:spPr>
        <p:txBody>
          <a:bodyPr vert="horz" lIns="91440" tIns="45720" rIns="91440" bIns="45720" rtlCol="0" anchor="ctr"/>
          <a:lstStyle>
            <a:defPPr>
              <a:defRPr lang="en-US"/>
            </a:defPPr>
            <a:lvl1pPr marL="0" algn="l" defTabSz="457200" rtl="0" eaLnBrk="0" latinLnBrk="0" hangingPunct="0">
              <a:defRPr lang="en-US" sz="1000" b="0" kern="1200" smtClean="0">
                <a:solidFill>
                  <a:srgbClr val="C4C4C4"/>
                </a:solidFill>
                <a:latin typeface="Arial"/>
                <a:ea typeface="+mn-ea"/>
                <a:cs typeface="Arial"/>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marL="0" marR="0" lvl="0" indent="0" algn="l" defTabSz="457200" rtl="0" eaLnBrk="0" fontAlgn="auto" latinLnBrk="0" hangingPunct="0">
              <a:lnSpc>
                <a:spcPct val="100000"/>
              </a:lnSpc>
              <a:spcBef>
                <a:spcPts val="0"/>
              </a:spcBef>
              <a:spcAft>
                <a:spcPts val="0"/>
              </a:spcAft>
              <a:buClrTx/>
              <a:buSzTx/>
              <a:buFontTx/>
              <a:buNone/>
              <a:tabLst/>
              <a:defRPr/>
            </a:pPr>
            <a:r>
              <a:rPr kumimoji="0" lang="en-US" sz="1000" b="0" i="0" u="none" strike="noStrike" kern="1200" cap="none" spc="0" normalizeH="0" baseline="0" noProof="0" dirty="0">
                <a:ln>
                  <a:noFill/>
                </a:ln>
                <a:solidFill>
                  <a:srgbClr val="C4C4C4"/>
                </a:solidFill>
                <a:effectLst/>
                <a:uLnTx/>
                <a:uFillTx/>
                <a:latin typeface="Arial"/>
                <a:ea typeface="+mn-ea"/>
                <a:cs typeface="Arial"/>
              </a:rPr>
              <a:t>Copyright © 2023 CertNexus, Inc. All rights reserved.</a:t>
            </a:r>
          </a:p>
        </p:txBody>
      </p:sp>
    </p:spTree>
    <p:extLst>
      <p:ext uri="{BB962C8B-B14F-4D97-AF65-F5344CB8AC3E}">
        <p14:creationId xmlns:p14="http://schemas.microsoft.com/office/powerpoint/2010/main" val="4170488459"/>
      </p:ext>
    </p:extLst>
  </p:cSld>
  <p:clrMap bg1="lt1" tx1="dk1" bg2="lt2" tx2="dk2" accent1="accent1" accent2="accent2" accent3="accent3" accent4="accent4" accent5="accent5" accent6="accent6" hlink="hlink" folHlink="folHlink"/>
  <p:sldLayoutIdLst>
    <p:sldLayoutId id="2147483928" r:id="rId1"/>
    <p:sldLayoutId id="2147483971" r:id="rId2"/>
    <p:sldLayoutId id="2147483948" r:id="rId3"/>
    <p:sldLayoutId id="2147483952" r:id="rId4"/>
    <p:sldLayoutId id="2147483970" r:id="rId5"/>
    <p:sldLayoutId id="2147483938" r:id="rId6"/>
    <p:sldLayoutId id="2147483953" r:id="rId7"/>
    <p:sldLayoutId id="2147483931" r:id="rId8"/>
    <p:sldLayoutId id="2147483932" r:id="rId9"/>
    <p:sldLayoutId id="2147483951" r:id="rId10"/>
    <p:sldLayoutId id="2147483936" r:id="rId11"/>
    <p:sldLayoutId id="2147483937" r:id="rId12"/>
    <p:sldLayoutId id="2147483934" r:id="rId13"/>
    <p:sldLayoutId id="2147483935" r:id="rId14"/>
    <p:sldLayoutId id="2147483939" r:id="rId15"/>
    <p:sldLayoutId id="2147483940" r:id="rId16"/>
    <p:sldLayoutId id="2147483955" r:id="rId17"/>
    <p:sldLayoutId id="2147483950" r:id="rId18"/>
    <p:sldLayoutId id="2147483942" r:id="rId19"/>
    <p:sldLayoutId id="2147483943" r:id="rId20"/>
    <p:sldLayoutId id="2147483944" r:id="rId21"/>
    <p:sldLayoutId id="2147483945" r:id="rId22"/>
    <p:sldLayoutId id="2147483946" r:id="rId23"/>
    <p:sldLayoutId id="2147483947" r:id="rId24"/>
  </p:sldLayoutIdLst>
  <p:hf hdr="0" ftr="0" dt="0"/>
  <p:txStyles>
    <p:titleStyle>
      <a:lvl1pPr algn="l" defTabSz="457200" rtl="0" eaLnBrk="1" latinLnBrk="0" hangingPunct="1">
        <a:spcBef>
          <a:spcPct val="0"/>
        </a:spcBef>
        <a:buNone/>
        <a:defRPr sz="2400" kern="1200">
          <a:solidFill>
            <a:schemeClr val="bg1"/>
          </a:solidFill>
          <a:latin typeface="Calibri" panose="020F0502020204030204" pitchFamily="34" charset="0"/>
          <a:ea typeface="+mj-ea"/>
          <a:cs typeface="Calibri" panose="020F0502020204030204" pitchFamily="34" charset="0"/>
        </a:defRPr>
      </a:lvl1pPr>
    </p:titleStyle>
    <p:bodyStyle>
      <a:lvl1pPr marL="342900" indent="-342900" algn="l" defTabSz="457200" rtl="0" eaLnBrk="1" latinLnBrk="0" hangingPunct="1">
        <a:spcBef>
          <a:spcPct val="20000"/>
        </a:spcBef>
        <a:buClr>
          <a:schemeClr val="accent1"/>
        </a:buClr>
        <a:buFont typeface="Arial"/>
        <a:buChar char="•"/>
        <a:defRPr sz="1800" kern="1200">
          <a:solidFill>
            <a:schemeClr val="tx1"/>
          </a:solidFill>
          <a:latin typeface="+mn-lt"/>
          <a:ea typeface="+mn-ea"/>
          <a:cs typeface="+mn-cs"/>
        </a:defRPr>
      </a:lvl1pPr>
      <a:lvl2pPr marL="742950" indent="-285750" algn="l" defTabSz="457200" rtl="0" eaLnBrk="1" latinLnBrk="0" hangingPunct="1">
        <a:spcBef>
          <a:spcPct val="20000"/>
        </a:spcBef>
        <a:buClr>
          <a:schemeClr val="accent1"/>
        </a:buClr>
        <a:buFont typeface="Arial"/>
        <a:buChar char="•"/>
        <a:defRPr sz="1600" kern="1200">
          <a:solidFill>
            <a:schemeClr val="tx1"/>
          </a:solidFill>
          <a:latin typeface="+mn-lt"/>
          <a:ea typeface="+mn-ea"/>
          <a:cs typeface="+mn-cs"/>
        </a:defRPr>
      </a:lvl2pPr>
      <a:lvl3pPr marL="1143000" indent="-228600" algn="l" defTabSz="457200" rtl="0" eaLnBrk="1" latinLnBrk="0" hangingPunct="1">
        <a:spcBef>
          <a:spcPct val="20000"/>
        </a:spcBef>
        <a:buClr>
          <a:schemeClr val="accent1"/>
        </a:buClr>
        <a:buFont typeface="Arial"/>
        <a:buChar char="•"/>
        <a:defRPr sz="1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4.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8.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7.svg"/><Relationship Id="rId7" Type="http://schemas.openxmlformats.org/officeDocument/2006/relationships/image" Target="../media/image21.svg"/><Relationship Id="rId2" Type="http://schemas.openxmlformats.org/officeDocument/2006/relationships/image" Target="../media/image16.png"/><Relationship Id="rId1" Type="http://schemas.openxmlformats.org/officeDocument/2006/relationships/slideLayout" Target="../slideLayouts/slideLayout4.xml"/><Relationship Id="rId6" Type="http://schemas.openxmlformats.org/officeDocument/2006/relationships/image" Target="../media/image20.png"/><Relationship Id="rId5" Type="http://schemas.openxmlformats.org/officeDocument/2006/relationships/image" Target="../media/image19.svg"/><Relationship Id="rId4" Type="http://schemas.openxmlformats.org/officeDocument/2006/relationships/image" Target="../media/image18.png"/><Relationship Id="rId9" Type="http://schemas.openxmlformats.org/officeDocument/2006/relationships/image" Target="../media/image23.sv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1.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2" Type="http://schemas.openxmlformats.org/officeDocument/2006/relationships/image" Target="../media/image25.jpeg"/><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17.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26.jpeg"/><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image" Target="../media/image27.jpeg"/><Relationship Id="rId1" Type="http://schemas.openxmlformats.org/officeDocument/2006/relationships/slideLayout" Target="../slideLayouts/slideLayout4.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2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png"/><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26EA87D-294C-E374-6D03-A4425E0C0F22}"/>
              </a:ext>
            </a:extLst>
          </p:cNvPr>
          <p:cNvSpPr>
            <a:spLocks noGrp="1"/>
          </p:cNvSpPr>
          <p:nvPr>
            <p:ph type="title"/>
          </p:nvPr>
        </p:nvSpPr>
        <p:spPr/>
        <p:txBody>
          <a:bodyPr/>
          <a:lstStyle/>
          <a:p>
            <a:r>
              <a:rPr lang="en-US" dirty="0"/>
              <a:t>Functions of Data Science in Business</a:t>
            </a:r>
          </a:p>
        </p:txBody>
      </p:sp>
      <p:sp>
        <p:nvSpPr>
          <p:cNvPr id="2" name="Slide Number Placeholder 1">
            <a:extLst>
              <a:ext uri="{FF2B5EF4-FFF2-40B4-BE49-F238E27FC236}">
                <a16:creationId xmlns:a16="http://schemas.microsoft.com/office/drawing/2014/main" id="{C9209A5B-7BD9-87A4-5376-B1DEDD6D1749}"/>
              </a:ext>
            </a:extLst>
          </p:cNvPr>
          <p:cNvSpPr>
            <a:spLocks noGrp="1"/>
          </p:cNvSpPr>
          <p:nvPr>
            <p:ph type="sldNum" sz="quarter" idx="12"/>
          </p:nvPr>
        </p:nvSpPr>
        <p:spPr/>
        <p:txBody>
          <a:bodyPr/>
          <a:lstStyle/>
          <a:p>
            <a:fld id="{A8160BDD-7155-D744-B749-9730458604AD}" type="slidenum">
              <a:rPr lang="en-US" smtClean="0"/>
              <a:t>1</a:t>
            </a:fld>
            <a:endParaRPr lang="en-US" dirty="0"/>
          </a:p>
        </p:txBody>
      </p:sp>
      <p:pic>
        <p:nvPicPr>
          <p:cNvPr id="3" name="Picture Placeholder 13">
            <a:extLst>
              <a:ext uri="{FF2B5EF4-FFF2-40B4-BE49-F238E27FC236}">
                <a16:creationId xmlns:a16="http://schemas.microsoft.com/office/drawing/2014/main" id="{381EAAA4-E17B-5DD4-007A-AF4AB8F9AE47}"/>
              </a:ext>
            </a:extLst>
          </p:cNvPr>
          <p:cNvPicPr>
            <a:picLocks noChangeAspect="1"/>
          </p:cNvPicPr>
          <p:nvPr/>
        </p:nvPicPr>
        <p:blipFill rotWithShape="1">
          <a:blip r:embed="rId2">
            <a:extLst>
              <a:ext uri="{96DAC541-7B7A-43D3-8B79-37D633B846F1}">
                <asvg:svgBlip xmlns:asvg="http://schemas.microsoft.com/office/drawing/2016/SVG/main" r:embed="rId3"/>
              </a:ext>
            </a:extLst>
          </a:blip>
          <a:srcRect t="-34671" b="-34671"/>
          <a:stretch/>
        </p:blipFill>
        <p:spPr>
          <a:xfrm>
            <a:off x="2661921" y="853440"/>
            <a:ext cx="6879270" cy="2334261"/>
          </a:xfrm>
          <a:prstGeom prst="rect">
            <a:avLst/>
          </a:prstGeom>
        </p:spPr>
      </p:pic>
    </p:spTree>
    <p:extLst>
      <p:ext uri="{BB962C8B-B14F-4D97-AF65-F5344CB8AC3E}">
        <p14:creationId xmlns:p14="http://schemas.microsoft.com/office/powerpoint/2010/main" val="3385428065"/>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850B8F3-0016-E59A-C0E4-EC70E0458AD5}"/>
              </a:ext>
            </a:extLst>
          </p:cNvPr>
          <p:cNvSpPr>
            <a:spLocks noGrp="1"/>
          </p:cNvSpPr>
          <p:nvPr>
            <p:ph type="sldNum" sz="quarter" idx="12"/>
          </p:nvPr>
        </p:nvSpPr>
        <p:spPr/>
        <p:txBody>
          <a:bodyPr/>
          <a:lstStyle/>
          <a:p>
            <a:fld id="{A8160BDD-7155-D744-B749-9730458604AD}" type="slidenum">
              <a:rPr lang="en-US" smtClean="0"/>
              <a:t>2</a:t>
            </a:fld>
            <a:endParaRPr lang="en-US" dirty="0"/>
          </a:p>
        </p:txBody>
      </p:sp>
      <p:sp>
        <p:nvSpPr>
          <p:cNvPr id="3" name="Content Placeholder 2">
            <a:extLst>
              <a:ext uri="{FF2B5EF4-FFF2-40B4-BE49-F238E27FC236}">
                <a16:creationId xmlns:a16="http://schemas.microsoft.com/office/drawing/2014/main" id="{092F10FD-C378-B6A8-A103-7FE29B1537B1}"/>
              </a:ext>
            </a:extLst>
          </p:cNvPr>
          <p:cNvSpPr>
            <a:spLocks noGrp="1"/>
          </p:cNvSpPr>
          <p:nvPr>
            <p:ph idx="1"/>
          </p:nvPr>
        </p:nvSpPr>
        <p:spPr/>
        <p:txBody>
          <a:bodyPr/>
          <a:lstStyle/>
          <a:p>
            <a:r>
              <a:rPr lang="en-US" dirty="0"/>
              <a:t>Improve Customer Experience</a:t>
            </a:r>
          </a:p>
          <a:p>
            <a:r>
              <a:rPr lang="en-US" dirty="0"/>
              <a:t>Improve Marketing Efforts</a:t>
            </a:r>
          </a:p>
          <a:p>
            <a:r>
              <a:rPr lang="en-US" dirty="0"/>
              <a:t>Optimize Operational and Transactional Security</a:t>
            </a:r>
          </a:p>
          <a:p>
            <a:r>
              <a:rPr lang="en-US" dirty="0"/>
              <a:t>Enhance Operational Practices</a:t>
            </a:r>
          </a:p>
        </p:txBody>
      </p:sp>
      <p:sp>
        <p:nvSpPr>
          <p:cNvPr id="4" name="Title 3">
            <a:extLst>
              <a:ext uri="{FF2B5EF4-FFF2-40B4-BE49-F238E27FC236}">
                <a16:creationId xmlns:a16="http://schemas.microsoft.com/office/drawing/2014/main" id="{C7CED616-3DD2-D1ED-621C-21462FCDA44F}"/>
              </a:ext>
            </a:extLst>
          </p:cNvPr>
          <p:cNvSpPr>
            <a:spLocks noGrp="1"/>
          </p:cNvSpPr>
          <p:nvPr>
            <p:ph type="title"/>
          </p:nvPr>
        </p:nvSpPr>
        <p:spPr/>
        <p:txBody>
          <a:bodyPr/>
          <a:lstStyle/>
          <a:p>
            <a:r>
              <a:rPr lang="en-US" dirty="0"/>
              <a:t>Functions of Data Science in Business</a:t>
            </a:r>
          </a:p>
        </p:txBody>
      </p:sp>
    </p:spTree>
    <p:extLst>
      <p:ext uri="{BB962C8B-B14F-4D97-AF65-F5344CB8AC3E}">
        <p14:creationId xmlns:p14="http://schemas.microsoft.com/office/powerpoint/2010/main" val="27281414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A1C4CFB-1ACB-A14F-B6A4-435DA7645523}"/>
              </a:ext>
            </a:extLst>
          </p:cNvPr>
          <p:cNvSpPr>
            <a:spLocks noGrp="1"/>
          </p:cNvSpPr>
          <p:nvPr>
            <p:ph type="sldNum" sz="quarter" idx="12"/>
          </p:nvPr>
        </p:nvSpPr>
        <p:spPr/>
        <p:txBody>
          <a:bodyPr/>
          <a:lstStyle/>
          <a:p>
            <a:fld id="{A8160BDD-7155-D744-B749-9730458604AD}" type="slidenum">
              <a:rPr lang="en-US" smtClean="0"/>
              <a:t>3</a:t>
            </a:fld>
            <a:endParaRPr lang="en-US" dirty="0"/>
          </a:p>
        </p:txBody>
      </p:sp>
      <p:sp>
        <p:nvSpPr>
          <p:cNvPr id="3" name="Text Placeholder 2">
            <a:extLst>
              <a:ext uri="{FF2B5EF4-FFF2-40B4-BE49-F238E27FC236}">
                <a16:creationId xmlns:a16="http://schemas.microsoft.com/office/drawing/2014/main" id="{711926C4-B76F-6740-B2D3-3C573DAFAACD}"/>
              </a:ext>
            </a:extLst>
          </p:cNvPr>
          <p:cNvSpPr>
            <a:spLocks noGrp="1"/>
          </p:cNvSpPr>
          <p:nvPr>
            <p:ph type="body" sz="quarter" idx="14"/>
          </p:nvPr>
        </p:nvSpPr>
        <p:spPr/>
        <p:txBody>
          <a:bodyPr/>
          <a:lstStyle/>
          <a:p>
            <a:r>
              <a:rPr lang="en-US" dirty="0"/>
              <a:t>Improve Customer Experience</a:t>
            </a:r>
          </a:p>
        </p:txBody>
      </p:sp>
      <p:pic>
        <p:nvPicPr>
          <p:cNvPr id="6" name="Picture Placeholder 5">
            <a:extLst>
              <a:ext uri="{FF2B5EF4-FFF2-40B4-BE49-F238E27FC236}">
                <a16:creationId xmlns:a16="http://schemas.microsoft.com/office/drawing/2014/main" id="{8CA2976E-9813-0BC1-FDFD-810D1064E1DB}"/>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3612999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6C779C-36A8-0B72-07AE-36C95EBBEA0C}"/>
              </a:ext>
            </a:extLst>
          </p:cNvPr>
          <p:cNvSpPr>
            <a:spLocks noGrp="1"/>
          </p:cNvSpPr>
          <p:nvPr>
            <p:ph type="sldNum" sz="quarter" idx="12"/>
          </p:nvPr>
        </p:nvSpPr>
        <p:spPr/>
        <p:txBody>
          <a:bodyPr/>
          <a:lstStyle/>
          <a:p>
            <a:fld id="{A8160BDD-7155-D744-B749-9730458604AD}" type="slidenum">
              <a:rPr lang="en-US" smtClean="0"/>
              <a:t>4</a:t>
            </a:fld>
            <a:endParaRPr lang="en-US" dirty="0"/>
          </a:p>
        </p:txBody>
      </p:sp>
      <p:sp>
        <p:nvSpPr>
          <p:cNvPr id="6" name="Content Placeholder 5">
            <a:extLst>
              <a:ext uri="{FF2B5EF4-FFF2-40B4-BE49-F238E27FC236}">
                <a16:creationId xmlns:a16="http://schemas.microsoft.com/office/drawing/2014/main" id="{930784AC-AF57-B206-FE31-D5AB975EF099}"/>
              </a:ext>
            </a:extLst>
          </p:cNvPr>
          <p:cNvSpPr>
            <a:spLocks noGrp="1"/>
          </p:cNvSpPr>
          <p:nvPr>
            <p:ph idx="1"/>
          </p:nvPr>
        </p:nvSpPr>
        <p:spPr/>
        <p:txBody>
          <a:bodyPr/>
          <a:lstStyle/>
          <a:p>
            <a:r>
              <a:rPr lang="en-US" dirty="0"/>
              <a:t>Based on subjective responses.</a:t>
            </a:r>
          </a:p>
          <a:p>
            <a:r>
              <a:rPr lang="en-US" dirty="0"/>
              <a:t>Covers all stages of the customer journey.</a:t>
            </a:r>
          </a:p>
          <a:p>
            <a:r>
              <a:rPr lang="en-US" dirty="0"/>
              <a:t>Highly individualized in details but improving CX benefits the business.</a:t>
            </a:r>
          </a:p>
          <a:p>
            <a:r>
              <a:rPr lang="en-US" dirty="0"/>
              <a:t>Potential use cases:</a:t>
            </a:r>
          </a:p>
          <a:p>
            <a:pPr lvl="1"/>
            <a:r>
              <a:rPr lang="en-US" dirty="0"/>
              <a:t>Personalization</a:t>
            </a:r>
          </a:p>
          <a:p>
            <a:pPr lvl="1"/>
            <a:r>
              <a:rPr lang="en-US" dirty="0"/>
              <a:t>Sentiment analysis</a:t>
            </a:r>
          </a:p>
          <a:p>
            <a:pPr lvl="1"/>
            <a:r>
              <a:rPr lang="en-US" dirty="0"/>
              <a:t>Recommender systems</a:t>
            </a:r>
          </a:p>
          <a:p>
            <a:pPr lvl="1"/>
            <a:r>
              <a:rPr lang="en-US" dirty="0"/>
              <a:t>Self-service support</a:t>
            </a:r>
          </a:p>
          <a:p>
            <a:pPr lvl="1"/>
            <a:r>
              <a:rPr lang="en-US" dirty="0"/>
              <a:t>Chatbots</a:t>
            </a:r>
          </a:p>
          <a:p>
            <a:pPr lvl="1"/>
            <a:r>
              <a:rPr lang="en-US" dirty="0"/>
              <a:t>Virtual assistants</a:t>
            </a:r>
          </a:p>
        </p:txBody>
      </p:sp>
      <p:sp>
        <p:nvSpPr>
          <p:cNvPr id="5" name="Title 4">
            <a:extLst>
              <a:ext uri="{FF2B5EF4-FFF2-40B4-BE49-F238E27FC236}">
                <a16:creationId xmlns:a16="http://schemas.microsoft.com/office/drawing/2014/main" id="{E6AE4631-ABF7-404A-E882-416E1343F2A1}"/>
              </a:ext>
            </a:extLst>
          </p:cNvPr>
          <p:cNvSpPr>
            <a:spLocks noGrp="1"/>
          </p:cNvSpPr>
          <p:nvPr>
            <p:ph type="title"/>
          </p:nvPr>
        </p:nvSpPr>
        <p:spPr/>
        <p:txBody>
          <a:bodyPr/>
          <a:lstStyle/>
          <a:p>
            <a:r>
              <a:rPr lang="en-US" dirty="0"/>
              <a:t>Customer Experience (CX)</a:t>
            </a:r>
          </a:p>
        </p:txBody>
      </p:sp>
      <p:sp>
        <p:nvSpPr>
          <p:cNvPr id="7" name="Text Placeholder 6">
            <a:extLst>
              <a:ext uri="{FF2B5EF4-FFF2-40B4-BE49-F238E27FC236}">
                <a16:creationId xmlns:a16="http://schemas.microsoft.com/office/drawing/2014/main" id="{A588DA29-353E-4FE9-07F2-1915C015D617}"/>
              </a:ext>
            </a:extLst>
          </p:cNvPr>
          <p:cNvSpPr>
            <a:spLocks noGrp="1"/>
          </p:cNvSpPr>
          <p:nvPr>
            <p:ph type="body" sz="quarter" idx="13"/>
          </p:nvPr>
        </p:nvSpPr>
        <p:spPr/>
        <p:txBody>
          <a:bodyPr/>
          <a:lstStyle/>
          <a:p>
            <a:r>
              <a:rPr lang="en-US" b="1" dirty="0"/>
              <a:t>CX</a:t>
            </a:r>
            <a:r>
              <a:rPr lang="en-US" dirty="0"/>
              <a:t>: The overall perception of a company based on customers' interactions with that company.</a:t>
            </a:r>
            <a:endParaRPr lang="en-US" b="1" dirty="0"/>
          </a:p>
        </p:txBody>
      </p:sp>
    </p:spTree>
    <p:extLst>
      <p:ext uri="{BB962C8B-B14F-4D97-AF65-F5344CB8AC3E}">
        <p14:creationId xmlns:p14="http://schemas.microsoft.com/office/powerpoint/2010/main" val="226117752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42BA66-5791-490D-D8CA-9D5C08DE5BEC}"/>
              </a:ext>
            </a:extLst>
          </p:cNvPr>
          <p:cNvSpPr>
            <a:spLocks noGrp="1"/>
          </p:cNvSpPr>
          <p:nvPr>
            <p:ph type="sldNum" sz="quarter" idx="12"/>
          </p:nvPr>
        </p:nvSpPr>
        <p:spPr/>
        <p:txBody>
          <a:bodyPr/>
          <a:lstStyle/>
          <a:p>
            <a:fld id="{A8160BDD-7155-D744-B749-9730458604AD}" type="slidenum">
              <a:rPr lang="en-US" smtClean="0"/>
              <a:pPr/>
              <a:t>5</a:t>
            </a:fld>
            <a:endParaRPr lang="en-US" dirty="0"/>
          </a:p>
        </p:txBody>
      </p:sp>
      <p:sp>
        <p:nvSpPr>
          <p:cNvPr id="7" name="Content Placeholder 6">
            <a:extLst>
              <a:ext uri="{FF2B5EF4-FFF2-40B4-BE49-F238E27FC236}">
                <a16:creationId xmlns:a16="http://schemas.microsoft.com/office/drawing/2014/main" id="{03FA8130-03FD-2FD7-8D4E-BFB6C36F4CEA}"/>
              </a:ext>
            </a:extLst>
          </p:cNvPr>
          <p:cNvSpPr>
            <a:spLocks noGrp="1"/>
          </p:cNvSpPr>
          <p:nvPr>
            <p:ph idx="1"/>
          </p:nvPr>
        </p:nvSpPr>
        <p:spPr/>
        <p:txBody>
          <a:bodyPr/>
          <a:lstStyle/>
          <a:p>
            <a:r>
              <a:rPr lang="en-US" dirty="0"/>
              <a:t>Helps customers feel valued.</a:t>
            </a:r>
          </a:p>
          <a:p>
            <a:r>
              <a:rPr lang="en-US" dirty="0"/>
              <a:t>Identify services and interactions that lead to positive reactions.</a:t>
            </a:r>
          </a:p>
          <a:p>
            <a:r>
              <a:rPr lang="en-US" dirty="0"/>
              <a:t>Collect data at all stages of the customer journey.</a:t>
            </a:r>
          </a:p>
        </p:txBody>
      </p:sp>
      <p:sp>
        <p:nvSpPr>
          <p:cNvPr id="6" name="Title 5">
            <a:extLst>
              <a:ext uri="{FF2B5EF4-FFF2-40B4-BE49-F238E27FC236}">
                <a16:creationId xmlns:a16="http://schemas.microsoft.com/office/drawing/2014/main" id="{794D5903-D8EF-69F3-F76F-A6702FAB6154}"/>
              </a:ext>
            </a:extLst>
          </p:cNvPr>
          <p:cNvSpPr>
            <a:spLocks noGrp="1"/>
          </p:cNvSpPr>
          <p:nvPr>
            <p:ph type="title"/>
          </p:nvPr>
        </p:nvSpPr>
        <p:spPr/>
        <p:txBody>
          <a:bodyPr/>
          <a:lstStyle/>
          <a:p>
            <a:r>
              <a:rPr lang="en-US" dirty="0"/>
              <a:t>Personalized CX</a:t>
            </a:r>
          </a:p>
        </p:txBody>
      </p:sp>
      <p:graphicFrame>
        <p:nvGraphicFramePr>
          <p:cNvPr id="3" name="Diagram 2">
            <a:extLst>
              <a:ext uri="{FF2B5EF4-FFF2-40B4-BE49-F238E27FC236}">
                <a16:creationId xmlns:a16="http://schemas.microsoft.com/office/drawing/2014/main" id="{55BA21D2-A963-C90E-AE09-F48F22A1B035}"/>
              </a:ext>
            </a:extLst>
          </p:cNvPr>
          <p:cNvGraphicFramePr>
            <a:graphicFrameLocks noChangeAspect="1"/>
          </p:cNvGraphicFramePr>
          <p:nvPr/>
        </p:nvGraphicFramePr>
        <p:xfrm>
          <a:off x="2741581" y="2276452"/>
          <a:ext cx="6446522" cy="429768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0691275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EF2B86B-FE0F-9198-DE01-D45186B9226E}"/>
              </a:ext>
            </a:extLst>
          </p:cNvPr>
          <p:cNvSpPr>
            <a:spLocks noGrp="1"/>
          </p:cNvSpPr>
          <p:nvPr>
            <p:ph type="sldNum" sz="quarter" idx="12"/>
          </p:nvPr>
        </p:nvSpPr>
        <p:spPr/>
        <p:txBody>
          <a:bodyPr/>
          <a:lstStyle/>
          <a:p>
            <a:fld id="{A8160BDD-7155-D744-B749-9730458604AD}" type="slidenum">
              <a:rPr lang="en-US" smtClean="0"/>
              <a:pPr/>
              <a:t>6</a:t>
            </a:fld>
            <a:endParaRPr lang="en-US" dirty="0"/>
          </a:p>
        </p:txBody>
      </p:sp>
      <p:sp>
        <p:nvSpPr>
          <p:cNvPr id="6" name="Content Placeholder 5">
            <a:extLst>
              <a:ext uri="{FF2B5EF4-FFF2-40B4-BE49-F238E27FC236}">
                <a16:creationId xmlns:a16="http://schemas.microsoft.com/office/drawing/2014/main" id="{D490FA11-EBEE-7AB2-148A-C61556414B26}"/>
              </a:ext>
            </a:extLst>
          </p:cNvPr>
          <p:cNvSpPr>
            <a:spLocks noGrp="1"/>
          </p:cNvSpPr>
          <p:nvPr>
            <p:ph idx="1"/>
          </p:nvPr>
        </p:nvSpPr>
        <p:spPr/>
        <p:txBody>
          <a:bodyPr/>
          <a:lstStyle/>
          <a:p>
            <a:r>
              <a:rPr lang="en-US" dirty="0"/>
              <a:t>Common sources:</a:t>
            </a:r>
          </a:p>
          <a:p>
            <a:pPr lvl="1"/>
            <a:r>
              <a:rPr lang="en-US" dirty="0"/>
              <a:t>Emails</a:t>
            </a:r>
          </a:p>
          <a:p>
            <a:pPr lvl="1"/>
            <a:r>
              <a:rPr lang="en-US" dirty="0"/>
              <a:t>Customer-support chat transcripts</a:t>
            </a:r>
          </a:p>
          <a:p>
            <a:pPr lvl="1"/>
            <a:r>
              <a:rPr lang="en-US" dirty="0"/>
              <a:t>Online reviews</a:t>
            </a:r>
          </a:p>
          <a:p>
            <a:pPr lvl="1"/>
            <a:r>
              <a:rPr lang="en-US" dirty="0"/>
              <a:t>Social media comments</a:t>
            </a:r>
          </a:p>
          <a:p>
            <a:r>
              <a:rPr lang="en-US" dirty="0"/>
              <a:t>Technologies used: ML, statistics, and NLP.</a:t>
            </a:r>
          </a:p>
          <a:p>
            <a:r>
              <a:rPr lang="en-US" dirty="0"/>
              <a:t>Insight into customers' mindsets.</a:t>
            </a:r>
          </a:p>
          <a:p>
            <a:r>
              <a:rPr lang="en-US" dirty="0"/>
              <a:t>Uncover possible ways to increase customer satisfaction.</a:t>
            </a:r>
          </a:p>
        </p:txBody>
      </p:sp>
      <p:sp>
        <p:nvSpPr>
          <p:cNvPr id="5" name="Title 4">
            <a:extLst>
              <a:ext uri="{FF2B5EF4-FFF2-40B4-BE49-F238E27FC236}">
                <a16:creationId xmlns:a16="http://schemas.microsoft.com/office/drawing/2014/main" id="{AA749C8F-6BC9-3BB8-CA6B-D99DAE8EE4B2}"/>
              </a:ext>
            </a:extLst>
          </p:cNvPr>
          <p:cNvSpPr>
            <a:spLocks noGrp="1"/>
          </p:cNvSpPr>
          <p:nvPr>
            <p:ph type="title"/>
          </p:nvPr>
        </p:nvSpPr>
        <p:spPr/>
        <p:txBody>
          <a:bodyPr/>
          <a:lstStyle/>
          <a:p>
            <a:r>
              <a:rPr lang="en-US" dirty="0"/>
              <a:t>Sentiment Analysis</a:t>
            </a:r>
          </a:p>
        </p:txBody>
      </p:sp>
      <p:sp>
        <p:nvSpPr>
          <p:cNvPr id="7" name="Text Placeholder 6">
            <a:extLst>
              <a:ext uri="{FF2B5EF4-FFF2-40B4-BE49-F238E27FC236}">
                <a16:creationId xmlns:a16="http://schemas.microsoft.com/office/drawing/2014/main" id="{81577941-265C-48D4-C6FC-B1943B7AD49B}"/>
              </a:ext>
            </a:extLst>
          </p:cNvPr>
          <p:cNvSpPr>
            <a:spLocks noGrp="1"/>
          </p:cNvSpPr>
          <p:nvPr>
            <p:ph type="body" sz="quarter" idx="13"/>
          </p:nvPr>
        </p:nvSpPr>
        <p:spPr/>
        <p:txBody>
          <a:bodyPr/>
          <a:lstStyle/>
          <a:p>
            <a:r>
              <a:rPr lang="en-US" b="1" dirty="0"/>
              <a:t>Sentiment analysis</a:t>
            </a:r>
            <a:r>
              <a:rPr lang="en-US" dirty="0"/>
              <a:t>: A process that determines the emotional tone of textual data, often grouping results in positive, negative, and neutral categories.</a:t>
            </a:r>
          </a:p>
        </p:txBody>
      </p:sp>
    </p:spTree>
    <p:extLst>
      <p:ext uri="{BB962C8B-B14F-4D97-AF65-F5344CB8AC3E}">
        <p14:creationId xmlns:p14="http://schemas.microsoft.com/office/powerpoint/2010/main" val="32865535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9C4A40A-2A0B-50E6-AB24-27AB7A513895}"/>
              </a:ext>
            </a:extLst>
          </p:cNvPr>
          <p:cNvSpPr>
            <a:spLocks noGrp="1"/>
          </p:cNvSpPr>
          <p:nvPr>
            <p:ph type="sldNum" sz="quarter" idx="12"/>
          </p:nvPr>
        </p:nvSpPr>
        <p:spPr/>
        <p:txBody>
          <a:bodyPr/>
          <a:lstStyle/>
          <a:p>
            <a:fld id="{A8160BDD-7155-D744-B749-9730458604AD}" type="slidenum">
              <a:rPr lang="en-US" smtClean="0"/>
              <a:pPr/>
              <a:t>7</a:t>
            </a:fld>
            <a:endParaRPr lang="en-US" dirty="0"/>
          </a:p>
        </p:txBody>
      </p:sp>
      <p:sp>
        <p:nvSpPr>
          <p:cNvPr id="9" name="Content Placeholder 8">
            <a:extLst>
              <a:ext uri="{FF2B5EF4-FFF2-40B4-BE49-F238E27FC236}">
                <a16:creationId xmlns:a16="http://schemas.microsoft.com/office/drawing/2014/main" id="{DB1992C7-6F6A-0EAA-28B4-A2E6E52625DF}"/>
              </a:ext>
            </a:extLst>
          </p:cNvPr>
          <p:cNvSpPr>
            <a:spLocks noGrp="1"/>
          </p:cNvSpPr>
          <p:nvPr>
            <p:ph idx="1"/>
          </p:nvPr>
        </p:nvSpPr>
        <p:spPr/>
        <p:txBody>
          <a:bodyPr/>
          <a:lstStyle/>
          <a:p>
            <a:r>
              <a:rPr lang="en-US" dirty="0"/>
              <a:t>Past interest becomes a factor to predict future interest.</a:t>
            </a:r>
          </a:p>
          <a:p>
            <a:r>
              <a:rPr lang="en-US" dirty="0"/>
              <a:t>Examples:</a:t>
            </a:r>
          </a:p>
          <a:p>
            <a:pPr lvl="1"/>
            <a:r>
              <a:rPr lang="en-US" dirty="0"/>
              <a:t>Books by same author</a:t>
            </a:r>
          </a:p>
          <a:p>
            <a:pPr lvl="1"/>
            <a:r>
              <a:rPr lang="en-US" dirty="0"/>
              <a:t>Books in same genre</a:t>
            </a:r>
          </a:p>
          <a:p>
            <a:pPr lvl="1"/>
            <a:r>
              <a:rPr lang="en-US" dirty="0"/>
              <a:t>Companion products</a:t>
            </a:r>
          </a:p>
          <a:p>
            <a:pPr lvl="1"/>
            <a:r>
              <a:rPr lang="en-US" dirty="0"/>
              <a:t>Clothing in similar styles or colors</a:t>
            </a:r>
          </a:p>
        </p:txBody>
      </p:sp>
      <p:sp>
        <p:nvSpPr>
          <p:cNvPr id="8" name="Title 7">
            <a:extLst>
              <a:ext uri="{FF2B5EF4-FFF2-40B4-BE49-F238E27FC236}">
                <a16:creationId xmlns:a16="http://schemas.microsoft.com/office/drawing/2014/main" id="{DC00DC81-54C7-4280-286A-DCE99938F1CE}"/>
              </a:ext>
            </a:extLst>
          </p:cNvPr>
          <p:cNvSpPr>
            <a:spLocks noGrp="1"/>
          </p:cNvSpPr>
          <p:nvPr>
            <p:ph type="title"/>
          </p:nvPr>
        </p:nvSpPr>
        <p:spPr/>
        <p:txBody>
          <a:bodyPr/>
          <a:lstStyle/>
          <a:p>
            <a:r>
              <a:rPr lang="en-US" dirty="0"/>
              <a:t>Recommender Systems</a:t>
            </a:r>
          </a:p>
        </p:txBody>
      </p:sp>
      <p:sp>
        <p:nvSpPr>
          <p:cNvPr id="10" name="Text Placeholder 9">
            <a:extLst>
              <a:ext uri="{FF2B5EF4-FFF2-40B4-BE49-F238E27FC236}">
                <a16:creationId xmlns:a16="http://schemas.microsoft.com/office/drawing/2014/main" id="{021AB1FC-F67F-F4B4-DC89-6D91EC5EAC98}"/>
              </a:ext>
            </a:extLst>
          </p:cNvPr>
          <p:cNvSpPr>
            <a:spLocks noGrp="1"/>
          </p:cNvSpPr>
          <p:nvPr>
            <p:ph type="body" sz="quarter" idx="13"/>
          </p:nvPr>
        </p:nvSpPr>
        <p:spPr/>
        <p:txBody>
          <a:bodyPr/>
          <a:lstStyle/>
          <a:p>
            <a:r>
              <a:rPr lang="en-US" b="1" dirty="0"/>
              <a:t>Recommender system</a:t>
            </a:r>
            <a:r>
              <a:rPr lang="en-US" dirty="0"/>
              <a:t>: A form of ML that suggests potential items of interest based on a customer's profile, search history, and inventory metadata.</a:t>
            </a:r>
            <a:endParaRPr lang="en-US" b="1" dirty="0"/>
          </a:p>
        </p:txBody>
      </p:sp>
    </p:spTree>
    <p:extLst>
      <p:ext uri="{BB962C8B-B14F-4D97-AF65-F5344CB8AC3E}">
        <p14:creationId xmlns:p14="http://schemas.microsoft.com/office/powerpoint/2010/main" val="93134541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E6E592F-F3CC-3028-0B25-E8E5FEE1AF64}"/>
              </a:ext>
            </a:extLst>
          </p:cNvPr>
          <p:cNvSpPr>
            <a:spLocks noGrp="1"/>
          </p:cNvSpPr>
          <p:nvPr>
            <p:ph type="sldNum" sz="quarter" idx="12"/>
          </p:nvPr>
        </p:nvSpPr>
        <p:spPr/>
        <p:txBody>
          <a:bodyPr/>
          <a:lstStyle/>
          <a:p>
            <a:fld id="{A8160BDD-7155-D744-B749-9730458604AD}" type="slidenum">
              <a:rPr lang="en-US" smtClean="0"/>
              <a:pPr/>
              <a:t>8</a:t>
            </a:fld>
            <a:endParaRPr lang="en-US" dirty="0"/>
          </a:p>
        </p:txBody>
      </p:sp>
      <p:sp>
        <p:nvSpPr>
          <p:cNvPr id="7" name="Content Placeholder 6">
            <a:extLst>
              <a:ext uri="{FF2B5EF4-FFF2-40B4-BE49-F238E27FC236}">
                <a16:creationId xmlns:a16="http://schemas.microsoft.com/office/drawing/2014/main" id="{503EC72E-6423-A35B-D32B-EA06DE797CB2}"/>
              </a:ext>
            </a:extLst>
          </p:cNvPr>
          <p:cNvSpPr>
            <a:spLocks noGrp="1"/>
          </p:cNvSpPr>
          <p:nvPr>
            <p:ph idx="1"/>
          </p:nvPr>
        </p:nvSpPr>
        <p:spPr/>
        <p:txBody>
          <a:bodyPr/>
          <a:lstStyle/>
          <a:p>
            <a:r>
              <a:rPr lang="en-US" dirty="0"/>
              <a:t>Get help when you need it.</a:t>
            </a:r>
          </a:p>
          <a:p>
            <a:r>
              <a:rPr lang="en-US" dirty="0"/>
              <a:t>Optimal for resolving basic issues.</a:t>
            </a:r>
          </a:p>
          <a:p>
            <a:r>
              <a:rPr lang="en-US" dirty="0"/>
              <a:t>Implementation options:</a:t>
            </a:r>
          </a:p>
          <a:p>
            <a:pPr lvl="1"/>
            <a:r>
              <a:rPr lang="en-US" dirty="0"/>
              <a:t>Chatbots</a:t>
            </a:r>
          </a:p>
          <a:p>
            <a:pPr lvl="1"/>
            <a:r>
              <a:rPr lang="en-US" dirty="0"/>
              <a:t>Knowledgebases/documentation</a:t>
            </a:r>
          </a:p>
          <a:p>
            <a:pPr lvl="1"/>
            <a:r>
              <a:rPr lang="en-US" dirty="0"/>
              <a:t>Online forums/communities</a:t>
            </a:r>
          </a:p>
          <a:p>
            <a:r>
              <a:rPr lang="en-US" dirty="0"/>
              <a:t>Combine with traditional customer support.</a:t>
            </a:r>
          </a:p>
          <a:p>
            <a:r>
              <a:rPr lang="en-US" dirty="0"/>
              <a:t>How does data science help?</a:t>
            </a:r>
          </a:p>
        </p:txBody>
      </p:sp>
      <p:sp>
        <p:nvSpPr>
          <p:cNvPr id="6" name="Title 5">
            <a:extLst>
              <a:ext uri="{FF2B5EF4-FFF2-40B4-BE49-F238E27FC236}">
                <a16:creationId xmlns:a16="http://schemas.microsoft.com/office/drawing/2014/main" id="{2B20A780-6F05-F5D0-E651-A93D9BE2C8B9}"/>
              </a:ext>
            </a:extLst>
          </p:cNvPr>
          <p:cNvSpPr>
            <a:spLocks noGrp="1"/>
          </p:cNvSpPr>
          <p:nvPr>
            <p:ph type="title"/>
          </p:nvPr>
        </p:nvSpPr>
        <p:spPr/>
        <p:txBody>
          <a:bodyPr/>
          <a:lstStyle/>
          <a:p>
            <a:r>
              <a:rPr lang="en-US" dirty="0"/>
              <a:t>Self-Service Support</a:t>
            </a:r>
          </a:p>
        </p:txBody>
      </p:sp>
      <p:grpSp>
        <p:nvGrpSpPr>
          <p:cNvPr id="22" name="Group 21">
            <a:extLst>
              <a:ext uri="{FF2B5EF4-FFF2-40B4-BE49-F238E27FC236}">
                <a16:creationId xmlns:a16="http://schemas.microsoft.com/office/drawing/2014/main" id="{EF99AD12-D7D0-0DA8-C4BB-E818015D70E3}"/>
              </a:ext>
            </a:extLst>
          </p:cNvPr>
          <p:cNvGrpSpPr/>
          <p:nvPr/>
        </p:nvGrpSpPr>
        <p:grpSpPr>
          <a:xfrm>
            <a:off x="5588213" y="2716416"/>
            <a:ext cx="4971272" cy="2565629"/>
            <a:chOff x="3576533" y="3620656"/>
            <a:chExt cx="4971272" cy="2565629"/>
          </a:xfrm>
        </p:grpSpPr>
        <p:grpSp>
          <p:nvGrpSpPr>
            <p:cNvPr id="16" name="Group 15">
              <a:extLst>
                <a:ext uri="{FF2B5EF4-FFF2-40B4-BE49-F238E27FC236}">
                  <a16:creationId xmlns:a16="http://schemas.microsoft.com/office/drawing/2014/main" id="{B3AD67DA-35B0-111B-784A-C2C020B767D7}"/>
                </a:ext>
              </a:extLst>
            </p:cNvPr>
            <p:cNvGrpSpPr/>
            <p:nvPr/>
          </p:nvGrpSpPr>
          <p:grpSpPr>
            <a:xfrm>
              <a:off x="5797448" y="4713635"/>
              <a:ext cx="1472650" cy="1472650"/>
              <a:chOff x="6610248" y="4713635"/>
              <a:chExt cx="1472650" cy="1472650"/>
            </a:xfrm>
          </p:grpSpPr>
          <p:pic>
            <p:nvPicPr>
              <p:cNvPr id="10" name="Graphic 9" descr="Chat outline">
                <a:extLst>
                  <a:ext uri="{FF2B5EF4-FFF2-40B4-BE49-F238E27FC236}">
                    <a16:creationId xmlns:a16="http://schemas.microsoft.com/office/drawing/2014/main" id="{F6917C2F-9B30-0AE9-B732-1E3182477941}"/>
                  </a:ext>
                </a:extLst>
              </p:cNvPr>
              <p:cNvPicPr>
                <a:picLocks noChangeAspect="1"/>
              </p:cNvPicPr>
              <p:nvPr/>
            </p:nvPicPr>
            <p:blipFill>
              <a:blip r:embed="rId2">
                <a:extLst>
                  <a:ext uri="{96DAC541-7B7A-43D3-8B79-37D633B846F1}">
                    <asvg:svgBlip xmlns:asvg="http://schemas.microsoft.com/office/drawing/2016/SVG/main" r:embed="rId3"/>
                  </a:ext>
                </a:extLst>
              </a:blip>
              <a:stretch>
                <a:fillRect/>
              </a:stretch>
            </p:blipFill>
            <p:spPr>
              <a:xfrm>
                <a:off x="7013232" y="5066361"/>
                <a:ext cx="687003" cy="687003"/>
              </a:xfrm>
              <a:prstGeom prst="rect">
                <a:avLst/>
              </a:prstGeom>
            </p:spPr>
          </p:pic>
          <p:pic>
            <p:nvPicPr>
              <p:cNvPr id="14" name="Graphic 13" descr="Laptop outline">
                <a:extLst>
                  <a:ext uri="{FF2B5EF4-FFF2-40B4-BE49-F238E27FC236}">
                    <a16:creationId xmlns:a16="http://schemas.microsoft.com/office/drawing/2014/main" id="{4AF8937A-1584-11EF-1736-BF5669AD5B0A}"/>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610248" y="4713635"/>
                <a:ext cx="1472650" cy="1472650"/>
              </a:xfrm>
              <a:prstGeom prst="rect">
                <a:avLst/>
              </a:prstGeom>
            </p:spPr>
          </p:pic>
        </p:grpSp>
        <p:grpSp>
          <p:nvGrpSpPr>
            <p:cNvPr id="21" name="Group 20">
              <a:extLst>
                <a:ext uri="{FF2B5EF4-FFF2-40B4-BE49-F238E27FC236}">
                  <a16:creationId xmlns:a16="http://schemas.microsoft.com/office/drawing/2014/main" id="{67167CA7-1B79-0797-BAE8-79BEC131F2FD}"/>
                </a:ext>
              </a:extLst>
            </p:cNvPr>
            <p:cNvGrpSpPr/>
            <p:nvPr/>
          </p:nvGrpSpPr>
          <p:grpSpPr>
            <a:xfrm>
              <a:off x="3576533" y="3620656"/>
              <a:ext cx="4971272" cy="2286504"/>
              <a:chOff x="3576533" y="3620656"/>
              <a:chExt cx="4971272" cy="2286504"/>
            </a:xfrm>
          </p:grpSpPr>
          <p:pic>
            <p:nvPicPr>
              <p:cNvPr id="4" name="Graphic 3" descr="Call center outline">
                <a:extLst>
                  <a:ext uri="{FF2B5EF4-FFF2-40B4-BE49-F238E27FC236}">
                    <a16:creationId xmlns:a16="http://schemas.microsoft.com/office/drawing/2014/main" id="{5AEFC532-C012-9ECE-C392-0D676EAE3DF4}"/>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4813272" y="4992760"/>
                <a:ext cx="914400" cy="914400"/>
              </a:xfrm>
              <a:prstGeom prst="rect">
                <a:avLst/>
              </a:prstGeom>
            </p:spPr>
          </p:pic>
          <p:pic>
            <p:nvPicPr>
              <p:cNvPr id="8" name="Graphic 7" descr="User outline">
                <a:extLst>
                  <a:ext uri="{FF2B5EF4-FFF2-40B4-BE49-F238E27FC236}">
                    <a16:creationId xmlns:a16="http://schemas.microsoft.com/office/drawing/2014/main" id="{7BD47A1F-874E-3A50-DAB9-0D4DE3B6AEEA}"/>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5576759" y="3620656"/>
                <a:ext cx="914400" cy="914400"/>
              </a:xfrm>
              <a:prstGeom prst="rect">
                <a:avLst/>
              </a:prstGeom>
            </p:spPr>
          </p:pic>
          <p:sp>
            <p:nvSpPr>
              <p:cNvPr id="15" name="AutoShape 303">
                <a:extLst>
                  <a:ext uri="{FF2B5EF4-FFF2-40B4-BE49-F238E27FC236}">
                    <a16:creationId xmlns:a16="http://schemas.microsoft.com/office/drawing/2014/main" id="{3BB3148E-DD92-2A7E-71F9-86FB13CA252D}"/>
                  </a:ext>
                </a:extLst>
              </p:cNvPr>
              <p:cNvSpPr>
                <a:spLocks/>
              </p:cNvSpPr>
              <p:nvPr/>
            </p:nvSpPr>
            <p:spPr bwMode="auto">
              <a:xfrm rot="5400000" flipH="1" flipV="1">
                <a:off x="5912603" y="3456925"/>
                <a:ext cx="232427" cy="2691424"/>
              </a:xfrm>
              <a:prstGeom prst="rightBrace">
                <a:avLst>
                  <a:gd name="adj1" fmla="val 65909"/>
                  <a:gd name="adj2" fmla="val 50000"/>
                </a:avLst>
              </a:prstGeom>
              <a:noFill/>
              <a:ln w="19050">
                <a:solidFill>
                  <a:srgbClr val="000000"/>
                </a:solidFill>
                <a:round/>
                <a:headEnd/>
                <a:tailEnd/>
              </a:ln>
              <a:extLst>
                <a:ext uri="{909E8E84-426E-40dd-AFC4-6F175D3DCCD1}">
                  <a14:hiddenFill xmlns="" xmlns:a14="http://schemas.microsoft.com/office/drawing/2010/main">
                    <a:solidFill>
                      <a:srgbClr val="FFFFFF"/>
                    </a:solidFill>
                  </a14:hiddenFill>
                </a:ext>
              </a:extLst>
            </p:spPr>
            <p:txBody>
              <a:bodyPr wrap="none" anchor="ctr"/>
              <a:lstStyle/>
              <a:p>
                <a:pPr defTabSz="914400">
                  <a:defRPr/>
                </a:pPr>
                <a:endParaRPr lang="en-US" kern="0" dirty="0">
                  <a:solidFill>
                    <a:sysClr val="windowText" lastClr="000000"/>
                  </a:solidFill>
                </a:endParaRPr>
              </a:p>
            </p:txBody>
          </p:sp>
          <p:sp>
            <p:nvSpPr>
              <p:cNvPr id="18" name="Text Box 306">
                <a:extLst>
                  <a:ext uri="{FF2B5EF4-FFF2-40B4-BE49-F238E27FC236}">
                    <a16:creationId xmlns:a16="http://schemas.microsoft.com/office/drawing/2014/main" id="{BBE2845B-6B28-BADC-8037-8AF541CE5D45}"/>
                  </a:ext>
                </a:extLst>
              </p:cNvPr>
              <p:cNvSpPr txBox="1">
                <a:spLocks noChangeArrowheads="1"/>
              </p:cNvSpPr>
              <p:nvPr/>
            </p:nvSpPr>
            <p:spPr bwMode="auto">
              <a:xfrm>
                <a:off x="7057143" y="5563051"/>
                <a:ext cx="1490662" cy="292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9DDC"/>
                    </a:solidFill>
                    <a:latin typeface="Calibri"/>
                    <a:cs typeface="Calibri"/>
                  </a:rPr>
                  <a:t>Self-service</a:t>
                </a:r>
              </a:p>
            </p:txBody>
          </p:sp>
          <p:sp>
            <p:nvSpPr>
              <p:cNvPr id="19" name="Text Box 306">
                <a:extLst>
                  <a:ext uri="{FF2B5EF4-FFF2-40B4-BE49-F238E27FC236}">
                    <a16:creationId xmlns:a16="http://schemas.microsoft.com/office/drawing/2014/main" id="{952C0030-E251-CD57-AC17-4E907891AE2F}"/>
                  </a:ext>
                </a:extLst>
              </p:cNvPr>
              <p:cNvSpPr txBox="1">
                <a:spLocks noChangeArrowheads="1"/>
              </p:cNvSpPr>
              <p:nvPr/>
            </p:nvSpPr>
            <p:spPr bwMode="auto">
              <a:xfrm>
                <a:off x="4183830" y="3762520"/>
                <a:ext cx="1490662" cy="292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9DDC"/>
                    </a:solidFill>
                    <a:latin typeface="Calibri"/>
                    <a:cs typeface="Calibri"/>
                  </a:rPr>
                  <a:t>Customer</a:t>
                </a:r>
              </a:p>
            </p:txBody>
          </p:sp>
          <p:sp>
            <p:nvSpPr>
              <p:cNvPr id="20" name="Text Box 306">
                <a:extLst>
                  <a:ext uri="{FF2B5EF4-FFF2-40B4-BE49-F238E27FC236}">
                    <a16:creationId xmlns:a16="http://schemas.microsoft.com/office/drawing/2014/main" id="{4A06D469-EF5D-4E89-9CD5-C9E46680B19F}"/>
                  </a:ext>
                </a:extLst>
              </p:cNvPr>
              <p:cNvSpPr txBox="1">
                <a:spLocks noChangeArrowheads="1"/>
              </p:cNvSpPr>
              <p:nvPr/>
            </p:nvSpPr>
            <p:spPr bwMode="auto">
              <a:xfrm>
                <a:off x="3576533" y="5563051"/>
                <a:ext cx="1490662" cy="292388"/>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a:spAutoFit/>
              </a:bodyPr>
              <a:lstStyle>
                <a:lvl1pPr eaLnBrk="0" hangingPunct="0">
                  <a:defRPr>
                    <a:solidFill>
                      <a:schemeClr val="tx1"/>
                    </a:solidFill>
                    <a:latin typeface="Arial" charset="0"/>
                  </a:defRPr>
                </a:lvl1pPr>
                <a:lvl2pPr marL="742950" indent="-285750" eaLnBrk="0" hangingPunct="0">
                  <a:defRPr>
                    <a:solidFill>
                      <a:schemeClr val="tx1"/>
                    </a:solidFill>
                    <a:latin typeface="Arial" charset="0"/>
                  </a:defRPr>
                </a:lvl2pPr>
                <a:lvl3pPr marL="1143000" indent="-228600" eaLnBrk="0" hangingPunct="0">
                  <a:defRPr>
                    <a:solidFill>
                      <a:schemeClr val="tx1"/>
                    </a:solidFill>
                    <a:latin typeface="Arial" charset="0"/>
                  </a:defRPr>
                </a:lvl3pPr>
                <a:lvl4pPr marL="1600200" indent="-228600" eaLnBrk="0" hangingPunct="0">
                  <a:defRPr>
                    <a:solidFill>
                      <a:schemeClr val="tx1"/>
                    </a:solidFill>
                    <a:latin typeface="Arial" charset="0"/>
                  </a:defRPr>
                </a:lvl4pPr>
                <a:lvl5pPr marL="2057400" indent="-228600" eaLnBrk="0" hangingPunct="0">
                  <a:defRPr>
                    <a:solidFill>
                      <a:schemeClr val="tx1"/>
                    </a:solidFill>
                    <a:latin typeface="Arial" charset="0"/>
                  </a:defRPr>
                </a:lvl5pPr>
                <a:lvl6pPr marL="2514600" indent="-228600" eaLnBrk="0" fontAlgn="base" hangingPunct="0">
                  <a:spcBef>
                    <a:spcPct val="0"/>
                  </a:spcBef>
                  <a:spcAft>
                    <a:spcPct val="0"/>
                  </a:spcAft>
                  <a:defRPr>
                    <a:solidFill>
                      <a:schemeClr val="tx1"/>
                    </a:solidFill>
                    <a:latin typeface="Arial" charset="0"/>
                  </a:defRPr>
                </a:lvl6pPr>
                <a:lvl7pPr marL="2971800" indent="-228600" eaLnBrk="0" fontAlgn="base" hangingPunct="0">
                  <a:spcBef>
                    <a:spcPct val="0"/>
                  </a:spcBef>
                  <a:spcAft>
                    <a:spcPct val="0"/>
                  </a:spcAft>
                  <a:defRPr>
                    <a:solidFill>
                      <a:schemeClr val="tx1"/>
                    </a:solidFill>
                    <a:latin typeface="Arial" charset="0"/>
                  </a:defRPr>
                </a:lvl7pPr>
                <a:lvl8pPr marL="3429000" indent="-228600" eaLnBrk="0" fontAlgn="base" hangingPunct="0">
                  <a:spcBef>
                    <a:spcPct val="0"/>
                  </a:spcBef>
                  <a:spcAft>
                    <a:spcPct val="0"/>
                  </a:spcAft>
                  <a:defRPr>
                    <a:solidFill>
                      <a:schemeClr val="tx1"/>
                    </a:solidFill>
                    <a:latin typeface="Arial" charset="0"/>
                  </a:defRPr>
                </a:lvl8pPr>
                <a:lvl9pPr marL="3886200" indent="-228600" eaLnBrk="0" fontAlgn="base" hangingPunct="0">
                  <a:spcBef>
                    <a:spcPct val="0"/>
                  </a:spcBef>
                  <a:spcAft>
                    <a:spcPct val="0"/>
                  </a:spcAft>
                  <a:defRPr>
                    <a:solidFill>
                      <a:schemeClr val="tx1"/>
                    </a:solidFill>
                    <a:latin typeface="Arial" charset="0"/>
                  </a:defRPr>
                </a:lvl9pPr>
              </a:lstStyle>
              <a:p>
                <a:pPr algn="ctr" defTabSz="914400" eaLnBrk="1" hangingPunct="1">
                  <a:spcBef>
                    <a:spcPct val="50000"/>
                  </a:spcBef>
                  <a:defRPr/>
                </a:pPr>
                <a:r>
                  <a:rPr lang="en-US" sz="1300" b="1" kern="0" dirty="0">
                    <a:solidFill>
                      <a:srgbClr val="009DDC"/>
                    </a:solidFill>
                    <a:latin typeface="Calibri"/>
                    <a:cs typeface="Calibri"/>
                  </a:rPr>
                  <a:t>Live support</a:t>
                </a:r>
              </a:p>
            </p:txBody>
          </p:sp>
        </p:grpSp>
      </p:grpSp>
    </p:spTree>
    <p:extLst>
      <p:ext uri="{BB962C8B-B14F-4D97-AF65-F5344CB8AC3E}">
        <p14:creationId xmlns:p14="http://schemas.microsoft.com/office/powerpoint/2010/main" val="127252477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6CA10F6-BEB1-2722-2FBD-F3C247721E01}"/>
              </a:ext>
            </a:extLst>
          </p:cNvPr>
          <p:cNvSpPr>
            <a:spLocks noGrp="1"/>
          </p:cNvSpPr>
          <p:nvPr>
            <p:ph type="sldNum" sz="quarter" idx="12"/>
          </p:nvPr>
        </p:nvSpPr>
        <p:spPr/>
        <p:txBody>
          <a:bodyPr/>
          <a:lstStyle/>
          <a:p>
            <a:fld id="{A8160BDD-7155-D744-B749-9730458604AD}" type="slidenum">
              <a:rPr lang="en-US" smtClean="0"/>
              <a:pPr/>
              <a:t>9</a:t>
            </a:fld>
            <a:endParaRPr lang="en-US" dirty="0"/>
          </a:p>
        </p:txBody>
      </p:sp>
      <p:sp>
        <p:nvSpPr>
          <p:cNvPr id="3" name="Content Placeholder 2">
            <a:extLst>
              <a:ext uri="{FF2B5EF4-FFF2-40B4-BE49-F238E27FC236}">
                <a16:creationId xmlns:a16="http://schemas.microsoft.com/office/drawing/2014/main" id="{A57FD0B0-6D55-2232-96BA-9C692409067D}"/>
              </a:ext>
            </a:extLst>
          </p:cNvPr>
          <p:cNvSpPr>
            <a:spLocks noGrp="1"/>
          </p:cNvSpPr>
          <p:nvPr>
            <p:ph idx="1"/>
          </p:nvPr>
        </p:nvSpPr>
        <p:spPr/>
        <p:txBody>
          <a:bodyPr/>
          <a:lstStyle/>
          <a:p>
            <a:r>
              <a:rPr lang="en-US" dirty="0"/>
              <a:t>Generative AI: creates content that appears convincingly humanlike.</a:t>
            </a:r>
          </a:p>
          <a:p>
            <a:pPr lvl="1"/>
            <a:r>
              <a:rPr lang="en-US" dirty="0"/>
              <a:t>Text, audio, images, and video</a:t>
            </a:r>
          </a:p>
          <a:p>
            <a:r>
              <a:rPr lang="en-US" dirty="0"/>
              <a:t>Chatbots</a:t>
            </a:r>
          </a:p>
          <a:p>
            <a:pPr lvl="1"/>
            <a:r>
              <a:rPr lang="en-US" dirty="0"/>
              <a:t>Simulate human conversation via text or voice messages.</a:t>
            </a:r>
          </a:p>
          <a:p>
            <a:pPr lvl="1"/>
            <a:r>
              <a:rPr lang="en-US" dirty="0"/>
              <a:t>On websites, in apps, and on messaging platforms.</a:t>
            </a:r>
          </a:p>
          <a:p>
            <a:pPr lvl="1"/>
            <a:r>
              <a:rPr lang="en-US" dirty="0"/>
              <a:t>Use a conversational interface.</a:t>
            </a:r>
          </a:p>
          <a:p>
            <a:pPr lvl="1"/>
            <a:r>
              <a:rPr lang="en-US" dirty="0"/>
              <a:t>Primary goal: to provide customer support.</a:t>
            </a:r>
          </a:p>
          <a:p>
            <a:r>
              <a:rPr lang="en-US" dirty="0"/>
              <a:t>Virtual assistants</a:t>
            </a:r>
          </a:p>
          <a:p>
            <a:pPr lvl="1"/>
            <a:r>
              <a:rPr lang="en-US" dirty="0"/>
              <a:t>Assist users with performing simple tasks.</a:t>
            </a:r>
          </a:p>
          <a:p>
            <a:pPr lvl="1"/>
            <a:r>
              <a:rPr lang="en-US" dirty="0"/>
              <a:t>Commonly built into devices.</a:t>
            </a:r>
          </a:p>
          <a:p>
            <a:pPr lvl="1"/>
            <a:r>
              <a:rPr lang="en-US" dirty="0"/>
              <a:t>No interface needed.</a:t>
            </a:r>
          </a:p>
          <a:p>
            <a:pPr lvl="1"/>
            <a:r>
              <a:rPr lang="en-US" dirty="0"/>
              <a:t>Primary goal: to help users conduct business or personal activities.</a:t>
            </a:r>
          </a:p>
          <a:p>
            <a:endParaRPr lang="en-US" dirty="0"/>
          </a:p>
        </p:txBody>
      </p:sp>
      <p:sp>
        <p:nvSpPr>
          <p:cNvPr id="4" name="Title 3">
            <a:extLst>
              <a:ext uri="{FF2B5EF4-FFF2-40B4-BE49-F238E27FC236}">
                <a16:creationId xmlns:a16="http://schemas.microsoft.com/office/drawing/2014/main" id="{F6B7DC20-A81E-BD75-71AF-FF864222C2C5}"/>
              </a:ext>
            </a:extLst>
          </p:cNvPr>
          <p:cNvSpPr>
            <a:spLocks noGrp="1"/>
          </p:cNvSpPr>
          <p:nvPr>
            <p:ph type="title"/>
          </p:nvPr>
        </p:nvSpPr>
        <p:spPr/>
        <p:txBody>
          <a:bodyPr/>
          <a:lstStyle/>
          <a:p>
            <a:r>
              <a:rPr lang="en-US" dirty="0"/>
              <a:t>Chatbots and Virtual Assistants</a:t>
            </a:r>
          </a:p>
        </p:txBody>
      </p:sp>
    </p:spTree>
    <p:extLst>
      <p:ext uri="{BB962C8B-B14F-4D97-AF65-F5344CB8AC3E}">
        <p14:creationId xmlns:p14="http://schemas.microsoft.com/office/powerpoint/2010/main" val="311662948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683E7C3-A482-FB0D-F8DD-0EA41CBC3678}"/>
              </a:ext>
            </a:extLst>
          </p:cNvPr>
          <p:cNvSpPr>
            <a:spLocks noGrp="1"/>
          </p:cNvSpPr>
          <p:nvPr>
            <p:ph type="sldNum" sz="quarter" idx="12"/>
          </p:nvPr>
        </p:nvSpPr>
        <p:spPr/>
        <p:txBody>
          <a:bodyPr/>
          <a:lstStyle/>
          <a:p>
            <a:fld id="{A8160BDD-7155-D744-B749-9730458604AD}" type="slidenum">
              <a:rPr lang="en-US" smtClean="0"/>
              <a:pPr/>
              <a:t>10</a:t>
            </a:fld>
            <a:endParaRPr lang="en-US" dirty="0"/>
          </a:p>
        </p:txBody>
      </p:sp>
      <p:sp>
        <p:nvSpPr>
          <p:cNvPr id="6" name="Content Placeholder 5">
            <a:extLst>
              <a:ext uri="{FF2B5EF4-FFF2-40B4-BE49-F238E27FC236}">
                <a16:creationId xmlns:a16="http://schemas.microsoft.com/office/drawing/2014/main" id="{DA580C89-C29A-D639-08B1-5A06538BA4F8}"/>
              </a:ext>
            </a:extLst>
          </p:cNvPr>
          <p:cNvSpPr>
            <a:spLocks noGrp="1"/>
          </p:cNvSpPr>
          <p:nvPr>
            <p:ph idx="1"/>
          </p:nvPr>
        </p:nvSpPr>
        <p:spPr/>
        <p:txBody>
          <a:bodyPr/>
          <a:lstStyle/>
          <a:p>
            <a:pPr>
              <a:buFont typeface="+mj-lt"/>
              <a:buAutoNum type="arabicPeriod"/>
            </a:pPr>
            <a:r>
              <a:rPr lang="en-US" dirty="0"/>
              <a:t>Customers who use the GCE online store and other online resources have been experiencing substantial wait times to speak with customer service agents. This has led to some dissatisfaction and less-than-optimal online reviews. </a:t>
            </a:r>
            <a:br>
              <a:rPr lang="en-US" dirty="0"/>
            </a:br>
            <a:br>
              <a:rPr lang="en-US" dirty="0"/>
            </a:br>
            <a:r>
              <a:rPr lang="en-US" dirty="0"/>
              <a:t>How could the company address this issue?</a:t>
            </a:r>
            <a:br>
              <a:rPr lang="en-US" dirty="0"/>
            </a:br>
            <a:br>
              <a:rPr lang="en-US" dirty="0"/>
            </a:br>
            <a:endParaRPr lang="en-US" dirty="0"/>
          </a:p>
          <a:p>
            <a:pPr>
              <a:buFont typeface="+mj-lt"/>
              <a:buAutoNum type="arabicPeriod"/>
            </a:pPr>
            <a:r>
              <a:rPr lang="en-US" dirty="0"/>
              <a:t>To increase sales of some items, a suggestion was made to create some in-store displays that show the items in a typical scene. For example, a seasonal display including a beach umbrella, chairs, towels, and a drinks cooler. </a:t>
            </a:r>
            <a:br>
              <a:rPr lang="en-US" dirty="0"/>
            </a:br>
            <a:br>
              <a:rPr lang="en-US" dirty="0"/>
            </a:br>
            <a:r>
              <a:rPr lang="en-US" dirty="0"/>
              <a:t>How can you tell how effective these displays are?</a:t>
            </a:r>
          </a:p>
        </p:txBody>
      </p:sp>
      <p:sp>
        <p:nvSpPr>
          <p:cNvPr id="5" name="Title 4">
            <a:extLst>
              <a:ext uri="{FF2B5EF4-FFF2-40B4-BE49-F238E27FC236}">
                <a16:creationId xmlns:a16="http://schemas.microsoft.com/office/drawing/2014/main" id="{AF59B645-2568-2B4B-BF59-B1650973E900}"/>
              </a:ext>
            </a:extLst>
          </p:cNvPr>
          <p:cNvSpPr>
            <a:spLocks noGrp="1"/>
          </p:cNvSpPr>
          <p:nvPr>
            <p:ph type="title"/>
          </p:nvPr>
        </p:nvSpPr>
        <p:spPr/>
        <p:txBody>
          <a:bodyPr/>
          <a:lstStyle/>
          <a:p>
            <a:r>
              <a:rPr lang="en-US" dirty="0"/>
              <a:t>Activity: Improving Customer Experience</a:t>
            </a:r>
          </a:p>
        </p:txBody>
      </p:sp>
    </p:spTree>
    <p:extLst>
      <p:ext uri="{BB962C8B-B14F-4D97-AF65-F5344CB8AC3E}">
        <p14:creationId xmlns:p14="http://schemas.microsoft.com/office/powerpoint/2010/main" val="42986097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603AD967-0808-49CD-FEC8-277B5FE8D2F8}"/>
              </a:ext>
            </a:extLst>
          </p:cNvPr>
          <p:cNvSpPr>
            <a:spLocks noGrp="1"/>
          </p:cNvSpPr>
          <p:nvPr>
            <p:ph type="sldNum" sz="quarter" idx="12"/>
          </p:nvPr>
        </p:nvSpPr>
        <p:spPr/>
        <p:txBody>
          <a:bodyPr/>
          <a:lstStyle/>
          <a:p>
            <a:fld id="{A8160BDD-7155-D744-B749-9730458604AD}" type="slidenum">
              <a:rPr lang="en-US" smtClean="0"/>
              <a:t>11</a:t>
            </a:fld>
            <a:endParaRPr lang="en-US" dirty="0"/>
          </a:p>
        </p:txBody>
      </p:sp>
      <p:sp>
        <p:nvSpPr>
          <p:cNvPr id="3" name="Text Placeholder 2">
            <a:extLst>
              <a:ext uri="{FF2B5EF4-FFF2-40B4-BE49-F238E27FC236}">
                <a16:creationId xmlns:a16="http://schemas.microsoft.com/office/drawing/2014/main" id="{3E8BC5FC-C6BD-B6D9-DD5E-B0780B498523}"/>
              </a:ext>
            </a:extLst>
          </p:cNvPr>
          <p:cNvSpPr>
            <a:spLocks noGrp="1"/>
          </p:cNvSpPr>
          <p:nvPr>
            <p:ph type="body" sz="quarter" idx="14"/>
          </p:nvPr>
        </p:nvSpPr>
        <p:spPr/>
        <p:txBody>
          <a:bodyPr/>
          <a:lstStyle/>
          <a:p>
            <a:r>
              <a:rPr lang="en-US" dirty="0"/>
              <a:t>Improve Marketing Efforts</a:t>
            </a:r>
          </a:p>
        </p:txBody>
      </p:sp>
      <p:pic>
        <p:nvPicPr>
          <p:cNvPr id="6" name="Picture Placeholder 5">
            <a:extLst>
              <a:ext uri="{FF2B5EF4-FFF2-40B4-BE49-F238E27FC236}">
                <a16:creationId xmlns:a16="http://schemas.microsoft.com/office/drawing/2014/main" id="{F51E157B-52D6-F337-6A2F-A63C188B6ACC}"/>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277328452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6C779C-36A8-0B72-07AE-36C95EBBEA0C}"/>
              </a:ext>
            </a:extLst>
          </p:cNvPr>
          <p:cNvSpPr>
            <a:spLocks noGrp="1"/>
          </p:cNvSpPr>
          <p:nvPr>
            <p:ph type="sldNum" sz="quarter" idx="12"/>
          </p:nvPr>
        </p:nvSpPr>
        <p:spPr/>
        <p:txBody>
          <a:bodyPr/>
          <a:lstStyle/>
          <a:p>
            <a:fld id="{A8160BDD-7155-D744-B749-9730458604AD}" type="slidenum">
              <a:rPr lang="en-US" smtClean="0"/>
              <a:t>12</a:t>
            </a:fld>
            <a:endParaRPr lang="en-US" dirty="0"/>
          </a:p>
        </p:txBody>
      </p:sp>
      <p:sp>
        <p:nvSpPr>
          <p:cNvPr id="6" name="Content Placeholder 5">
            <a:extLst>
              <a:ext uri="{FF2B5EF4-FFF2-40B4-BE49-F238E27FC236}">
                <a16:creationId xmlns:a16="http://schemas.microsoft.com/office/drawing/2014/main" id="{930784AC-AF57-B206-FE31-D5AB975EF099}"/>
              </a:ext>
            </a:extLst>
          </p:cNvPr>
          <p:cNvSpPr>
            <a:spLocks noGrp="1"/>
          </p:cNvSpPr>
          <p:nvPr>
            <p:ph idx="1"/>
          </p:nvPr>
        </p:nvSpPr>
        <p:spPr/>
        <p:txBody>
          <a:bodyPr/>
          <a:lstStyle/>
          <a:p>
            <a:r>
              <a:rPr lang="en-US" dirty="0"/>
              <a:t>Demographic</a:t>
            </a:r>
          </a:p>
          <a:p>
            <a:r>
              <a:rPr lang="en-US" dirty="0"/>
              <a:t>Geographic</a:t>
            </a:r>
          </a:p>
          <a:p>
            <a:r>
              <a:rPr lang="en-US" dirty="0"/>
              <a:t>Psychographic</a:t>
            </a:r>
          </a:p>
          <a:p>
            <a:r>
              <a:rPr lang="en-US" dirty="0"/>
              <a:t>Behavioral</a:t>
            </a:r>
          </a:p>
        </p:txBody>
      </p:sp>
      <p:sp>
        <p:nvSpPr>
          <p:cNvPr id="5" name="Title 4">
            <a:extLst>
              <a:ext uri="{FF2B5EF4-FFF2-40B4-BE49-F238E27FC236}">
                <a16:creationId xmlns:a16="http://schemas.microsoft.com/office/drawing/2014/main" id="{E6AE4631-ABF7-404A-E882-416E1343F2A1}"/>
              </a:ext>
            </a:extLst>
          </p:cNvPr>
          <p:cNvSpPr>
            <a:spLocks noGrp="1"/>
          </p:cNvSpPr>
          <p:nvPr>
            <p:ph type="title"/>
          </p:nvPr>
        </p:nvSpPr>
        <p:spPr/>
        <p:txBody>
          <a:bodyPr/>
          <a:lstStyle/>
          <a:p>
            <a:r>
              <a:rPr lang="en-US" dirty="0"/>
              <a:t>Audience Segmentation</a:t>
            </a:r>
          </a:p>
        </p:txBody>
      </p:sp>
      <p:sp>
        <p:nvSpPr>
          <p:cNvPr id="7" name="Text Placeholder 6">
            <a:extLst>
              <a:ext uri="{FF2B5EF4-FFF2-40B4-BE49-F238E27FC236}">
                <a16:creationId xmlns:a16="http://schemas.microsoft.com/office/drawing/2014/main" id="{A588DA29-353E-4FE9-07F2-1915C015D617}"/>
              </a:ext>
            </a:extLst>
          </p:cNvPr>
          <p:cNvSpPr>
            <a:spLocks noGrp="1"/>
          </p:cNvSpPr>
          <p:nvPr>
            <p:ph type="body" sz="quarter" idx="13"/>
          </p:nvPr>
        </p:nvSpPr>
        <p:spPr/>
        <p:txBody>
          <a:bodyPr/>
          <a:lstStyle/>
          <a:p>
            <a:r>
              <a:rPr lang="en-US" b="1" dirty="0"/>
              <a:t>Audience segmentation</a:t>
            </a:r>
            <a:r>
              <a:rPr lang="en-US" dirty="0"/>
              <a:t>: The process of dividing individuals into groups based on common characteristics.</a:t>
            </a:r>
          </a:p>
        </p:txBody>
      </p:sp>
    </p:spTree>
    <p:extLst>
      <p:ext uri="{BB962C8B-B14F-4D97-AF65-F5344CB8AC3E}">
        <p14:creationId xmlns:p14="http://schemas.microsoft.com/office/powerpoint/2010/main" val="31775265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9E1BFA0-B5AD-BDDE-D8ED-76B1F1D5FEB5}"/>
              </a:ext>
            </a:extLst>
          </p:cNvPr>
          <p:cNvSpPr>
            <a:spLocks noGrp="1"/>
          </p:cNvSpPr>
          <p:nvPr>
            <p:ph type="sldNum" sz="quarter" idx="12"/>
          </p:nvPr>
        </p:nvSpPr>
        <p:spPr/>
        <p:txBody>
          <a:bodyPr/>
          <a:lstStyle/>
          <a:p>
            <a:fld id="{A8160BDD-7155-D744-B749-9730458604AD}" type="slidenum">
              <a:rPr lang="en-US" smtClean="0"/>
              <a:pPr/>
              <a:t>13</a:t>
            </a:fld>
            <a:endParaRPr lang="en-US" dirty="0"/>
          </a:p>
        </p:txBody>
      </p:sp>
      <p:sp>
        <p:nvSpPr>
          <p:cNvPr id="7" name="Content Placeholder 6">
            <a:extLst>
              <a:ext uri="{FF2B5EF4-FFF2-40B4-BE49-F238E27FC236}">
                <a16:creationId xmlns:a16="http://schemas.microsoft.com/office/drawing/2014/main" id="{7B05AB39-C0A3-FA42-C4D0-98970C96B792}"/>
              </a:ext>
            </a:extLst>
          </p:cNvPr>
          <p:cNvSpPr>
            <a:spLocks noGrp="1"/>
          </p:cNvSpPr>
          <p:nvPr>
            <p:ph idx="1"/>
          </p:nvPr>
        </p:nvSpPr>
        <p:spPr/>
        <p:txBody>
          <a:bodyPr/>
          <a:lstStyle/>
          <a:p>
            <a:r>
              <a:rPr lang="en-US" dirty="0"/>
              <a:t>Major goal of audience segmentation.</a:t>
            </a:r>
          </a:p>
          <a:p>
            <a:r>
              <a:rPr lang="en-US" dirty="0"/>
              <a:t>Focus on traits, preferences, and interests.</a:t>
            </a:r>
          </a:p>
          <a:p>
            <a:pPr lvl="1"/>
            <a:r>
              <a:rPr lang="en-US" dirty="0"/>
              <a:t>Then send different messages to each segment.</a:t>
            </a:r>
          </a:p>
          <a:p>
            <a:r>
              <a:rPr lang="en-US" dirty="0"/>
              <a:t>Data sources:</a:t>
            </a:r>
          </a:p>
          <a:p>
            <a:pPr lvl="1"/>
            <a:r>
              <a:rPr lang="en-US" dirty="0"/>
              <a:t>Web tracking</a:t>
            </a:r>
          </a:p>
          <a:p>
            <a:pPr lvl="1"/>
            <a:r>
              <a:rPr lang="en-US" dirty="0"/>
              <a:t>Location tracking</a:t>
            </a:r>
          </a:p>
          <a:p>
            <a:pPr lvl="1"/>
            <a:r>
              <a:rPr lang="en-US" dirty="0"/>
              <a:t>Cross-device tracking</a:t>
            </a:r>
          </a:p>
          <a:p>
            <a:r>
              <a:rPr lang="en-US" dirty="0"/>
              <a:t>Mixed reviews for acceptance.</a:t>
            </a:r>
          </a:p>
        </p:txBody>
      </p:sp>
      <p:sp>
        <p:nvSpPr>
          <p:cNvPr id="6" name="Title 5">
            <a:extLst>
              <a:ext uri="{FF2B5EF4-FFF2-40B4-BE49-F238E27FC236}">
                <a16:creationId xmlns:a16="http://schemas.microsoft.com/office/drawing/2014/main" id="{DBB8DFB6-1C75-CA75-1E85-C2BEFEC42A67}"/>
              </a:ext>
            </a:extLst>
          </p:cNvPr>
          <p:cNvSpPr>
            <a:spLocks noGrp="1"/>
          </p:cNvSpPr>
          <p:nvPr>
            <p:ph type="title"/>
          </p:nvPr>
        </p:nvSpPr>
        <p:spPr/>
        <p:txBody>
          <a:bodyPr/>
          <a:lstStyle/>
          <a:p>
            <a:r>
              <a:rPr lang="en-US" dirty="0"/>
              <a:t>Targeted Advertising</a:t>
            </a:r>
          </a:p>
        </p:txBody>
      </p:sp>
      <p:pic>
        <p:nvPicPr>
          <p:cNvPr id="1026" name="Picture 2" descr="Free vector red dart arrow hitting in the target center of dartboard">
            <a:extLst>
              <a:ext uri="{FF2B5EF4-FFF2-40B4-BE49-F238E27FC236}">
                <a16:creationId xmlns:a16="http://schemas.microsoft.com/office/drawing/2014/main" id="{81CE3D90-B00B-FA62-C949-54DB455E80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609875" y="1505668"/>
            <a:ext cx="4072570" cy="4072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78463119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9A2ACF7B-531D-A907-0F35-01749D1A6791}"/>
              </a:ext>
            </a:extLst>
          </p:cNvPr>
          <p:cNvSpPr>
            <a:spLocks noGrp="1"/>
          </p:cNvSpPr>
          <p:nvPr>
            <p:ph type="sldNum" sz="quarter" idx="12"/>
          </p:nvPr>
        </p:nvSpPr>
        <p:spPr/>
        <p:txBody>
          <a:bodyPr/>
          <a:lstStyle/>
          <a:p>
            <a:fld id="{A8160BDD-7155-D744-B749-9730458604AD}" type="slidenum">
              <a:rPr lang="en-US" smtClean="0"/>
              <a:pPr/>
              <a:t>14</a:t>
            </a:fld>
            <a:endParaRPr lang="en-US" dirty="0"/>
          </a:p>
        </p:txBody>
      </p:sp>
      <p:sp>
        <p:nvSpPr>
          <p:cNvPr id="3" name="Content Placeholder 2">
            <a:extLst>
              <a:ext uri="{FF2B5EF4-FFF2-40B4-BE49-F238E27FC236}">
                <a16:creationId xmlns:a16="http://schemas.microsoft.com/office/drawing/2014/main" id="{9759EA09-A28F-0952-DF2D-DF95102FF9FE}"/>
              </a:ext>
            </a:extLst>
          </p:cNvPr>
          <p:cNvSpPr>
            <a:spLocks noGrp="1"/>
          </p:cNvSpPr>
          <p:nvPr>
            <p:ph idx="1"/>
          </p:nvPr>
        </p:nvSpPr>
        <p:spPr/>
        <p:txBody>
          <a:bodyPr/>
          <a:lstStyle/>
          <a:p>
            <a:r>
              <a:rPr lang="en-US" dirty="0"/>
              <a:t>Increase the effectiveness of marketing and advertising campaigns.</a:t>
            </a:r>
          </a:p>
          <a:p>
            <a:pPr lvl="1"/>
            <a:r>
              <a:rPr lang="en-US" dirty="0"/>
              <a:t>Maximize ROI.</a:t>
            </a:r>
          </a:p>
          <a:p>
            <a:r>
              <a:rPr lang="en-US" dirty="0"/>
              <a:t>Campaign optimization software can suggest metrics and KPIs.</a:t>
            </a:r>
          </a:p>
          <a:p>
            <a:pPr lvl="1"/>
            <a:r>
              <a:rPr lang="en-US" dirty="0"/>
              <a:t>ROAS</a:t>
            </a:r>
          </a:p>
          <a:p>
            <a:pPr lvl="1"/>
            <a:r>
              <a:rPr lang="en-US" dirty="0"/>
              <a:t>Cost per click</a:t>
            </a:r>
          </a:p>
          <a:p>
            <a:pPr lvl="1"/>
            <a:r>
              <a:rPr lang="en-US" dirty="0"/>
              <a:t>Conversion rate</a:t>
            </a:r>
          </a:p>
        </p:txBody>
      </p:sp>
      <p:sp>
        <p:nvSpPr>
          <p:cNvPr id="4" name="Title 3">
            <a:extLst>
              <a:ext uri="{FF2B5EF4-FFF2-40B4-BE49-F238E27FC236}">
                <a16:creationId xmlns:a16="http://schemas.microsoft.com/office/drawing/2014/main" id="{489E27E8-3236-0748-E625-B14EC842DBFC}"/>
              </a:ext>
            </a:extLst>
          </p:cNvPr>
          <p:cNvSpPr>
            <a:spLocks noGrp="1"/>
          </p:cNvSpPr>
          <p:nvPr>
            <p:ph type="title"/>
          </p:nvPr>
        </p:nvSpPr>
        <p:spPr/>
        <p:txBody>
          <a:bodyPr/>
          <a:lstStyle/>
          <a:p>
            <a:r>
              <a:rPr lang="en-US" dirty="0"/>
              <a:t>Campaign Optimization</a:t>
            </a:r>
          </a:p>
        </p:txBody>
      </p:sp>
      <p:pic>
        <p:nvPicPr>
          <p:cNvPr id="2050" name="Picture 2" descr="Free photo graph growth development improvement profit success concept">
            <a:extLst>
              <a:ext uri="{FF2B5EF4-FFF2-40B4-BE49-F238E27FC236}">
                <a16:creationId xmlns:a16="http://schemas.microsoft.com/office/drawing/2014/main" id="{F8980178-BD48-BFD7-172B-96B6133590E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3827" y="2807099"/>
            <a:ext cx="4479827" cy="299132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5252579"/>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EC0FF53-A4BC-BD9E-D3B4-F7029B39CCA2}"/>
              </a:ext>
            </a:extLst>
          </p:cNvPr>
          <p:cNvSpPr>
            <a:spLocks noGrp="1"/>
          </p:cNvSpPr>
          <p:nvPr>
            <p:ph type="sldNum" sz="quarter" idx="12"/>
          </p:nvPr>
        </p:nvSpPr>
        <p:spPr/>
        <p:txBody>
          <a:bodyPr/>
          <a:lstStyle/>
          <a:p>
            <a:fld id="{A8160BDD-7155-D744-B749-9730458604AD}" type="slidenum">
              <a:rPr lang="en-US" smtClean="0"/>
              <a:pPr/>
              <a:t>15</a:t>
            </a:fld>
            <a:endParaRPr lang="en-US" dirty="0"/>
          </a:p>
        </p:txBody>
      </p:sp>
      <p:sp>
        <p:nvSpPr>
          <p:cNvPr id="6" name="Content Placeholder 5">
            <a:extLst>
              <a:ext uri="{FF2B5EF4-FFF2-40B4-BE49-F238E27FC236}">
                <a16:creationId xmlns:a16="http://schemas.microsoft.com/office/drawing/2014/main" id="{18EBB358-8F20-F580-5E56-D16C9A0D6AA2}"/>
              </a:ext>
            </a:extLst>
          </p:cNvPr>
          <p:cNvSpPr>
            <a:spLocks noGrp="1"/>
          </p:cNvSpPr>
          <p:nvPr>
            <p:ph idx="1"/>
          </p:nvPr>
        </p:nvSpPr>
        <p:spPr>
          <a:xfrm>
            <a:off x="455900" y="1302040"/>
            <a:ext cx="11280200" cy="1532600"/>
          </a:xfrm>
        </p:spPr>
        <p:txBody>
          <a:bodyPr/>
          <a:lstStyle/>
          <a:p>
            <a:r>
              <a:rPr lang="en-US" dirty="0"/>
              <a:t>The process of collecting, analyzing, and interpreting data to measure the effectiveness of marketing activities.</a:t>
            </a:r>
          </a:p>
          <a:p>
            <a:r>
              <a:rPr lang="en-US" dirty="0"/>
              <a:t>A step beyond campaign optimization.</a:t>
            </a:r>
          </a:p>
          <a:p>
            <a:r>
              <a:rPr lang="en-US" dirty="0"/>
              <a:t>Analyzing effectiveness of prior activities helps drive success of future campaigns.</a:t>
            </a:r>
          </a:p>
        </p:txBody>
      </p:sp>
      <p:sp>
        <p:nvSpPr>
          <p:cNvPr id="5" name="Title 4">
            <a:extLst>
              <a:ext uri="{FF2B5EF4-FFF2-40B4-BE49-F238E27FC236}">
                <a16:creationId xmlns:a16="http://schemas.microsoft.com/office/drawing/2014/main" id="{3933CDC9-C861-AB76-3C4D-8183C20B4C8C}"/>
              </a:ext>
            </a:extLst>
          </p:cNvPr>
          <p:cNvSpPr>
            <a:spLocks noGrp="1"/>
          </p:cNvSpPr>
          <p:nvPr>
            <p:ph type="title"/>
          </p:nvPr>
        </p:nvSpPr>
        <p:spPr/>
        <p:txBody>
          <a:bodyPr/>
          <a:lstStyle/>
          <a:p>
            <a:r>
              <a:rPr lang="en-US" dirty="0"/>
              <a:t>Marketing Measurement Analysis</a:t>
            </a:r>
          </a:p>
        </p:txBody>
      </p:sp>
      <p:graphicFrame>
        <p:nvGraphicFramePr>
          <p:cNvPr id="7" name="Group 23">
            <a:extLst>
              <a:ext uri="{FF2B5EF4-FFF2-40B4-BE49-F238E27FC236}">
                <a16:creationId xmlns:a16="http://schemas.microsoft.com/office/drawing/2014/main" id="{4EEF4A10-3A75-21C3-62BC-41D7057A31BB}"/>
              </a:ext>
            </a:extLst>
          </p:cNvPr>
          <p:cNvGraphicFramePr>
            <a:graphicFrameLocks noGrp="1"/>
          </p:cNvGraphicFramePr>
          <p:nvPr/>
        </p:nvGraphicFramePr>
        <p:xfrm>
          <a:off x="1583388" y="2667342"/>
          <a:ext cx="9074630" cy="2499360"/>
        </p:xfrm>
        <a:graphic>
          <a:graphicData uri="http://schemas.openxmlformats.org/drawingml/2006/table">
            <a:tbl>
              <a:tblPr/>
              <a:tblGrid>
                <a:gridCol w="2101493">
                  <a:extLst>
                    <a:ext uri="{9D8B030D-6E8A-4147-A177-3AD203B41FA5}">
                      <a16:colId xmlns:a16="http://schemas.microsoft.com/office/drawing/2014/main" val="20000"/>
                    </a:ext>
                  </a:extLst>
                </a:gridCol>
                <a:gridCol w="6973137">
                  <a:extLst>
                    <a:ext uri="{9D8B030D-6E8A-4147-A177-3AD203B41FA5}">
                      <a16:colId xmlns:a16="http://schemas.microsoft.com/office/drawing/2014/main" val="20001"/>
                    </a:ext>
                  </a:extLst>
                </a:gridCol>
              </a:tblGrid>
              <a:tr h="4572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600" b="1" i="0" u="none" strike="noStrike" cap="none" normalizeH="0" baseline="0" dirty="0">
                          <a:ln>
                            <a:noFill/>
                          </a:ln>
                          <a:solidFill>
                            <a:schemeClr val="bg1"/>
                          </a:solidFill>
                          <a:effectLst/>
                          <a:latin typeface="Calibri"/>
                          <a:cs typeface="Calibri"/>
                        </a:rPr>
                        <a:t>Metric</a:t>
                      </a:r>
                    </a:p>
                  </a:txBody>
                  <a:tcPr anchor="ctr" horzOverflow="overflow">
                    <a:lnL w="12700" cap="flat" cmpd="sng" algn="ctr">
                      <a:solidFill>
                        <a:schemeClr val="accent1"/>
                      </a:solidFill>
                      <a:prstDash val="solid"/>
                      <a:round/>
                      <a:headEnd type="none" w="med" len="med"/>
                      <a:tailEnd type="none" w="med" len="med"/>
                    </a:lnL>
                    <a:lnR w="28575" cap="flat" cmpd="sng" algn="ctr">
                      <a:solidFill>
                        <a:srgbClr val="FFFFFF"/>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600" b="1" i="0" u="none" strike="noStrike" kern="1200" cap="none" spc="0" normalizeH="0" baseline="0" noProof="0" dirty="0">
                          <a:ln>
                            <a:noFill/>
                          </a:ln>
                          <a:solidFill>
                            <a:prstClr val="white"/>
                          </a:solidFill>
                          <a:effectLst/>
                          <a:uLnTx/>
                          <a:uFillTx/>
                          <a:latin typeface="Calibri"/>
                          <a:ea typeface="+mn-ea"/>
                          <a:cs typeface="Calibri"/>
                        </a:rPr>
                        <a:t>Description</a:t>
                      </a:r>
                    </a:p>
                  </a:txBody>
                  <a:tcPr anchor="ctr" horzOverflow="overflow">
                    <a:lnL w="28575" cap="flat" cmpd="sng" algn="ctr">
                      <a:solidFill>
                        <a:srgbClr val="FFFFFF"/>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solidFill>
                      <a:srgbClr val="009DDC"/>
                    </a:solidFill>
                  </a:tcPr>
                </a:tc>
                <a:extLst>
                  <a:ext uri="{0D108BD9-81ED-4DB2-BD59-A6C34878D82A}">
                    <a16:rowId xmlns:a16="http://schemas.microsoft.com/office/drawing/2014/main" val="10000"/>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cap="none" normalizeH="0" baseline="0" dirty="0">
                          <a:ln>
                            <a:noFill/>
                          </a:ln>
                          <a:solidFill>
                            <a:schemeClr val="tx1"/>
                          </a:solidFill>
                          <a:effectLst/>
                          <a:latin typeface="Calibri"/>
                          <a:cs typeface="Calibri"/>
                        </a:rPr>
                        <a:t>Reach</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0" i="0" u="none" strike="noStrike" cap="none" normalizeH="0" baseline="0" dirty="0">
                          <a:ln>
                            <a:noFill/>
                          </a:ln>
                          <a:solidFill>
                            <a:schemeClr val="tx1"/>
                          </a:solidFill>
                          <a:effectLst/>
                          <a:latin typeface="Calibri"/>
                          <a:cs typeface="Calibri"/>
                        </a:rPr>
                        <a:t>Number of people who are exposed to a marketing message.</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81000">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Frequency</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lvl1pPr marL="0" algn="l" defTabSz="457200" rtl="0" eaLnBrk="1" latinLnBrk="0" hangingPunct="1">
                        <a:defRPr sz="1800" kern="1200">
                          <a:solidFill>
                            <a:schemeClr val="tx1"/>
                          </a:solidFill>
                          <a:latin typeface="Arial"/>
                        </a:defRPr>
                      </a:lvl1pPr>
                      <a:lvl2pPr marL="457200" algn="l" defTabSz="457200" rtl="0" eaLnBrk="1" latinLnBrk="0" hangingPunct="1">
                        <a:defRPr sz="1800" kern="1200">
                          <a:solidFill>
                            <a:schemeClr val="tx1"/>
                          </a:solidFill>
                          <a:latin typeface="Arial"/>
                        </a:defRPr>
                      </a:lvl2pPr>
                      <a:lvl3pPr marL="914400" algn="l" defTabSz="457200" rtl="0" eaLnBrk="1" latinLnBrk="0" hangingPunct="1">
                        <a:defRPr sz="1800" kern="1200">
                          <a:solidFill>
                            <a:schemeClr val="tx1"/>
                          </a:solidFill>
                          <a:latin typeface="Arial"/>
                        </a:defRPr>
                      </a:lvl3pPr>
                      <a:lvl4pPr marL="1371600" algn="l" defTabSz="457200" rtl="0" eaLnBrk="1" latinLnBrk="0" hangingPunct="1">
                        <a:defRPr sz="1800" kern="1200">
                          <a:solidFill>
                            <a:schemeClr val="tx1"/>
                          </a:solidFill>
                          <a:latin typeface="Arial"/>
                        </a:defRPr>
                      </a:lvl4pPr>
                      <a:lvl5pPr marL="1828800" algn="l" defTabSz="457200" rtl="0" eaLnBrk="1" latinLnBrk="0" hangingPunct="1">
                        <a:defRPr sz="1800" kern="1200">
                          <a:solidFill>
                            <a:schemeClr val="tx1"/>
                          </a:solidFill>
                          <a:latin typeface="Arial"/>
                        </a:defRPr>
                      </a:lvl5pPr>
                      <a:lvl6pPr marL="2286000" algn="l" defTabSz="457200" rtl="0" eaLnBrk="1" latinLnBrk="0" hangingPunct="1">
                        <a:defRPr sz="1800" kern="1200">
                          <a:solidFill>
                            <a:schemeClr val="tx1"/>
                          </a:solidFill>
                          <a:latin typeface="Arial"/>
                        </a:defRPr>
                      </a:lvl6pPr>
                      <a:lvl7pPr marL="2743200" algn="l" defTabSz="457200" rtl="0" eaLnBrk="1" latinLnBrk="0" hangingPunct="1">
                        <a:defRPr sz="1800" kern="1200">
                          <a:solidFill>
                            <a:schemeClr val="tx1"/>
                          </a:solidFill>
                          <a:latin typeface="Arial"/>
                        </a:defRPr>
                      </a:lvl7pPr>
                      <a:lvl8pPr marL="3200400" algn="l" defTabSz="457200" rtl="0" eaLnBrk="1" latinLnBrk="0" hangingPunct="1">
                        <a:defRPr sz="1800" kern="1200">
                          <a:solidFill>
                            <a:schemeClr val="tx1"/>
                          </a:solidFill>
                          <a:latin typeface="Arial"/>
                        </a:defRPr>
                      </a:lvl8pPr>
                      <a:lvl9pPr marL="3657600" algn="l" defTabSz="457200" rtl="0" eaLnBrk="1" latinLnBrk="0" hangingPunct="1">
                        <a:defRPr sz="1800" kern="1200">
                          <a:solidFill>
                            <a:schemeClr val="tx1"/>
                          </a:solidFill>
                          <a:latin typeface="Arial"/>
                        </a:defRPr>
                      </a:lvl9p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Calibri"/>
                          <a:ea typeface="+mn-ea"/>
                          <a:cs typeface="Calibri"/>
                        </a:rPr>
                        <a:t>Number of instances a person is exposed to a marketing message.</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Engagement</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mn-lt"/>
                          <a:ea typeface="+mn-ea"/>
                          <a:cs typeface="Calibri"/>
                        </a:rPr>
                        <a:t>Level of interaction with a marketing message.</a:t>
                      </a:r>
                      <a:endParaRPr kumimoji="0" lang="en-US" sz="1400" b="0" i="0" u="none" strike="noStrike" kern="1200" cap="none" normalizeH="0" baseline="0" dirty="0">
                        <a:ln>
                          <a:noFill/>
                        </a:ln>
                        <a:solidFill>
                          <a:schemeClr val="tx1"/>
                        </a:solidFill>
                        <a:effectLst/>
                        <a:latin typeface="Calibri"/>
                        <a:ea typeface="+mn-ea"/>
                        <a:cs typeface="Calibri"/>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55990718"/>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Conversion</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mn-lt"/>
                          <a:ea typeface="+mn-ea"/>
                          <a:cs typeface="Calibri"/>
                        </a:rPr>
                        <a:t>Number of people who react to a marketing message as was intended by the organization.</a:t>
                      </a:r>
                      <a:endParaRPr kumimoji="0" lang="en-US" sz="1400" b="0" i="0" u="none" strike="noStrike" kern="1200" cap="none" normalizeH="0" baseline="0" dirty="0">
                        <a:ln>
                          <a:noFill/>
                        </a:ln>
                        <a:solidFill>
                          <a:schemeClr val="tx1"/>
                        </a:solidFill>
                        <a:effectLst/>
                        <a:latin typeface="Calibri"/>
                        <a:ea typeface="+mn-ea"/>
                        <a:cs typeface="Calibri"/>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237452863"/>
                  </a:ext>
                </a:extLst>
              </a:tr>
              <a:tr h="381000">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pPr>
                      <a:r>
                        <a:rPr kumimoji="0" lang="en-US" sz="1400" b="1" i="0" u="none" strike="noStrike" kern="1200" cap="none" normalizeH="0" baseline="0" dirty="0">
                          <a:ln>
                            <a:noFill/>
                          </a:ln>
                          <a:solidFill>
                            <a:schemeClr val="tx1"/>
                          </a:solidFill>
                          <a:effectLst/>
                          <a:latin typeface="Calibri"/>
                          <a:ea typeface="+mn-ea"/>
                          <a:cs typeface="Calibri"/>
                        </a:rPr>
                        <a:t>ROI</a:t>
                      </a: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
                          <a:srgbClr val="00B0F0"/>
                        </a:buClr>
                        <a:buSzTx/>
                        <a:buFont typeface="Arial" panose="020B0604020202020204" pitchFamily="34" charset="0"/>
                        <a:buNone/>
                        <a:tabLst/>
                        <a:defRPr/>
                      </a:pPr>
                      <a:r>
                        <a:rPr kumimoji="0" lang="en-US" sz="1400" b="0" i="0" u="none" strike="noStrike" kern="1200" cap="none" normalizeH="0" baseline="0" dirty="0">
                          <a:ln>
                            <a:noFill/>
                          </a:ln>
                          <a:solidFill>
                            <a:schemeClr val="tx1"/>
                          </a:solidFill>
                          <a:effectLst/>
                          <a:latin typeface="+mn-lt"/>
                          <a:ea typeface="+mn-ea"/>
                          <a:cs typeface="Calibri"/>
                        </a:rPr>
                        <a:t>Amount of money generated by a marketing campaign divided by the amount of money spent on the campaign.</a:t>
                      </a:r>
                      <a:endParaRPr kumimoji="0" lang="en-US" sz="1400" b="0" i="0" u="none" strike="noStrike" kern="1200" cap="none" normalizeH="0" baseline="0" dirty="0">
                        <a:ln>
                          <a:noFill/>
                        </a:ln>
                        <a:solidFill>
                          <a:schemeClr val="tx1"/>
                        </a:solidFill>
                        <a:effectLst/>
                        <a:latin typeface="Calibri"/>
                        <a:ea typeface="+mn-ea"/>
                        <a:cs typeface="Calibri"/>
                      </a:endParaRPr>
                    </a:p>
                  </a:txBody>
                  <a:tcPr anchor="ctr" horzOverflow="overflow">
                    <a:lnL w="12700" cap="flat" cmpd="sng" algn="ctr">
                      <a:solidFill>
                        <a:schemeClr val="accent1"/>
                      </a:solidFill>
                      <a:prstDash val="solid"/>
                      <a:round/>
                      <a:headEnd type="none" w="med" len="med"/>
                      <a:tailEnd type="none" w="med" len="med"/>
                    </a:lnL>
                    <a:lnR w="12700" cap="flat" cmpd="sng" algn="ctr">
                      <a:solidFill>
                        <a:schemeClr val="accent1"/>
                      </a:solidFill>
                      <a:prstDash val="solid"/>
                      <a:round/>
                      <a:headEnd type="none" w="med" len="med"/>
                      <a:tailEnd type="none" w="med" len="med"/>
                    </a:lnR>
                    <a:lnT w="12700" cap="flat" cmpd="sng" algn="ctr">
                      <a:solidFill>
                        <a:schemeClr val="accent1"/>
                      </a:solidFill>
                      <a:prstDash val="solid"/>
                      <a:round/>
                      <a:headEnd type="none" w="med" len="med"/>
                      <a:tailEnd type="none" w="med" len="med"/>
                    </a:lnT>
                    <a:lnB w="12700" cap="flat" cmpd="sng" algn="ctr">
                      <a:solidFill>
                        <a:schemeClr val="accent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948462360"/>
                  </a:ext>
                </a:extLst>
              </a:tr>
            </a:tbl>
          </a:graphicData>
        </a:graphic>
      </p:graphicFrame>
    </p:spTree>
    <p:extLst>
      <p:ext uri="{BB962C8B-B14F-4D97-AF65-F5344CB8AC3E}">
        <p14:creationId xmlns:p14="http://schemas.microsoft.com/office/powerpoint/2010/main" val="343771003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A5D739D-F98A-B516-468F-B1551BE4AFD8}"/>
              </a:ext>
            </a:extLst>
          </p:cNvPr>
          <p:cNvSpPr>
            <a:spLocks noGrp="1"/>
          </p:cNvSpPr>
          <p:nvPr>
            <p:ph type="sldNum" sz="quarter" idx="12"/>
          </p:nvPr>
        </p:nvSpPr>
        <p:spPr/>
        <p:txBody>
          <a:bodyPr/>
          <a:lstStyle/>
          <a:p>
            <a:fld id="{A8160BDD-7155-D744-B749-9730458604AD}" type="slidenum">
              <a:rPr lang="en-US" smtClean="0"/>
              <a:pPr/>
              <a:t>16</a:t>
            </a:fld>
            <a:endParaRPr lang="en-US" dirty="0"/>
          </a:p>
        </p:txBody>
      </p:sp>
      <p:sp>
        <p:nvSpPr>
          <p:cNvPr id="6" name="Content Placeholder 5">
            <a:extLst>
              <a:ext uri="{FF2B5EF4-FFF2-40B4-BE49-F238E27FC236}">
                <a16:creationId xmlns:a16="http://schemas.microsoft.com/office/drawing/2014/main" id="{30C934B3-AF09-3872-DEFC-4FADCB7559DD}"/>
              </a:ext>
            </a:extLst>
          </p:cNvPr>
          <p:cNvSpPr>
            <a:spLocks noGrp="1"/>
          </p:cNvSpPr>
          <p:nvPr>
            <p:ph idx="1"/>
          </p:nvPr>
        </p:nvSpPr>
        <p:spPr/>
        <p:txBody>
          <a:bodyPr/>
          <a:lstStyle/>
          <a:p>
            <a:pPr>
              <a:buFont typeface="+mj-lt"/>
              <a:buAutoNum type="arabicPeriod"/>
            </a:pPr>
            <a:r>
              <a:rPr lang="en-US" dirty="0"/>
              <a:t>The executive team is concerned that GCE's marketing campaign for new products is not getting to enough of the right people, because initial sales numbers are below expectations.</a:t>
            </a:r>
            <a:br>
              <a:rPr lang="en-US" dirty="0"/>
            </a:br>
            <a:br>
              <a:rPr lang="en-US" dirty="0"/>
            </a:br>
            <a:r>
              <a:rPr lang="en-US" dirty="0"/>
              <a:t>How can the use of data science help alleviate their concerns?</a:t>
            </a:r>
          </a:p>
          <a:p>
            <a:endParaRPr lang="en-US" dirty="0"/>
          </a:p>
          <a:p>
            <a:pPr>
              <a:buFont typeface="+mj-lt"/>
              <a:buAutoNum type="arabicPeriod" startAt="2"/>
            </a:pPr>
            <a:r>
              <a:rPr lang="en-US" dirty="0"/>
              <a:t>After GCE's marketing department implements the suggested changes for the new product campaign, they want to see how this campaign stacks up against campaigns from last year.</a:t>
            </a:r>
            <a:br>
              <a:rPr lang="en-US" dirty="0"/>
            </a:br>
            <a:br>
              <a:rPr lang="en-US" dirty="0"/>
            </a:br>
            <a:r>
              <a:rPr lang="en-US" dirty="0"/>
              <a:t>How can data science help address this issue?</a:t>
            </a:r>
          </a:p>
        </p:txBody>
      </p:sp>
      <p:sp>
        <p:nvSpPr>
          <p:cNvPr id="5" name="Title 4">
            <a:extLst>
              <a:ext uri="{FF2B5EF4-FFF2-40B4-BE49-F238E27FC236}">
                <a16:creationId xmlns:a16="http://schemas.microsoft.com/office/drawing/2014/main" id="{47147E32-C770-FDB4-DB6B-44B5E08571BF}"/>
              </a:ext>
            </a:extLst>
          </p:cNvPr>
          <p:cNvSpPr>
            <a:spLocks noGrp="1"/>
          </p:cNvSpPr>
          <p:nvPr>
            <p:ph type="title"/>
          </p:nvPr>
        </p:nvSpPr>
        <p:spPr/>
        <p:txBody>
          <a:bodyPr/>
          <a:lstStyle/>
          <a:p>
            <a:r>
              <a:rPr lang="en-US" dirty="0"/>
              <a:t>Activity: Improving Marketing Efforts</a:t>
            </a:r>
          </a:p>
        </p:txBody>
      </p:sp>
    </p:spTree>
    <p:extLst>
      <p:ext uri="{BB962C8B-B14F-4D97-AF65-F5344CB8AC3E}">
        <p14:creationId xmlns:p14="http://schemas.microsoft.com/office/powerpoint/2010/main" val="420726157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D4C77C-47A3-30D5-C79D-CA4C52913B1C}"/>
              </a:ext>
            </a:extLst>
          </p:cNvPr>
          <p:cNvSpPr>
            <a:spLocks noGrp="1"/>
          </p:cNvSpPr>
          <p:nvPr>
            <p:ph type="sldNum" sz="quarter" idx="12"/>
          </p:nvPr>
        </p:nvSpPr>
        <p:spPr/>
        <p:txBody>
          <a:bodyPr/>
          <a:lstStyle/>
          <a:p>
            <a:fld id="{A8160BDD-7155-D744-B749-9730458604AD}" type="slidenum">
              <a:rPr lang="en-US" smtClean="0"/>
              <a:t>17</a:t>
            </a:fld>
            <a:endParaRPr lang="en-US" dirty="0"/>
          </a:p>
        </p:txBody>
      </p:sp>
      <p:sp>
        <p:nvSpPr>
          <p:cNvPr id="3" name="Text Placeholder 2">
            <a:extLst>
              <a:ext uri="{FF2B5EF4-FFF2-40B4-BE49-F238E27FC236}">
                <a16:creationId xmlns:a16="http://schemas.microsoft.com/office/drawing/2014/main" id="{06009A76-6EF0-5B72-A782-4DF1E35B194F}"/>
              </a:ext>
            </a:extLst>
          </p:cNvPr>
          <p:cNvSpPr>
            <a:spLocks noGrp="1"/>
          </p:cNvSpPr>
          <p:nvPr>
            <p:ph type="body" sz="quarter" idx="14"/>
          </p:nvPr>
        </p:nvSpPr>
        <p:spPr/>
        <p:txBody>
          <a:bodyPr/>
          <a:lstStyle/>
          <a:p>
            <a:r>
              <a:rPr lang="en-US" dirty="0"/>
              <a:t>Optimize Operational and Transactional Security</a:t>
            </a:r>
          </a:p>
        </p:txBody>
      </p:sp>
      <p:pic>
        <p:nvPicPr>
          <p:cNvPr id="6" name="Picture Placeholder 5">
            <a:extLst>
              <a:ext uri="{FF2B5EF4-FFF2-40B4-BE49-F238E27FC236}">
                <a16:creationId xmlns:a16="http://schemas.microsoft.com/office/drawing/2014/main" id="{80AF27D8-4C82-33C4-3673-3B1356AA6219}"/>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139631837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46C779C-36A8-0B72-07AE-36C95EBBEA0C}"/>
              </a:ext>
            </a:extLst>
          </p:cNvPr>
          <p:cNvSpPr>
            <a:spLocks noGrp="1"/>
          </p:cNvSpPr>
          <p:nvPr>
            <p:ph type="sldNum" sz="quarter" idx="12"/>
          </p:nvPr>
        </p:nvSpPr>
        <p:spPr/>
        <p:txBody>
          <a:bodyPr/>
          <a:lstStyle/>
          <a:p>
            <a:fld id="{A8160BDD-7155-D744-B749-9730458604AD}" type="slidenum">
              <a:rPr lang="en-US" smtClean="0"/>
              <a:t>18</a:t>
            </a:fld>
            <a:endParaRPr lang="en-US" dirty="0"/>
          </a:p>
        </p:txBody>
      </p:sp>
      <p:sp>
        <p:nvSpPr>
          <p:cNvPr id="4" name="Content Placeholder 3">
            <a:extLst>
              <a:ext uri="{FF2B5EF4-FFF2-40B4-BE49-F238E27FC236}">
                <a16:creationId xmlns:a16="http://schemas.microsoft.com/office/drawing/2014/main" id="{6883E17C-D05B-5058-EF8C-FA6C656D6099}"/>
              </a:ext>
            </a:extLst>
          </p:cNvPr>
          <p:cNvSpPr>
            <a:spLocks noGrp="1"/>
          </p:cNvSpPr>
          <p:nvPr>
            <p:ph idx="1"/>
          </p:nvPr>
        </p:nvSpPr>
        <p:spPr>
          <a:xfrm>
            <a:off x="455900" y="1302040"/>
            <a:ext cx="5640100" cy="4920960"/>
          </a:xfrm>
        </p:spPr>
        <p:txBody>
          <a:bodyPr/>
          <a:lstStyle/>
          <a:p>
            <a:r>
              <a:rPr lang="en-US" dirty="0"/>
              <a:t>Banks analyze transactional data.</a:t>
            </a:r>
          </a:p>
          <a:p>
            <a:r>
              <a:rPr lang="en-US" dirty="0"/>
              <a:t>Flags anomalous activity that is not overtly fraudulent.</a:t>
            </a:r>
          </a:p>
          <a:p>
            <a:pPr lvl="1"/>
            <a:r>
              <a:rPr lang="en-US" dirty="0"/>
              <a:t>But possibly related to fraud.</a:t>
            </a:r>
          </a:p>
          <a:p>
            <a:pPr lvl="1"/>
            <a:r>
              <a:rPr lang="en-US" dirty="0"/>
              <a:t>Example: several consecutive small transactions followed by a larger transaction. </a:t>
            </a:r>
          </a:p>
          <a:p>
            <a:r>
              <a:rPr lang="en-US" dirty="0"/>
              <a:t>Once the flag has been raised, the bank can:</a:t>
            </a:r>
          </a:p>
          <a:p>
            <a:pPr lvl="1"/>
            <a:r>
              <a:rPr lang="en-US" dirty="0"/>
              <a:t>Contact the account holder to verify the transactions.</a:t>
            </a:r>
          </a:p>
          <a:p>
            <a:pPr lvl="1"/>
            <a:r>
              <a:rPr lang="en-US" dirty="0"/>
              <a:t>Take corrective action if necessary. </a:t>
            </a:r>
          </a:p>
        </p:txBody>
      </p:sp>
      <p:sp>
        <p:nvSpPr>
          <p:cNvPr id="3" name="Title 2">
            <a:extLst>
              <a:ext uri="{FF2B5EF4-FFF2-40B4-BE49-F238E27FC236}">
                <a16:creationId xmlns:a16="http://schemas.microsoft.com/office/drawing/2014/main" id="{3BE6A0D7-1364-621A-87DD-6088F7D4888E}"/>
              </a:ext>
            </a:extLst>
          </p:cNvPr>
          <p:cNvSpPr>
            <a:spLocks noGrp="1"/>
          </p:cNvSpPr>
          <p:nvPr>
            <p:ph type="title"/>
          </p:nvPr>
        </p:nvSpPr>
        <p:spPr/>
        <p:txBody>
          <a:bodyPr/>
          <a:lstStyle/>
          <a:p>
            <a:r>
              <a:rPr lang="en-US" dirty="0"/>
              <a:t>Fraud Detection</a:t>
            </a:r>
          </a:p>
        </p:txBody>
      </p:sp>
      <p:pic>
        <p:nvPicPr>
          <p:cNvPr id="8" name="Picture 2" descr="477210657">
            <a:extLst>
              <a:ext uri="{FF2B5EF4-FFF2-40B4-BE49-F238E27FC236}">
                <a16:creationId xmlns:a16="http://schemas.microsoft.com/office/drawing/2014/main" id="{F38F30CE-5F36-1746-E86D-3DCD526EDEB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003734" y="1302040"/>
            <a:ext cx="3870894" cy="258276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58920164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59E1C2-4B2F-E39A-F478-DA99EB34F6E8}"/>
              </a:ext>
            </a:extLst>
          </p:cNvPr>
          <p:cNvSpPr>
            <a:spLocks noGrp="1"/>
          </p:cNvSpPr>
          <p:nvPr>
            <p:ph type="sldNum" sz="quarter" idx="12"/>
          </p:nvPr>
        </p:nvSpPr>
        <p:spPr/>
        <p:txBody>
          <a:bodyPr/>
          <a:lstStyle/>
          <a:p>
            <a:fld id="{A8160BDD-7155-D744-B749-9730458604AD}" type="slidenum">
              <a:rPr lang="en-US" smtClean="0"/>
              <a:pPr/>
              <a:t>19</a:t>
            </a:fld>
            <a:endParaRPr lang="en-US" dirty="0"/>
          </a:p>
        </p:txBody>
      </p:sp>
      <p:sp>
        <p:nvSpPr>
          <p:cNvPr id="3" name="Content Placeholder 2">
            <a:extLst>
              <a:ext uri="{FF2B5EF4-FFF2-40B4-BE49-F238E27FC236}">
                <a16:creationId xmlns:a16="http://schemas.microsoft.com/office/drawing/2014/main" id="{AFC45771-16AC-4F98-FF31-2999CF444D73}"/>
              </a:ext>
            </a:extLst>
          </p:cNvPr>
          <p:cNvSpPr>
            <a:spLocks noGrp="1"/>
          </p:cNvSpPr>
          <p:nvPr>
            <p:ph idx="1"/>
          </p:nvPr>
        </p:nvSpPr>
        <p:spPr/>
        <p:txBody>
          <a:bodyPr/>
          <a:lstStyle/>
          <a:p>
            <a:r>
              <a:rPr lang="en-US" dirty="0"/>
              <a:t>Predicting if loan applicants will repay loans.</a:t>
            </a:r>
          </a:p>
          <a:p>
            <a:r>
              <a:rPr lang="en-US" dirty="0"/>
              <a:t>Historical data can show higher-risk loan types.</a:t>
            </a:r>
          </a:p>
          <a:p>
            <a:pPr lvl="1"/>
            <a:r>
              <a:rPr lang="en-US" dirty="0"/>
              <a:t>Weighting system to factor in the risk.</a:t>
            </a:r>
          </a:p>
          <a:p>
            <a:r>
              <a:rPr lang="en-US" dirty="0"/>
              <a:t>Other factors to consider:</a:t>
            </a:r>
          </a:p>
          <a:p>
            <a:pPr lvl="1"/>
            <a:r>
              <a:rPr lang="en-US" dirty="0"/>
              <a:t>Applicant's identifying information. </a:t>
            </a:r>
          </a:p>
          <a:p>
            <a:pPr lvl="1"/>
            <a:r>
              <a:rPr lang="en-US" dirty="0"/>
              <a:t>Applicant's financial history.</a:t>
            </a:r>
          </a:p>
          <a:p>
            <a:pPr lvl="1"/>
            <a:r>
              <a:rPr lang="en-US" dirty="0"/>
              <a:t>Applicant's current work status and financial standing.</a:t>
            </a:r>
          </a:p>
          <a:p>
            <a:pPr lvl="1"/>
            <a:r>
              <a:rPr lang="en-US" dirty="0"/>
              <a:t>Estimated value of the property to be acquired.</a:t>
            </a:r>
          </a:p>
          <a:p>
            <a:pPr lvl="1"/>
            <a:r>
              <a:rPr lang="en-US" dirty="0"/>
              <a:t>Loan amount.</a:t>
            </a:r>
          </a:p>
        </p:txBody>
      </p:sp>
      <p:sp>
        <p:nvSpPr>
          <p:cNvPr id="4" name="Title 3">
            <a:extLst>
              <a:ext uri="{FF2B5EF4-FFF2-40B4-BE49-F238E27FC236}">
                <a16:creationId xmlns:a16="http://schemas.microsoft.com/office/drawing/2014/main" id="{7558EF3D-356C-49CA-9018-1F9488343555}"/>
              </a:ext>
            </a:extLst>
          </p:cNvPr>
          <p:cNvSpPr>
            <a:spLocks noGrp="1"/>
          </p:cNvSpPr>
          <p:nvPr>
            <p:ph type="title"/>
          </p:nvPr>
        </p:nvSpPr>
        <p:spPr/>
        <p:txBody>
          <a:bodyPr/>
          <a:lstStyle/>
          <a:p>
            <a:r>
              <a:rPr lang="en-US" dirty="0"/>
              <a:t>Minimization of Loan Defaults</a:t>
            </a:r>
          </a:p>
        </p:txBody>
      </p:sp>
      <p:pic>
        <p:nvPicPr>
          <p:cNvPr id="3074" name="Picture 2" descr="Free photo approved application for real estate">
            <a:extLst>
              <a:ext uri="{FF2B5EF4-FFF2-40B4-BE49-F238E27FC236}">
                <a16:creationId xmlns:a16="http://schemas.microsoft.com/office/drawing/2014/main" id="{26ED4E81-630A-344B-EC4C-18190249DF1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003827" y="2495717"/>
            <a:ext cx="4479827" cy="298416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8716888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49D2339-0D12-9B34-4C97-0EB26186628D}"/>
              </a:ext>
            </a:extLst>
          </p:cNvPr>
          <p:cNvSpPr>
            <a:spLocks noGrp="1"/>
          </p:cNvSpPr>
          <p:nvPr>
            <p:ph type="sldNum" sz="quarter" idx="12"/>
          </p:nvPr>
        </p:nvSpPr>
        <p:spPr/>
        <p:txBody>
          <a:bodyPr/>
          <a:lstStyle/>
          <a:p>
            <a:fld id="{A8160BDD-7155-D744-B749-9730458604AD}" type="slidenum">
              <a:rPr lang="en-US" smtClean="0"/>
              <a:pPr/>
              <a:t>20</a:t>
            </a:fld>
            <a:endParaRPr lang="en-US" dirty="0"/>
          </a:p>
        </p:txBody>
      </p:sp>
      <p:sp>
        <p:nvSpPr>
          <p:cNvPr id="5" name="Content Placeholder 4">
            <a:extLst>
              <a:ext uri="{FF2B5EF4-FFF2-40B4-BE49-F238E27FC236}">
                <a16:creationId xmlns:a16="http://schemas.microsoft.com/office/drawing/2014/main" id="{51C12CC0-982C-79A2-4992-34496310B447}"/>
              </a:ext>
            </a:extLst>
          </p:cNvPr>
          <p:cNvSpPr>
            <a:spLocks noGrp="1"/>
          </p:cNvSpPr>
          <p:nvPr>
            <p:ph idx="1"/>
          </p:nvPr>
        </p:nvSpPr>
        <p:spPr>
          <a:xfrm>
            <a:off x="1897811" y="2130826"/>
            <a:ext cx="7522234" cy="4196822"/>
          </a:xfrm>
        </p:spPr>
        <p:txBody>
          <a:bodyPr/>
          <a:lstStyle/>
          <a:p>
            <a:r>
              <a:rPr lang="en-US" dirty="0"/>
              <a:t>Patents, copyrights, trademarks, and trade secrets.</a:t>
            </a:r>
          </a:p>
          <a:p>
            <a:r>
              <a:rPr lang="en-US" dirty="0"/>
              <a:t>IP theft causes:</a:t>
            </a:r>
          </a:p>
          <a:p>
            <a:pPr lvl="1"/>
            <a:r>
              <a:rPr lang="en-US" dirty="0"/>
              <a:t>Loss of competitive edge.</a:t>
            </a:r>
          </a:p>
          <a:p>
            <a:pPr lvl="1"/>
            <a:r>
              <a:rPr lang="en-US" dirty="0"/>
              <a:t>Damage to reputation.</a:t>
            </a:r>
          </a:p>
          <a:p>
            <a:pPr lvl="1"/>
            <a:r>
              <a:rPr lang="en-US" dirty="0"/>
              <a:t>Slow/stagnant growth. </a:t>
            </a:r>
          </a:p>
          <a:p>
            <a:pPr lvl="1"/>
            <a:r>
              <a:rPr lang="en-US" dirty="0"/>
              <a:t>Loss of customer trust.</a:t>
            </a:r>
          </a:p>
          <a:p>
            <a:r>
              <a:rPr lang="en-US" dirty="0"/>
              <a:t>Best practices for protecting IP:</a:t>
            </a:r>
          </a:p>
          <a:p>
            <a:pPr lvl="1"/>
            <a:r>
              <a:rPr lang="en-US" dirty="0"/>
              <a:t>Monitor user activity.</a:t>
            </a:r>
          </a:p>
          <a:p>
            <a:pPr lvl="1"/>
            <a:r>
              <a:rPr lang="en-US" dirty="0"/>
              <a:t>Real-time investigations.</a:t>
            </a:r>
          </a:p>
          <a:p>
            <a:pPr lvl="1"/>
            <a:r>
              <a:rPr lang="en-US" dirty="0"/>
              <a:t>UEBA.</a:t>
            </a:r>
          </a:p>
          <a:p>
            <a:pPr lvl="1"/>
            <a:r>
              <a:rPr lang="en-US" dirty="0"/>
              <a:t>Honey trap.</a:t>
            </a:r>
          </a:p>
        </p:txBody>
      </p:sp>
      <p:sp>
        <p:nvSpPr>
          <p:cNvPr id="4" name="Title 3">
            <a:extLst>
              <a:ext uri="{FF2B5EF4-FFF2-40B4-BE49-F238E27FC236}">
                <a16:creationId xmlns:a16="http://schemas.microsoft.com/office/drawing/2014/main" id="{39D20CC1-45A6-621A-25D0-F0BF6AE87877}"/>
              </a:ext>
            </a:extLst>
          </p:cNvPr>
          <p:cNvSpPr>
            <a:spLocks noGrp="1"/>
          </p:cNvSpPr>
          <p:nvPr>
            <p:ph type="title"/>
          </p:nvPr>
        </p:nvSpPr>
        <p:spPr/>
        <p:txBody>
          <a:bodyPr/>
          <a:lstStyle/>
          <a:p>
            <a:r>
              <a:rPr lang="en-US" dirty="0"/>
              <a:t>Reduction of Intellectual Property Theft</a:t>
            </a:r>
          </a:p>
        </p:txBody>
      </p:sp>
      <p:sp>
        <p:nvSpPr>
          <p:cNvPr id="6" name="Text Placeholder 5">
            <a:extLst>
              <a:ext uri="{FF2B5EF4-FFF2-40B4-BE49-F238E27FC236}">
                <a16:creationId xmlns:a16="http://schemas.microsoft.com/office/drawing/2014/main" id="{ED8DCBB8-3B36-4DBB-6957-4CFC05BC6FA1}"/>
              </a:ext>
            </a:extLst>
          </p:cNvPr>
          <p:cNvSpPr>
            <a:spLocks noGrp="1"/>
          </p:cNvSpPr>
          <p:nvPr>
            <p:ph type="body" sz="quarter" idx="13"/>
          </p:nvPr>
        </p:nvSpPr>
        <p:spPr/>
        <p:txBody>
          <a:bodyPr/>
          <a:lstStyle/>
          <a:p>
            <a:r>
              <a:rPr lang="en-US" b="1" dirty="0"/>
              <a:t>IP</a:t>
            </a:r>
            <a:r>
              <a:rPr lang="en-US" dirty="0"/>
              <a:t>: (intellectual property) A category of property that includes intangible creations of human intellect, such as literary and artistic works, inventions, designs, and so forth.</a:t>
            </a:r>
          </a:p>
        </p:txBody>
      </p:sp>
    </p:spTree>
    <p:extLst>
      <p:ext uri="{BB962C8B-B14F-4D97-AF65-F5344CB8AC3E}">
        <p14:creationId xmlns:p14="http://schemas.microsoft.com/office/powerpoint/2010/main" val="311114809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0D239DE9-25E6-47DC-8997-941A0F5900BA}"/>
              </a:ext>
            </a:extLst>
          </p:cNvPr>
          <p:cNvSpPr>
            <a:spLocks noGrp="1"/>
          </p:cNvSpPr>
          <p:nvPr>
            <p:ph type="sldNum" sz="quarter" idx="12"/>
          </p:nvPr>
        </p:nvSpPr>
        <p:spPr/>
        <p:txBody>
          <a:bodyPr/>
          <a:lstStyle/>
          <a:p>
            <a:fld id="{A8160BDD-7155-D744-B749-9730458604AD}" type="slidenum">
              <a:rPr lang="en-US" smtClean="0"/>
              <a:pPr/>
              <a:t>21</a:t>
            </a:fld>
            <a:endParaRPr lang="en-US" dirty="0"/>
          </a:p>
        </p:txBody>
      </p:sp>
      <p:sp>
        <p:nvSpPr>
          <p:cNvPr id="7" name="Content Placeholder 6">
            <a:extLst>
              <a:ext uri="{FF2B5EF4-FFF2-40B4-BE49-F238E27FC236}">
                <a16:creationId xmlns:a16="http://schemas.microsoft.com/office/drawing/2014/main" id="{2CCD15EA-C56A-5B1E-788D-92ADF6C4641A}"/>
              </a:ext>
            </a:extLst>
          </p:cNvPr>
          <p:cNvSpPr>
            <a:spLocks noGrp="1"/>
          </p:cNvSpPr>
          <p:nvPr>
            <p:ph idx="1"/>
          </p:nvPr>
        </p:nvSpPr>
        <p:spPr/>
        <p:txBody>
          <a:bodyPr/>
          <a:lstStyle/>
          <a:p>
            <a:r>
              <a:rPr lang="en-US" dirty="0"/>
              <a:t>Operational risk: disrupts day-to-day business.</a:t>
            </a:r>
          </a:p>
          <a:p>
            <a:r>
              <a:rPr lang="en-US" dirty="0"/>
              <a:t>Strategic risk: inability to react to changing market conditions.</a:t>
            </a:r>
          </a:p>
          <a:p>
            <a:r>
              <a:rPr lang="en-US" dirty="0"/>
              <a:t>Example: failure of mission-critical equipment.</a:t>
            </a:r>
          </a:p>
          <a:p>
            <a:pPr lvl="1"/>
            <a:r>
              <a:rPr lang="en-US" dirty="0"/>
              <a:t>Predictive modeling </a:t>
            </a:r>
          </a:p>
          <a:p>
            <a:r>
              <a:rPr lang="en-US" dirty="0"/>
              <a:t>Example: changes in customer requirements.</a:t>
            </a:r>
          </a:p>
          <a:p>
            <a:pPr lvl="1"/>
            <a:r>
              <a:rPr lang="en-US" dirty="0"/>
              <a:t>Prescriptive modeling</a:t>
            </a:r>
          </a:p>
        </p:txBody>
      </p:sp>
      <p:sp>
        <p:nvSpPr>
          <p:cNvPr id="6" name="Title 5">
            <a:extLst>
              <a:ext uri="{FF2B5EF4-FFF2-40B4-BE49-F238E27FC236}">
                <a16:creationId xmlns:a16="http://schemas.microsoft.com/office/drawing/2014/main" id="{7A0C4111-C64F-3D25-FDB8-DD2A330D9A47}"/>
              </a:ext>
            </a:extLst>
          </p:cNvPr>
          <p:cNvSpPr>
            <a:spLocks noGrp="1"/>
          </p:cNvSpPr>
          <p:nvPr>
            <p:ph type="title"/>
          </p:nvPr>
        </p:nvSpPr>
        <p:spPr/>
        <p:txBody>
          <a:bodyPr/>
          <a:lstStyle/>
          <a:p>
            <a:r>
              <a:rPr lang="en-US" dirty="0"/>
              <a:t>Risk Identification and Mitigation</a:t>
            </a:r>
          </a:p>
        </p:txBody>
      </p:sp>
    </p:spTree>
    <p:extLst>
      <p:ext uri="{BB962C8B-B14F-4D97-AF65-F5344CB8AC3E}">
        <p14:creationId xmlns:p14="http://schemas.microsoft.com/office/powerpoint/2010/main" val="1765173231"/>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54C77D14-04C4-0D81-0149-2635B14A0EFD}"/>
              </a:ext>
            </a:extLst>
          </p:cNvPr>
          <p:cNvSpPr>
            <a:spLocks noGrp="1"/>
          </p:cNvSpPr>
          <p:nvPr>
            <p:ph type="sldNum" sz="quarter" idx="12"/>
          </p:nvPr>
        </p:nvSpPr>
        <p:spPr/>
        <p:txBody>
          <a:bodyPr/>
          <a:lstStyle/>
          <a:p>
            <a:fld id="{A8160BDD-7155-D744-B749-9730458604AD}" type="slidenum">
              <a:rPr lang="en-US" smtClean="0"/>
              <a:pPr/>
              <a:t>22</a:t>
            </a:fld>
            <a:endParaRPr lang="en-US" dirty="0"/>
          </a:p>
        </p:txBody>
      </p:sp>
      <p:sp>
        <p:nvSpPr>
          <p:cNvPr id="3" name="Content Placeholder 2">
            <a:extLst>
              <a:ext uri="{FF2B5EF4-FFF2-40B4-BE49-F238E27FC236}">
                <a16:creationId xmlns:a16="http://schemas.microsoft.com/office/drawing/2014/main" id="{2535A234-C7EB-2C46-C5A9-69F2EB12838F}"/>
              </a:ext>
            </a:extLst>
          </p:cNvPr>
          <p:cNvSpPr>
            <a:spLocks noGrp="1"/>
          </p:cNvSpPr>
          <p:nvPr>
            <p:ph idx="1"/>
          </p:nvPr>
        </p:nvSpPr>
        <p:spPr/>
        <p:txBody>
          <a:bodyPr/>
          <a:lstStyle/>
          <a:p>
            <a:r>
              <a:rPr lang="en-US" dirty="0"/>
              <a:t>Analyzing network traffic.</a:t>
            </a:r>
          </a:p>
          <a:p>
            <a:r>
              <a:rPr lang="en-US" dirty="0"/>
              <a:t>Conducting UEBA.</a:t>
            </a:r>
          </a:p>
          <a:p>
            <a:r>
              <a:rPr lang="en-US" dirty="0"/>
              <a:t>Analyzing historical data.</a:t>
            </a:r>
          </a:p>
          <a:p>
            <a:r>
              <a:rPr lang="en-US" dirty="0"/>
              <a:t>Analyzing online content.</a:t>
            </a:r>
          </a:p>
          <a:p>
            <a:pPr marL="457200" lvl="1" indent="0">
              <a:buNone/>
            </a:pPr>
            <a:endParaRPr lang="en-US" dirty="0"/>
          </a:p>
        </p:txBody>
      </p:sp>
      <p:sp>
        <p:nvSpPr>
          <p:cNvPr id="4" name="Title 3">
            <a:extLst>
              <a:ext uri="{FF2B5EF4-FFF2-40B4-BE49-F238E27FC236}">
                <a16:creationId xmlns:a16="http://schemas.microsoft.com/office/drawing/2014/main" id="{A71D1CBC-1830-F3E1-6149-A2AD5E1B5BA3}"/>
              </a:ext>
            </a:extLst>
          </p:cNvPr>
          <p:cNvSpPr>
            <a:spLocks noGrp="1"/>
          </p:cNvSpPr>
          <p:nvPr>
            <p:ph type="title"/>
          </p:nvPr>
        </p:nvSpPr>
        <p:spPr/>
        <p:txBody>
          <a:bodyPr/>
          <a:lstStyle/>
          <a:p>
            <a:r>
              <a:rPr lang="en-US" dirty="0"/>
              <a:t>Cybersecurity Considerations</a:t>
            </a:r>
          </a:p>
        </p:txBody>
      </p:sp>
    </p:spTree>
    <p:extLst>
      <p:ext uri="{BB962C8B-B14F-4D97-AF65-F5344CB8AC3E}">
        <p14:creationId xmlns:p14="http://schemas.microsoft.com/office/powerpoint/2010/main" val="335299021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8F9D0B20-1628-C3BD-8840-68BF1B943A0D}"/>
              </a:ext>
            </a:extLst>
          </p:cNvPr>
          <p:cNvSpPr>
            <a:spLocks noGrp="1"/>
          </p:cNvSpPr>
          <p:nvPr>
            <p:ph type="sldNum" sz="quarter" idx="12"/>
          </p:nvPr>
        </p:nvSpPr>
        <p:spPr/>
        <p:txBody>
          <a:bodyPr/>
          <a:lstStyle/>
          <a:p>
            <a:fld id="{A8160BDD-7155-D744-B749-9730458604AD}" type="slidenum">
              <a:rPr lang="en-US" smtClean="0"/>
              <a:pPr/>
              <a:t>23</a:t>
            </a:fld>
            <a:endParaRPr lang="en-US" dirty="0"/>
          </a:p>
        </p:txBody>
      </p:sp>
      <p:sp>
        <p:nvSpPr>
          <p:cNvPr id="6" name="Content Placeholder 5">
            <a:extLst>
              <a:ext uri="{FF2B5EF4-FFF2-40B4-BE49-F238E27FC236}">
                <a16:creationId xmlns:a16="http://schemas.microsoft.com/office/drawing/2014/main" id="{8C881EEC-4C90-FAA8-5343-E69507A27596}"/>
              </a:ext>
            </a:extLst>
          </p:cNvPr>
          <p:cNvSpPr>
            <a:spLocks noGrp="1"/>
          </p:cNvSpPr>
          <p:nvPr>
            <p:ph idx="1"/>
          </p:nvPr>
        </p:nvSpPr>
        <p:spPr/>
        <p:txBody>
          <a:bodyPr/>
          <a:lstStyle/>
          <a:p>
            <a:pPr>
              <a:buFont typeface="+mj-lt"/>
              <a:buAutoNum type="arabicPeriod"/>
            </a:pPr>
            <a:r>
              <a:rPr lang="en-US" dirty="0"/>
              <a:t>Management is concerned about the security of the online store, especially with regard to minimizing the effects of identity theft and other fraudulent activities. </a:t>
            </a:r>
            <a:br>
              <a:rPr lang="en-US" dirty="0"/>
            </a:br>
            <a:br>
              <a:rPr lang="en-US" dirty="0"/>
            </a:br>
            <a:r>
              <a:rPr lang="en-US" dirty="0"/>
              <a:t>How would you explain possible uses of data science to prevent fraudulent activity in the online store?</a:t>
            </a:r>
            <a:br>
              <a:rPr lang="en-US" dirty="0"/>
            </a:br>
            <a:endParaRPr lang="en-US" dirty="0"/>
          </a:p>
          <a:p>
            <a:pPr>
              <a:buFont typeface="+mj-lt"/>
              <a:buAutoNum type="arabicPeriod"/>
            </a:pPr>
            <a:r>
              <a:rPr lang="en-US" dirty="0"/>
              <a:t>Store managers received an email warning of people trying to return counterfeit goods for store credit.</a:t>
            </a:r>
            <a:br>
              <a:rPr lang="en-US" dirty="0"/>
            </a:br>
            <a:br>
              <a:rPr lang="en-US" dirty="0"/>
            </a:br>
            <a:r>
              <a:rPr lang="en-US" dirty="0"/>
              <a:t>What security issues might this be an example of, and how would you suggest that the issues be addressed?</a:t>
            </a:r>
          </a:p>
        </p:txBody>
      </p:sp>
      <p:sp>
        <p:nvSpPr>
          <p:cNvPr id="5" name="Title 4">
            <a:extLst>
              <a:ext uri="{FF2B5EF4-FFF2-40B4-BE49-F238E27FC236}">
                <a16:creationId xmlns:a16="http://schemas.microsoft.com/office/drawing/2014/main" id="{48563F2D-972D-BFA2-05D5-21A64DCEA94F}"/>
              </a:ext>
            </a:extLst>
          </p:cNvPr>
          <p:cNvSpPr>
            <a:spLocks noGrp="1"/>
          </p:cNvSpPr>
          <p:nvPr>
            <p:ph type="title"/>
          </p:nvPr>
        </p:nvSpPr>
        <p:spPr/>
        <p:txBody>
          <a:bodyPr/>
          <a:lstStyle/>
          <a:p>
            <a:r>
              <a:rPr lang="en-US" dirty="0"/>
              <a:t>Activity: Optimizing Organizational and Transactional Security</a:t>
            </a:r>
          </a:p>
        </p:txBody>
      </p:sp>
    </p:spTree>
    <p:extLst>
      <p:ext uri="{BB962C8B-B14F-4D97-AF65-F5344CB8AC3E}">
        <p14:creationId xmlns:p14="http://schemas.microsoft.com/office/powerpoint/2010/main" val="3123698185"/>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FD4C77C-47A3-30D5-C79D-CA4C52913B1C}"/>
              </a:ext>
            </a:extLst>
          </p:cNvPr>
          <p:cNvSpPr>
            <a:spLocks noGrp="1"/>
          </p:cNvSpPr>
          <p:nvPr>
            <p:ph type="sldNum" sz="quarter" idx="12"/>
          </p:nvPr>
        </p:nvSpPr>
        <p:spPr/>
        <p:txBody>
          <a:bodyPr/>
          <a:lstStyle/>
          <a:p>
            <a:fld id="{A8160BDD-7155-D744-B749-9730458604AD}" type="slidenum">
              <a:rPr lang="en-US" smtClean="0"/>
              <a:t>24</a:t>
            </a:fld>
            <a:endParaRPr lang="en-US" dirty="0"/>
          </a:p>
        </p:txBody>
      </p:sp>
      <p:sp>
        <p:nvSpPr>
          <p:cNvPr id="3" name="Text Placeholder 2">
            <a:extLst>
              <a:ext uri="{FF2B5EF4-FFF2-40B4-BE49-F238E27FC236}">
                <a16:creationId xmlns:a16="http://schemas.microsoft.com/office/drawing/2014/main" id="{06009A76-6EF0-5B72-A782-4DF1E35B194F}"/>
              </a:ext>
            </a:extLst>
          </p:cNvPr>
          <p:cNvSpPr>
            <a:spLocks noGrp="1"/>
          </p:cNvSpPr>
          <p:nvPr>
            <p:ph type="body" sz="quarter" idx="14"/>
          </p:nvPr>
        </p:nvSpPr>
        <p:spPr/>
        <p:txBody>
          <a:bodyPr/>
          <a:lstStyle/>
          <a:p>
            <a:r>
              <a:rPr lang="en-US" dirty="0"/>
              <a:t>Enhance Operational Practices</a:t>
            </a:r>
          </a:p>
        </p:txBody>
      </p:sp>
      <p:pic>
        <p:nvPicPr>
          <p:cNvPr id="6" name="Picture Placeholder 5">
            <a:extLst>
              <a:ext uri="{FF2B5EF4-FFF2-40B4-BE49-F238E27FC236}">
                <a16:creationId xmlns:a16="http://schemas.microsoft.com/office/drawing/2014/main" id="{80AF27D8-4C82-33C4-3673-3B1356AA6219}"/>
              </a:ext>
            </a:extLst>
          </p:cNvPr>
          <p:cNvPicPr>
            <a:picLocks noGrp="1" noChangeAspect="1"/>
          </p:cNvPicPr>
          <p:nvPr>
            <p:ph type="pic" sz="quarter" idx="13"/>
          </p:nvPr>
        </p:nvPicPr>
        <p:blipFill rotWithShape="1">
          <a:blip r:embed="rId2">
            <a:extLst>
              <a:ext uri="{96DAC541-7B7A-43D3-8B79-37D633B846F1}">
                <asvg:svgBlip xmlns:asvg="http://schemas.microsoft.com/office/drawing/2016/SVG/main" r:embed="rId3"/>
              </a:ext>
            </a:extLst>
          </a:blip>
          <a:srcRect t="-34671" b="-34671"/>
          <a:stretch/>
        </p:blipFill>
        <p:spPr/>
      </p:pic>
    </p:spTree>
    <p:extLst>
      <p:ext uri="{BB962C8B-B14F-4D97-AF65-F5344CB8AC3E}">
        <p14:creationId xmlns:p14="http://schemas.microsoft.com/office/powerpoint/2010/main" val="80146628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292DCF39-7691-5BD7-5B67-17D11307D05A}"/>
              </a:ext>
            </a:extLst>
          </p:cNvPr>
          <p:cNvSpPr>
            <a:spLocks noGrp="1"/>
          </p:cNvSpPr>
          <p:nvPr>
            <p:ph type="sldNum" sz="quarter" idx="12"/>
          </p:nvPr>
        </p:nvSpPr>
        <p:spPr/>
        <p:txBody>
          <a:bodyPr/>
          <a:lstStyle/>
          <a:p>
            <a:fld id="{A8160BDD-7155-D744-B749-9730458604AD}" type="slidenum">
              <a:rPr lang="en-US" smtClean="0"/>
              <a:t>25</a:t>
            </a:fld>
            <a:endParaRPr lang="en-US" dirty="0"/>
          </a:p>
        </p:txBody>
      </p:sp>
      <p:sp>
        <p:nvSpPr>
          <p:cNvPr id="6" name="Content Placeholder 5">
            <a:extLst>
              <a:ext uri="{FF2B5EF4-FFF2-40B4-BE49-F238E27FC236}">
                <a16:creationId xmlns:a16="http://schemas.microsoft.com/office/drawing/2014/main" id="{FA3555D9-70D2-3F27-8A03-CD199F26C883}"/>
              </a:ext>
            </a:extLst>
          </p:cNvPr>
          <p:cNvSpPr>
            <a:spLocks noGrp="1"/>
          </p:cNvSpPr>
          <p:nvPr>
            <p:ph idx="1"/>
          </p:nvPr>
        </p:nvSpPr>
        <p:spPr/>
        <p:txBody>
          <a:bodyPr/>
          <a:lstStyle/>
          <a:p>
            <a:r>
              <a:rPr lang="en-US" dirty="0"/>
              <a:t>Availability: percentage of uptime (99.999%).</a:t>
            </a:r>
          </a:p>
          <a:p>
            <a:r>
              <a:rPr lang="en-US" dirty="0"/>
              <a:t>Predictive maintenance:</a:t>
            </a:r>
          </a:p>
          <a:p>
            <a:pPr lvl="1"/>
            <a:r>
              <a:rPr lang="en-US" dirty="0"/>
              <a:t>What: monitoring performance and equipment conditions.</a:t>
            </a:r>
          </a:p>
          <a:p>
            <a:pPr lvl="1"/>
            <a:r>
              <a:rPr lang="en-US" dirty="0"/>
              <a:t>When: during regular operations. </a:t>
            </a:r>
          </a:p>
          <a:p>
            <a:pPr lvl="1"/>
            <a:r>
              <a:rPr lang="en-US" dirty="0"/>
              <a:t>Goal: avoid unplanned downtime.</a:t>
            </a:r>
          </a:p>
          <a:p>
            <a:r>
              <a:rPr lang="en-US" dirty="0"/>
              <a:t>Predictive analytics:</a:t>
            </a:r>
          </a:p>
          <a:p>
            <a:pPr lvl="1"/>
            <a:r>
              <a:rPr lang="en-US" dirty="0"/>
              <a:t>Estimate probability of system/component failure.</a:t>
            </a:r>
          </a:p>
          <a:p>
            <a:pPr lvl="1"/>
            <a:r>
              <a:rPr lang="en-US" dirty="0"/>
              <a:t>Based on historical information about past failures.</a:t>
            </a:r>
          </a:p>
          <a:p>
            <a:pPr lvl="1"/>
            <a:r>
              <a:rPr lang="en-US" dirty="0"/>
              <a:t>Schedule planned downtime for maintenance.</a:t>
            </a:r>
          </a:p>
          <a:p>
            <a:endParaRPr lang="en-US" dirty="0"/>
          </a:p>
        </p:txBody>
      </p:sp>
      <p:sp>
        <p:nvSpPr>
          <p:cNvPr id="5" name="Title 4">
            <a:extLst>
              <a:ext uri="{FF2B5EF4-FFF2-40B4-BE49-F238E27FC236}">
                <a16:creationId xmlns:a16="http://schemas.microsoft.com/office/drawing/2014/main" id="{78855CD1-D0EE-E533-2D68-54D248B6D5B4}"/>
              </a:ext>
            </a:extLst>
          </p:cNvPr>
          <p:cNvSpPr>
            <a:spLocks noGrp="1"/>
          </p:cNvSpPr>
          <p:nvPr>
            <p:ph type="title"/>
          </p:nvPr>
        </p:nvSpPr>
        <p:spPr/>
        <p:txBody>
          <a:bodyPr/>
          <a:lstStyle/>
          <a:p>
            <a:r>
              <a:rPr lang="en-US" dirty="0"/>
              <a:t>System or Component Failure</a:t>
            </a:r>
          </a:p>
        </p:txBody>
      </p:sp>
    </p:spTree>
    <p:extLst>
      <p:ext uri="{BB962C8B-B14F-4D97-AF65-F5344CB8AC3E}">
        <p14:creationId xmlns:p14="http://schemas.microsoft.com/office/powerpoint/2010/main" val="4264717555"/>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2876956-75AF-D638-B7A3-82602732CE2D}"/>
              </a:ext>
            </a:extLst>
          </p:cNvPr>
          <p:cNvSpPr>
            <a:spLocks noGrp="1"/>
          </p:cNvSpPr>
          <p:nvPr>
            <p:ph type="sldNum" sz="quarter" idx="12"/>
          </p:nvPr>
        </p:nvSpPr>
        <p:spPr/>
        <p:txBody>
          <a:bodyPr/>
          <a:lstStyle/>
          <a:p>
            <a:fld id="{A8160BDD-7155-D744-B749-9730458604AD}" type="slidenum">
              <a:rPr lang="en-US" smtClean="0"/>
              <a:pPr/>
              <a:t>26</a:t>
            </a:fld>
            <a:endParaRPr lang="en-US" dirty="0"/>
          </a:p>
        </p:txBody>
      </p:sp>
      <p:sp>
        <p:nvSpPr>
          <p:cNvPr id="6" name="Content Placeholder 5">
            <a:extLst>
              <a:ext uri="{FF2B5EF4-FFF2-40B4-BE49-F238E27FC236}">
                <a16:creationId xmlns:a16="http://schemas.microsoft.com/office/drawing/2014/main" id="{D1C03ABA-D036-95E2-C815-C541AFAE5C7D}"/>
              </a:ext>
            </a:extLst>
          </p:cNvPr>
          <p:cNvSpPr>
            <a:spLocks noGrp="1"/>
          </p:cNvSpPr>
          <p:nvPr>
            <p:ph idx="1"/>
          </p:nvPr>
        </p:nvSpPr>
        <p:spPr/>
        <p:txBody>
          <a:bodyPr/>
          <a:lstStyle/>
          <a:p>
            <a:r>
              <a:rPr lang="en-US" dirty="0"/>
              <a:t>Creating and refining sales forecasts.</a:t>
            </a:r>
          </a:p>
          <a:p>
            <a:pPr lvl="1"/>
            <a:r>
              <a:rPr lang="en-US" dirty="0"/>
              <a:t>Analyze historical data, identify trends and patterns, and apply ML models.</a:t>
            </a:r>
          </a:p>
          <a:p>
            <a:pPr lvl="1"/>
            <a:r>
              <a:rPr lang="en-US" dirty="0"/>
              <a:t>Results in better decisions about staffing, inventory, marketing, and pricing.</a:t>
            </a:r>
          </a:p>
          <a:p>
            <a:r>
              <a:rPr lang="en-US" dirty="0"/>
              <a:t>Short term or long term.</a:t>
            </a:r>
          </a:p>
          <a:p>
            <a:r>
              <a:rPr lang="en-US" dirty="0"/>
              <a:t>Common methods:</a:t>
            </a:r>
          </a:p>
          <a:p>
            <a:pPr lvl="1"/>
            <a:r>
              <a:rPr lang="en-US" dirty="0"/>
              <a:t>Time series</a:t>
            </a:r>
          </a:p>
          <a:p>
            <a:pPr lvl="1"/>
            <a:r>
              <a:rPr lang="en-US" dirty="0"/>
              <a:t>Regression</a:t>
            </a:r>
          </a:p>
          <a:p>
            <a:pPr lvl="1"/>
            <a:r>
              <a:rPr lang="en-US" dirty="0"/>
              <a:t>Historical</a:t>
            </a:r>
          </a:p>
          <a:p>
            <a:pPr lvl="1"/>
            <a:r>
              <a:rPr lang="en-US" dirty="0"/>
              <a:t>Opportunity stage</a:t>
            </a:r>
          </a:p>
        </p:txBody>
      </p:sp>
      <p:sp>
        <p:nvSpPr>
          <p:cNvPr id="5" name="Title 4">
            <a:extLst>
              <a:ext uri="{FF2B5EF4-FFF2-40B4-BE49-F238E27FC236}">
                <a16:creationId xmlns:a16="http://schemas.microsoft.com/office/drawing/2014/main" id="{E6B3AEF9-11C3-4EF0-79AC-E2B61E2D1C70}"/>
              </a:ext>
            </a:extLst>
          </p:cNvPr>
          <p:cNvSpPr>
            <a:spLocks noGrp="1"/>
          </p:cNvSpPr>
          <p:nvPr>
            <p:ph type="title"/>
          </p:nvPr>
        </p:nvSpPr>
        <p:spPr/>
        <p:txBody>
          <a:bodyPr/>
          <a:lstStyle/>
          <a:p>
            <a:r>
              <a:rPr lang="en-US" dirty="0"/>
              <a:t>Sales Forecasting</a:t>
            </a:r>
          </a:p>
        </p:txBody>
      </p:sp>
    </p:spTree>
    <p:extLst>
      <p:ext uri="{BB962C8B-B14F-4D97-AF65-F5344CB8AC3E}">
        <p14:creationId xmlns:p14="http://schemas.microsoft.com/office/powerpoint/2010/main" val="16611993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F7338AFD-AE24-BACD-3201-7277B19DE870}"/>
              </a:ext>
            </a:extLst>
          </p:cNvPr>
          <p:cNvSpPr>
            <a:spLocks noGrp="1"/>
          </p:cNvSpPr>
          <p:nvPr>
            <p:ph type="sldNum" sz="quarter" idx="12"/>
          </p:nvPr>
        </p:nvSpPr>
        <p:spPr/>
        <p:txBody>
          <a:bodyPr/>
          <a:lstStyle/>
          <a:p>
            <a:fld id="{A8160BDD-7155-D744-B749-9730458604AD}" type="slidenum">
              <a:rPr lang="en-US" smtClean="0"/>
              <a:pPr/>
              <a:t>27</a:t>
            </a:fld>
            <a:endParaRPr lang="en-US" dirty="0"/>
          </a:p>
        </p:txBody>
      </p:sp>
      <p:sp>
        <p:nvSpPr>
          <p:cNvPr id="8" name="Content Placeholder 7">
            <a:extLst>
              <a:ext uri="{FF2B5EF4-FFF2-40B4-BE49-F238E27FC236}">
                <a16:creationId xmlns:a16="http://schemas.microsoft.com/office/drawing/2014/main" id="{603B2456-D198-1259-FC8E-104A1F4EAC88}"/>
              </a:ext>
            </a:extLst>
          </p:cNvPr>
          <p:cNvSpPr>
            <a:spLocks noGrp="1"/>
          </p:cNvSpPr>
          <p:nvPr>
            <p:ph idx="1"/>
          </p:nvPr>
        </p:nvSpPr>
        <p:spPr/>
        <p:txBody>
          <a:bodyPr/>
          <a:lstStyle/>
          <a:p>
            <a:r>
              <a:rPr lang="en-US" dirty="0"/>
              <a:t>Example: changing price of airline tickets.</a:t>
            </a:r>
          </a:p>
          <a:p>
            <a:pPr lvl="1"/>
            <a:r>
              <a:rPr lang="en-US" dirty="0"/>
              <a:t>Seat type</a:t>
            </a:r>
          </a:p>
          <a:p>
            <a:pPr lvl="1"/>
            <a:r>
              <a:rPr lang="en-US" dirty="0"/>
              <a:t>Number of available seats</a:t>
            </a:r>
          </a:p>
          <a:p>
            <a:pPr lvl="1"/>
            <a:r>
              <a:rPr lang="en-US" dirty="0"/>
              <a:t>Time before flight</a:t>
            </a:r>
          </a:p>
        </p:txBody>
      </p:sp>
      <p:sp>
        <p:nvSpPr>
          <p:cNvPr id="7" name="Title 6">
            <a:extLst>
              <a:ext uri="{FF2B5EF4-FFF2-40B4-BE49-F238E27FC236}">
                <a16:creationId xmlns:a16="http://schemas.microsoft.com/office/drawing/2014/main" id="{29EAD9D3-8831-C3EE-00D6-F83D636625C2}"/>
              </a:ext>
            </a:extLst>
          </p:cNvPr>
          <p:cNvSpPr>
            <a:spLocks noGrp="1"/>
          </p:cNvSpPr>
          <p:nvPr>
            <p:ph type="title"/>
          </p:nvPr>
        </p:nvSpPr>
        <p:spPr/>
        <p:txBody>
          <a:bodyPr/>
          <a:lstStyle/>
          <a:p>
            <a:r>
              <a:rPr lang="en-US" dirty="0"/>
              <a:t>Dynamic Pricing</a:t>
            </a:r>
          </a:p>
        </p:txBody>
      </p:sp>
      <p:sp>
        <p:nvSpPr>
          <p:cNvPr id="9" name="Text Placeholder 8">
            <a:extLst>
              <a:ext uri="{FF2B5EF4-FFF2-40B4-BE49-F238E27FC236}">
                <a16:creationId xmlns:a16="http://schemas.microsoft.com/office/drawing/2014/main" id="{E2EB81A9-2161-B534-0502-2489CA6FAED6}"/>
              </a:ext>
            </a:extLst>
          </p:cNvPr>
          <p:cNvSpPr>
            <a:spLocks noGrp="1"/>
          </p:cNvSpPr>
          <p:nvPr>
            <p:ph type="body" sz="quarter" idx="13"/>
          </p:nvPr>
        </p:nvSpPr>
        <p:spPr/>
        <p:txBody>
          <a:bodyPr/>
          <a:lstStyle/>
          <a:p>
            <a:r>
              <a:rPr lang="en-US" b="1" dirty="0"/>
              <a:t>Dynamic pricing</a:t>
            </a:r>
            <a:r>
              <a:rPr lang="en-US" dirty="0"/>
              <a:t>: The process of adjusting the price of goods or services according to customer behavior or changes in the market.</a:t>
            </a:r>
            <a:endParaRPr lang="en-US" b="1" dirty="0"/>
          </a:p>
        </p:txBody>
      </p:sp>
    </p:spTree>
    <p:extLst>
      <p:ext uri="{BB962C8B-B14F-4D97-AF65-F5344CB8AC3E}">
        <p14:creationId xmlns:p14="http://schemas.microsoft.com/office/powerpoint/2010/main" val="2044342852"/>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7CBFC3EC-3525-7EF8-6A12-991D34CB5363}"/>
              </a:ext>
            </a:extLst>
          </p:cNvPr>
          <p:cNvSpPr>
            <a:spLocks noGrp="1"/>
          </p:cNvSpPr>
          <p:nvPr>
            <p:ph type="sldNum" sz="quarter" idx="12"/>
          </p:nvPr>
        </p:nvSpPr>
        <p:spPr/>
        <p:txBody>
          <a:bodyPr/>
          <a:lstStyle/>
          <a:p>
            <a:fld id="{A8160BDD-7155-D744-B749-9730458604AD}" type="slidenum">
              <a:rPr lang="en-US" smtClean="0"/>
              <a:pPr/>
              <a:t>28</a:t>
            </a:fld>
            <a:endParaRPr lang="en-US" dirty="0"/>
          </a:p>
        </p:txBody>
      </p:sp>
      <p:sp>
        <p:nvSpPr>
          <p:cNvPr id="3" name="Content Placeholder 2">
            <a:extLst>
              <a:ext uri="{FF2B5EF4-FFF2-40B4-BE49-F238E27FC236}">
                <a16:creationId xmlns:a16="http://schemas.microsoft.com/office/drawing/2014/main" id="{EAA81983-07B4-F3C8-EA12-FA5EACAD39DC}"/>
              </a:ext>
            </a:extLst>
          </p:cNvPr>
          <p:cNvSpPr>
            <a:spLocks noGrp="1"/>
          </p:cNvSpPr>
          <p:nvPr>
            <p:ph idx="1"/>
          </p:nvPr>
        </p:nvSpPr>
        <p:spPr/>
        <p:txBody>
          <a:bodyPr/>
          <a:lstStyle/>
          <a:p>
            <a:r>
              <a:rPr lang="en-US" dirty="0"/>
              <a:t>Some churn occurs naturally.</a:t>
            </a:r>
          </a:p>
          <a:p>
            <a:r>
              <a:rPr lang="en-US" dirty="0"/>
              <a:t>It's crucial to recognize changes in churn, why they happen, and how you can control them.</a:t>
            </a:r>
          </a:p>
          <a:p>
            <a:r>
              <a:rPr lang="en-US" dirty="0"/>
              <a:t>Predictive analytics for identifying the "why."</a:t>
            </a:r>
          </a:p>
          <a:p>
            <a:r>
              <a:rPr lang="en-US" dirty="0"/>
              <a:t>Once identified, the company can address causes.</a:t>
            </a:r>
          </a:p>
          <a:p>
            <a:r>
              <a:rPr lang="en-US" dirty="0"/>
              <a:t>Relevant data: demographic/behavioral data, interactions with the company.</a:t>
            </a:r>
          </a:p>
          <a:p>
            <a:r>
              <a:rPr lang="en-US" dirty="0"/>
              <a:t>Find common characteristics/patterns; offer incentives to stay.</a:t>
            </a:r>
          </a:p>
        </p:txBody>
      </p:sp>
      <p:sp>
        <p:nvSpPr>
          <p:cNvPr id="4" name="Title 3">
            <a:extLst>
              <a:ext uri="{FF2B5EF4-FFF2-40B4-BE49-F238E27FC236}">
                <a16:creationId xmlns:a16="http://schemas.microsoft.com/office/drawing/2014/main" id="{39FEC814-0114-60F4-3E60-3A7922F52487}"/>
              </a:ext>
            </a:extLst>
          </p:cNvPr>
          <p:cNvSpPr>
            <a:spLocks noGrp="1"/>
          </p:cNvSpPr>
          <p:nvPr>
            <p:ph type="title"/>
          </p:nvPr>
        </p:nvSpPr>
        <p:spPr/>
        <p:txBody>
          <a:bodyPr/>
          <a:lstStyle/>
          <a:p>
            <a:r>
              <a:rPr lang="en-US" dirty="0"/>
              <a:t>Customer Churn</a:t>
            </a:r>
          </a:p>
        </p:txBody>
      </p:sp>
      <p:sp>
        <p:nvSpPr>
          <p:cNvPr id="5" name="Text Placeholder 4">
            <a:extLst>
              <a:ext uri="{FF2B5EF4-FFF2-40B4-BE49-F238E27FC236}">
                <a16:creationId xmlns:a16="http://schemas.microsoft.com/office/drawing/2014/main" id="{B525CEF2-C0FF-43E5-EB40-EA411C62A500}"/>
              </a:ext>
            </a:extLst>
          </p:cNvPr>
          <p:cNvSpPr>
            <a:spLocks noGrp="1"/>
          </p:cNvSpPr>
          <p:nvPr>
            <p:ph type="body" sz="quarter" idx="13"/>
          </p:nvPr>
        </p:nvSpPr>
        <p:spPr/>
        <p:txBody>
          <a:bodyPr/>
          <a:lstStyle/>
          <a:p>
            <a:r>
              <a:rPr lang="en-US" b="1" dirty="0"/>
              <a:t>Customer churn</a:t>
            </a:r>
            <a:r>
              <a:rPr lang="en-US" dirty="0"/>
              <a:t>: The tendency of customers to cancel subscriptions to a service, or otherwise cease their relationship with a business.</a:t>
            </a:r>
            <a:endParaRPr lang="en-US" b="1" dirty="0"/>
          </a:p>
        </p:txBody>
      </p:sp>
    </p:spTree>
    <p:extLst>
      <p:ext uri="{BB962C8B-B14F-4D97-AF65-F5344CB8AC3E}">
        <p14:creationId xmlns:p14="http://schemas.microsoft.com/office/powerpoint/2010/main" val="206066066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D37B65DB-B3A2-873B-E99C-51DBB59AA4B9}"/>
              </a:ext>
            </a:extLst>
          </p:cNvPr>
          <p:cNvSpPr>
            <a:spLocks noGrp="1"/>
          </p:cNvSpPr>
          <p:nvPr>
            <p:ph type="sldNum" sz="quarter" idx="12"/>
          </p:nvPr>
        </p:nvSpPr>
        <p:spPr/>
        <p:txBody>
          <a:bodyPr/>
          <a:lstStyle/>
          <a:p>
            <a:fld id="{A8160BDD-7155-D744-B749-9730458604AD}" type="slidenum">
              <a:rPr lang="en-US" smtClean="0"/>
              <a:pPr/>
              <a:t>29</a:t>
            </a:fld>
            <a:endParaRPr lang="en-US" dirty="0"/>
          </a:p>
        </p:txBody>
      </p:sp>
      <p:sp>
        <p:nvSpPr>
          <p:cNvPr id="3" name="Content Placeholder 2">
            <a:extLst>
              <a:ext uri="{FF2B5EF4-FFF2-40B4-BE49-F238E27FC236}">
                <a16:creationId xmlns:a16="http://schemas.microsoft.com/office/drawing/2014/main" id="{E279969D-41E8-4CCE-F7F1-413F5F7542BE}"/>
              </a:ext>
            </a:extLst>
          </p:cNvPr>
          <p:cNvSpPr>
            <a:spLocks noGrp="1"/>
          </p:cNvSpPr>
          <p:nvPr>
            <p:ph idx="1"/>
          </p:nvPr>
        </p:nvSpPr>
        <p:spPr/>
        <p:txBody>
          <a:bodyPr/>
          <a:lstStyle/>
          <a:p>
            <a:r>
              <a:rPr lang="en-US" dirty="0"/>
              <a:t>HR/recruiting software</a:t>
            </a:r>
          </a:p>
          <a:p>
            <a:pPr lvl="1"/>
            <a:r>
              <a:rPr lang="en-US" dirty="0"/>
              <a:t>Automated candidate sourcing and tracking, résumé parsing, and email communication.</a:t>
            </a:r>
          </a:p>
          <a:p>
            <a:pPr lvl="1"/>
            <a:r>
              <a:rPr lang="en-US" dirty="0"/>
              <a:t>Fewer tedious/repetitive tasks for humans.</a:t>
            </a:r>
          </a:p>
          <a:p>
            <a:r>
              <a:rPr lang="en-US" dirty="0"/>
              <a:t>Common metrics:</a:t>
            </a:r>
          </a:p>
          <a:p>
            <a:pPr lvl="1"/>
            <a:r>
              <a:rPr lang="en-US" dirty="0"/>
              <a:t>Time to fill</a:t>
            </a:r>
          </a:p>
          <a:p>
            <a:pPr lvl="1"/>
            <a:r>
              <a:rPr lang="en-US" dirty="0"/>
              <a:t>Time to hire</a:t>
            </a:r>
          </a:p>
          <a:p>
            <a:pPr lvl="1"/>
            <a:r>
              <a:rPr lang="en-US" dirty="0"/>
              <a:t>Offer acceptance rate</a:t>
            </a:r>
          </a:p>
          <a:p>
            <a:pPr lvl="1"/>
            <a:r>
              <a:rPr lang="en-US" dirty="0"/>
              <a:t>Recruitment channel effectiveness</a:t>
            </a:r>
          </a:p>
          <a:p>
            <a:pPr lvl="1"/>
            <a:r>
              <a:rPr lang="en-US" dirty="0"/>
              <a:t>Quality of hire</a:t>
            </a:r>
          </a:p>
        </p:txBody>
      </p:sp>
      <p:sp>
        <p:nvSpPr>
          <p:cNvPr id="4" name="Title 3">
            <a:extLst>
              <a:ext uri="{FF2B5EF4-FFF2-40B4-BE49-F238E27FC236}">
                <a16:creationId xmlns:a16="http://schemas.microsoft.com/office/drawing/2014/main" id="{20FA1988-6E99-DB3B-8C9D-452158A4AFDD}"/>
              </a:ext>
            </a:extLst>
          </p:cNvPr>
          <p:cNvSpPr>
            <a:spLocks noGrp="1"/>
          </p:cNvSpPr>
          <p:nvPr>
            <p:ph type="title"/>
          </p:nvPr>
        </p:nvSpPr>
        <p:spPr/>
        <p:txBody>
          <a:bodyPr/>
          <a:lstStyle/>
          <a:p>
            <a:r>
              <a:rPr lang="en-US" dirty="0"/>
              <a:t>Talent Acquisition</a:t>
            </a:r>
          </a:p>
        </p:txBody>
      </p:sp>
      <p:sp>
        <p:nvSpPr>
          <p:cNvPr id="5" name="Text Placeholder 4">
            <a:extLst>
              <a:ext uri="{FF2B5EF4-FFF2-40B4-BE49-F238E27FC236}">
                <a16:creationId xmlns:a16="http://schemas.microsoft.com/office/drawing/2014/main" id="{3B5F64A5-C766-768E-14F6-AA84B09967BE}"/>
              </a:ext>
            </a:extLst>
          </p:cNvPr>
          <p:cNvSpPr>
            <a:spLocks noGrp="1"/>
          </p:cNvSpPr>
          <p:nvPr>
            <p:ph type="body" sz="quarter" idx="13"/>
          </p:nvPr>
        </p:nvSpPr>
        <p:spPr/>
        <p:txBody>
          <a:bodyPr/>
          <a:lstStyle/>
          <a:p>
            <a:r>
              <a:rPr lang="en-US" b="1" dirty="0"/>
              <a:t>TA analytics</a:t>
            </a:r>
            <a:r>
              <a:rPr lang="en-US" dirty="0"/>
              <a:t>: The process of analyzing recruitment data and candidate data to optimize the recruiting and hiring process.</a:t>
            </a:r>
          </a:p>
        </p:txBody>
      </p:sp>
    </p:spTree>
    <p:extLst>
      <p:ext uri="{BB962C8B-B14F-4D97-AF65-F5344CB8AC3E}">
        <p14:creationId xmlns:p14="http://schemas.microsoft.com/office/powerpoint/2010/main" val="173708210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EE760980-4FAB-7F9D-9E11-69211BF46FBE}"/>
              </a:ext>
            </a:extLst>
          </p:cNvPr>
          <p:cNvSpPr>
            <a:spLocks noGrp="1"/>
          </p:cNvSpPr>
          <p:nvPr>
            <p:ph type="sldNum" sz="quarter" idx="12"/>
          </p:nvPr>
        </p:nvSpPr>
        <p:spPr/>
        <p:txBody>
          <a:bodyPr/>
          <a:lstStyle/>
          <a:p>
            <a:fld id="{A8160BDD-7155-D744-B749-9730458604AD}" type="slidenum">
              <a:rPr lang="en-US" smtClean="0"/>
              <a:pPr/>
              <a:t>30</a:t>
            </a:fld>
            <a:endParaRPr lang="en-US" dirty="0"/>
          </a:p>
        </p:txBody>
      </p:sp>
      <p:sp>
        <p:nvSpPr>
          <p:cNvPr id="7" name="Content Placeholder 6">
            <a:extLst>
              <a:ext uri="{FF2B5EF4-FFF2-40B4-BE49-F238E27FC236}">
                <a16:creationId xmlns:a16="http://schemas.microsoft.com/office/drawing/2014/main" id="{745624CB-13AF-FF9A-EDE6-CF33FCE8FB54}"/>
              </a:ext>
            </a:extLst>
          </p:cNvPr>
          <p:cNvSpPr>
            <a:spLocks noGrp="1"/>
          </p:cNvSpPr>
          <p:nvPr>
            <p:ph idx="1"/>
          </p:nvPr>
        </p:nvSpPr>
        <p:spPr/>
        <p:txBody>
          <a:bodyPr/>
          <a:lstStyle/>
          <a:p>
            <a:r>
              <a:rPr lang="en-US" dirty="0"/>
              <a:t>Optimize delivery routes.</a:t>
            </a:r>
          </a:p>
          <a:p>
            <a:r>
              <a:rPr lang="en-US" dirty="0"/>
              <a:t>Reduce costs for customer and company.</a:t>
            </a:r>
          </a:p>
          <a:p>
            <a:r>
              <a:rPr lang="en-US" dirty="0"/>
              <a:t>Warehouse management/optimization.</a:t>
            </a:r>
          </a:p>
          <a:p>
            <a:r>
              <a:rPr lang="en-US" dirty="0"/>
              <a:t>Operational capacity planning.</a:t>
            </a:r>
          </a:p>
        </p:txBody>
      </p:sp>
      <p:sp>
        <p:nvSpPr>
          <p:cNvPr id="6" name="Title 5">
            <a:extLst>
              <a:ext uri="{FF2B5EF4-FFF2-40B4-BE49-F238E27FC236}">
                <a16:creationId xmlns:a16="http://schemas.microsoft.com/office/drawing/2014/main" id="{A4AD5827-CE17-7186-CEF1-A9C67B42AACE}"/>
              </a:ext>
            </a:extLst>
          </p:cNvPr>
          <p:cNvSpPr>
            <a:spLocks noGrp="1"/>
          </p:cNvSpPr>
          <p:nvPr>
            <p:ph type="title"/>
          </p:nvPr>
        </p:nvSpPr>
        <p:spPr/>
        <p:txBody>
          <a:bodyPr/>
          <a:lstStyle/>
          <a:p>
            <a:r>
              <a:rPr lang="en-US" dirty="0"/>
              <a:t>Transportation and Logistics</a:t>
            </a:r>
          </a:p>
        </p:txBody>
      </p:sp>
    </p:spTree>
    <p:extLst>
      <p:ext uri="{BB962C8B-B14F-4D97-AF65-F5344CB8AC3E}">
        <p14:creationId xmlns:p14="http://schemas.microsoft.com/office/powerpoint/2010/main" val="4151595485"/>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A7FCCEE7-9598-1EE2-30B7-84845FD73FCA}"/>
              </a:ext>
            </a:extLst>
          </p:cNvPr>
          <p:cNvSpPr>
            <a:spLocks noGrp="1"/>
          </p:cNvSpPr>
          <p:nvPr>
            <p:ph type="sldNum" sz="quarter" idx="12"/>
          </p:nvPr>
        </p:nvSpPr>
        <p:spPr/>
        <p:txBody>
          <a:bodyPr/>
          <a:lstStyle/>
          <a:p>
            <a:fld id="{A8160BDD-7155-D744-B749-9730458604AD}" type="slidenum">
              <a:rPr lang="en-US" smtClean="0"/>
              <a:pPr/>
              <a:t>31</a:t>
            </a:fld>
            <a:endParaRPr lang="en-US" dirty="0"/>
          </a:p>
        </p:txBody>
      </p:sp>
      <p:sp>
        <p:nvSpPr>
          <p:cNvPr id="6" name="Content Placeholder 5">
            <a:extLst>
              <a:ext uri="{FF2B5EF4-FFF2-40B4-BE49-F238E27FC236}">
                <a16:creationId xmlns:a16="http://schemas.microsoft.com/office/drawing/2014/main" id="{71C811FB-1FB8-E9A5-0643-51FB51F9C865}"/>
              </a:ext>
            </a:extLst>
          </p:cNvPr>
          <p:cNvSpPr>
            <a:spLocks noGrp="1"/>
          </p:cNvSpPr>
          <p:nvPr>
            <p:ph idx="1"/>
          </p:nvPr>
        </p:nvSpPr>
        <p:spPr/>
        <p:txBody>
          <a:bodyPr/>
          <a:lstStyle/>
          <a:p>
            <a:pPr>
              <a:buFont typeface="+mj-lt"/>
              <a:buAutoNum type="arabicPeriod"/>
            </a:pPr>
            <a:r>
              <a:rPr lang="en-US" dirty="0"/>
              <a:t>Last month, a colleague's store did not meet its forecasted sales goals, and the shift managers mentioned that they have noticed a sharp drop in shoppers before and after peak hours. The store manager has asked for suggestions on how to improve the numbers.</a:t>
            </a:r>
            <a:br>
              <a:rPr lang="en-US" dirty="0"/>
            </a:br>
            <a:br>
              <a:rPr lang="en-US" dirty="0"/>
            </a:br>
            <a:r>
              <a:rPr lang="en-US" dirty="0"/>
              <a:t>What do you think the issue is? What advice would you offer?</a:t>
            </a:r>
            <a:br>
              <a:rPr lang="en-US" dirty="0"/>
            </a:br>
            <a:endParaRPr lang="en-US" dirty="0"/>
          </a:p>
          <a:p>
            <a:pPr>
              <a:buFont typeface="+mj-lt"/>
              <a:buAutoNum type="arabicPeriod"/>
            </a:pPr>
            <a:r>
              <a:rPr lang="en-US" dirty="0"/>
              <a:t>GCE is building two new stores and needs them fully staffed within two weeks of the completion of construction. HR is concerned about finding and hiring qualified candidates within the allotted time frame.</a:t>
            </a:r>
            <a:br>
              <a:rPr lang="en-US" dirty="0"/>
            </a:br>
            <a:br>
              <a:rPr lang="en-US" dirty="0"/>
            </a:br>
            <a:r>
              <a:rPr lang="en-US" dirty="0"/>
              <a:t>How can TA analytics help streamline the recruitment and hiring process?</a:t>
            </a:r>
          </a:p>
        </p:txBody>
      </p:sp>
      <p:sp>
        <p:nvSpPr>
          <p:cNvPr id="5" name="Title 4">
            <a:extLst>
              <a:ext uri="{FF2B5EF4-FFF2-40B4-BE49-F238E27FC236}">
                <a16:creationId xmlns:a16="http://schemas.microsoft.com/office/drawing/2014/main" id="{6969FE8F-FB03-02C0-6E34-1A597D549590}"/>
              </a:ext>
            </a:extLst>
          </p:cNvPr>
          <p:cNvSpPr>
            <a:spLocks noGrp="1"/>
          </p:cNvSpPr>
          <p:nvPr>
            <p:ph type="title"/>
          </p:nvPr>
        </p:nvSpPr>
        <p:spPr/>
        <p:txBody>
          <a:bodyPr/>
          <a:lstStyle/>
          <a:p>
            <a:r>
              <a:rPr lang="en-US" dirty="0"/>
              <a:t>Activity: Enhancing Operational Practices</a:t>
            </a:r>
          </a:p>
        </p:txBody>
      </p:sp>
    </p:spTree>
    <p:extLst>
      <p:ext uri="{BB962C8B-B14F-4D97-AF65-F5344CB8AC3E}">
        <p14:creationId xmlns:p14="http://schemas.microsoft.com/office/powerpoint/2010/main" val="2846120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966C9B1-39AE-C744-9CCB-B1B902A6F342}"/>
              </a:ext>
            </a:extLst>
          </p:cNvPr>
          <p:cNvSpPr>
            <a:spLocks noGrp="1"/>
          </p:cNvSpPr>
          <p:nvPr>
            <p:ph type="sldNum" sz="quarter" idx="12"/>
          </p:nvPr>
        </p:nvSpPr>
        <p:spPr/>
        <p:txBody>
          <a:bodyPr/>
          <a:lstStyle/>
          <a:p>
            <a:fld id="{A8160BDD-7155-D744-B749-9730458604AD}" type="slidenum">
              <a:rPr lang="en-US" smtClean="0"/>
              <a:pPr/>
              <a:t>32</a:t>
            </a:fld>
            <a:endParaRPr lang="en-US" dirty="0"/>
          </a:p>
        </p:txBody>
      </p:sp>
      <p:sp>
        <p:nvSpPr>
          <p:cNvPr id="3" name="Text Placeholder 2">
            <a:extLst>
              <a:ext uri="{FF2B5EF4-FFF2-40B4-BE49-F238E27FC236}">
                <a16:creationId xmlns:a16="http://schemas.microsoft.com/office/drawing/2014/main" id="{17BE0E2B-4E33-CB49-95F1-AC0E74888D2F}"/>
              </a:ext>
            </a:extLst>
          </p:cNvPr>
          <p:cNvSpPr>
            <a:spLocks noGrp="1"/>
          </p:cNvSpPr>
          <p:nvPr>
            <p:ph type="body" sz="quarter" idx="13"/>
          </p:nvPr>
        </p:nvSpPr>
        <p:spPr/>
        <p:txBody>
          <a:bodyPr/>
          <a:lstStyle/>
          <a:p>
            <a:r>
              <a:rPr lang="en-US" dirty="0"/>
              <a:t>Which CX enhancements are presently used at your workplace? Which would you suggest be considered?</a:t>
            </a:r>
          </a:p>
          <a:p>
            <a:r>
              <a:rPr lang="en-US" dirty="0"/>
              <a:t>Which of the organizational and transactional security issues are most relevant to your company? Were any issues discussed that your workplace does not address? </a:t>
            </a:r>
          </a:p>
        </p:txBody>
      </p:sp>
    </p:spTree>
    <p:extLst>
      <p:ext uri="{BB962C8B-B14F-4D97-AF65-F5344CB8AC3E}">
        <p14:creationId xmlns:p14="http://schemas.microsoft.com/office/powerpoint/2010/main" val="2161681642"/>
      </p:ext>
    </p:extLst>
  </p:cSld>
  <p:clrMapOvr>
    <a:masterClrMapping/>
  </p:clrMapOvr>
</p:sld>
</file>

<file path=ppt/theme/theme1.xml><?xml version="1.0" encoding="utf-8"?>
<a:theme xmlns:a="http://schemas.openxmlformats.org/drawingml/2006/main" name="CNX">
  <a:themeElements>
    <a:clrScheme name="CNX 1">
      <a:dk1>
        <a:srgbClr val="000000"/>
      </a:dk1>
      <a:lt1>
        <a:srgbClr val="FFFFFF"/>
      </a:lt1>
      <a:dk2>
        <a:srgbClr val="000000"/>
      </a:dk2>
      <a:lt2>
        <a:srgbClr val="FFFFFF"/>
      </a:lt2>
      <a:accent1>
        <a:srgbClr val="009DDC"/>
      </a:accent1>
      <a:accent2>
        <a:srgbClr val="1D76BB"/>
      </a:accent2>
      <a:accent3>
        <a:srgbClr val="F05323"/>
      </a:accent3>
      <a:accent4>
        <a:srgbClr val="1D3764"/>
      </a:accent4>
      <a:accent5>
        <a:srgbClr val="C1C5C9"/>
      </a:accent5>
      <a:accent6>
        <a:srgbClr val="009DDC"/>
      </a:accent6>
      <a:hlink>
        <a:srgbClr val="009DDC"/>
      </a:hlink>
      <a:folHlink>
        <a:srgbClr val="009DDC"/>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noFill/>
        <a:ln w="28575" cap="flat" cmpd="sng" algn="ctr">
          <a:solidFill>
            <a:srgbClr val="FF0000"/>
          </a:solidFill>
          <a:prstDash val="solid"/>
        </a:ln>
        <a:effectLst/>
      </a:spPr>
      <a:bodyPr rtlCol="0" anchor="ctr"/>
      <a:lstStyle>
        <a:defPPr algn="ctr" defTabSz="914400">
          <a:defRPr sz="1100" b="1" kern="0" dirty="0" err="1" smtClean="0">
            <a:solidFill>
              <a:srgbClr val="FF0000"/>
            </a:solidFill>
            <a:latin typeface="Arial"/>
          </a:defRPr>
        </a:defPPr>
      </a:lstStyle>
    </a:spDef>
    <a:lnDef>
      <a:spPr>
        <a:ln w="19050">
          <a:solidFill>
            <a:schemeClr val="tx1"/>
          </a:solidFill>
        </a:ln>
        <a:effectLst/>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CNX_OV_Template_BIZ_1.1.potx" id="{3F606734-24ED-44F4-AF39-A80BB4CDD828}" vid="{DA8138EA-2326-4EF5-918C-5DC2501FD4E5}"/>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p:properties xmlns:p="http://schemas.microsoft.com/office/2006/metadata/properties" xmlns:xsi="http://www.w3.org/2001/XMLSchema-instance" xmlns:pc="http://schemas.microsoft.com/office/infopath/2007/PartnerControls">
  <documentManagement/>
</p:properties>
</file>

<file path=customXml/item3.xml><?xml version="1.0" encoding="utf-8"?>
<ct:contentTypeSchema xmlns:ct="http://schemas.microsoft.com/office/2006/metadata/contentType" xmlns:ma="http://schemas.microsoft.com/office/2006/metadata/properties/metaAttributes" ct:_="" ma:_="" ma:contentTypeName="Document" ma:contentTypeID="0x0101000FA3E69E70E30E468993238898FCF574" ma:contentTypeVersion="4" ma:contentTypeDescription="Create a new document." ma:contentTypeScope="" ma:versionID="dc0a16b6a225e328636b89082a0fd4a9">
  <xsd:schema xmlns:xsd="http://www.w3.org/2001/XMLSchema" xmlns:xs="http://www.w3.org/2001/XMLSchema" xmlns:p="http://schemas.microsoft.com/office/2006/metadata/properties" xmlns:ns2="64dd2cb5-7863-47d4-b3f2-5b70c1925be2" targetNamespace="http://schemas.microsoft.com/office/2006/metadata/properties" ma:root="true" ma:fieldsID="b5d20a745309770a795a0694b6cd691c" ns2:_="">
    <xsd:import namespace="64dd2cb5-7863-47d4-b3f2-5b70c1925be2"/>
    <xsd:element name="properties">
      <xsd:complexType>
        <xsd:sequence>
          <xsd:element name="documentManagement">
            <xsd:complexType>
              <xsd:all>
                <xsd:element ref="ns2:MediaServiceMetadata" minOccurs="0"/>
                <xsd:element ref="ns2:MediaServiceFastMetadata" minOccurs="0"/>
                <xsd:element ref="ns2:MediaServiceAutoKeyPoints" minOccurs="0"/>
                <xsd:element ref="ns2:MediaServiceKeyPoint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4dd2cb5-7863-47d4-b3f2-5b70c1925be2"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AutoKeyPoints" ma:index="10" nillable="true" ma:displayName="MediaServiceAutoKeyPoints" ma:hidden="true" ma:internalName="MediaServiceAutoKeyPoints" ma:readOnly="true">
      <xsd:simpleType>
        <xsd:restriction base="dms:Note"/>
      </xsd:simpleType>
    </xsd:element>
    <xsd:element name="MediaServiceKeyPoints" ma:index="11" nillable="true" ma:displayName="KeyPoints" ma:internalName="MediaServiceKeyPoints" ma:readOnly="true">
      <xsd:simpleType>
        <xsd:restriction base="dms:Note">
          <xsd:maxLength value="255"/>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B77BBCB1-D0C3-46F8-A7FC-B2722C0802BF}">
  <ds:schemaRefs>
    <ds:schemaRef ds:uri="http://schemas.microsoft.com/sharepoint/v3/contenttype/forms"/>
  </ds:schemaRefs>
</ds:datastoreItem>
</file>

<file path=customXml/itemProps2.xml><?xml version="1.0" encoding="utf-8"?>
<ds:datastoreItem xmlns:ds="http://schemas.openxmlformats.org/officeDocument/2006/customXml" ds:itemID="{9EE0D89E-233E-41F5-B369-92342F4EEEF8}">
  <ds:schemaRefs>
    <ds:schemaRef ds:uri="http://schemas.microsoft.com/office/2006/metadata/properties"/>
    <ds:schemaRef ds:uri="http://schemas.microsoft.com/office/infopath/2007/PartnerControls"/>
  </ds:schemaRefs>
</ds:datastoreItem>
</file>

<file path=customXml/itemProps3.xml><?xml version="1.0" encoding="utf-8"?>
<ds:datastoreItem xmlns:ds="http://schemas.openxmlformats.org/officeDocument/2006/customXml" ds:itemID="{65412840-34B3-43D0-9071-24C4F0CCE581}">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4dd2cb5-7863-47d4-b3f2-5b70c1925be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emplate>CNX_OV_Template_BIZ_1.2</Template>
  <TotalTime>550</TotalTime>
  <Words>1668</Words>
  <Application>Microsoft Office PowerPoint</Application>
  <PresentationFormat>Widescreen</PresentationFormat>
  <Paragraphs>252</Paragraphs>
  <Slides>32</Slides>
  <Notes>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32</vt:i4>
      </vt:variant>
    </vt:vector>
  </HeadingPairs>
  <TitlesOfParts>
    <vt:vector size="35" baseType="lpstr">
      <vt:lpstr>Arial</vt:lpstr>
      <vt:lpstr>Calibri</vt:lpstr>
      <vt:lpstr>CNX</vt:lpstr>
      <vt:lpstr>Functions of Data Science in Business</vt:lpstr>
      <vt:lpstr>Functions of Data Science in Business</vt:lpstr>
      <vt:lpstr>PowerPoint Presentation</vt:lpstr>
      <vt:lpstr>Customer Experience (CX)</vt:lpstr>
      <vt:lpstr>Personalized CX</vt:lpstr>
      <vt:lpstr>Sentiment Analysis</vt:lpstr>
      <vt:lpstr>Recommender Systems</vt:lpstr>
      <vt:lpstr>Self-Service Support</vt:lpstr>
      <vt:lpstr>Chatbots and Virtual Assistants</vt:lpstr>
      <vt:lpstr>Activity: Improving Customer Experience</vt:lpstr>
      <vt:lpstr>PowerPoint Presentation</vt:lpstr>
      <vt:lpstr>Audience Segmentation</vt:lpstr>
      <vt:lpstr>Targeted Advertising</vt:lpstr>
      <vt:lpstr>Campaign Optimization</vt:lpstr>
      <vt:lpstr>Marketing Measurement Analysis</vt:lpstr>
      <vt:lpstr>Activity: Improving Marketing Efforts</vt:lpstr>
      <vt:lpstr>PowerPoint Presentation</vt:lpstr>
      <vt:lpstr>Fraud Detection</vt:lpstr>
      <vt:lpstr>Minimization of Loan Defaults</vt:lpstr>
      <vt:lpstr>Reduction of Intellectual Property Theft</vt:lpstr>
      <vt:lpstr>Risk Identification and Mitigation</vt:lpstr>
      <vt:lpstr>Cybersecurity Considerations</vt:lpstr>
      <vt:lpstr>Activity: Optimizing Organizational and Transactional Security</vt:lpstr>
      <vt:lpstr>PowerPoint Presentation</vt:lpstr>
      <vt:lpstr>System or Component Failure</vt:lpstr>
      <vt:lpstr>Sales Forecasting</vt:lpstr>
      <vt:lpstr>Dynamic Pricing</vt:lpstr>
      <vt:lpstr>Customer Churn</vt:lpstr>
      <vt:lpstr>Talent Acquisition</vt:lpstr>
      <vt:lpstr>Transportation and Logistics</vt:lpstr>
      <vt:lpstr>Activity: Enhancing Operational Practices</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Data Science Implementation</dc:title>
  <dc:creator>Jason Nufryk</dc:creator>
  <cp:lastModifiedBy>Laurie Perry</cp:lastModifiedBy>
  <cp:revision>22</cp:revision>
  <dcterms:created xsi:type="dcterms:W3CDTF">2023-03-30T18:50:54Z</dcterms:created>
  <dcterms:modified xsi:type="dcterms:W3CDTF">2023-11-10T20:37:10Z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0x0101000FA3E69E70E30E468993238898FCF574</vt:lpwstr>
  </property>
</Properties>
</file>
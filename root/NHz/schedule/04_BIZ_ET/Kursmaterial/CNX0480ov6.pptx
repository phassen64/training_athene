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7" r:id="rId4"/>
  </p:sldMasterIdLst>
  <p:notesMasterIdLst>
    <p:notesMasterId r:id="rId30"/>
  </p:notesMasterIdLst>
  <p:handoutMasterIdLst>
    <p:handoutMasterId r:id="rId31"/>
  </p:handoutMasterIdLst>
  <p:sldIdLst>
    <p:sldId id="273" r:id="rId5"/>
    <p:sldId id="272" r:id="rId6"/>
    <p:sldId id="264" r:id="rId7"/>
    <p:sldId id="275" r:id="rId8"/>
    <p:sldId id="276" r:id="rId9"/>
    <p:sldId id="277" r:id="rId10"/>
    <p:sldId id="278" r:id="rId11"/>
    <p:sldId id="279" r:id="rId12"/>
    <p:sldId id="280" r:id="rId13"/>
    <p:sldId id="281" r:id="rId14"/>
    <p:sldId id="282" r:id="rId15"/>
    <p:sldId id="283" r:id="rId16"/>
    <p:sldId id="284" r:id="rId17"/>
    <p:sldId id="295" r:id="rId18"/>
    <p:sldId id="287" r:id="rId19"/>
    <p:sldId id="296" r:id="rId20"/>
    <p:sldId id="285" r:id="rId21"/>
    <p:sldId id="288" r:id="rId22"/>
    <p:sldId id="289" r:id="rId23"/>
    <p:sldId id="290" r:id="rId24"/>
    <p:sldId id="294" r:id="rId25"/>
    <p:sldId id="292" r:id="rId26"/>
    <p:sldId id="293" r:id="rId27"/>
    <p:sldId id="297" r:id="rId28"/>
    <p:sldId id="271"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ter Vorenkamp"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3764"/>
    <a:srgbClr val="009DDC"/>
    <a:srgbClr val="E71854"/>
    <a:srgbClr val="FAD02C"/>
    <a:srgbClr val="FAAF41"/>
    <a:srgbClr val="198CA8"/>
    <a:srgbClr val="2466AC"/>
    <a:srgbClr val="D1D2D3"/>
    <a:srgbClr val="F05A2B"/>
    <a:srgbClr val="1D386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7" autoAdjust="0"/>
    <p:restoredTop sz="96327" autoAdjust="0"/>
  </p:normalViewPr>
  <p:slideViewPr>
    <p:cSldViewPr snapToGrid="0">
      <p:cViewPr varScale="1">
        <p:scale>
          <a:sx n="79" d="100"/>
          <a:sy n="79" d="100"/>
        </p:scale>
        <p:origin x="696" y="11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2"/>
        <a:sy n="1" d="2"/>
      </p:scale>
      <p:origin x="0" y="0"/>
    </p:cViewPr>
  </p:sorterViewPr>
  <p:notesViewPr>
    <p:cSldViewPr snapToGrid="0">
      <p:cViewPr varScale="1">
        <p:scale>
          <a:sx n="81" d="100"/>
          <a:sy n="81" d="100"/>
        </p:scale>
        <p:origin x="2058"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0F75AEF-6AF8-074D-A4DB-F71FD6F9C37D}" type="datetimeFigureOut">
              <a:rPr lang="en-US" smtClean="0"/>
              <a:t>11/17/2023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D5D9A6D-5233-6641-90BA-8328590F05DD}" type="slidenum">
              <a:rPr lang="en-US" smtClean="0"/>
              <a:t>‹#›</a:t>
            </a:fld>
            <a:endParaRPr lang="en-US" dirty="0"/>
          </a:p>
        </p:txBody>
      </p:sp>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6AAE85D-3A3F-7B46-A18E-DF160D9D2CC7}" type="datetimeFigureOut">
              <a:rPr lang="en-US" smtClean="0"/>
              <a:t>11/17/2023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DDA35F-9E58-5D40-92C1-D8C7631003B0}" type="slidenum">
              <a:rPr lang="en-US" smtClean="0"/>
              <a:t>‹#›</a:t>
            </a:fld>
            <a:endParaRPr lang="en-US" dirty="0"/>
          </a:p>
        </p:txBody>
      </p:sp>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1" name="Content Placeholder 2"/>
          <p:cNvSpPr>
            <a:spLocks noGrp="1"/>
          </p:cNvSpPr>
          <p:nvPr>
            <p:ph idx="1" hasCustomPrompt="1"/>
          </p:nvPr>
        </p:nvSpPr>
        <p:spPr>
          <a:xfrm>
            <a:off x="455900" y="1302040"/>
            <a:ext cx="11280200" cy="4131352"/>
          </a:xfrm>
          <a:prstGeom prst="rect">
            <a:avLst/>
          </a:prstGeom>
        </p:spPr>
        <p:txBody>
          <a:bodyPr numCol="2" spcCol="137160"/>
          <a:lstStyle>
            <a:lvl1pPr marL="342900" marR="0" indent="-342900" algn="l" defTabSz="457200" rtl="0" eaLnBrk="1" fontAlgn="auto" latinLnBrk="0" hangingPunct="1">
              <a:lnSpc>
                <a:spcPct val="100000"/>
              </a:lnSpc>
              <a:spcBef>
                <a:spcPct val="20000"/>
              </a:spcBef>
              <a:spcAft>
                <a:spcPts val="0"/>
              </a:spcAft>
              <a:buClr>
                <a:srgbClr val="009DDC"/>
              </a:buClr>
              <a:buSzTx/>
              <a:buFont typeface="+mj-lt"/>
              <a:buAutoNum type="arabicPeriod"/>
              <a:tabLst/>
              <a:defRPr sz="1800" baseline="0">
                <a:sym typeface="Wingdings" panose="05000000000000000000" pitchFamily="2" charset="2"/>
              </a:defRPr>
            </a:lvl1pPr>
            <a:lvl2pPr marL="742950" marR="0" indent="-285750" algn="l" defTabSz="457200" rtl="0" eaLnBrk="1" fontAlgn="auto" latinLnBrk="0" hangingPunct="1">
              <a:lnSpc>
                <a:spcPct val="100000"/>
              </a:lnSpc>
              <a:spcBef>
                <a:spcPct val="20000"/>
              </a:spcBef>
              <a:spcAft>
                <a:spcPts val="0"/>
              </a:spcAft>
              <a:buClr>
                <a:srgbClr val="009DDC"/>
              </a:buClr>
              <a:buSzTx/>
              <a:buFont typeface="+mj-lt"/>
              <a:buAutoNum type="arabicPeriod"/>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mj-lt"/>
              <a:buAutoNum type="arabicPeriod"/>
              <a:tabLst/>
              <a:defRPr sz="1400"/>
            </a:lvl3pPr>
          </a:lstStyle>
          <a:p>
            <a:pPr marL="173038" lvl="0" indent="-173038"/>
            <a:r>
              <a:rPr lang="en-US" dirty="0"/>
              <a:t>Click to add text. If you have &lt;12 lessons, select </a:t>
            </a:r>
            <a:r>
              <a:rPr lang="en-US" dirty="0" err="1"/>
              <a:t>HomeAdd</a:t>
            </a:r>
            <a:r>
              <a:rPr lang="en-US" dirty="0"/>
              <a:t> or Remove </a:t>
            </a:r>
            <a:r>
              <a:rPr lang="en-US" dirty="0" err="1"/>
              <a:t>ColumnsOne</a:t>
            </a:r>
            <a:r>
              <a:rPr lang="en-US" dirty="0"/>
              <a:t> Column to prevent wrapping issues with long titles.</a:t>
            </a:r>
          </a:p>
          <a:p>
            <a:pPr marL="342900" marR="0" lvl="1" indent="-342900" algn="l" defTabSz="457200" rtl="0" eaLnBrk="1" fontAlgn="auto" latinLnBrk="0" hangingPunct="1">
              <a:lnSpc>
                <a:spcPct val="100000"/>
              </a:lnSpc>
              <a:spcBef>
                <a:spcPct val="20000"/>
              </a:spcBef>
              <a:spcAft>
                <a:spcPts val="0"/>
              </a:spcAft>
              <a:buClr>
                <a:srgbClr val="009DDC"/>
              </a:buClr>
              <a:buSzTx/>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78899" cy="944881"/>
          </a:xfrm>
          <a:prstGeom prst="rect">
            <a:avLst/>
          </a:prstGeom>
        </p:spPr>
        <p:txBody>
          <a:bodyPr vert="horz" lIns="91440" tIns="45720" rIns="91440" bIns="45720" rtlCol="0" anchor="ctr">
            <a:noAutofit/>
          </a:bodyPr>
          <a:lstStyle>
            <a:lvl1pPr>
              <a:defRPr/>
            </a:lvl1pPr>
          </a:lstStyle>
          <a:p>
            <a:r>
              <a:rPr lang="en-US" dirty="0"/>
              <a:t>Click to add “Course Outline: [Course Title]”</a:t>
            </a:r>
          </a:p>
        </p:txBody>
      </p:sp>
      <p:pic>
        <p:nvPicPr>
          <p:cNvPr id="10" name="Picture 9" descr="A close up of a sign&#10;&#10;Description automatically generated">
            <a:extLst>
              <a:ext uri="{FF2B5EF4-FFF2-40B4-BE49-F238E27FC236}">
                <a16:creationId xmlns:a16="http://schemas.microsoft.com/office/drawing/2014/main" id="{11CA89CD-FB39-834A-B366-6013C2849C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212770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1" name="Content Placeholder 2"/>
          <p:cNvSpPr>
            <a:spLocks noGrp="1"/>
          </p:cNvSpPr>
          <p:nvPr>
            <p:ph idx="1"/>
          </p:nvPr>
        </p:nvSpPr>
        <p:spPr>
          <a:xfrm>
            <a:off x="455900" y="1302040"/>
            <a:ext cx="11280200" cy="4131352"/>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400"/>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78899" cy="944881"/>
          </a:xfrm>
          <a:prstGeom prst="rect">
            <a:avLst/>
          </a:prstGeom>
        </p:spPr>
        <p:txBody>
          <a:bodyPr vert="horz" lIns="91440" tIns="45720" rIns="91440" bIns="45720" rtlCol="0" anchor="ctr">
            <a:noAutofit/>
          </a:bodyPr>
          <a:lstStyle>
            <a:lvl1pPr>
              <a:defRPr/>
            </a:lvl1pPr>
          </a:lstStyle>
          <a:p>
            <a:r>
              <a:rPr lang="en-US" dirty="0"/>
              <a:t>Click to add Lesson title</a:t>
            </a:r>
          </a:p>
        </p:txBody>
      </p:sp>
      <p:pic>
        <p:nvPicPr>
          <p:cNvPr id="10" name="Picture 9" descr="A close up of a sign&#10;&#10;Description automatically generated">
            <a:extLst>
              <a:ext uri="{FF2B5EF4-FFF2-40B4-BE49-F238E27FC236}">
                <a16:creationId xmlns:a16="http://schemas.microsoft.com/office/drawing/2014/main" id="{11CA89CD-FB39-834A-B366-6013C2849C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879119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3" name="Picture 2" descr="Shape, rectangle&#10;&#10;Description automatically generated">
            <a:extLst>
              <a:ext uri="{FF2B5EF4-FFF2-40B4-BE49-F238E27FC236}">
                <a16:creationId xmlns:a16="http://schemas.microsoft.com/office/drawing/2014/main" id="{D770E60D-FD97-4043-81F1-289AA5E51D5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2" name="Text Placeholder 11">
            <a:extLst>
              <a:ext uri="{FF2B5EF4-FFF2-40B4-BE49-F238E27FC236}">
                <a16:creationId xmlns:a16="http://schemas.microsoft.com/office/drawing/2014/main" id="{96D59A8F-E744-4482-BF05-F930781695A1}"/>
              </a:ext>
            </a:extLst>
          </p:cNvPr>
          <p:cNvSpPr>
            <a:spLocks noGrp="1"/>
          </p:cNvSpPr>
          <p:nvPr>
            <p:ph type="body" sz="quarter" idx="14" hasCustomPrompt="1"/>
          </p:nvPr>
        </p:nvSpPr>
        <p:spPr>
          <a:xfrm>
            <a:off x="914400" y="3235643"/>
            <a:ext cx="10363200" cy="1362075"/>
          </a:xfrm>
        </p:spPr>
        <p:txBody>
          <a:bodyPr anchor="ctr"/>
          <a:lstStyle>
            <a:lvl1pPr marL="0" indent="0" algn="ctr">
              <a:buNone/>
              <a:defRPr sz="4400" b="1" cap="all" baseline="0">
                <a:solidFill>
                  <a:schemeClr val="bg1"/>
                </a:solidFill>
                <a:latin typeface="Calibri" panose="020F0502020204030204" pitchFamily="34" charset="0"/>
              </a:defRPr>
            </a:lvl1pPr>
          </a:lstStyle>
          <a:p>
            <a:pPr lvl="0"/>
            <a:r>
              <a:rPr lang="en-US" dirty="0"/>
              <a:t>click to add topic title</a:t>
            </a:r>
          </a:p>
        </p:txBody>
      </p:sp>
      <p:pic>
        <p:nvPicPr>
          <p:cNvPr id="8" name="Picture 7" descr="A group of black and white text&#10;&#10;Description automatically generated with medium confidence">
            <a:extLst>
              <a:ext uri="{FF2B5EF4-FFF2-40B4-BE49-F238E27FC236}">
                <a16:creationId xmlns:a16="http://schemas.microsoft.com/office/drawing/2014/main" id="{18AA9BFF-9ED8-2D40-92F4-996C75C1C16F}"/>
              </a:ext>
            </a:extLst>
          </p:cNvPr>
          <p:cNvPicPr>
            <a:picLocks noChangeAspect="1"/>
          </p:cNvPicPr>
          <p:nvPr userDrawn="1"/>
        </p:nvPicPr>
        <p:blipFill>
          <a:blip r:embed="rId3"/>
          <a:stretch>
            <a:fillRect/>
          </a:stretch>
        </p:blipFill>
        <p:spPr>
          <a:xfrm>
            <a:off x="9705975" y="6424777"/>
            <a:ext cx="2076450" cy="286880"/>
          </a:xfrm>
          <a:prstGeom prst="rect">
            <a:avLst/>
          </a:prstGeom>
        </p:spPr>
      </p:pic>
      <p:sp>
        <p:nvSpPr>
          <p:cNvPr id="9" name="Footer Placeholder 2">
            <a:extLst>
              <a:ext uri="{FF2B5EF4-FFF2-40B4-BE49-F238E27FC236}">
                <a16:creationId xmlns:a16="http://schemas.microsoft.com/office/drawing/2014/main" id="{BB1E05F0-CFAF-A446-AE72-71681949D9CF}"/>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2023 CertNexus, Inc. All rights reserved.</a:t>
            </a:r>
          </a:p>
        </p:txBody>
      </p:sp>
      <p:sp>
        <p:nvSpPr>
          <p:cNvPr id="7" name="Picture Placeholder 9">
            <a:extLst>
              <a:ext uri="{FF2B5EF4-FFF2-40B4-BE49-F238E27FC236}">
                <a16:creationId xmlns:a16="http://schemas.microsoft.com/office/drawing/2014/main" id="{EF71B82E-1518-9342-B652-C27727A41635}"/>
              </a:ext>
            </a:extLst>
          </p:cNvPr>
          <p:cNvSpPr>
            <a:spLocks noGrp="1"/>
          </p:cNvSpPr>
          <p:nvPr>
            <p:ph type="pic" sz="quarter" idx="13"/>
          </p:nvPr>
        </p:nvSpPr>
        <p:spPr>
          <a:xfrm>
            <a:off x="2661921" y="853440"/>
            <a:ext cx="6879270" cy="2334261"/>
          </a:xfrm>
        </p:spPr>
        <p:txBody>
          <a:bodyPr anchor="ctr"/>
          <a:lstStyle>
            <a:lvl1pPr algn="ctr">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838086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7" name="Content Placeholder 2"/>
          <p:cNvSpPr>
            <a:spLocks noGrp="1"/>
          </p:cNvSpPr>
          <p:nvPr>
            <p:ph idx="1"/>
          </p:nvPr>
        </p:nvSpPr>
        <p:spPr>
          <a:xfrm>
            <a:off x="455900" y="1302040"/>
            <a:ext cx="11280200" cy="4920960"/>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89059" cy="944881"/>
          </a:xfrm>
          <a:prstGeom prst="rect">
            <a:avLst/>
          </a:prstGeom>
        </p:spPr>
        <p:txBody>
          <a:bodyPr vert="horz" lIns="91440" tIns="45720" rIns="91440" bIns="45720" rtlCol="0" anchor="ctr">
            <a:noAutofit/>
          </a:bodyPr>
          <a:lstStyle/>
          <a:p>
            <a:r>
              <a:rPr lang="en-US" dirty="0"/>
              <a:t>Click to add title</a:t>
            </a:r>
          </a:p>
        </p:txBody>
      </p:sp>
      <p:pic>
        <p:nvPicPr>
          <p:cNvPr id="9" name="Picture 8" descr="A close up of a sign&#10;&#10;Description automatically generated">
            <a:extLst>
              <a:ext uri="{FF2B5EF4-FFF2-40B4-BE49-F238E27FC236}">
                <a16:creationId xmlns:a16="http://schemas.microsoft.com/office/drawing/2014/main" id="{0A037335-1258-EF45-B44C-2F4D9BFDCFF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159048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Fill">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DF39B6-089A-D744-B207-90D8B780B7A2}"/>
              </a:ext>
            </a:extLst>
          </p:cNvPr>
          <p:cNvPicPr>
            <a:picLocks noChangeAspect="1"/>
          </p:cNvPicPr>
          <p:nvPr userDrawn="1"/>
        </p:nvPicPr>
        <p:blipFill>
          <a:blip r:embed="rId2"/>
          <a:src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7" name="Content Placeholder 2"/>
          <p:cNvSpPr>
            <a:spLocks noGrp="1"/>
          </p:cNvSpPr>
          <p:nvPr>
            <p:ph idx="1"/>
          </p:nvPr>
        </p:nvSpPr>
        <p:spPr>
          <a:xfrm>
            <a:off x="455900" y="1302040"/>
            <a:ext cx="5165411" cy="4920960"/>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89059" cy="944881"/>
          </a:xfrm>
          <a:prstGeom prst="rect">
            <a:avLst/>
          </a:prstGeom>
        </p:spPr>
        <p:txBody>
          <a:bodyPr vert="horz" lIns="91440" tIns="45720" rIns="91440" bIns="45720" rtlCol="0" anchor="ctr">
            <a:noAutofit/>
          </a:bodyPr>
          <a:lstStyle/>
          <a:p>
            <a:r>
              <a:rPr lang="en-US" dirty="0"/>
              <a:t>Click to add title</a:t>
            </a:r>
          </a:p>
        </p:txBody>
      </p:sp>
      <p:pic>
        <p:nvPicPr>
          <p:cNvPr id="11" name="Picture 10" descr="A group of black and white text&#10;&#10;Description automatically generated with medium confidence">
            <a:extLst>
              <a:ext uri="{FF2B5EF4-FFF2-40B4-BE49-F238E27FC236}">
                <a16:creationId xmlns:a16="http://schemas.microsoft.com/office/drawing/2014/main" id="{76BA429E-88B1-B942-9C74-1AB5F33A3CDC}"/>
              </a:ext>
            </a:extLst>
          </p:cNvPr>
          <p:cNvPicPr>
            <a:picLocks noChangeAspect="1"/>
          </p:cNvPicPr>
          <p:nvPr userDrawn="1"/>
        </p:nvPicPr>
        <p:blipFill>
          <a:blip r:embed="rId3"/>
          <a:stretch>
            <a:fillRect/>
          </a:stretch>
        </p:blipFill>
        <p:spPr>
          <a:xfrm>
            <a:off x="9803674" y="6438275"/>
            <a:ext cx="1881052" cy="259884"/>
          </a:xfrm>
          <a:prstGeom prst="rect">
            <a:avLst/>
          </a:prstGeom>
        </p:spPr>
      </p:pic>
    </p:spTree>
    <p:extLst>
      <p:ext uri="{BB962C8B-B14F-4D97-AF65-F5344CB8AC3E}">
        <p14:creationId xmlns:p14="http://schemas.microsoft.com/office/powerpoint/2010/main" val="590128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Blank">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5" name="Slide Number Placeholder 4"/>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45368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E0645ACB-515B-844F-A6FE-5A9C2CC9120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Picture 6" descr="A group of black and white text&#10;&#10;Description automatically generated with medium confidence">
            <a:extLst>
              <a:ext uri="{FF2B5EF4-FFF2-40B4-BE49-F238E27FC236}">
                <a16:creationId xmlns:a16="http://schemas.microsoft.com/office/drawing/2014/main" id="{127A344B-E698-2E47-A734-E1CE1341471D}"/>
              </a:ext>
            </a:extLst>
          </p:cNvPr>
          <p:cNvPicPr>
            <a:picLocks noChangeAspect="1"/>
          </p:cNvPicPr>
          <p:nvPr userDrawn="1"/>
        </p:nvPicPr>
        <p:blipFill>
          <a:blip r:embed="rId3"/>
          <a:stretch>
            <a:fillRect/>
          </a:stretch>
        </p:blipFill>
        <p:spPr>
          <a:xfrm>
            <a:off x="9705975" y="6424777"/>
            <a:ext cx="2076450" cy="286880"/>
          </a:xfrm>
          <a:prstGeom prst="rect">
            <a:avLst/>
          </a:prstGeom>
        </p:spPr>
      </p:pic>
      <p:sp>
        <p:nvSpPr>
          <p:cNvPr id="2" name="Title 1"/>
          <p:cNvSpPr>
            <a:spLocks noGrp="1"/>
          </p:cNvSpPr>
          <p:nvPr>
            <p:ph type="title" hasCustomPrompt="1"/>
          </p:nvPr>
        </p:nvSpPr>
        <p:spPr>
          <a:xfrm>
            <a:off x="840155" y="2785873"/>
            <a:ext cx="10511691" cy="1286256"/>
          </a:xfrm>
        </p:spPr>
        <p:txBody>
          <a:bodyPr/>
          <a:lstStyle>
            <a:lvl1pPr algn="ctr">
              <a:defRPr sz="4400" b="1"/>
            </a:lvl1pPr>
          </a:lstStyle>
          <a:p>
            <a:r>
              <a:rPr lang="en-US" dirty="0"/>
              <a:t>CLICK TO ADD TITLE</a:t>
            </a:r>
          </a:p>
        </p:txBody>
      </p:sp>
      <p:sp>
        <p:nvSpPr>
          <p:cNvPr id="5" name="Slide Number Placeholder 4"/>
          <p:cNvSpPr>
            <a:spLocks noGrp="1"/>
          </p:cNvSpPr>
          <p:nvPr>
            <p:ph type="sldNum" sz="quarter" idx="12"/>
          </p:nvPr>
        </p:nvSpPr>
        <p:spPr/>
        <p:txBody>
          <a:bodyPr/>
          <a:lstStyle/>
          <a:p>
            <a:fld id="{A8160BDD-7155-D744-B749-9730458604AD}" type="slidenum">
              <a:rPr lang="en-US" smtClean="0"/>
              <a:t>‹#›</a:t>
            </a:fld>
            <a:endParaRPr lang="en-US" dirty="0"/>
          </a:p>
        </p:txBody>
      </p:sp>
      <p:sp>
        <p:nvSpPr>
          <p:cNvPr id="6" name="Footer Placeholder 2">
            <a:extLst>
              <a:ext uri="{FF2B5EF4-FFF2-40B4-BE49-F238E27FC236}">
                <a16:creationId xmlns:a16="http://schemas.microsoft.com/office/drawing/2014/main" id="{8A2CE11F-9E63-044F-B02D-D030806CCD69}"/>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2023 CertNexus, Inc. All rights reserved.</a:t>
            </a:r>
          </a:p>
        </p:txBody>
      </p:sp>
    </p:spTree>
    <p:extLst>
      <p:ext uri="{BB962C8B-B14F-4D97-AF65-F5344CB8AC3E}">
        <p14:creationId xmlns:p14="http://schemas.microsoft.com/office/powerpoint/2010/main" val="257214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rner Fill">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11" name="Title Placeholder 1"/>
          <p:cNvSpPr>
            <a:spLocks noGrp="1"/>
          </p:cNvSpPr>
          <p:nvPr>
            <p:ph type="title" hasCustomPrompt="1"/>
          </p:nvPr>
        </p:nvSpPr>
        <p:spPr>
          <a:xfrm>
            <a:off x="455901" y="0"/>
            <a:ext cx="11319539" cy="955041"/>
          </a:xfrm>
          <a:prstGeom prst="rect">
            <a:avLst/>
          </a:prstGeom>
        </p:spPr>
        <p:txBody>
          <a:bodyPr vert="horz" lIns="91440" tIns="45720" rIns="91440" bIns="45720" rtlCol="0" anchor="ctr">
            <a:noAutofit/>
          </a:bodyPr>
          <a:lstStyle/>
          <a:p>
            <a:r>
              <a:rPr lang="en-US" dirty="0"/>
              <a:t>Click to add title</a:t>
            </a:r>
          </a:p>
        </p:txBody>
      </p:sp>
      <p:sp>
        <p:nvSpPr>
          <p:cNvPr id="10" name="Content Placeholder 2"/>
          <p:cNvSpPr>
            <a:spLocks noGrp="1"/>
          </p:cNvSpPr>
          <p:nvPr>
            <p:ph idx="1"/>
          </p:nvPr>
        </p:nvSpPr>
        <p:spPr>
          <a:xfrm>
            <a:off x="455900" y="1302043"/>
            <a:ext cx="11280200" cy="4481345"/>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pic>
        <p:nvPicPr>
          <p:cNvPr id="8" name="Picture 7" descr="A close up of a sign&#10;&#10;Description automatically generated">
            <a:extLst>
              <a:ext uri="{FF2B5EF4-FFF2-40B4-BE49-F238E27FC236}">
                <a16:creationId xmlns:a16="http://schemas.microsoft.com/office/drawing/2014/main" id="{EA977C3C-812B-204B-BEB0-8F3E056FBA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203403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Glossary Term Definition Blank">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4" name="Picture 3">
            <a:extLst>
              <a:ext uri="{FF2B5EF4-FFF2-40B4-BE49-F238E27FC236}">
                <a16:creationId xmlns:a16="http://schemas.microsoft.com/office/drawing/2014/main" id="{B63EEA2D-3653-2F41-934A-ED2CDFD9881E}"/>
              </a:ext>
            </a:extLst>
          </p:cNvPr>
          <p:cNvPicPr>
            <a:picLocks noChangeAspect="1"/>
          </p:cNvPicPr>
          <p:nvPr userDrawn="1"/>
        </p:nvPicPr>
        <p:blipFill>
          <a:blip r:embed="rId2"/>
          <a:srcRect/>
          <a:stretch/>
        </p:blipFill>
        <p:spPr>
          <a:xfrm>
            <a:off x="0" y="0"/>
            <a:ext cx="12192000" cy="6858000"/>
          </a:xfrm>
          <a:prstGeom prst="rect">
            <a:avLst/>
          </a:prstGeom>
        </p:spPr>
      </p:pic>
      <p:sp>
        <p:nvSpPr>
          <p:cNvPr id="7" name="Content Placeholder 2"/>
          <p:cNvSpPr>
            <a:spLocks noGrp="1"/>
          </p:cNvSpPr>
          <p:nvPr>
            <p:ph idx="1"/>
          </p:nvPr>
        </p:nvSpPr>
        <p:spPr>
          <a:xfrm>
            <a:off x="1897811" y="2062480"/>
            <a:ext cx="7522234" cy="4265168"/>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chemeClr val="accent4"/>
              </a:buClr>
              <a:buSzTx/>
              <a:buFont typeface="Arial"/>
              <a:buChar char="•"/>
              <a:tabLst/>
              <a:defRPr sz="1800" baseline="0">
                <a:solidFill>
                  <a:schemeClr val="bg1"/>
                </a:solidFill>
              </a:defRPr>
            </a:lvl1pPr>
            <a:lvl2pPr marL="742950" marR="0" indent="-285750" algn="l" defTabSz="457200" rtl="0" eaLnBrk="1" fontAlgn="auto" latinLnBrk="0" hangingPunct="1">
              <a:lnSpc>
                <a:spcPct val="100000"/>
              </a:lnSpc>
              <a:spcBef>
                <a:spcPct val="20000"/>
              </a:spcBef>
              <a:spcAft>
                <a:spcPts val="0"/>
              </a:spcAft>
              <a:buClr>
                <a:schemeClr val="accent4"/>
              </a:buClr>
              <a:buSzTx/>
              <a:buFont typeface="Arial"/>
              <a:buChar char="•"/>
              <a:tabLst/>
              <a:defRPr sz="1600" baseline="0">
                <a:solidFill>
                  <a:schemeClr val="bg1"/>
                </a:solidFill>
              </a:defRPr>
            </a:lvl2pPr>
            <a:lvl3pPr marL="1143000" marR="0" indent="-228600" algn="l" defTabSz="457200" rtl="0" eaLnBrk="1" fontAlgn="auto" latinLnBrk="0" hangingPunct="1">
              <a:lnSpc>
                <a:spcPct val="100000"/>
              </a:lnSpc>
              <a:spcBef>
                <a:spcPct val="20000"/>
              </a:spcBef>
              <a:spcAft>
                <a:spcPts val="0"/>
              </a:spcAft>
              <a:buClr>
                <a:schemeClr val="accent4"/>
              </a:buClr>
              <a:buSzTx/>
              <a:buFont typeface="Arial"/>
              <a:buChar char="•"/>
              <a:tabLst/>
              <a:defRPr>
                <a:solidFill>
                  <a:schemeClr val="bg1"/>
                </a:solidFill>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1901628" y="290945"/>
            <a:ext cx="7501317" cy="792482"/>
          </a:xfrm>
          <a:prstGeom prst="rect">
            <a:avLst/>
          </a:prstGeom>
        </p:spPr>
        <p:txBody>
          <a:bodyPr vert="horz" lIns="91440" tIns="45720" rIns="91440" bIns="45720" rtlCol="0" anchor="ctr">
            <a:noAutofit/>
          </a:bodyPr>
          <a:lstStyle>
            <a:lvl1pPr>
              <a:defRPr b="1">
                <a:solidFill>
                  <a:schemeClr val="accent4"/>
                </a:solidFill>
              </a:defRPr>
            </a:lvl1pPr>
          </a:lstStyle>
          <a:p>
            <a:r>
              <a:rPr lang="en-US" dirty="0"/>
              <a:t>CLICK TO ADD TITLE</a:t>
            </a:r>
          </a:p>
        </p:txBody>
      </p:sp>
      <p:sp>
        <p:nvSpPr>
          <p:cNvPr id="13" name="Text Placeholder 12">
            <a:extLst>
              <a:ext uri="{FF2B5EF4-FFF2-40B4-BE49-F238E27FC236}">
                <a16:creationId xmlns:a16="http://schemas.microsoft.com/office/drawing/2014/main" id="{8FB19520-E82C-4B3B-A166-692B3551D135}"/>
              </a:ext>
            </a:extLst>
          </p:cNvPr>
          <p:cNvSpPr>
            <a:spLocks noGrp="1"/>
          </p:cNvSpPr>
          <p:nvPr>
            <p:ph type="body" sz="quarter" idx="13" hasCustomPrompt="1"/>
          </p:nvPr>
        </p:nvSpPr>
        <p:spPr>
          <a:xfrm>
            <a:off x="1901628" y="1233054"/>
            <a:ext cx="7501317" cy="748145"/>
          </a:xfrm>
        </p:spPr>
        <p:txBody>
          <a:bodyPr anchor="ctr"/>
          <a:lstStyle>
            <a:lvl1pPr marL="0" indent="0" algn="l" defTabSz="457200" rtl="0" eaLnBrk="1" latinLnBrk="0" hangingPunct="1">
              <a:spcBef>
                <a:spcPts val="800"/>
              </a:spcBef>
              <a:buClr>
                <a:schemeClr val="accent1"/>
              </a:buClr>
              <a:buFont typeface="Arial"/>
              <a:buNone/>
              <a:defRPr lang="en-US" sz="1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Tree>
    <p:extLst>
      <p:ext uri="{BB962C8B-B14F-4D97-AF65-F5344CB8AC3E}">
        <p14:creationId xmlns:p14="http://schemas.microsoft.com/office/powerpoint/2010/main" val="1473669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lossary Terms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16" name="Picture 15">
            <a:extLst>
              <a:ext uri="{FF2B5EF4-FFF2-40B4-BE49-F238E27FC236}">
                <a16:creationId xmlns:a16="http://schemas.microsoft.com/office/drawing/2014/main" id="{DBE99981-5C84-844C-A6A7-26590EE3D71F}"/>
              </a:ext>
            </a:extLst>
          </p:cNvPr>
          <p:cNvPicPr>
            <a:picLocks noChangeAspect="1"/>
          </p:cNvPicPr>
          <p:nvPr userDrawn="1"/>
        </p:nvPicPr>
        <p:blipFill>
          <a:blip r:embed="rId2"/>
          <a:srcRect/>
          <a:stretch/>
        </p:blipFill>
        <p:spPr>
          <a:xfrm>
            <a:off x="0" y="0"/>
            <a:ext cx="12192000" cy="6858000"/>
          </a:xfrm>
          <a:prstGeom prst="rect">
            <a:avLst/>
          </a:prstGeom>
        </p:spPr>
      </p:pic>
      <p:sp>
        <p:nvSpPr>
          <p:cNvPr id="10" name="Title 1">
            <a:extLst>
              <a:ext uri="{FF2B5EF4-FFF2-40B4-BE49-F238E27FC236}">
                <a16:creationId xmlns:a16="http://schemas.microsoft.com/office/drawing/2014/main" id="{DA0FABA5-3959-4ECC-BCAF-965B5087E8AD}"/>
              </a:ext>
            </a:extLst>
          </p:cNvPr>
          <p:cNvSpPr>
            <a:spLocks noGrp="1"/>
          </p:cNvSpPr>
          <p:nvPr>
            <p:ph type="title" hasCustomPrompt="1"/>
          </p:nvPr>
        </p:nvSpPr>
        <p:spPr>
          <a:xfrm>
            <a:off x="931653" y="0"/>
            <a:ext cx="7349705" cy="1397000"/>
          </a:xfrm>
        </p:spPr>
        <p:txBody>
          <a:bodyPr/>
          <a:lstStyle>
            <a:lvl1pPr>
              <a:defRPr sz="2800" b="1">
                <a:solidFill>
                  <a:schemeClr val="accent4"/>
                </a:solidFill>
              </a:defRPr>
            </a:lvl1pPr>
          </a:lstStyle>
          <a:p>
            <a:r>
              <a:rPr lang="en-US" dirty="0"/>
              <a:t>CLICK TO ADD TITLE</a:t>
            </a:r>
          </a:p>
        </p:txBody>
      </p:sp>
      <p:sp>
        <p:nvSpPr>
          <p:cNvPr id="15" name="Text Placeholder 12">
            <a:extLst>
              <a:ext uri="{FF2B5EF4-FFF2-40B4-BE49-F238E27FC236}">
                <a16:creationId xmlns:a16="http://schemas.microsoft.com/office/drawing/2014/main" id="{A169CA63-D23E-4494-8445-3335F13F19B9}"/>
              </a:ext>
            </a:extLst>
          </p:cNvPr>
          <p:cNvSpPr>
            <a:spLocks noGrp="1"/>
          </p:cNvSpPr>
          <p:nvPr>
            <p:ph type="body" sz="quarter" idx="13" hasCustomPrompt="1"/>
          </p:nvPr>
        </p:nvSpPr>
        <p:spPr>
          <a:xfrm>
            <a:off x="948905" y="2156604"/>
            <a:ext cx="7349705" cy="2649076"/>
          </a:xfrm>
        </p:spPr>
        <p:txBody>
          <a:bodyPr anchor="ctr"/>
          <a:lstStyle>
            <a:lvl1pPr marL="0" indent="0" algn="l" defTabSz="457200" rtl="0" eaLnBrk="1" latinLnBrk="0" hangingPunct="1">
              <a:spcBef>
                <a:spcPts val="800"/>
              </a:spcBef>
              <a:buClr>
                <a:schemeClr val="accent1"/>
              </a:buClr>
              <a:buFont typeface="Arial"/>
              <a:buNone/>
              <a:defRPr lang="en-US" sz="2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Tree>
    <p:extLst>
      <p:ext uri="{BB962C8B-B14F-4D97-AF65-F5344CB8AC3E}">
        <p14:creationId xmlns:p14="http://schemas.microsoft.com/office/powerpoint/2010/main" val="3586892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ands-On Activit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3" name="Picture 2">
            <a:extLst>
              <a:ext uri="{FF2B5EF4-FFF2-40B4-BE49-F238E27FC236}">
                <a16:creationId xmlns:a16="http://schemas.microsoft.com/office/drawing/2014/main" id="{BDC9B9BA-D0BE-5C45-93C2-C0597F00D0D5}"/>
              </a:ext>
            </a:extLst>
          </p:cNvPr>
          <p:cNvPicPr>
            <a:picLocks noChangeAspect="1"/>
          </p:cNvPicPr>
          <p:nvPr userDrawn="1"/>
        </p:nvPicPr>
        <p:blipFill>
          <a:blip r:embed="rId2"/>
          <a:srcRect/>
          <a:stretch/>
        </p:blipFill>
        <p:spPr>
          <a:xfrm>
            <a:off x="0" y="0"/>
            <a:ext cx="12192000" cy="6858000"/>
          </a:xfrm>
          <a:prstGeom prst="rect">
            <a:avLst/>
          </a:prstGeom>
        </p:spPr>
      </p:pic>
      <p:sp>
        <p:nvSpPr>
          <p:cNvPr id="10" name="Content Placeholder 2">
            <a:extLst>
              <a:ext uri="{FF2B5EF4-FFF2-40B4-BE49-F238E27FC236}">
                <a16:creationId xmlns:a16="http://schemas.microsoft.com/office/drawing/2014/main" id="{702FDC18-07C2-8E4C-A0AD-E0A207C9B24C}"/>
              </a:ext>
            </a:extLst>
          </p:cNvPr>
          <p:cNvSpPr>
            <a:spLocks noGrp="1"/>
          </p:cNvSpPr>
          <p:nvPr>
            <p:ph idx="1"/>
          </p:nvPr>
        </p:nvSpPr>
        <p:spPr>
          <a:xfrm>
            <a:off x="1111449" y="1302040"/>
            <a:ext cx="6957694" cy="4073524"/>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11" name="Title Placeholder 1">
            <a:extLst>
              <a:ext uri="{FF2B5EF4-FFF2-40B4-BE49-F238E27FC236}">
                <a16:creationId xmlns:a16="http://schemas.microsoft.com/office/drawing/2014/main" id="{7818D182-A7CC-CC43-B849-8EF89FE6B817}"/>
              </a:ext>
            </a:extLst>
          </p:cNvPr>
          <p:cNvSpPr>
            <a:spLocks noGrp="1"/>
          </p:cNvSpPr>
          <p:nvPr>
            <p:ph type="title" hasCustomPrompt="1"/>
          </p:nvPr>
        </p:nvSpPr>
        <p:spPr>
          <a:xfrm>
            <a:off x="1100306" y="290945"/>
            <a:ext cx="6986571" cy="792482"/>
          </a:xfrm>
          <a:prstGeom prst="rect">
            <a:avLst/>
          </a:prstGeom>
        </p:spPr>
        <p:txBody>
          <a:bodyPr vert="horz" lIns="91440" tIns="45720" rIns="91440" bIns="45720" rtlCol="0" anchor="ctr">
            <a:noAutofit/>
          </a:bodyPr>
          <a:lstStyle>
            <a:lvl1pPr>
              <a:defRPr b="1">
                <a:solidFill>
                  <a:schemeClr val="accent2"/>
                </a:solidFill>
              </a:defRPr>
            </a:lvl1pPr>
          </a:lstStyle>
          <a:p>
            <a:r>
              <a:rPr lang="en-US" dirty="0"/>
              <a:t>CLICK TO ADD ACTIVITY TITLE</a:t>
            </a:r>
          </a:p>
        </p:txBody>
      </p:sp>
    </p:spTree>
    <p:extLst>
      <p:ext uri="{BB962C8B-B14F-4D97-AF65-F5344CB8AC3E}">
        <p14:creationId xmlns:p14="http://schemas.microsoft.com/office/powerpoint/2010/main" val="6851393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ands-On Activity 2">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5" name="Picture 4">
            <a:extLst>
              <a:ext uri="{FF2B5EF4-FFF2-40B4-BE49-F238E27FC236}">
                <a16:creationId xmlns:a16="http://schemas.microsoft.com/office/drawing/2014/main" id="{1B6E9A21-B09E-3042-A581-B6A6316B2517}"/>
              </a:ext>
            </a:extLst>
          </p:cNvPr>
          <p:cNvPicPr>
            <a:picLocks noChangeAspect="1"/>
          </p:cNvPicPr>
          <p:nvPr userDrawn="1"/>
        </p:nvPicPr>
        <p:blipFill>
          <a:blip r:embed="rId2"/>
          <a:srcRect/>
          <a:stretch/>
        </p:blipFill>
        <p:spPr>
          <a:xfrm>
            <a:off x="0" y="0"/>
            <a:ext cx="12192000" cy="6858000"/>
          </a:xfrm>
          <a:prstGeom prst="rect">
            <a:avLst/>
          </a:prstGeom>
        </p:spPr>
      </p:pic>
      <p:sp>
        <p:nvSpPr>
          <p:cNvPr id="15" name="Text Placeholder 2">
            <a:extLst>
              <a:ext uri="{FF2B5EF4-FFF2-40B4-BE49-F238E27FC236}">
                <a16:creationId xmlns:a16="http://schemas.microsoft.com/office/drawing/2014/main" id="{78C1E330-78E3-8C4C-BFD6-B2109EC92F89}"/>
              </a:ext>
            </a:extLst>
          </p:cNvPr>
          <p:cNvSpPr>
            <a:spLocks noGrp="1"/>
          </p:cNvSpPr>
          <p:nvPr>
            <p:ph type="body" sz="quarter" idx="13" hasCustomPrompt="1"/>
          </p:nvPr>
        </p:nvSpPr>
        <p:spPr>
          <a:xfrm>
            <a:off x="872831" y="1510146"/>
            <a:ext cx="6927274" cy="2105890"/>
          </a:xfrm>
        </p:spPr>
        <p:txBody>
          <a:bodyPr anchor="ctr"/>
          <a:lstStyle>
            <a:lvl1pPr marL="0" indent="0" algn="ctr">
              <a:buNone/>
              <a:defRPr sz="4000" b="1">
                <a:solidFill>
                  <a:schemeClr val="accent2"/>
                </a:solidFill>
              </a:defRPr>
            </a:lvl1pPr>
          </a:lstStyle>
          <a:p>
            <a:pPr lvl="0"/>
            <a:r>
              <a:rPr lang="en-US" dirty="0"/>
              <a:t>ACTIVITY: TITLE</a:t>
            </a:r>
          </a:p>
        </p:txBody>
      </p:sp>
    </p:spTree>
    <p:extLst>
      <p:ext uri="{BB962C8B-B14F-4D97-AF65-F5344CB8AC3E}">
        <p14:creationId xmlns:p14="http://schemas.microsoft.com/office/powerpoint/2010/main" val="3064503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nds-On Activit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5" name="Picture 4">
            <a:extLst>
              <a:ext uri="{FF2B5EF4-FFF2-40B4-BE49-F238E27FC236}">
                <a16:creationId xmlns:a16="http://schemas.microsoft.com/office/drawing/2014/main" id="{C45F8399-FFF5-714D-8FE2-89A7788522AC}"/>
              </a:ext>
            </a:extLst>
          </p:cNvPr>
          <p:cNvPicPr>
            <a:picLocks noChangeAspect="1"/>
          </p:cNvPicPr>
          <p:nvPr userDrawn="1"/>
        </p:nvPicPr>
        <p:blipFill>
          <a:blip r:embed="rId2"/>
          <a:srcRect/>
          <a:stretch/>
        </p:blipFill>
        <p:spPr>
          <a:xfrm>
            <a:off x="0" y="0"/>
            <a:ext cx="12192000" cy="6858000"/>
          </a:xfrm>
          <a:prstGeom prst="rect">
            <a:avLst/>
          </a:prstGeom>
        </p:spPr>
      </p:pic>
      <p:sp>
        <p:nvSpPr>
          <p:cNvPr id="7" name="Content Placeholder 2"/>
          <p:cNvSpPr>
            <a:spLocks noGrp="1"/>
          </p:cNvSpPr>
          <p:nvPr>
            <p:ph idx="1"/>
          </p:nvPr>
        </p:nvSpPr>
        <p:spPr>
          <a:xfrm>
            <a:off x="1083366" y="1302040"/>
            <a:ext cx="7245626" cy="4073524"/>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10" name="Title Placeholder 1">
            <a:extLst>
              <a:ext uri="{FF2B5EF4-FFF2-40B4-BE49-F238E27FC236}">
                <a16:creationId xmlns:a16="http://schemas.microsoft.com/office/drawing/2014/main" id="{67F3FAEE-EBB5-8F41-9D49-C3A289C7D762}"/>
              </a:ext>
            </a:extLst>
          </p:cNvPr>
          <p:cNvSpPr>
            <a:spLocks noGrp="1"/>
          </p:cNvSpPr>
          <p:nvPr>
            <p:ph type="title" hasCustomPrompt="1"/>
          </p:nvPr>
        </p:nvSpPr>
        <p:spPr>
          <a:xfrm>
            <a:off x="1072223" y="290945"/>
            <a:ext cx="7275698" cy="792482"/>
          </a:xfrm>
          <a:prstGeom prst="rect">
            <a:avLst/>
          </a:prstGeom>
        </p:spPr>
        <p:txBody>
          <a:bodyPr vert="horz" lIns="91440" tIns="45720" rIns="91440" bIns="45720" rtlCol="0" anchor="ctr">
            <a:noAutofit/>
          </a:bodyPr>
          <a:lstStyle>
            <a:lvl1pPr>
              <a:defRPr b="1">
                <a:solidFill>
                  <a:schemeClr val="accent6"/>
                </a:solidFill>
              </a:defRPr>
            </a:lvl1pPr>
          </a:lstStyle>
          <a:p>
            <a:r>
              <a:rPr lang="en-US" dirty="0"/>
              <a:t>CLICK TO ADD ACTIVITY TITLE</a:t>
            </a:r>
          </a:p>
        </p:txBody>
      </p:sp>
    </p:spTree>
    <p:extLst>
      <p:ext uri="{BB962C8B-B14F-4D97-AF65-F5344CB8AC3E}">
        <p14:creationId xmlns:p14="http://schemas.microsoft.com/office/powerpoint/2010/main" val="34646746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inds-On Activity 2">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4" name="Picture 3">
            <a:extLst>
              <a:ext uri="{FF2B5EF4-FFF2-40B4-BE49-F238E27FC236}">
                <a16:creationId xmlns:a16="http://schemas.microsoft.com/office/drawing/2014/main" id="{A5CA4131-5CC5-0446-9EA8-4C9F6E974B97}"/>
              </a:ext>
            </a:extLst>
          </p:cNvPr>
          <p:cNvPicPr>
            <a:picLocks noChangeAspect="1"/>
          </p:cNvPicPr>
          <p:nvPr userDrawn="1"/>
        </p:nvPicPr>
        <p:blipFill>
          <a:blip r:embed="rId2"/>
          <a:src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4F915AE6-89DC-4B00-95C2-C09677B47DC6}"/>
              </a:ext>
            </a:extLst>
          </p:cNvPr>
          <p:cNvSpPr>
            <a:spLocks noGrp="1"/>
          </p:cNvSpPr>
          <p:nvPr>
            <p:ph type="body" sz="quarter" idx="13" hasCustomPrompt="1"/>
          </p:nvPr>
        </p:nvSpPr>
        <p:spPr>
          <a:xfrm>
            <a:off x="1025236" y="1510146"/>
            <a:ext cx="6927274" cy="2105890"/>
          </a:xfrm>
        </p:spPr>
        <p:txBody>
          <a:bodyPr anchor="ctr"/>
          <a:lstStyle>
            <a:lvl1pPr marL="0" indent="0" algn="ctr">
              <a:buNone/>
              <a:defRPr sz="4000" b="1">
                <a:solidFill>
                  <a:schemeClr val="accent1"/>
                </a:solidFill>
              </a:defRPr>
            </a:lvl1pPr>
          </a:lstStyle>
          <a:p>
            <a:pPr lvl="0"/>
            <a:r>
              <a:rPr lang="en-US" dirty="0"/>
              <a:t>ACTIVITY: TITLE</a:t>
            </a:r>
          </a:p>
        </p:txBody>
      </p:sp>
    </p:spTree>
    <p:extLst>
      <p:ext uri="{BB962C8B-B14F-4D97-AF65-F5344CB8AC3E}">
        <p14:creationId xmlns:p14="http://schemas.microsoft.com/office/powerpoint/2010/main" val="31490413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Reflective Question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8" name="Picture 7">
            <a:extLst>
              <a:ext uri="{FF2B5EF4-FFF2-40B4-BE49-F238E27FC236}">
                <a16:creationId xmlns:a16="http://schemas.microsoft.com/office/drawing/2014/main" id="{2F2495DB-8197-C747-9D12-B9B16AD79028}"/>
              </a:ext>
            </a:extLst>
          </p:cNvPr>
          <p:cNvPicPr>
            <a:picLocks noChangeAspect="1"/>
          </p:cNvPicPr>
          <p:nvPr userDrawn="1"/>
        </p:nvPicPr>
        <p:blipFill>
          <a:blip r:embed="rId2"/>
          <a:src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C139B97F-4B6B-4623-8514-D7FD629FE24B}"/>
              </a:ext>
            </a:extLst>
          </p:cNvPr>
          <p:cNvSpPr>
            <a:spLocks noGrp="1"/>
          </p:cNvSpPr>
          <p:nvPr>
            <p:ph type="body" sz="quarter" idx="13" hasCustomPrompt="1"/>
          </p:nvPr>
        </p:nvSpPr>
        <p:spPr>
          <a:xfrm>
            <a:off x="1025236" y="1302042"/>
            <a:ext cx="8065601" cy="3461344"/>
          </a:xfrm>
        </p:spPr>
        <p:txBody>
          <a:bodyPr/>
          <a:lstStyle>
            <a:lvl1pPr>
              <a:spcAft>
                <a:spcPts val="2400"/>
              </a:spcAft>
              <a:buFont typeface="+mj-lt"/>
              <a:buAutoNum type="arabicPeriod"/>
              <a:defRPr sz="2000"/>
            </a:lvl1pPr>
            <a:lvl2pPr marL="800100" indent="-342900">
              <a:buFont typeface="+mj-lt"/>
              <a:buAutoNum type="arabicPeriod"/>
              <a:defRPr/>
            </a:lvl2pPr>
            <a:lvl3pPr marL="1257300" indent="-342900">
              <a:buFont typeface="+mj-lt"/>
              <a:buAutoNum type="arabicPeriod"/>
              <a:defRPr/>
            </a:lvl3pPr>
            <a:lvl4pPr marL="1828800" indent="-457200">
              <a:buFont typeface="+mj-lt"/>
              <a:buAutoNum type="arabicPeriod"/>
              <a:defRPr/>
            </a:lvl4pPr>
            <a:lvl5pPr marL="2286000" indent="-457200">
              <a:buFont typeface="+mj-lt"/>
              <a:buAutoNum type="arabicPeriod"/>
              <a:defRPr/>
            </a:lvl5pPr>
          </a:lstStyle>
          <a:p>
            <a:pPr lvl="0"/>
            <a:r>
              <a:rPr lang="en-US" dirty="0"/>
              <a:t>Insert Question #1</a:t>
            </a:r>
          </a:p>
          <a:p>
            <a:pPr lvl="0"/>
            <a:r>
              <a:rPr lang="en-US" dirty="0"/>
              <a:t>Insert Question #2</a:t>
            </a:r>
          </a:p>
          <a:p>
            <a:pPr lvl="0"/>
            <a:endParaRPr lang="en-US" dirty="0"/>
          </a:p>
        </p:txBody>
      </p:sp>
      <p:sp>
        <p:nvSpPr>
          <p:cNvPr id="9" name="TextBox 8">
            <a:extLst>
              <a:ext uri="{FF2B5EF4-FFF2-40B4-BE49-F238E27FC236}">
                <a16:creationId xmlns:a16="http://schemas.microsoft.com/office/drawing/2014/main" id="{4381B051-CC06-447C-AEEE-4E1DE7CB3684}"/>
              </a:ext>
            </a:extLst>
          </p:cNvPr>
          <p:cNvSpPr txBox="1"/>
          <p:nvPr userDrawn="1"/>
        </p:nvSpPr>
        <p:spPr>
          <a:xfrm>
            <a:off x="997528" y="462617"/>
            <a:ext cx="8672946" cy="461665"/>
          </a:xfrm>
          <a:prstGeom prst="rect">
            <a:avLst/>
          </a:prstGeom>
          <a:noFill/>
        </p:spPr>
        <p:txBody>
          <a:bodyPr wrap="square" rtlCol="0">
            <a:spAutoFit/>
          </a:bodyPr>
          <a:lstStyle/>
          <a:p>
            <a:r>
              <a:rPr lang="en-US" sz="2400" b="1" dirty="0">
                <a:solidFill>
                  <a:schemeClr val="accent1"/>
                </a:solidFill>
                <a:latin typeface="Calibri" panose="020F0502020204030204" pitchFamily="34" charset="0"/>
              </a:rPr>
              <a:t>REFLECTIVE QUESTIONS</a:t>
            </a:r>
          </a:p>
        </p:txBody>
      </p:sp>
    </p:spTree>
    <p:extLst>
      <p:ext uri="{BB962C8B-B14F-4D97-AF65-F5344CB8AC3E}">
        <p14:creationId xmlns:p14="http://schemas.microsoft.com/office/powerpoint/2010/main" val="13643222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1976017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dirty="0"/>
          </a:p>
        </p:txBody>
      </p:sp>
      <p:pic>
        <p:nvPicPr>
          <p:cNvPr id="5" name="Picture 4" descr="A close up of a sign&#10;&#10;Description automatically generated">
            <a:extLst>
              <a:ext uri="{FF2B5EF4-FFF2-40B4-BE49-F238E27FC236}">
                <a16:creationId xmlns:a16="http://schemas.microsoft.com/office/drawing/2014/main" id="{265D8D75-6CEC-F848-822E-BF7A0AFAF0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834266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_NoHeader">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a:p>
        </p:txBody>
      </p:sp>
      <p:sp>
        <p:nvSpPr>
          <p:cNvPr id="2" name="Rectangle 1">
            <a:extLst>
              <a:ext uri="{FF2B5EF4-FFF2-40B4-BE49-F238E27FC236}">
                <a16:creationId xmlns:a16="http://schemas.microsoft.com/office/drawing/2014/main" id="{C8193AA2-F1FD-415B-809F-52E7D4576B38}"/>
              </a:ext>
            </a:extLst>
          </p:cNvPr>
          <p:cNvSpPr/>
          <p:nvPr userDrawn="1"/>
        </p:nvSpPr>
        <p:spPr>
          <a:xfrm>
            <a:off x="0" y="1"/>
            <a:ext cx="12192000" cy="979749"/>
          </a:xfrm>
          <a:prstGeom prst="rect">
            <a:avLst/>
          </a:prstGeom>
          <a:solidFill>
            <a:schemeClr val="bg2"/>
          </a:solidFill>
          <a:ln w="28575" cap="flat" cmpd="sng" algn="ctr">
            <a:solidFill>
              <a:schemeClr val="bg1"/>
            </a:solidFill>
            <a:prstDash val="solid"/>
          </a:ln>
          <a:effectLst/>
        </p:spPr>
        <p:txBody>
          <a:bodyPr rtlCol="0" anchor="ctr"/>
          <a:lstStyle/>
          <a:p>
            <a:pPr algn="ctr" defTabSz="914400"/>
            <a:endParaRPr lang="en-US" sz="1100" b="1" kern="0" dirty="0" err="1">
              <a:solidFill>
                <a:srgbClr val="FF0000"/>
              </a:solidFill>
              <a:latin typeface="Arial"/>
            </a:endParaRPr>
          </a:p>
        </p:txBody>
      </p:sp>
    </p:spTree>
    <p:extLst>
      <p:ext uri="{BB962C8B-B14F-4D97-AF65-F5344CB8AC3E}">
        <p14:creationId xmlns:p14="http://schemas.microsoft.com/office/powerpoint/2010/main" val="13189535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Content Placeholder 2"/>
          <p:cNvSpPr>
            <a:spLocks noGrp="1"/>
          </p:cNvSpPr>
          <p:nvPr>
            <p:ph sz="half" idx="1"/>
          </p:nvPr>
        </p:nvSpPr>
        <p:spPr>
          <a:xfrm>
            <a:off x="609600" y="1600203"/>
            <a:ext cx="5384800" cy="4525963"/>
          </a:xfrm>
        </p:spPr>
        <p:txBody>
          <a:bodyPr/>
          <a:lstStyle>
            <a:lvl1pPr>
              <a:defRPr sz="1800"/>
            </a:lvl1pPr>
            <a:lvl2pPr>
              <a:defRPr sz="1600"/>
            </a:lvl2pPr>
            <a:lvl3pPr>
              <a:defRPr sz="14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3"/>
            <a:ext cx="5384800" cy="4525963"/>
          </a:xfrm>
        </p:spPr>
        <p:txBody>
          <a:bodyPr>
            <a:noAutofit/>
          </a:bodyPr>
          <a:lstStyle>
            <a:lvl1pPr>
              <a:defRPr sz="1800"/>
            </a:lvl1pPr>
            <a:lvl2pPr>
              <a:defRPr sz="1600"/>
            </a:lvl2pPr>
            <a:lvl3pPr>
              <a:defRPr sz="14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05BA03AB-6813-664D-B697-5FFAF521D1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4257074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Text Placeholder 2"/>
          <p:cNvSpPr>
            <a:spLocks noGrp="1"/>
          </p:cNvSpPr>
          <p:nvPr>
            <p:ph type="body" idx="1"/>
          </p:nvPr>
        </p:nvSpPr>
        <p:spPr>
          <a:xfrm>
            <a:off x="609600" y="1535113"/>
            <a:ext cx="5386917" cy="639762"/>
          </a:xfrm>
        </p:spPr>
        <p:txBody>
          <a:bodyPr anchor="b">
            <a:noAutofit/>
          </a:bodyPr>
          <a:lstStyle>
            <a:lvl1pPr marL="0" indent="0" algn="l">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Autofit/>
          </a:bodyPr>
          <a:lstStyle>
            <a:lvl1pPr>
              <a:defRPr sz="1800"/>
            </a:lvl1pPr>
            <a:lvl2pPr>
              <a:defRPr sz="1600"/>
            </a:lvl2pPr>
            <a:lvl3pPr>
              <a:defRPr sz="14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6193369" y="1535113"/>
            <a:ext cx="5389033"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noAutofit/>
          </a:bodyPr>
          <a:lstStyle>
            <a:lvl1pPr>
              <a:defRPr sz="1800"/>
            </a:lvl1pPr>
            <a:lvl2pPr>
              <a:defRPr sz="1600"/>
            </a:lvl2pPr>
            <a:lvl3pPr>
              <a:defRPr sz="14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A8160BDD-7155-D744-B749-9730458604AD}" type="slidenum">
              <a:rPr lang="en-US" smtClean="0"/>
              <a:t>‹#›</a:t>
            </a:fld>
            <a:endParaRPr lang="en-US" dirty="0"/>
          </a:p>
        </p:txBody>
      </p:sp>
      <p:pic>
        <p:nvPicPr>
          <p:cNvPr id="10" name="Picture 9" descr="A close up of a sign&#10;&#10;Description automatically generated">
            <a:extLst>
              <a:ext uri="{FF2B5EF4-FFF2-40B4-BE49-F238E27FC236}">
                <a16:creationId xmlns:a16="http://schemas.microsoft.com/office/drawing/2014/main" id="{05292730-C4A0-C547-BA9D-56A0205CD9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6957343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3297" y="0"/>
            <a:ext cx="10397067" cy="955040"/>
          </a:xfrm>
        </p:spPr>
        <p:txBody>
          <a:bodyPr anchor="ctr" anchorCtr="0">
            <a:noAutofit/>
          </a:bodyPr>
          <a:lstStyle>
            <a:lvl1pPr algn="l">
              <a:defRPr sz="2400" b="0"/>
            </a:lvl1pPr>
          </a:lstStyle>
          <a:p>
            <a:r>
              <a:rPr lang="en-US" dirty="0"/>
              <a:t>Click to add title</a:t>
            </a:r>
          </a:p>
        </p:txBody>
      </p:sp>
      <p:sp>
        <p:nvSpPr>
          <p:cNvPr id="3" name="Content Placeholder 2"/>
          <p:cNvSpPr>
            <a:spLocks noGrp="1"/>
          </p:cNvSpPr>
          <p:nvPr>
            <p:ph idx="1"/>
          </p:nvPr>
        </p:nvSpPr>
        <p:spPr>
          <a:xfrm>
            <a:off x="4766733" y="1435103"/>
            <a:ext cx="6815667" cy="4691063"/>
          </a:xfrm>
        </p:spPr>
        <p:txBody>
          <a:bodyPr>
            <a:noAutofit/>
          </a:bodyPr>
          <a:lstStyle>
            <a:lvl1pPr>
              <a:defRPr sz="1800"/>
            </a:lvl1pPr>
            <a:lvl2pPr>
              <a:defRPr sz="1600"/>
            </a:lvl2pPr>
            <a:lvl3pPr>
              <a:defRPr sz="1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49EAFBBC-2C9E-1241-84D4-E9756B6DE5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265627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956904"/>
            <a:ext cx="73152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389717" y="1113694"/>
            <a:ext cx="7315200" cy="3770187"/>
          </a:xfrm>
        </p:spPr>
        <p:txBody>
          <a:bodyPr>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523642"/>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4F6FF233-EB40-BE4E-8AC9-9CA2504D2A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0500540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pic>
        <p:nvPicPr>
          <p:cNvPr id="7" name="Picture 6" descr="A close up of a sign&#10;&#10;Description automatically generated">
            <a:extLst>
              <a:ext uri="{FF2B5EF4-FFF2-40B4-BE49-F238E27FC236}">
                <a16:creationId xmlns:a16="http://schemas.microsoft.com/office/drawing/2014/main" id="{728CC025-3396-904D-927D-1DFCABD646B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9418597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839200" y="1211385"/>
            <a:ext cx="2743200" cy="4914778"/>
          </a:xfrm>
        </p:spPr>
        <p:txBody>
          <a:bodyPr vert="eaVert"/>
          <a:lstStyle>
            <a:lvl1pPr>
              <a:defRPr>
                <a:solidFill>
                  <a:srgbClr val="000000"/>
                </a:solidFill>
              </a:defRPr>
            </a:lvl1pPr>
          </a:lstStyle>
          <a:p>
            <a:r>
              <a:rPr lang="en-US" dirty="0"/>
              <a:t>Click to add title</a:t>
            </a:r>
          </a:p>
        </p:txBody>
      </p:sp>
      <p:sp>
        <p:nvSpPr>
          <p:cNvPr id="3" name="Vertical Text Placeholder 2"/>
          <p:cNvSpPr>
            <a:spLocks noGrp="1"/>
          </p:cNvSpPr>
          <p:nvPr>
            <p:ph type="body" orient="vert" idx="1"/>
          </p:nvPr>
        </p:nvSpPr>
        <p:spPr>
          <a:xfrm>
            <a:off x="609600" y="1211385"/>
            <a:ext cx="8026400" cy="4914778"/>
          </a:xfrm>
        </p:spPr>
        <p:txBody>
          <a:bodyPr vert="eaVert"/>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pic>
        <p:nvPicPr>
          <p:cNvPr id="7" name="Picture 6" descr="A close up of a sign&#10;&#10;Description automatically generated">
            <a:extLst>
              <a:ext uri="{FF2B5EF4-FFF2-40B4-BE49-F238E27FC236}">
                <a16:creationId xmlns:a16="http://schemas.microsoft.com/office/drawing/2014/main" id="{2D64BF27-2D44-684C-892F-6C15A97C687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0825046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Glossary Terms Only (No Perso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9156FEA-E1F8-A943-34A7-D4AE081AD0F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10" name="Title 1">
            <a:extLst>
              <a:ext uri="{FF2B5EF4-FFF2-40B4-BE49-F238E27FC236}">
                <a16:creationId xmlns:a16="http://schemas.microsoft.com/office/drawing/2014/main" id="{DA0FABA5-3959-4ECC-BCAF-965B5087E8AD}"/>
              </a:ext>
            </a:extLst>
          </p:cNvPr>
          <p:cNvSpPr>
            <a:spLocks noGrp="1"/>
          </p:cNvSpPr>
          <p:nvPr>
            <p:ph type="title" hasCustomPrompt="1"/>
          </p:nvPr>
        </p:nvSpPr>
        <p:spPr>
          <a:xfrm>
            <a:off x="931653" y="0"/>
            <a:ext cx="7349705" cy="1397000"/>
          </a:xfrm>
        </p:spPr>
        <p:txBody>
          <a:bodyPr/>
          <a:lstStyle>
            <a:lvl1pPr>
              <a:defRPr sz="2800" b="1">
                <a:solidFill>
                  <a:schemeClr val="accent4"/>
                </a:solidFill>
              </a:defRPr>
            </a:lvl1pPr>
          </a:lstStyle>
          <a:p>
            <a:r>
              <a:rPr lang="en-US" dirty="0"/>
              <a:t>CLICK TO ADD TITLE</a:t>
            </a:r>
          </a:p>
        </p:txBody>
      </p:sp>
      <p:sp>
        <p:nvSpPr>
          <p:cNvPr id="15" name="Text Placeholder 12">
            <a:extLst>
              <a:ext uri="{FF2B5EF4-FFF2-40B4-BE49-F238E27FC236}">
                <a16:creationId xmlns:a16="http://schemas.microsoft.com/office/drawing/2014/main" id="{A169CA63-D23E-4494-8445-3335F13F19B9}"/>
              </a:ext>
            </a:extLst>
          </p:cNvPr>
          <p:cNvSpPr>
            <a:spLocks noGrp="1"/>
          </p:cNvSpPr>
          <p:nvPr>
            <p:ph type="body" sz="quarter" idx="13" hasCustomPrompt="1"/>
          </p:nvPr>
        </p:nvSpPr>
        <p:spPr>
          <a:xfrm>
            <a:off x="948905" y="2156604"/>
            <a:ext cx="7349705" cy="2649076"/>
          </a:xfrm>
        </p:spPr>
        <p:txBody>
          <a:bodyPr anchor="ctr"/>
          <a:lstStyle>
            <a:lvl1pPr marL="0" indent="0" algn="l" defTabSz="457200" rtl="0" eaLnBrk="1" latinLnBrk="0" hangingPunct="1">
              <a:spcBef>
                <a:spcPts val="800"/>
              </a:spcBef>
              <a:buClr>
                <a:schemeClr val="accent1"/>
              </a:buClr>
              <a:buFont typeface="Arial"/>
              <a:buNone/>
              <a:defRPr lang="en-US" sz="2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Tree>
    <p:extLst>
      <p:ext uri="{BB962C8B-B14F-4D97-AF65-F5344CB8AC3E}">
        <p14:creationId xmlns:p14="http://schemas.microsoft.com/office/powerpoint/2010/main" val="1906829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253B76-2A7A-7948-8D60-7A6A79959BAB}"/>
              </a:ext>
            </a:extLst>
          </p:cNvPr>
          <p:cNvPicPr>
            <a:picLocks noChangeAspect="1"/>
          </p:cNvPicPr>
          <p:nvPr userDrawn="1"/>
        </p:nvPicPr>
        <p:blipFill>
          <a:blip r:embed="rId27"/>
          <a:stretch>
            <a:fillRect/>
          </a:stretch>
        </p:blipFill>
        <p:spPr>
          <a:xfrm>
            <a:off x="0" y="0"/>
            <a:ext cx="12192000" cy="977900"/>
          </a:xfrm>
          <a:prstGeom prst="rect">
            <a:avLst/>
          </a:prstGeom>
        </p:spPr>
      </p:pic>
      <p:sp>
        <p:nvSpPr>
          <p:cNvPr id="2" name="Title Placeholder 1"/>
          <p:cNvSpPr>
            <a:spLocks noGrp="1"/>
          </p:cNvSpPr>
          <p:nvPr>
            <p:ph type="title"/>
          </p:nvPr>
        </p:nvSpPr>
        <p:spPr>
          <a:xfrm>
            <a:off x="455901" y="0"/>
            <a:ext cx="11284154" cy="965551"/>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5900" y="1307130"/>
            <a:ext cx="11280203" cy="493540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4"/>
          </p:nvPr>
        </p:nvSpPr>
        <p:spPr>
          <a:xfrm>
            <a:off x="9243741" y="6455642"/>
            <a:ext cx="2844800" cy="365125"/>
          </a:xfrm>
          <a:prstGeom prst="rect">
            <a:avLst/>
          </a:prstGeom>
        </p:spPr>
        <p:txBody>
          <a:bodyPr vert="horz" lIns="91440" tIns="45720" rIns="91440" bIns="45720" rtlCol="0" anchor="ctr"/>
          <a:lstStyle>
            <a:lvl1pPr algn="r">
              <a:defRPr sz="800">
                <a:solidFill>
                  <a:srgbClr val="C4C4C4"/>
                </a:solidFill>
                <a:latin typeface="Arial"/>
                <a:cs typeface="Arial"/>
              </a:defRPr>
            </a:lvl1pPr>
          </a:lstStyle>
          <a:p>
            <a:fld id="{A8160BDD-7155-D744-B749-9730458604AD}" type="slidenum">
              <a:rPr lang="en-US" smtClean="0"/>
              <a:pPr/>
              <a:t>‹#›</a:t>
            </a:fld>
            <a:endParaRPr lang="en-US" dirty="0"/>
          </a:p>
        </p:txBody>
      </p:sp>
      <p:sp>
        <p:nvSpPr>
          <p:cNvPr id="8" name="Footer Placeholder 2"/>
          <p:cNvSpPr txBox="1">
            <a:spLocks/>
          </p:cNvSpPr>
          <p:nvPr/>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2023 CertNexus, Inc. All rights reserved.</a:t>
            </a:r>
          </a:p>
        </p:txBody>
      </p:sp>
    </p:spTree>
    <p:extLst>
      <p:ext uri="{BB962C8B-B14F-4D97-AF65-F5344CB8AC3E}">
        <p14:creationId xmlns:p14="http://schemas.microsoft.com/office/powerpoint/2010/main" val="4170488459"/>
      </p:ext>
    </p:extLst>
  </p:cSld>
  <p:clrMap bg1="lt1" tx1="dk1" bg2="lt2" tx2="dk2" accent1="accent1" accent2="accent2" accent3="accent3" accent4="accent4" accent5="accent5" accent6="accent6" hlink="hlink" folHlink="folHlink"/>
  <p:sldLayoutIdLst>
    <p:sldLayoutId id="2147483928" r:id="rId1"/>
    <p:sldLayoutId id="2147483971" r:id="rId2"/>
    <p:sldLayoutId id="2147483948" r:id="rId3"/>
    <p:sldLayoutId id="2147483952" r:id="rId4"/>
    <p:sldLayoutId id="2147483970" r:id="rId5"/>
    <p:sldLayoutId id="2147483938" r:id="rId6"/>
    <p:sldLayoutId id="2147483953" r:id="rId7"/>
    <p:sldLayoutId id="2147483931" r:id="rId8"/>
    <p:sldLayoutId id="2147483932" r:id="rId9"/>
    <p:sldLayoutId id="2147483951" r:id="rId10"/>
    <p:sldLayoutId id="2147483936" r:id="rId11"/>
    <p:sldLayoutId id="2147483937" r:id="rId12"/>
    <p:sldLayoutId id="2147483934" r:id="rId13"/>
    <p:sldLayoutId id="2147483935" r:id="rId14"/>
    <p:sldLayoutId id="2147483939" r:id="rId15"/>
    <p:sldLayoutId id="2147483940" r:id="rId16"/>
    <p:sldLayoutId id="2147483955" r:id="rId17"/>
    <p:sldLayoutId id="2147483950" r:id="rId18"/>
    <p:sldLayoutId id="2147483942" r:id="rId19"/>
    <p:sldLayoutId id="2147483943" r:id="rId20"/>
    <p:sldLayoutId id="2147483944" r:id="rId21"/>
    <p:sldLayoutId id="2147483945" r:id="rId22"/>
    <p:sldLayoutId id="2147483946" r:id="rId23"/>
    <p:sldLayoutId id="2147483947" r:id="rId24"/>
    <p:sldLayoutId id="2147483972" r:id="rId25"/>
  </p:sldLayoutIdLst>
  <p:hf hdr="0" ftr="0" dt="0"/>
  <p:txStyles>
    <p:titleStyle>
      <a:lvl1pPr algn="l" defTabSz="457200" rtl="0" eaLnBrk="1" latinLnBrk="0" hangingPunct="1">
        <a:spcBef>
          <a:spcPct val="0"/>
        </a:spcBef>
        <a:buNone/>
        <a:defRPr sz="2400" kern="1200">
          <a:solidFill>
            <a:schemeClr val="bg1"/>
          </a:solidFill>
          <a:latin typeface="Calibri" panose="020F0502020204030204" pitchFamily="34" charset="0"/>
          <a:ea typeface="+mj-ea"/>
          <a:cs typeface="Calibri" panose="020F0502020204030204" pitchFamily="34" charset="0"/>
        </a:defRPr>
      </a:lvl1pPr>
    </p:titleStyle>
    <p:body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18.xml"/><Relationship Id="rId4" Type="http://schemas.openxmlformats.org/officeDocument/2006/relationships/image" Target="../media/image18.sv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Layout" Target="../slideLayouts/slideLayout18.xml"/><Relationship Id="rId4" Type="http://schemas.openxmlformats.org/officeDocument/2006/relationships/image" Target="../media/image21.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svg"/><Relationship Id="rId3" Type="http://schemas.openxmlformats.org/officeDocument/2006/relationships/image" Target="../media/image25.svg"/><Relationship Id="rId7" Type="http://schemas.openxmlformats.org/officeDocument/2006/relationships/image" Target="../media/image29.svg"/><Relationship Id="rId12" Type="http://schemas.openxmlformats.org/officeDocument/2006/relationships/image" Target="../media/image34.png"/><Relationship Id="rId2"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28.png"/><Relationship Id="rId11" Type="http://schemas.openxmlformats.org/officeDocument/2006/relationships/image" Target="../media/image33.svg"/><Relationship Id="rId5" Type="http://schemas.openxmlformats.org/officeDocument/2006/relationships/image" Target="../media/image27.sv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svg"/><Relationship Id="rId18" Type="http://schemas.openxmlformats.org/officeDocument/2006/relationships/image" Target="../media/image52.svg"/><Relationship Id="rId3" Type="http://schemas.openxmlformats.org/officeDocument/2006/relationships/image" Target="../media/image37.svg"/><Relationship Id="rId7" Type="http://schemas.openxmlformats.org/officeDocument/2006/relationships/image" Target="../media/image41.svg"/><Relationship Id="rId12" Type="http://schemas.openxmlformats.org/officeDocument/2006/relationships/image" Target="../media/image46.png"/><Relationship Id="rId17" Type="http://schemas.openxmlformats.org/officeDocument/2006/relationships/image" Target="../media/image51.png"/><Relationship Id="rId2" Type="http://schemas.openxmlformats.org/officeDocument/2006/relationships/image" Target="../media/image36.png"/><Relationship Id="rId16" Type="http://schemas.openxmlformats.org/officeDocument/2006/relationships/image" Target="../media/image50.jpg"/><Relationship Id="rId1" Type="http://schemas.openxmlformats.org/officeDocument/2006/relationships/slideLayout" Target="../slideLayouts/slideLayout25.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39.svg"/><Relationship Id="rId15" Type="http://schemas.openxmlformats.org/officeDocument/2006/relationships/image" Target="../media/image49.sv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48.png"/></Relationships>
</file>

<file path=ppt/slides/_rels/slide15.xml.rels><?xml version="1.0" encoding="UTF-8" standalone="yes"?>
<Relationships xmlns="http://schemas.openxmlformats.org/package/2006/relationships"><Relationship Id="rId3" Type="http://schemas.openxmlformats.org/officeDocument/2006/relationships/image" Target="../media/image54.svg"/><Relationship Id="rId7" Type="http://schemas.openxmlformats.org/officeDocument/2006/relationships/image" Target="../media/image58.svg"/><Relationship Id="rId2" Type="http://schemas.openxmlformats.org/officeDocument/2006/relationships/image" Target="../media/image53.png"/><Relationship Id="rId1" Type="http://schemas.openxmlformats.org/officeDocument/2006/relationships/slideLayout" Target="../slideLayouts/slideLayout5.xml"/><Relationship Id="rId6" Type="http://schemas.openxmlformats.org/officeDocument/2006/relationships/image" Target="../media/image57.png"/><Relationship Id="rId5" Type="http://schemas.openxmlformats.org/officeDocument/2006/relationships/image" Target="../media/image56.svg"/><Relationship Id="rId4" Type="http://schemas.openxmlformats.org/officeDocument/2006/relationships/image" Target="../media/image55.png"/></Relationships>
</file>

<file path=ppt/slides/_rels/slide1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6.xml"/><Relationship Id="rId5" Type="http://schemas.openxmlformats.org/officeDocument/2006/relationships/image" Target="../media/image62.png"/><Relationship Id="rId4" Type="http://schemas.openxmlformats.org/officeDocument/2006/relationships/image" Target="../media/image61.png"/></Relationships>
</file>

<file path=ppt/slides/_rels/slide17.xml.rels><?xml version="1.0" encoding="UTF-8" standalone="yes"?>
<Relationships xmlns="http://schemas.openxmlformats.org/package/2006/relationships"><Relationship Id="rId8" Type="http://schemas.openxmlformats.org/officeDocument/2006/relationships/image" Target="../media/image52.svg"/><Relationship Id="rId13" Type="http://schemas.openxmlformats.org/officeDocument/2006/relationships/image" Target="../media/image40.png"/><Relationship Id="rId3" Type="http://schemas.openxmlformats.org/officeDocument/2006/relationships/image" Target="../media/image63.png"/><Relationship Id="rId7" Type="http://schemas.openxmlformats.org/officeDocument/2006/relationships/image" Target="../media/image51.png"/><Relationship Id="rId12" Type="http://schemas.openxmlformats.org/officeDocument/2006/relationships/image" Target="../media/image39.svg"/><Relationship Id="rId2" Type="http://schemas.openxmlformats.org/officeDocument/2006/relationships/image" Target="../media/image50.jpg"/><Relationship Id="rId16" Type="http://schemas.openxmlformats.org/officeDocument/2006/relationships/image" Target="../media/image43.svg"/><Relationship Id="rId1" Type="http://schemas.openxmlformats.org/officeDocument/2006/relationships/slideLayout" Target="../slideLayouts/slideLayout6.xml"/><Relationship Id="rId6" Type="http://schemas.openxmlformats.org/officeDocument/2006/relationships/image" Target="../media/image33.sv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svg"/><Relationship Id="rId4" Type="http://schemas.openxmlformats.org/officeDocument/2006/relationships/image" Target="../media/image64.svg"/><Relationship Id="rId9" Type="http://schemas.openxmlformats.org/officeDocument/2006/relationships/image" Target="../media/image36.png"/><Relationship Id="rId14" Type="http://schemas.openxmlformats.org/officeDocument/2006/relationships/image" Target="../media/image41.svg"/></Relationships>
</file>

<file path=ppt/slides/_rels/slide1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67.svg"/><Relationship Id="rId7" Type="http://schemas.openxmlformats.org/officeDocument/2006/relationships/image" Target="../media/image71.svg"/><Relationship Id="rId2" Type="http://schemas.openxmlformats.org/officeDocument/2006/relationships/image" Target="../media/image66.png"/><Relationship Id="rId1" Type="http://schemas.openxmlformats.org/officeDocument/2006/relationships/slideLayout" Target="../slideLayouts/slideLayout6.xml"/><Relationship Id="rId6" Type="http://schemas.openxmlformats.org/officeDocument/2006/relationships/image" Target="../media/image70.png"/><Relationship Id="rId5" Type="http://schemas.openxmlformats.org/officeDocument/2006/relationships/image" Target="../media/image69.svg"/><Relationship Id="rId4" Type="http://schemas.openxmlformats.org/officeDocument/2006/relationships/image" Target="../media/image68.png"/></Relationships>
</file>

<file path=ppt/slides/_rels/slide21.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svg"/><Relationship Id="rId7" Type="http://schemas.openxmlformats.org/officeDocument/2006/relationships/image" Target="../media/image77.svg"/><Relationship Id="rId2" Type="http://schemas.openxmlformats.org/officeDocument/2006/relationships/image" Target="../media/image72.png"/><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svg"/><Relationship Id="rId4" Type="http://schemas.openxmlformats.org/officeDocument/2006/relationships/image" Target="../media/image74.png"/><Relationship Id="rId9" Type="http://schemas.openxmlformats.org/officeDocument/2006/relationships/image" Target="../media/image79.svg"/></Relationships>
</file>

<file path=ppt/slides/_rels/slide22.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image" Target="../media/image89.svg"/><Relationship Id="rId3" Type="http://schemas.openxmlformats.org/officeDocument/2006/relationships/image" Target="../media/image77.svg"/><Relationship Id="rId7" Type="http://schemas.openxmlformats.org/officeDocument/2006/relationships/image" Target="../media/image83.svg"/><Relationship Id="rId12" Type="http://schemas.openxmlformats.org/officeDocument/2006/relationships/image" Target="../media/image88.png"/><Relationship Id="rId2" Type="http://schemas.openxmlformats.org/officeDocument/2006/relationships/image" Target="../media/image76.png"/><Relationship Id="rId1" Type="http://schemas.openxmlformats.org/officeDocument/2006/relationships/slideLayout" Target="../slideLayouts/slideLayout6.xml"/><Relationship Id="rId6" Type="http://schemas.openxmlformats.org/officeDocument/2006/relationships/image" Target="../media/image82.png"/><Relationship Id="rId11" Type="http://schemas.openxmlformats.org/officeDocument/2006/relationships/image" Target="../media/image87.svg"/><Relationship Id="rId5" Type="http://schemas.openxmlformats.org/officeDocument/2006/relationships/image" Target="../media/image81.sv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svg"/></Relationships>
</file>

<file path=ppt/slides/_rels/slide23.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svg"/><Relationship Id="rId3" Type="http://schemas.openxmlformats.org/officeDocument/2006/relationships/image" Target="../media/image33.svg"/><Relationship Id="rId7" Type="http://schemas.openxmlformats.org/officeDocument/2006/relationships/image" Target="../media/image93.svg"/><Relationship Id="rId12" Type="http://schemas.openxmlformats.org/officeDocument/2006/relationships/image" Target="../media/image98.png"/><Relationship Id="rId17" Type="http://schemas.openxmlformats.org/officeDocument/2006/relationships/image" Target="../media/image103.svg"/><Relationship Id="rId2" Type="http://schemas.openxmlformats.org/officeDocument/2006/relationships/image" Target="../media/image32.png"/><Relationship Id="rId16" Type="http://schemas.openxmlformats.org/officeDocument/2006/relationships/image" Target="../media/image102.png"/><Relationship Id="rId1" Type="http://schemas.openxmlformats.org/officeDocument/2006/relationships/slideLayout" Target="../slideLayouts/slideLayout6.xml"/><Relationship Id="rId6" Type="http://schemas.openxmlformats.org/officeDocument/2006/relationships/image" Target="../media/image92.png"/><Relationship Id="rId11" Type="http://schemas.openxmlformats.org/officeDocument/2006/relationships/image" Target="../media/image97.svg"/><Relationship Id="rId5" Type="http://schemas.openxmlformats.org/officeDocument/2006/relationships/image" Target="../media/image91.svg"/><Relationship Id="rId15" Type="http://schemas.openxmlformats.org/officeDocument/2006/relationships/image" Target="../media/image101.svg"/><Relationship Id="rId10" Type="http://schemas.openxmlformats.org/officeDocument/2006/relationships/image" Target="../media/image96.png"/><Relationship Id="rId4" Type="http://schemas.openxmlformats.org/officeDocument/2006/relationships/image" Target="../media/image90.png"/><Relationship Id="rId9" Type="http://schemas.openxmlformats.org/officeDocument/2006/relationships/image" Target="../media/image95.svg"/><Relationship Id="rId14" Type="http://schemas.openxmlformats.org/officeDocument/2006/relationships/image" Target="../media/image10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6594E9C-6E91-4439-FFF5-29C2D221B949}"/>
              </a:ext>
            </a:extLst>
          </p:cNvPr>
          <p:cNvSpPr>
            <a:spLocks noGrp="1"/>
          </p:cNvSpPr>
          <p:nvPr>
            <p:ph type="title"/>
          </p:nvPr>
        </p:nvSpPr>
        <p:spPr/>
        <p:txBody>
          <a:bodyPr/>
          <a:lstStyle/>
          <a:p>
            <a:r>
              <a:rPr lang="en-US" dirty="0"/>
              <a:t>AI Fundamentals</a:t>
            </a:r>
          </a:p>
        </p:txBody>
      </p:sp>
      <p:sp>
        <p:nvSpPr>
          <p:cNvPr id="2" name="Slide Number Placeholder 1">
            <a:extLst>
              <a:ext uri="{FF2B5EF4-FFF2-40B4-BE49-F238E27FC236}">
                <a16:creationId xmlns:a16="http://schemas.microsoft.com/office/drawing/2014/main" id="{EACD14C1-40B2-7C14-A361-B2E10DFA6486}"/>
              </a:ext>
            </a:extLst>
          </p:cNvPr>
          <p:cNvSpPr>
            <a:spLocks noGrp="1"/>
          </p:cNvSpPr>
          <p:nvPr>
            <p:ph type="sldNum" sz="quarter" idx="12"/>
          </p:nvPr>
        </p:nvSpPr>
        <p:spPr/>
        <p:txBody>
          <a:bodyPr/>
          <a:lstStyle/>
          <a:p>
            <a:fld id="{A8160BDD-7155-D744-B749-9730458604AD}" type="slidenum">
              <a:rPr lang="en-US" smtClean="0"/>
              <a:t>1</a:t>
            </a:fld>
            <a:endParaRPr lang="en-US" dirty="0"/>
          </a:p>
        </p:txBody>
      </p:sp>
      <p:pic>
        <p:nvPicPr>
          <p:cNvPr id="3" name="Picture Placeholder 13">
            <a:extLst>
              <a:ext uri="{FF2B5EF4-FFF2-40B4-BE49-F238E27FC236}">
                <a16:creationId xmlns:a16="http://schemas.microsoft.com/office/drawing/2014/main" id="{AC7813F4-3E31-BA91-534C-B2CF8161E00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34671" b="-34671"/>
          <a:stretch/>
        </p:blipFill>
        <p:spPr>
          <a:xfrm>
            <a:off x="2661921" y="853440"/>
            <a:ext cx="6879270" cy="2334261"/>
          </a:xfrm>
          <a:prstGeom prst="rect">
            <a:avLst/>
          </a:prstGeom>
        </p:spPr>
      </p:pic>
    </p:spTree>
    <p:extLst>
      <p:ext uri="{BB962C8B-B14F-4D97-AF65-F5344CB8AC3E}">
        <p14:creationId xmlns:p14="http://schemas.microsoft.com/office/powerpoint/2010/main" val="2127821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50B8F3-0016-E59A-C0E4-EC70E0458AD5}"/>
              </a:ext>
            </a:extLst>
          </p:cNvPr>
          <p:cNvSpPr>
            <a:spLocks noGrp="1"/>
          </p:cNvSpPr>
          <p:nvPr>
            <p:ph type="sldNum" sz="quarter" idx="12"/>
          </p:nvPr>
        </p:nvSpPr>
        <p:spPr/>
        <p:txBody>
          <a:bodyPr/>
          <a:lstStyle/>
          <a:p>
            <a:fld id="{A8160BDD-7155-D744-B749-9730458604AD}" type="slidenum">
              <a:rPr lang="en-US" smtClean="0"/>
              <a:t>2</a:t>
            </a:fld>
            <a:endParaRPr lang="en-US" dirty="0"/>
          </a:p>
        </p:txBody>
      </p:sp>
      <p:sp>
        <p:nvSpPr>
          <p:cNvPr id="3" name="Content Placeholder 2">
            <a:extLst>
              <a:ext uri="{FF2B5EF4-FFF2-40B4-BE49-F238E27FC236}">
                <a16:creationId xmlns:a16="http://schemas.microsoft.com/office/drawing/2014/main" id="{092F10FD-C378-B6A8-A103-7FE29B1537B1}"/>
              </a:ext>
            </a:extLst>
          </p:cNvPr>
          <p:cNvSpPr>
            <a:spLocks noGrp="1"/>
          </p:cNvSpPr>
          <p:nvPr>
            <p:ph idx="1"/>
          </p:nvPr>
        </p:nvSpPr>
        <p:spPr/>
        <p:txBody>
          <a:bodyPr/>
          <a:lstStyle/>
          <a:p>
            <a:r>
              <a:rPr lang="en-US" dirty="0"/>
              <a:t>A Brief History of AI</a:t>
            </a:r>
          </a:p>
          <a:p>
            <a:r>
              <a:rPr lang="en-US" dirty="0"/>
              <a:t>AI Concepts</a:t>
            </a:r>
          </a:p>
        </p:txBody>
      </p:sp>
      <p:sp>
        <p:nvSpPr>
          <p:cNvPr id="4" name="Title 3">
            <a:extLst>
              <a:ext uri="{FF2B5EF4-FFF2-40B4-BE49-F238E27FC236}">
                <a16:creationId xmlns:a16="http://schemas.microsoft.com/office/drawing/2014/main" id="{C7CED616-3DD2-D1ED-621C-21462FCDA44F}"/>
              </a:ext>
            </a:extLst>
          </p:cNvPr>
          <p:cNvSpPr>
            <a:spLocks noGrp="1"/>
          </p:cNvSpPr>
          <p:nvPr>
            <p:ph type="title"/>
          </p:nvPr>
        </p:nvSpPr>
        <p:spPr/>
        <p:txBody>
          <a:bodyPr/>
          <a:lstStyle/>
          <a:p>
            <a:r>
              <a:rPr lang="en-US" dirty="0"/>
              <a:t>AI Fundamentals</a:t>
            </a:r>
          </a:p>
        </p:txBody>
      </p:sp>
    </p:spTree>
    <p:extLst>
      <p:ext uri="{BB962C8B-B14F-4D97-AF65-F5344CB8AC3E}">
        <p14:creationId xmlns:p14="http://schemas.microsoft.com/office/powerpoint/2010/main" val="2728141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1C4CFB-1ACB-A14F-B6A4-435DA7645523}"/>
              </a:ext>
            </a:extLst>
          </p:cNvPr>
          <p:cNvSpPr>
            <a:spLocks noGrp="1"/>
          </p:cNvSpPr>
          <p:nvPr>
            <p:ph type="sldNum" sz="quarter" idx="12"/>
          </p:nvPr>
        </p:nvSpPr>
        <p:spPr/>
        <p:txBody>
          <a:bodyPr/>
          <a:lstStyle/>
          <a:p>
            <a:fld id="{A8160BDD-7155-D744-B749-9730458604AD}" type="slidenum">
              <a:rPr lang="en-US" smtClean="0"/>
              <a:t>3</a:t>
            </a:fld>
            <a:endParaRPr lang="en-US" dirty="0"/>
          </a:p>
        </p:txBody>
      </p:sp>
      <p:sp>
        <p:nvSpPr>
          <p:cNvPr id="3" name="Text Placeholder 2">
            <a:extLst>
              <a:ext uri="{FF2B5EF4-FFF2-40B4-BE49-F238E27FC236}">
                <a16:creationId xmlns:a16="http://schemas.microsoft.com/office/drawing/2014/main" id="{711926C4-B76F-6740-B2D3-3C573DAFAACD}"/>
              </a:ext>
            </a:extLst>
          </p:cNvPr>
          <p:cNvSpPr>
            <a:spLocks noGrp="1"/>
          </p:cNvSpPr>
          <p:nvPr>
            <p:ph type="body" sz="quarter" idx="14"/>
          </p:nvPr>
        </p:nvSpPr>
        <p:spPr/>
        <p:txBody>
          <a:bodyPr/>
          <a:lstStyle/>
          <a:p>
            <a:r>
              <a:rPr lang="en-US" dirty="0"/>
              <a:t>A Brief History of AI</a:t>
            </a:r>
          </a:p>
        </p:txBody>
      </p:sp>
      <p:pic>
        <p:nvPicPr>
          <p:cNvPr id="6" name="Picture Placeholder 5">
            <a:extLst>
              <a:ext uri="{FF2B5EF4-FFF2-40B4-BE49-F238E27FC236}">
                <a16:creationId xmlns:a16="http://schemas.microsoft.com/office/drawing/2014/main" id="{C4FFA7C9-EDE8-7126-E8E6-41D0FD92F959}"/>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34671" b="-34671"/>
          <a:stretch/>
        </p:blipFill>
        <p:spPr/>
      </p:pic>
    </p:spTree>
    <p:extLst>
      <p:ext uri="{BB962C8B-B14F-4D97-AF65-F5344CB8AC3E}">
        <p14:creationId xmlns:p14="http://schemas.microsoft.com/office/powerpoint/2010/main" val="2361299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3DF998-BC19-0070-516C-7C61DF5BE054}"/>
              </a:ext>
            </a:extLst>
          </p:cNvPr>
          <p:cNvSpPr>
            <a:spLocks noGrp="1"/>
          </p:cNvSpPr>
          <p:nvPr>
            <p:ph type="sldNum" sz="quarter" idx="12"/>
          </p:nvPr>
        </p:nvSpPr>
        <p:spPr/>
        <p:txBody>
          <a:bodyPr/>
          <a:lstStyle/>
          <a:p>
            <a:fld id="{A8160BDD-7155-D744-B749-9730458604AD}" type="slidenum">
              <a:rPr lang="en-US" smtClean="0"/>
              <a:t>4</a:t>
            </a:fld>
            <a:endParaRPr lang="en-US" dirty="0"/>
          </a:p>
        </p:txBody>
      </p:sp>
      <p:sp>
        <p:nvSpPr>
          <p:cNvPr id="6" name="Content Placeholder 5">
            <a:extLst>
              <a:ext uri="{FF2B5EF4-FFF2-40B4-BE49-F238E27FC236}">
                <a16:creationId xmlns:a16="http://schemas.microsoft.com/office/drawing/2014/main" id="{4240D36A-5CC1-B564-741F-DF629F8CE5FD}"/>
              </a:ext>
            </a:extLst>
          </p:cNvPr>
          <p:cNvSpPr>
            <a:spLocks noGrp="1"/>
          </p:cNvSpPr>
          <p:nvPr>
            <p:ph idx="1"/>
          </p:nvPr>
        </p:nvSpPr>
        <p:spPr/>
        <p:txBody>
          <a:bodyPr/>
          <a:lstStyle/>
          <a:p>
            <a:r>
              <a:rPr lang="en-US" dirty="0"/>
              <a:t>Common factors:</a:t>
            </a:r>
          </a:p>
          <a:p>
            <a:pPr lvl="1"/>
            <a:r>
              <a:rPr lang="en-US" dirty="0"/>
              <a:t>Perceiving one's environment.</a:t>
            </a:r>
          </a:p>
          <a:p>
            <a:pPr lvl="1"/>
            <a:r>
              <a:rPr lang="en-US" dirty="0"/>
              <a:t>Taking actions to achieve goals.</a:t>
            </a:r>
          </a:p>
          <a:p>
            <a:pPr lvl="1"/>
            <a:r>
              <a:rPr lang="en-US" dirty="0"/>
              <a:t>Obtaining knowledge and applying it for problem solving.</a:t>
            </a:r>
          </a:p>
          <a:p>
            <a:r>
              <a:rPr lang="en-US" dirty="0"/>
              <a:t>AI will revolutionize business.</a:t>
            </a:r>
          </a:p>
          <a:p>
            <a:r>
              <a:rPr lang="en-US" dirty="0"/>
              <a:t>Anyone can understand its impact.</a:t>
            </a:r>
          </a:p>
        </p:txBody>
      </p:sp>
      <p:sp>
        <p:nvSpPr>
          <p:cNvPr id="5" name="Title 4">
            <a:extLst>
              <a:ext uri="{FF2B5EF4-FFF2-40B4-BE49-F238E27FC236}">
                <a16:creationId xmlns:a16="http://schemas.microsoft.com/office/drawing/2014/main" id="{F7FE98A8-572E-6BBF-860D-D6CB55A6B361}"/>
              </a:ext>
            </a:extLst>
          </p:cNvPr>
          <p:cNvSpPr>
            <a:spLocks noGrp="1"/>
          </p:cNvSpPr>
          <p:nvPr>
            <p:ph type="title"/>
          </p:nvPr>
        </p:nvSpPr>
        <p:spPr/>
        <p:txBody>
          <a:bodyPr/>
          <a:lstStyle/>
          <a:p>
            <a:r>
              <a:rPr lang="en-US" dirty="0"/>
              <a:t>What Is Artificial Intelligence (AI)?</a:t>
            </a:r>
          </a:p>
        </p:txBody>
      </p:sp>
      <p:sp>
        <p:nvSpPr>
          <p:cNvPr id="7" name="Text Placeholder 6">
            <a:extLst>
              <a:ext uri="{FF2B5EF4-FFF2-40B4-BE49-F238E27FC236}">
                <a16:creationId xmlns:a16="http://schemas.microsoft.com/office/drawing/2014/main" id="{A9905CE1-F20F-ABA6-12F8-CBAEB7278CD4}"/>
              </a:ext>
            </a:extLst>
          </p:cNvPr>
          <p:cNvSpPr>
            <a:spLocks noGrp="1"/>
          </p:cNvSpPr>
          <p:nvPr>
            <p:ph type="body" sz="quarter" idx="13"/>
          </p:nvPr>
        </p:nvSpPr>
        <p:spPr/>
        <p:txBody>
          <a:bodyPr/>
          <a:lstStyle/>
          <a:p>
            <a:r>
              <a:rPr lang="en-US" b="1" dirty="0"/>
              <a:t>Artificial intelligence (AI)</a:t>
            </a:r>
            <a:r>
              <a:rPr lang="en-US" dirty="0"/>
              <a:t>: The ability of machines to exhibit human-like intelligence.</a:t>
            </a:r>
          </a:p>
        </p:txBody>
      </p:sp>
    </p:spTree>
    <p:extLst>
      <p:ext uri="{BB962C8B-B14F-4D97-AF65-F5344CB8AC3E}">
        <p14:creationId xmlns:p14="http://schemas.microsoft.com/office/powerpoint/2010/main" val="1053886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62F7C32-7044-B81F-342E-919F47B81160}"/>
              </a:ext>
            </a:extLst>
          </p:cNvPr>
          <p:cNvSpPr>
            <a:spLocks noGrp="1"/>
          </p:cNvSpPr>
          <p:nvPr>
            <p:ph type="title"/>
          </p:nvPr>
        </p:nvSpPr>
        <p:spPr/>
        <p:txBody>
          <a:bodyPr/>
          <a:lstStyle/>
          <a:p>
            <a:r>
              <a:rPr lang="en-US" dirty="0"/>
              <a:t>Timeline of AI</a:t>
            </a:r>
          </a:p>
        </p:txBody>
      </p:sp>
      <p:sp>
        <p:nvSpPr>
          <p:cNvPr id="2" name="Slide Number Placeholder 1">
            <a:extLst>
              <a:ext uri="{FF2B5EF4-FFF2-40B4-BE49-F238E27FC236}">
                <a16:creationId xmlns:a16="http://schemas.microsoft.com/office/drawing/2014/main" id="{E51544CC-2565-37B6-3D31-DF55F43C3B96}"/>
              </a:ext>
            </a:extLst>
          </p:cNvPr>
          <p:cNvSpPr>
            <a:spLocks noGrp="1"/>
          </p:cNvSpPr>
          <p:nvPr>
            <p:ph type="sldNum" sz="quarter" idx="12"/>
          </p:nvPr>
        </p:nvSpPr>
        <p:spPr/>
        <p:txBody>
          <a:bodyPr/>
          <a:lstStyle/>
          <a:p>
            <a:fld id="{A8160BDD-7155-D744-B749-9730458604AD}" type="slidenum">
              <a:rPr lang="en-US" smtClean="0"/>
              <a:pPr/>
              <a:t>5</a:t>
            </a:fld>
            <a:endParaRPr lang="en-US" dirty="0"/>
          </a:p>
        </p:txBody>
      </p:sp>
      <p:cxnSp>
        <p:nvCxnSpPr>
          <p:cNvPr id="7" name="Straight Arrow Connector 6">
            <a:extLst>
              <a:ext uri="{FF2B5EF4-FFF2-40B4-BE49-F238E27FC236}">
                <a16:creationId xmlns:a16="http://schemas.microsoft.com/office/drawing/2014/main" id="{E45C4EEA-E2AB-64F0-0950-904E2D59297B}"/>
              </a:ext>
            </a:extLst>
          </p:cNvPr>
          <p:cNvCxnSpPr/>
          <p:nvPr/>
        </p:nvCxnSpPr>
        <p:spPr>
          <a:xfrm>
            <a:off x="130628" y="3720935"/>
            <a:ext cx="11978640" cy="0"/>
          </a:xfrm>
          <a:prstGeom prst="straightConnector1">
            <a:avLst/>
          </a:prstGeom>
          <a:ln w="41275">
            <a:solidFill>
              <a:srgbClr val="898989"/>
            </a:solidFill>
            <a:tailEnd type="triangle"/>
          </a:ln>
          <a:effectLst/>
        </p:spPr>
        <p:style>
          <a:lnRef idx="2">
            <a:schemeClr val="accent1"/>
          </a:lnRef>
          <a:fillRef idx="0">
            <a:schemeClr val="accent1"/>
          </a:fillRef>
          <a:effectRef idx="1">
            <a:schemeClr val="accent1"/>
          </a:effectRef>
          <a:fontRef idx="minor">
            <a:schemeClr val="tx1"/>
          </a:fontRef>
        </p:style>
      </p:cxnSp>
      <p:sp>
        <p:nvSpPr>
          <p:cNvPr id="8" name="Rounded Rectangle 143">
            <a:extLst>
              <a:ext uri="{FF2B5EF4-FFF2-40B4-BE49-F238E27FC236}">
                <a16:creationId xmlns:a16="http://schemas.microsoft.com/office/drawing/2014/main" id="{D61DC11F-E8C7-D34D-2C59-51C2ADEC928A}"/>
              </a:ext>
            </a:extLst>
          </p:cNvPr>
          <p:cNvSpPr/>
          <p:nvPr/>
        </p:nvSpPr>
        <p:spPr>
          <a:xfrm>
            <a:off x="5446937" y="3078773"/>
            <a:ext cx="1298126" cy="274638"/>
          </a:xfrm>
          <a:prstGeom prst="roundRect">
            <a:avLst/>
          </a:prstGeom>
          <a:solidFill>
            <a:srgbClr val="D9D9D9"/>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latin typeface="Calibri"/>
                <a:cs typeface="Calibri"/>
              </a:rPr>
              <a:t>Expert systems</a:t>
            </a:r>
            <a:endParaRPr kumimoji="0" lang="en-US" sz="1300" b="1" i="0" u="none" strike="noStrike" kern="0" cap="none" spc="0" normalizeH="0" baseline="0" noProof="0" dirty="0">
              <a:ln>
                <a:noFill/>
              </a:ln>
              <a:effectLst/>
              <a:uLnTx/>
              <a:uFillTx/>
              <a:latin typeface="Calibri"/>
              <a:cs typeface="Calibri"/>
            </a:endParaRPr>
          </a:p>
        </p:txBody>
      </p:sp>
      <p:sp>
        <p:nvSpPr>
          <p:cNvPr id="10" name="Oval 9">
            <a:extLst>
              <a:ext uri="{FF2B5EF4-FFF2-40B4-BE49-F238E27FC236}">
                <a16:creationId xmlns:a16="http://schemas.microsoft.com/office/drawing/2014/main" id="{AA023FB3-302B-C3CC-BB76-688CA46939D4}"/>
              </a:ext>
            </a:extLst>
          </p:cNvPr>
          <p:cNvSpPr>
            <a:spLocks noChangeAspect="1"/>
          </p:cNvSpPr>
          <p:nvPr/>
        </p:nvSpPr>
        <p:spPr>
          <a:xfrm>
            <a:off x="11673420" y="3611026"/>
            <a:ext cx="200848" cy="201876"/>
          </a:xfrm>
          <a:prstGeom prst="ellipse">
            <a:avLst/>
          </a:prstGeom>
          <a:solidFill>
            <a:srgbClr val="009DDC"/>
          </a:solidFill>
          <a:ln w="28575" cap="flat" cmpd="sng" algn="ctr">
            <a:solidFill>
              <a:schemeClr val="accent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1100" b="1" kern="0" dirty="0">
              <a:solidFill>
                <a:srgbClr val="FF0000"/>
              </a:solidFill>
              <a:latin typeface="Arial"/>
            </a:endParaRPr>
          </a:p>
        </p:txBody>
      </p:sp>
      <p:sp>
        <p:nvSpPr>
          <p:cNvPr id="11" name="Text Box 307">
            <a:extLst>
              <a:ext uri="{FF2B5EF4-FFF2-40B4-BE49-F238E27FC236}">
                <a16:creationId xmlns:a16="http://schemas.microsoft.com/office/drawing/2014/main" id="{7186F823-E391-7DEB-067B-007D71C0BC4C}"/>
              </a:ext>
            </a:extLst>
          </p:cNvPr>
          <p:cNvSpPr txBox="1">
            <a:spLocks noChangeArrowheads="1"/>
          </p:cNvSpPr>
          <p:nvPr/>
        </p:nvSpPr>
        <p:spPr bwMode="auto">
          <a:xfrm>
            <a:off x="11376911" y="3355148"/>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2020</a:t>
            </a:r>
          </a:p>
        </p:txBody>
      </p:sp>
      <p:sp>
        <p:nvSpPr>
          <p:cNvPr id="12" name="Oval 11">
            <a:extLst>
              <a:ext uri="{FF2B5EF4-FFF2-40B4-BE49-F238E27FC236}">
                <a16:creationId xmlns:a16="http://schemas.microsoft.com/office/drawing/2014/main" id="{2162240E-FD9D-023B-1DBD-F1FB6BA9C7D2}"/>
              </a:ext>
            </a:extLst>
          </p:cNvPr>
          <p:cNvSpPr>
            <a:spLocks noChangeAspect="1"/>
          </p:cNvSpPr>
          <p:nvPr/>
        </p:nvSpPr>
        <p:spPr>
          <a:xfrm>
            <a:off x="313350" y="3619997"/>
            <a:ext cx="200848" cy="201876"/>
          </a:xfrm>
          <a:prstGeom prst="ellipse">
            <a:avLst/>
          </a:prstGeom>
          <a:solidFill>
            <a:srgbClr val="1B3764"/>
          </a:solidFill>
          <a:ln w="28575" cap="flat" cmpd="sng" algn="ctr">
            <a:solidFill>
              <a:srgbClr val="1D3764"/>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13" name="Text Box 307">
            <a:extLst>
              <a:ext uri="{FF2B5EF4-FFF2-40B4-BE49-F238E27FC236}">
                <a16:creationId xmlns:a16="http://schemas.microsoft.com/office/drawing/2014/main" id="{4D024839-08D0-F224-CF9B-B25D7B0EA40F}"/>
              </a:ext>
            </a:extLst>
          </p:cNvPr>
          <p:cNvSpPr txBox="1">
            <a:spLocks noChangeArrowheads="1"/>
          </p:cNvSpPr>
          <p:nvPr/>
        </p:nvSpPr>
        <p:spPr bwMode="auto">
          <a:xfrm>
            <a:off x="13147" y="3821873"/>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1950</a:t>
            </a:r>
          </a:p>
        </p:txBody>
      </p:sp>
      <p:sp>
        <p:nvSpPr>
          <p:cNvPr id="16" name="AutoShape 303">
            <a:extLst>
              <a:ext uri="{FF2B5EF4-FFF2-40B4-BE49-F238E27FC236}">
                <a16:creationId xmlns:a16="http://schemas.microsoft.com/office/drawing/2014/main" id="{67F62C9C-2847-BE36-4D4D-490DEED223BE}"/>
              </a:ext>
            </a:extLst>
          </p:cNvPr>
          <p:cNvSpPr>
            <a:spLocks/>
          </p:cNvSpPr>
          <p:nvPr/>
        </p:nvSpPr>
        <p:spPr bwMode="auto">
          <a:xfrm rot="5400000" flipH="1">
            <a:off x="5968842" y="2728092"/>
            <a:ext cx="265477" cy="1516112"/>
          </a:xfrm>
          <a:prstGeom prst="rightBrace">
            <a:avLst>
              <a:gd name="adj1" fmla="val 65909"/>
              <a:gd name="adj2" fmla="val 50000"/>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7" name="Oval 16">
            <a:extLst>
              <a:ext uri="{FF2B5EF4-FFF2-40B4-BE49-F238E27FC236}">
                <a16:creationId xmlns:a16="http://schemas.microsoft.com/office/drawing/2014/main" id="{A864E5F6-2799-6F72-D609-1445410052A0}"/>
              </a:ext>
            </a:extLst>
          </p:cNvPr>
          <p:cNvSpPr>
            <a:spLocks noChangeAspect="1"/>
          </p:cNvSpPr>
          <p:nvPr/>
        </p:nvSpPr>
        <p:spPr>
          <a:xfrm>
            <a:off x="5230401" y="3623745"/>
            <a:ext cx="200848" cy="201876"/>
          </a:xfrm>
          <a:prstGeom prst="ellipse">
            <a:avLst/>
          </a:prstGeom>
          <a:solidFill>
            <a:schemeClr val="bg2">
              <a:lumMod val="85000"/>
            </a:schemeClr>
          </a:solidFill>
          <a:ln w="28575" cap="flat" cmpd="sng" algn="ctr">
            <a:solidFill>
              <a:schemeClr val="tx1"/>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18" name="Oval 17">
            <a:extLst>
              <a:ext uri="{FF2B5EF4-FFF2-40B4-BE49-F238E27FC236}">
                <a16:creationId xmlns:a16="http://schemas.microsoft.com/office/drawing/2014/main" id="{994029D3-EF78-C9C7-824B-0174EAE8D82F}"/>
              </a:ext>
            </a:extLst>
          </p:cNvPr>
          <p:cNvSpPr>
            <a:spLocks noChangeAspect="1"/>
          </p:cNvSpPr>
          <p:nvPr/>
        </p:nvSpPr>
        <p:spPr>
          <a:xfrm>
            <a:off x="6739885" y="3614354"/>
            <a:ext cx="200848" cy="201876"/>
          </a:xfrm>
          <a:prstGeom prst="ellipse">
            <a:avLst/>
          </a:prstGeom>
          <a:solidFill>
            <a:schemeClr val="bg2">
              <a:lumMod val="85000"/>
            </a:schemeClr>
          </a:solidFill>
          <a:ln w="28575" cap="flat" cmpd="sng" algn="ctr">
            <a:solidFill>
              <a:schemeClr val="tx1"/>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21" name="AutoShape 303">
            <a:extLst>
              <a:ext uri="{FF2B5EF4-FFF2-40B4-BE49-F238E27FC236}">
                <a16:creationId xmlns:a16="http://schemas.microsoft.com/office/drawing/2014/main" id="{97B5BC7E-2CC7-E57C-9184-C62696F3BD1C}"/>
              </a:ext>
            </a:extLst>
          </p:cNvPr>
          <p:cNvSpPr>
            <a:spLocks/>
          </p:cNvSpPr>
          <p:nvPr/>
        </p:nvSpPr>
        <p:spPr bwMode="auto">
          <a:xfrm rot="16200000" flipH="1">
            <a:off x="4633460" y="3435883"/>
            <a:ext cx="333307" cy="1112787"/>
          </a:xfrm>
          <a:prstGeom prst="rightBrace">
            <a:avLst>
              <a:gd name="adj1" fmla="val 65909"/>
              <a:gd name="adj2" fmla="val 50000"/>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AutoShape 303">
            <a:extLst>
              <a:ext uri="{FF2B5EF4-FFF2-40B4-BE49-F238E27FC236}">
                <a16:creationId xmlns:a16="http://schemas.microsoft.com/office/drawing/2014/main" id="{6A38E06B-91DA-169B-2EE3-867A7F16C715}"/>
              </a:ext>
            </a:extLst>
          </p:cNvPr>
          <p:cNvSpPr>
            <a:spLocks/>
          </p:cNvSpPr>
          <p:nvPr/>
        </p:nvSpPr>
        <p:spPr bwMode="auto">
          <a:xfrm rot="16200000" flipH="1">
            <a:off x="7106087" y="3562352"/>
            <a:ext cx="301213" cy="838199"/>
          </a:xfrm>
          <a:prstGeom prst="rightBrace">
            <a:avLst>
              <a:gd name="adj1" fmla="val 65909"/>
              <a:gd name="adj2" fmla="val 50000"/>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 name="Oval 38">
            <a:extLst>
              <a:ext uri="{FF2B5EF4-FFF2-40B4-BE49-F238E27FC236}">
                <a16:creationId xmlns:a16="http://schemas.microsoft.com/office/drawing/2014/main" id="{7A3398E7-D13E-0CD9-5FF3-A928DAA50062}"/>
              </a:ext>
            </a:extLst>
          </p:cNvPr>
          <p:cNvSpPr>
            <a:spLocks noChangeAspect="1"/>
          </p:cNvSpPr>
          <p:nvPr/>
        </p:nvSpPr>
        <p:spPr>
          <a:xfrm>
            <a:off x="4137378" y="3614354"/>
            <a:ext cx="200848" cy="201876"/>
          </a:xfrm>
          <a:prstGeom prst="ellipse">
            <a:avLst/>
          </a:prstGeom>
          <a:solidFill>
            <a:schemeClr val="bg1"/>
          </a:solidFill>
          <a:ln w="28575" cap="flat" cmpd="sng" algn="ctr">
            <a:solidFill>
              <a:schemeClr val="tx1"/>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40" name="Oval 39">
            <a:extLst>
              <a:ext uri="{FF2B5EF4-FFF2-40B4-BE49-F238E27FC236}">
                <a16:creationId xmlns:a16="http://schemas.microsoft.com/office/drawing/2014/main" id="{2B928C3B-4B22-0D53-6A44-ABFDD405BEDD}"/>
              </a:ext>
            </a:extLst>
          </p:cNvPr>
          <p:cNvSpPr>
            <a:spLocks noChangeAspect="1"/>
          </p:cNvSpPr>
          <p:nvPr/>
        </p:nvSpPr>
        <p:spPr>
          <a:xfrm>
            <a:off x="7553323" y="3614354"/>
            <a:ext cx="200848" cy="201876"/>
          </a:xfrm>
          <a:prstGeom prst="ellipse">
            <a:avLst/>
          </a:prstGeom>
          <a:solidFill>
            <a:schemeClr val="bg1"/>
          </a:solidFill>
          <a:ln w="28575" cap="flat" cmpd="sng" algn="ctr">
            <a:solidFill>
              <a:schemeClr val="tx1"/>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42" name="Oval 41">
            <a:extLst>
              <a:ext uri="{FF2B5EF4-FFF2-40B4-BE49-F238E27FC236}">
                <a16:creationId xmlns:a16="http://schemas.microsoft.com/office/drawing/2014/main" id="{66BD5015-3F9A-03FD-D0D3-9185BA608544}"/>
              </a:ext>
            </a:extLst>
          </p:cNvPr>
          <p:cNvSpPr>
            <a:spLocks noChangeAspect="1"/>
          </p:cNvSpPr>
          <p:nvPr/>
        </p:nvSpPr>
        <p:spPr>
          <a:xfrm>
            <a:off x="1178516" y="3614354"/>
            <a:ext cx="200848" cy="201876"/>
          </a:xfrm>
          <a:prstGeom prst="ellipse">
            <a:avLst/>
          </a:prstGeom>
          <a:solidFill>
            <a:srgbClr val="1B3764"/>
          </a:solidFill>
          <a:ln w="28575" cap="flat" cmpd="sng" algn="ctr">
            <a:solidFill>
              <a:srgbClr val="1D3764"/>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43" name="Oval 42">
            <a:extLst>
              <a:ext uri="{FF2B5EF4-FFF2-40B4-BE49-F238E27FC236}">
                <a16:creationId xmlns:a16="http://schemas.microsoft.com/office/drawing/2014/main" id="{12A0E5E7-3101-7925-C1F4-301FDCE3F3F9}"/>
              </a:ext>
            </a:extLst>
          </p:cNvPr>
          <p:cNvSpPr>
            <a:spLocks noChangeAspect="1"/>
          </p:cNvSpPr>
          <p:nvPr/>
        </p:nvSpPr>
        <p:spPr>
          <a:xfrm>
            <a:off x="2064246" y="3614354"/>
            <a:ext cx="200848" cy="201876"/>
          </a:xfrm>
          <a:prstGeom prst="ellipse">
            <a:avLst/>
          </a:prstGeom>
          <a:solidFill>
            <a:srgbClr val="1B3764"/>
          </a:solidFill>
          <a:ln w="28575" cap="flat" cmpd="sng" algn="ctr">
            <a:solidFill>
              <a:srgbClr val="1D3764"/>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44" name="Oval 43">
            <a:extLst>
              <a:ext uri="{FF2B5EF4-FFF2-40B4-BE49-F238E27FC236}">
                <a16:creationId xmlns:a16="http://schemas.microsoft.com/office/drawing/2014/main" id="{EB8A02D1-32B8-1410-D3CF-36170110FB95}"/>
              </a:ext>
            </a:extLst>
          </p:cNvPr>
          <p:cNvSpPr>
            <a:spLocks noChangeAspect="1"/>
          </p:cNvSpPr>
          <p:nvPr/>
        </p:nvSpPr>
        <p:spPr>
          <a:xfrm>
            <a:off x="2615929" y="3611026"/>
            <a:ext cx="200848" cy="201876"/>
          </a:xfrm>
          <a:prstGeom prst="ellipse">
            <a:avLst/>
          </a:prstGeom>
          <a:solidFill>
            <a:srgbClr val="1B3764"/>
          </a:solidFill>
          <a:ln w="28575" cap="flat" cmpd="sng" algn="ctr">
            <a:solidFill>
              <a:srgbClr val="1D3764"/>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45" name="Oval 44">
            <a:extLst>
              <a:ext uri="{FF2B5EF4-FFF2-40B4-BE49-F238E27FC236}">
                <a16:creationId xmlns:a16="http://schemas.microsoft.com/office/drawing/2014/main" id="{BFBCFB41-F3C2-F53E-89CD-1C3EE2F5D91D}"/>
              </a:ext>
            </a:extLst>
          </p:cNvPr>
          <p:cNvSpPr>
            <a:spLocks noChangeAspect="1"/>
          </p:cNvSpPr>
          <p:nvPr/>
        </p:nvSpPr>
        <p:spPr>
          <a:xfrm>
            <a:off x="2985673" y="3611026"/>
            <a:ext cx="200848" cy="201876"/>
          </a:xfrm>
          <a:prstGeom prst="ellipse">
            <a:avLst/>
          </a:prstGeom>
          <a:solidFill>
            <a:srgbClr val="1B3764"/>
          </a:solidFill>
          <a:ln w="28575" cap="flat" cmpd="sng" algn="ctr">
            <a:solidFill>
              <a:srgbClr val="1D3764"/>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46" name="Oval 45">
            <a:extLst>
              <a:ext uri="{FF2B5EF4-FFF2-40B4-BE49-F238E27FC236}">
                <a16:creationId xmlns:a16="http://schemas.microsoft.com/office/drawing/2014/main" id="{3D8100B5-D4C9-6214-1EC2-F15A6742F1B1}"/>
              </a:ext>
            </a:extLst>
          </p:cNvPr>
          <p:cNvSpPr>
            <a:spLocks noChangeAspect="1"/>
          </p:cNvSpPr>
          <p:nvPr/>
        </p:nvSpPr>
        <p:spPr>
          <a:xfrm>
            <a:off x="8165616" y="3611026"/>
            <a:ext cx="200848" cy="201876"/>
          </a:xfrm>
          <a:prstGeom prst="ellipse">
            <a:avLst/>
          </a:prstGeom>
          <a:solidFill>
            <a:srgbClr val="009DDC"/>
          </a:solidFill>
          <a:ln w="28575" cap="flat" cmpd="sng" algn="ctr">
            <a:solidFill>
              <a:schemeClr val="accent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1100" b="1" kern="0" dirty="0">
              <a:solidFill>
                <a:srgbClr val="FF0000"/>
              </a:solidFill>
              <a:latin typeface="Arial"/>
            </a:endParaRPr>
          </a:p>
        </p:txBody>
      </p:sp>
      <p:sp>
        <p:nvSpPr>
          <p:cNvPr id="47" name="Oval 46">
            <a:extLst>
              <a:ext uri="{FF2B5EF4-FFF2-40B4-BE49-F238E27FC236}">
                <a16:creationId xmlns:a16="http://schemas.microsoft.com/office/drawing/2014/main" id="{2FA56499-7DF8-C8A8-F985-D073F604C2EC}"/>
              </a:ext>
            </a:extLst>
          </p:cNvPr>
          <p:cNvSpPr>
            <a:spLocks noChangeAspect="1"/>
          </p:cNvSpPr>
          <p:nvPr/>
        </p:nvSpPr>
        <p:spPr>
          <a:xfrm>
            <a:off x="8667284" y="3611026"/>
            <a:ext cx="200848" cy="201876"/>
          </a:xfrm>
          <a:prstGeom prst="ellipse">
            <a:avLst/>
          </a:prstGeom>
          <a:solidFill>
            <a:srgbClr val="009DDC"/>
          </a:solidFill>
          <a:ln w="28575" cap="flat" cmpd="sng" algn="ctr">
            <a:solidFill>
              <a:schemeClr val="accent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1100" b="1" kern="0" dirty="0">
              <a:solidFill>
                <a:srgbClr val="FF0000"/>
              </a:solidFill>
              <a:latin typeface="Arial"/>
            </a:endParaRPr>
          </a:p>
        </p:txBody>
      </p:sp>
      <p:sp>
        <p:nvSpPr>
          <p:cNvPr id="48" name="Oval 47">
            <a:extLst>
              <a:ext uri="{FF2B5EF4-FFF2-40B4-BE49-F238E27FC236}">
                <a16:creationId xmlns:a16="http://schemas.microsoft.com/office/drawing/2014/main" id="{1916DFD2-A588-2A30-E414-6DCABCBDE070}"/>
              </a:ext>
            </a:extLst>
          </p:cNvPr>
          <p:cNvSpPr>
            <a:spLocks noChangeAspect="1"/>
          </p:cNvSpPr>
          <p:nvPr/>
        </p:nvSpPr>
        <p:spPr>
          <a:xfrm>
            <a:off x="9418503" y="3611026"/>
            <a:ext cx="200848" cy="201876"/>
          </a:xfrm>
          <a:prstGeom prst="ellipse">
            <a:avLst/>
          </a:prstGeom>
          <a:solidFill>
            <a:srgbClr val="009DDC"/>
          </a:solidFill>
          <a:ln w="28575" cap="flat" cmpd="sng" algn="ctr">
            <a:solidFill>
              <a:schemeClr val="accent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1100" b="1" kern="0" dirty="0">
              <a:solidFill>
                <a:srgbClr val="FF0000"/>
              </a:solidFill>
              <a:latin typeface="Arial"/>
            </a:endParaRPr>
          </a:p>
        </p:txBody>
      </p:sp>
      <p:sp>
        <p:nvSpPr>
          <p:cNvPr id="49" name="Oval 48">
            <a:extLst>
              <a:ext uri="{FF2B5EF4-FFF2-40B4-BE49-F238E27FC236}">
                <a16:creationId xmlns:a16="http://schemas.microsoft.com/office/drawing/2014/main" id="{8A1DD802-F3CE-C0EB-2039-E32836245BB0}"/>
              </a:ext>
            </a:extLst>
          </p:cNvPr>
          <p:cNvSpPr>
            <a:spLocks noChangeAspect="1"/>
          </p:cNvSpPr>
          <p:nvPr/>
        </p:nvSpPr>
        <p:spPr>
          <a:xfrm>
            <a:off x="10207747" y="3611026"/>
            <a:ext cx="200848" cy="201876"/>
          </a:xfrm>
          <a:prstGeom prst="ellipse">
            <a:avLst/>
          </a:prstGeom>
          <a:solidFill>
            <a:srgbClr val="009DDC"/>
          </a:solidFill>
          <a:ln w="28575" cap="flat" cmpd="sng" algn="ctr">
            <a:solidFill>
              <a:schemeClr val="accent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1100" b="1" kern="0" dirty="0">
              <a:solidFill>
                <a:srgbClr val="FF0000"/>
              </a:solidFill>
              <a:latin typeface="Arial"/>
            </a:endParaRPr>
          </a:p>
        </p:txBody>
      </p:sp>
      <p:sp>
        <p:nvSpPr>
          <p:cNvPr id="50" name="Oval 49">
            <a:extLst>
              <a:ext uri="{FF2B5EF4-FFF2-40B4-BE49-F238E27FC236}">
                <a16:creationId xmlns:a16="http://schemas.microsoft.com/office/drawing/2014/main" id="{9D3CDA39-1B6C-93E9-DC83-7A103F2746CF}"/>
              </a:ext>
            </a:extLst>
          </p:cNvPr>
          <p:cNvSpPr>
            <a:spLocks noChangeAspect="1"/>
          </p:cNvSpPr>
          <p:nvPr/>
        </p:nvSpPr>
        <p:spPr>
          <a:xfrm>
            <a:off x="10919468" y="3619997"/>
            <a:ext cx="200848" cy="201876"/>
          </a:xfrm>
          <a:prstGeom prst="ellipse">
            <a:avLst/>
          </a:prstGeom>
          <a:solidFill>
            <a:srgbClr val="009DDC"/>
          </a:solidFill>
          <a:ln w="28575" cap="flat" cmpd="sng" algn="ctr">
            <a:solidFill>
              <a:schemeClr val="accent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1100" b="1" kern="0" dirty="0">
              <a:solidFill>
                <a:srgbClr val="FF0000"/>
              </a:solidFill>
              <a:latin typeface="Arial"/>
            </a:endParaRPr>
          </a:p>
        </p:txBody>
      </p:sp>
      <p:cxnSp>
        <p:nvCxnSpPr>
          <p:cNvPr id="51" name="Straight Connector 50">
            <a:extLst>
              <a:ext uri="{FF2B5EF4-FFF2-40B4-BE49-F238E27FC236}">
                <a16:creationId xmlns:a16="http://schemas.microsoft.com/office/drawing/2014/main" id="{19758C12-5688-1BA7-142B-C7B6AF58977E}"/>
              </a:ext>
            </a:extLst>
          </p:cNvPr>
          <p:cNvCxnSpPr>
            <a:cxnSpLocks/>
          </p:cNvCxnSpPr>
          <p:nvPr/>
        </p:nvCxnSpPr>
        <p:spPr>
          <a:xfrm flipV="1">
            <a:off x="423298" y="2710356"/>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2" name="Rounded Rectangle 143">
            <a:extLst>
              <a:ext uri="{FF2B5EF4-FFF2-40B4-BE49-F238E27FC236}">
                <a16:creationId xmlns:a16="http://schemas.microsoft.com/office/drawing/2014/main" id="{C03370A8-64A3-284D-0D8C-11EA8272C12D}"/>
              </a:ext>
            </a:extLst>
          </p:cNvPr>
          <p:cNvSpPr/>
          <p:nvPr/>
        </p:nvSpPr>
        <p:spPr>
          <a:xfrm>
            <a:off x="111578" y="2435718"/>
            <a:ext cx="986628" cy="274638"/>
          </a:xfrm>
          <a:prstGeom prst="roundRect">
            <a:avLst/>
          </a:prstGeom>
          <a:solidFill>
            <a:srgbClr val="1B3764"/>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dirty="0">
                <a:ln>
                  <a:noFill/>
                </a:ln>
                <a:solidFill>
                  <a:srgbClr val="FFFFFF"/>
                </a:solidFill>
                <a:effectLst/>
                <a:uLnTx/>
                <a:uFillTx/>
                <a:latin typeface="Calibri"/>
                <a:ea typeface="+mn-ea"/>
                <a:cs typeface="Calibri"/>
              </a:rPr>
              <a:t>Turing test</a:t>
            </a:r>
          </a:p>
        </p:txBody>
      </p:sp>
      <p:cxnSp>
        <p:nvCxnSpPr>
          <p:cNvPr id="53" name="Straight Connector 52">
            <a:extLst>
              <a:ext uri="{FF2B5EF4-FFF2-40B4-BE49-F238E27FC236}">
                <a16:creationId xmlns:a16="http://schemas.microsoft.com/office/drawing/2014/main" id="{A88CBEAA-4B73-AFA2-1F2F-251735E4C071}"/>
              </a:ext>
            </a:extLst>
          </p:cNvPr>
          <p:cNvCxnSpPr>
            <a:cxnSpLocks/>
          </p:cNvCxnSpPr>
          <p:nvPr/>
        </p:nvCxnSpPr>
        <p:spPr>
          <a:xfrm flipV="1">
            <a:off x="2164922" y="2712305"/>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4" name="Rounded Rectangle 143">
            <a:extLst>
              <a:ext uri="{FF2B5EF4-FFF2-40B4-BE49-F238E27FC236}">
                <a16:creationId xmlns:a16="http://schemas.microsoft.com/office/drawing/2014/main" id="{F839F971-C921-35DF-D8EE-BF93D402F592}"/>
              </a:ext>
            </a:extLst>
          </p:cNvPr>
          <p:cNvSpPr/>
          <p:nvPr/>
        </p:nvSpPr>
        <p:spPr>
          <a:xfrm>
            <a:off x="1961815" y="2437667"/>
            <a:ext cx="986628" cy="274638"/>
          </a:xfrm>
          <a:prstGeom prst="roundRect">
            <a:avLst/>
          </a:prstGeom>
          <a:solidFill>
            <a:srgbClr val="1B3764"/>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algn="ctr" defTabSz="914400"/>
            <a:r>
              <a:rPr lang="en-US" sz="1300" b="1" kern="0" dirty="0">
                <a:solidFill>
                  <a:srgbClr val="FFFFFF"/>
                </a:solidFill>
                <a:latin typeface="Calibri"/>
                <a:cs typeface="Calibri"/>
              </a:rPr>
              <a:t>Unimate</a:t>
            </a:r>
          </a:p>
        </p:txBody>
      </p:sp>
      <p:cxnSp>
        <p:nvCxnSpPr>
          <p:cNvPr id="55" name="Straight Connector 54">
            <a:extLst>
              <a:ext uri="{FF2B5EF4-FFF2-40B4-BE49-F238E27FC236}">
                <a16:creationId xmlns:a16="http://schemas.microsoft.com/office/drawing/2014/main" id="{67DFFD0F-9FC6-C142-B7D9-B8341C12951F}"/>
              </a:ext>
            </a:extLst>
          </p:cNvPr>
          <p:cNvCxnSpPr>
            <a:cxnSpLocks/>
          </p:cNvCxnSpPr>
          <p:nvPr/>
        </p:nvCxnSpPr>
        <p:spPr>
          <a:xfrm flipV="1">
            <a:off x="1282363" y="3821320"/>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6" name="Rounded Rectangle 143">
            <a:extLst>
              <a:ext uri="{FF2B5EF4-FFF2-40B4-BE49-F238E27FC236}">
                <a16:creationId xmlns:a16="http://schemas.microsoft.com/office/drawing/2014/main" id="{66627B38-B2C7-9860-9C4E-E17ABA718E6D}"/>
              </a:ext>
            </a:extLst>
          </p:cNvPr>
          <p:cNvSpPr/>
          <p:nvPr/>
        </p:nvSpPr>
        <p:spPr>
          <a:xfrm>
            <a:off x="806059" y="4727750"/>
            <a:ext cx="986628" cy="274638"/>
          </a:xfrm>
          <a:prstGeom prst="roundRect">
            <a:avLst/>
          </a:prstGeom>
          <a:solidFill>
            <a:srgbClr val="1B3764"/>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algn="ctr" defTabSz="914400"/>
            <a:r>
              <a:rPr lang="en-US" sz="1300" b="1" kern="0" dirty="0">
                <a:solidFill>
                  <a:srgbClr val="FFFFFF"/>
                </a:solidFill>
                <a:latin typeface="Calibri"/>
                <a:cs typeface="Calibri"/>
              </a:rPr>
              <a:t>Birth of AI</a:t>
            </a:r>
          </a:p>
        </p:txBody>
      </p:sp>
      <p:sp>
        <p:nvSpPr>
          <p:cNvPr id="57" name="Rounded Rectangle 143">
            <a:extLst>
              <a:ext uri="{FF2B5EF4-FFF2-40B4-BE49-F238E27FC236}">
                <a16:creationId xmlns:a16="http://schemas.microsoft.com/office/drawing/2014/main" id="{7F7EFA49-D606-43DC-B631-DD667E54DC96}"/>
              </a:ext>
            </a:extLst>
          </p:cNvPr>
          <p:cNvSpPr/>
          <p:nvPr/>
        </p:nvSpPr>
        <p:spPr>
          <a:xfrm>
            <a:off x="2388454" y="4727750"/>
            <a:ext cx="986628" cy="274638"/>
          </a:xfrm>
          <a:prstGeom prst="roundRect">
            <a:avLst/>
          </a:prstGeom>
          <a:solidFill>
            <a:srgbClr val="1B3764"/>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algn="ctr" defTabSz="914400"/>
            <a:r>
              <a:rPr lang="en-US" sz="1300" b="1" kern="0" dirty="0">
                <a:solidFill>
                  <a:srgbClr val="FFFFFF"/>
                </a:solidFill>
                <a:latin typeface="Calibri"/>
                <a:cs typeface="Calibri"/>
              </a:rPr>
              <a:t>ELIZA</a:t>
            </a:r>
          </a:p>
        </p:txBody>
      </p:sp>
      <p:cxnSp>
        <p:nvCxnSpPr>
          <p:cNvPr id="58" name="Straight Connector 57">
            <a:extLst>
              <a:ext uri="{FF2B5EF4-FFF2-40B4-BE49-F238E27FC236}">
                <a16:creationId xmlns:a16="http://schemas.microsoft.com/office/drawing/2014/main" id="{258EFB46-84E9-E9E2-C923-97FA1AC1D147}"/>
              </a:ext>
            </a:extLst>
          </p:cNvPr>
          <p:cNvCxnSpPr>
            <a:cxnSpLocks/>
          </p:cNvCxnSpPr>
          <p:nvPr/>
        </p:nvCxnSpPr>
        <p:spPr>
          <a:xfrm flipV="1">
            <a:off x="2727218" y="3821320"/>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9" name="Rounded Rectangle 143">
            <a:extLst>
              <a:ext uri="{FF2B5EF4-FFF2-40B4-BE49-F238E27FC236}">
                <a16:creationId xmlns:a16="http://schemas.microsoft.com/office/drawing/2014/main" id="{8BCACBB9-A6BF-4986-E607-BCC5F0302AF2}"/>
              </a:ext>
            </a:extLst>
          </p:cNvPr>
          <p:cNvSpPr/>
          <p:nvPr/>
        </p:nvSpPr>
        <p:spPr>
          <a:xfrm>
            <a:off x="2838544" y="2809361"/>
            <a:ext cx="986628" cy="274638"/>
          </a:xfrm>
          <a:prstGeom prst="roundRect">
            <a:avLst/>
          </a:prstGeom>
          <a:solidFill>
            <a:srgbClr val="1B3764"/>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algn="ctr" defTabSz="914400"/>
            <a:r>
              <a:rPr lang="en-US" sz="1300" b="1" kern="0" dirty="0">
                <a:solidFill>
                  <a:srgbClr val="FFFFFF"/>
                </a:solidFill>
                <a:latin typeface="Calibri"/>
                <a:cs typeface="Calibri"/>
              </a:rPr>
              <a:t>Shakey</a:t>
            </a:r>
          </a:p>
        </p:txBody>
      </p:sp>
      <p:cxnSp>
        <p:nvCxnSpPr>
          <p:cNvPr id="60" name="Straight Connector 59">
            <a:extLst>
              <a:ext uri="{FF2B5EF4-FFF2-40B4-BE49-F238E27FC236}">
                <a16:creationId xmlns:a16="http://schemas.microsoft.com/office/drawing/2014/main" id="{C4B85066-ABF0-4EB9-3290-DA7CA57C962B}"/>
              </a:ext>
            </a:extLst>
          </p:cNvPr>
          <p:cNvCxnSpPr>
            <a:cxnSpLocks/>
          </p:cNvCxnSpPr>
          <p:nvPr/>
        </p:nvCxnSpPr>
        <p:spPr>
          <a:xfrm flipV="1">
            <a:off x="3087359" y="3083999"/>
            <a:ext cx="0" cy="530854"/>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1" name="Rounded Rectangle 143">
            <a:extLst>
              <a:ext uri="{FF2B5EF4-FFF2-40B4-BE49-F238E27FC236}">
                <a16:creationId xmlns:a16="http://schemas.microsoft.com/office/drawing/2014/main" id="{9ABC75A7-45D1-1D29-87B7-E2D1E535CDDA}"/>
              </a:ext>
            </a:extLst>
          </p:cNvPr>
          <p:cNvSpPr/>
          <p:nvPr/>
        </p:nvSpPr>
        <p:spPr>
          <a:xfrm>
            <a:off x="4152553" y="4165837"/>
            <a:ext cx="1298126" cy="274638"/>
          </a:xfrm>
          <a:prstGeom prst="roundRect">
            <a:avLst/>
          </a:prstGeom>
          <a:gradFill flip="none" rotWithShape="0">
            <a:gsLst>
              <a:gs pos="0">
                <a:srgbClr val="FFFFFF">
                  <a:lumMod val="92000"/>
                </a:srgbClr>
              </a:gs>
              <a:gs pos="100000">
                <a:srgbClr val="FFFFFF"/>
              </a:gs>
            </a:gsLst>
            <a:lin ang="2700000" scaled="1"/>
            <a:tileRect/>
          </a:gra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algn="ctr" defTabSz="914400"/>
            <a:r>
              <a:rPr lang="en-US" sz="1300" b="1" kern="0" dirty="0">
                <a:solidFill>
                  <a:srgbClr val="000000"/>
                </a:solidFill>
                <a:latin typeface="Calibri"/>
                <a:cs typeface="Calibri"/>
              </a:rPr>
              <a:t>First AI winter</a:t>
            </a:r>
          </a:p>
        </p:txBody>
      </p:sp>
      <p:sp>
        <p:nvSpPr>
          <p:cNvPr id="62" name="Rounded Rectangle 143">
            <a:extLst>
              <a:ext uri="{FF2B5EF4-FFF2-40B4-BE49-F238E27FC236}">
                <a16:creationId xmlns:a16="http://schemas.microsoft.com/office/drawing/2014/main" id="{98E18E09-2DA0-DABC-D088-A941486B82BA}"/>
              </a:ext>
            </a:extLst>
          </p:cNvPr>
          <p:cNvSpPr/>
          <p:nvPr/>
        </p:nvSpPr>
        <p:spPr>
          <a:xfrm>
            <a:off x="6566549" y="4137216"/>
            <a:ext cx="1399340" cy="274638"/>
          </a:xfrm>
          <a:prstGeom prst="roundRect">
            <a:avLst/>
          </a:prstGeom>
          <a:gradFill flip="none" rotWithShape="0">
            <a:gsLst>
              <a:gs pos="0">
                <a:srgbClr val="FFFFFF">
                  <a:lumMod val="92000"/>
                </a:srgbClr>
              </a:gs>
              <a:gs pos="100000">
                <a:srgbClr val="FFFFFF"/>
              </a:gs>
            </a:gsLst>
            <a:lin ang="2700000" scaled="1"/>
            <a:tileRect/>
          </a:gra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algn="ctr" defTabSz="914400"/>
            <a:r>
              <a:rPr lang="en-US" sz="1300" b="1" kern="0" dirty="0">
                <a:solidFill>
                  <a:srgbClr val="000000"/>
                </a:solidFill>
                <a:latin typeface="Calibri"/>
                <a:cs typeface="Calibri"/>
              </a:rPr>
              <a:t>Second AI winter</a:t>
            </a:r>
          </a:p>
        </p:txBody>
      </p:sp>
      <p:cxnSp>
        <p:nvCxnSpPr>
          <p:cNvPr id="63" name="Straight Connector 62">
            <a:extLst>
              <a:ext uri="{FF2B5EF4-FFF2-40B4-BE49-F238E27FC236}">
                <a16:creationId xmlns:a16="http://schemas.microsoft.com/office/drawing/2014/main" id="{32FD430B-8933-0028-31F3-D92A67238B0A}"/>
              </a:ext>
            </a:extLst>
          </p:cNvPr>
          <p:cNvCxnSpPr>
            <a:cxnSpLocks/>
          </p:cNvCxnSpPr>
          <p:nvPr/>
        </p:nvCxnSpPr>
        <p:spPr>
          <a:xfrm flipV="1">
            <a:off x="8267700" y="2703807"/>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4" name="Rounded Rectangle 143">
            <a:extLst>
              <a:ext uri="{FF2B5EF4-FFF2-40B4-BE49-F238E27FC236}">
                <a16:creationId xmlns:a16="http://schemas.microsoft.com/office/drawing/2014/main" id="{41241AB4-3DE6-4A55-4CB5-C10308351574}"/>
              </a:ext>
            </a:extLst>
          </p:cNvPr>
          <p:cNvSpPr/>
          <p:nvPr/>
        </p:nvSpPr>
        <p:spPr>
          <a:xfrm>
            <a:off x="7774386" y="2432956"/>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Deep Blue</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cxnSp>
        <p:nvCxnSpPr>
          <p:cNvPr id="65" name="Straight Connector 64">
            <a:extLst>
              <a:ext uri="{FF2B5EF4-FFF2-40B4-BE49-F238E27FC236}">
                <a16:creationId xmlns:a16="http://schemas.microsoft.com/office/drawing/2014/main" id="{FC8593FD-3246-AD06-EC93-C3E1053B042F}"/>
              </a:ext>
            </a:extLst>
          </p:cNvPr>
          <p:cNvCxnSpPr>
            <a:cxnSpLocks/>
          </p:cNvCxnSpPr>
          <p:nvPr/>
        </p:nvCxnSpPr>
        <p:spPr>
          <a:xfrm flipV="1">
            <a:off x="8760530" y="3821320"/>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6" name="Rounded Rectangle 143">
            <a:extLst>
              <a:ext uri="{FF2B5EF4-FFF2-40B4-BE49-F238E27FC236}">
                <a16:creationId xmlns:a16="http://schemas.microsoft.com/office/drawing/2014/main" id="{DBC4BEBD-3130-FD99-D677-7A26422AB9DA}"/>
              </a:ext>
            </a:extLst>
          </p:cNvPr>
          <p:cNvSpPr/>
          <p:nvPr/>
        </p:nvSpPr>
        <p:spPr>
          <a:xfrm>
            <a:off x="8267216" y="4727750"/>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Kismet</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cxnSp>
        <p:nvCxnSpPr>
          <p:cNvPr id="94" name="Straight Connector 93">
            <a:extLst>
              <a:ext uri="{FF2B5EF4-FFF2-40B4-BE49-F238E27FC236}">
                <a16:creationId xmlns:a16="http://schemas.microsoft.com/office/drawing/2014/main" id="{3733EA5D-F411-5AB9-C6CF-75982E0F7531}"/>
              </a:ext>
            </a:extLst>
          </p:cNvPr>
          <p:cNvCxnSpPr>
            <a:cxnSpLocks/>
            <a:endCxn id="93" idx="2"/>
          </p:cNvCxnSpPr>
          <p:nvPr/>
        </p:nvCxnSpPr>
        <p:spPr>
          <a:xfrm flipH="1" flipV="1">
            <a:off x="9920200" y="2047598"/>
            <a:ext cx="0" cy="157678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7" name="Rounded Rectangle 143">
            <a:extLst>
              <a:ext uri="{FF2B5EF4-FFF2-40B4-BE49-F238E27FC236}">
                <a16:creationId xmlns:a16="http://schemas.microsoft.com/office/drawing/2014/main" id="{F56661A9-DFBB-C90D-5D82-B14C157E5CB5}"/>
              </a:ext>
            </a:extLst>
          </p:cNvPr>
          <p:cNvSpPr/>
          <p:nvPr/>
        </p:nvSpPr>
        <p:spPr>
          <a:xfrm>
            <a:off x="8818844" y="2795597"/>
            <a:ext cx="1403357"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Grand Challenge</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cxnSp>
        <p:nvCxnSpPr>
          <p:cNvPr id="68" name="Straight Connector 67">
            <a:extLst>
              <a:ext uri="{FF2B5EF4-FFF2-40B4-BE49-F238E27FC236}">
                <a16:creationId xmlns:a16="http://schemas.microsoft.com/office/drawing/2014/main" id="{CD55DE5A-AE0D-F0E6-43DE-FC8810B90B98}"/>
              </a:ext>
            </a:extLst>
          </p:cNvPr>
          <p:cNvCxnSpPr>
            <a:cxnSpLocks/>
          </p:cNvCxnSpPr>
          <p:nvPr/>
        </p:nvCxnSpPr>
        <p:spPr>
          <a:xfrm flipV="1">
            <a:off x="9523605" y="3076989"/>
            <a:ext cx="0" cy="530854"/>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2D50C1D6-A419-0104-67F6-A9598362C861}"/>
              </a:ext>
            </a:extLst>
          </p:cNvPr>
          <p:cNvCxnSpPr>
            <a:cxnSpLocks/>
          </p:cNvCxnSpPr>
          <p:nvPr/>
        </p:nvCxnSpPr>
        <p:spPr>
          <a:xfrm flipV="1">
            <a:off x="10318473" y="3823044"/>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0" name="Rounded Rectangle 143">
            <a:extLst>
              <a:ext uri="{FF2B5EF4-FFF2-40B4-BE49-F238E27FC236}">
                <a16:creationId xmlns:a16="http://schemas.microsoft.com/office/drawing/2014/main" id="{6566BA26-BF0F-5019-DD83-112F7E4B7D5E}"/>
              </a:ext>
            </a:extLst>
          </p:cNvPr>
          <p:cNvSpPr/>
          <p:nvPr/>
        </p:nvSpPr>
        <p:spPr>
          <a:xfrm>
            <a:off x="9974787" y="4729475"/>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Watson</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71" name="Rounded Rectangle 143">
            <a:extLst>
              <a:ext uri="{FF2B5EF4-FFF2-40B4-BE49-F238E27FC236}">
                <a16:creationId xmlns:a16="http://schemas.microsoft.com/office/drawing/2014/main" id="{440FFBD3-76D1-B416-9FB7-DA6D3C7D7158}"/>
              </a:ext>
            </a:extLst>
          </p:cNvPr>
          <p:cNvSpPr/>
          <p:nvPr/>
        </p:nvSpPr>
        <p:spPr>
          <a:xfrm>
            <a:off x="9974787" y="5027318"/>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Siri</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72" name="Rounded Rectangle 143">
            <a:extLst>
              <a:ext uri="{FF2B5EF4-FFF2-40B4-BE49-F238E27FC236}">
                <a16:creationId xmlns:a16="http://schemas.microsoft.com/office/drawing/2014/main" id="{3968A9D9-EE74-E191-10F1-D3BDA36AB6F8}"/>
              </a:ext>
            </a:extLst>
          </p:cNvPr>
          <p:cNvSpPr/>
          <p:nvPr/>
        </p:nvSpPr>
        <p:spPr>
          <a:xfrm>
            <a:off x="10515727" y="2435718"/>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DeepMind</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cxnSp>
        <p:nvCxnSpPr>
          <p:cNvPr id="73" name="Straight Connector 72">
            <a:extLst>
              <a:ext uri="{FF2B5EF4-FFF2-40B4-BE49-F238E27FC236}">
                <a16:creationId xmlns:a16="http://schemas.microsoft.com/office/drawing/2014/main" id="{025B12F1-48C5-9E70-9B0C-4A1A092A4059}"/>
              </a:ext>
            </a:extLst>
          </p:cNvPr>
          <p:cNvCxnSpPr>
            <a:cxnSpLocks/>
          </p:cNvCxnSpPr>
          <p:nvPr/>
        </p:nvCxnSpPr>
        <p:spPr>
          <a:xfrm flipV="1">
            <a:off x="11015956" y="2706021"/>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6E28BAC8-1F12-41B8-87EC-F1B25FDE1E30}"/>
              </a:ext>
            </a:extLst>
          </p:cNvPr>
          <p:cNvCxnSpPr>
            <a:cxnSpLocks/>
          </p:cNvCxnSpPr>
          <p:nvPr/>
        </p:nvCxnSpPr>
        <p:spPr>
          <a:xfrm flipV="1">
            <a:off x="11768630" y="3822684"/>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7" name="Rounded Rectangle 143">
            <a:extLst>
              <a:ext uri="{FF2B5EF4-FFF2-40B4-BE49-F238E27FC236}">
                <a16:creationId xmlns:a16="http://schemas.microsoft.com/office/drawing/2014/main" id="{8677AAD1-8221-C20A-A381-50A2E4F1C2E3}"/>
              </a:ext>
            </a:extLst>
          </p:cNvPr>
          <p:cNvSpPr/>
          <p:nvPr/>
        </p:nvSpPr>
        <p:spPr>
          <a:xfrm>
            <a:off x="11110619" y="4729115"/>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GPT-3</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78" name="Rounded Rectangle 143">
            <a:extLst>
              <a:ext uri="{FF2B5EF4-FFF2-40B4-BE49-F238E27FC236}">
                <a16:creationId xmlns:a16="http://schemas.microsoft.com/office/drawing/2014/main" id="{79CF41D9-B167-03F2-1BDA-AD12C2924D7A}"/>
              </a:ext>
            </a:extLst>
          </p:cNvPr>
          <p:cNvSpPr/>
          <p:nvPr/>
        </p:nvSpPr>
        <p:spPr>
          <a:xfrm>
            <a:off x="11110619" y="5026958"/>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DALL·E</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79" name="Text Box 307">
            <a:extLst>
              <a:ext uri="{FF2B5EF4-FFF2-40B4-BE49-F238E27FC236}">
                <a16:creationId xmlns:a16="http://schemas.microsoft.com/office/drawing/2014/main" id="{F2941AAE-2DD0-D645-6CC6-1983DF639487}"/>
              </a:ext>
            </a:extLst>
          </p:cNvPr>
          <p:cNvSpPr txBox="1">
            <a:spLocks noChangeArrowheads="1"/>
          </p:cNvSpPr>
          <p:nvPr/>
        </p:nvSpPr>
        <p:spPr bwMode="auto">
          <a:xfrm>
            <a:off x="9920200" y="3355148"/>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2011</a:t>
            </a:r>
          </a:p>
        </p:txBody>
      </p:sp>
      <p:sp>
        <p:nvSpPr>
          <p:cNvPr id="80" name="Text Box 307">
            <a:extLst>
              <a:ext uri="{FF2B5EF4-FFF2-40B4-BE49-F238E27FC236}">
                <a16:creationId xmlns:a16="http://schemas.microsoft.com/office/drawing/2014/main" id="{8F2091F0-D905-D84E-1196-421ADD64F16C}"/>
              </a:ext>
            </a:extLst>
          </p:cNvPr>
          <p:cNvSpPr txBox="1">
            <a:spLocks noChangeArrowheads="1"/>
          </p:cNvSpPr>
          <p:nvPr/>
        </p:nvSpPr>
        <p:spPr bwMode="auto">
          <a:xfrm>
            <a:off x="10614983" y="3812902"/>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2016</a:t>
            </a:r>
          </a:p>
        </p:txBody>
      </p:sp>
      <p:sp>
        <p:nvSpPr>
          <p:cNvPr id="81" name="Text Box 307">
            <a:extLst>
              <a:ext uri="{FF2B5EF4-FFF2-40B4-BE49-F238E27FC236}">
                <a16:creationId xmlns:a16="http://schemas.microsoft.com/office/drawing/2014/main" id="{730C5BBD-026D-010B-724D-823439C5E76B}"/>
              </a:ext>
            </a:extLst>
          </p:cNvPr>
          <p:cNvSpPr txBox="1">
            <a:spLocks noChangeArrowheads="1"/>
          </p:cNvSpPr>
          <p:nvPr/>
        </p:nvSpPr>
        <p:spPr bwMode="auto">
          <a:xfrm>
            <a:off x="9129489" y="3812902"/>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2005</a:t>
            </a:r>
          </a:p>
        </p:txBody>
      </p:sp>
      <p:sp>
        <p:nvSpPr>
          <p:cNvPr id="82" name="Text Box 307">
            <a:extLst>
              <a:ext uri="{FF2B5EF4-FFF2-40B4-BE49-F238E27FC236}">
                <a16:creationId xmlns:a16="http://schemas.microsoft.com/office/drawing/2014/main" id="{352920A2-FCA9-967B-71CD-C6B4DAEF7C42}"/>
              </a:ext>
            </a:extLst>
          </p:cNvPr>
          <p:cNvSpPr txBox="1">
            <a:spLocks noChangeArrowheads="1"/>
          </p:cNvSpPr>
          <p:nvPr/>
        </p:nvSpPr>
        <p:spPr bwMode="auto">
          <a:xfrm>
            <a:off x="8376312" y="3355148"/>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2000</a:t>
            </a:r>
          </a:p>
        </p:txBody>
      </p:sp>
      <p:sp>
        <p:nvSpPr>
          <p:cNvPr id="83" name="Text Box 307">
            <a:extLst>
              <a:ext uri="{FF2B5EF4-FFF2-40B4-BE49-F238E27FC236}">
                <a16:creationId xmlns:a16="http://schemas.microsoft.com/office/drawing/2014/main" id="{24CA0E77-1B8D-C3E2-B10B-893333DCFD7A}"/>
              </a:ext>
            </a:extLst>
          </p:cNvPr>
          <p:cNvSpPr txBox="1">
            <a:spLocks noChangeArrowheads="1"/>
          </p:cNvSpPr>
          <p:nvPr/>
        </p:nvSpPr>
        <p:spPr bwMode="auto">
          <a:xfrm>
            <a:off x="7862456" y="3823892"/>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1997</a:t>
            </a:r>
          </a:p>
        </p:txBody>
      </p:sp>
      <p:sp>
        <p:nvSpPr>
          <p:cNvPr id="84" name="Text Box 307">
            <a:extLst>
              <a:ext uri="{FF2B5EF4-FFF2-40B4-BE49-F238E27FC236}">
                <a16:creationId xmlns:a16="http://schemas.microsoft.com/office/drawing/2014/main" id="{A66B300C-2833-7A20-4A43-36A1CCABF4B7}"/>
              </a:ext>
            </a:extLst>
          </p:cNvPr>
          <p:cNvSpPr txBox="1">
            <a:spLocks noChangeArrowheads="1"/>
          </p:cNvSpPr>
          <p:nvPr/>
        </p:nvSpPr>
        <p:spPr bwMode="auto">
          <a:xfrm>
            <a:off x="7262429" y="3355148"/>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1993</a:t>
            </a:r>
          </a:p>
        </p:txBody>
      </p:sp>
      <p:sp>
        <p:nvSpPr>
          <p:cNvPr id="85" name="Text Box 307">
            <a:extLst>
              <a:ext uri="{FF2B5EF4-FFF2-40B4-BE49-F238E27FC236}">
                <a16:creationId xmlns:a16="http://schemas.microsoft.com/office/drawing/2014/main" id="{4C0C118D-74F6-C554-02B3-0891BD3AB8FE}"/>
              </a:ext>
            </a:extLst>
          </p:cNvPr>
          <p:cNvSpPr txBox="1">
            <a:spLocks noChangeArrowheads="1"/>
          </p:cNvSpPr>
          <p:nvPr/>
        </p:nvSpPr>
        <p:spPr bwMode="auto">
          <a:xfrm>
            <a:off x="3842989" y="3355148"/>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1973</a:t>
            </a:r>
          </a:p>
        </p:txBody>
      </p:sp>
      <p:sp>
        <p:nvSpPr>
          <p:cNvPr id="86" name="Text Box 307">
            <a:extLst>
              <a:ext uri="{FF2B5EF4-FFF2-40B4-BE49-F238E27FC236}">
                <a16:creationId xmlns:a16="http://schemas.microsoft.com/office/drawing/2014/main" id="{5AAD9C36-1D5B-C812-5204-3B06474707DE}"/>
              </a:ext>
            </a:extLst>
          </p:cNvPr>
          <p:cNvSpPr txBox="1">
            <a:spLocks noChangeArrowheads="1"/>
          </p:cNvSpPr>
          <p:nvPr/>
        </p:nvSpPr>
        <p:spPr bwMode="auto">
          <a:xfrm>
            <a:off x="4738643" y="3355148"/>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1980</a:t>
            </a:r>
          </a:p>
        </p:txBody>
      </p:sp>
      <p:sp>
        <p:nvSpPr>
          <p:cNvPr id="87" name="Text Box 307">
            <a:extLst>
              <a:ext uri="{FF2B5EF4-FFF2-40B4-BE49-F238E27FC236}">
                <a16:creationId xmlns:a16="http://schemas.microsoft.com/office/drawing/2014/main" id="{7A4658A3-E1C4-975B-B7BE-38C9E1C46F2B}"/>
              </a:ext>
            </a:extLst>
          </p:cNvPr>
          <p:cNvSpPr txBox="1">
            <a:spLocks noChangeArrowheads="1"/>
          </p:cNvSpPr>
          <p:nvPr/>
        </p:nvSpPr>
        <p:spPr bwMode="auto">
          <a:xfrm>
            <a:off x="6663043" y="3355148"/>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1987</a:t>
            </a:r>
          </a:p>
        </p:txBody>
      </p:sp>
      <p:sp>
        <p:nvSpPr>
          <p:cNvPr id="88" name="Text Box 307">
            <a:extLst>
              <a:ext uri="{FF2B5EF4-FFF2-40B4-BE49-F238E27FC236}">
                <a16:creationId xmlns:a16="http://schemas.microsoft.com/office/drawing/2014/main" id="{45549C2F-3824-CA50-DD52-B4CFFA3FE72E}"/>
              </a:ext>
            </a:extLst>
          </p:cNvPr>
          <p:cNvSpPr txBox="1">
            <a:spLocks noChangeArrowheads="1"/>
          </p:cNvSpPr>
          <p:nvPr/>
        </p:nvSpPr>
        <p:spPr bwMode="auto">
          <a:xfrm>
            <a:off x="2328848" y="3355148"/>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1964</a:t>
            </a:r>
          </a:p>
        </p:txBody>
      </p:sp>
      <p:sp>
        <p:nvSpPr>
          <p:cNvPr id="89" name="Text Box 307">
            <a:extLst>
              <a:ext uri="{FF2B5EF4-FFF2-40B4-BE49-F238E27FC236}">
                <a16:creationId xmlns:a16="http://schemas.microsoft.com/office/drawing/2014/main" id="{A9DC62D9-AAF5-0E8A-DCE6-D4E27A60986C}"/>
              </a:ext>
            </a:extLst>
          </p:cNvPr>
          <p:cNvSpPr txBox="1">
            <a:spLocks noChangeArrowheads="1"/>
          </p:cNvSpPr>
          <p:nvPr/>
        </p:nvSpPr>
        <p:spPr bwMode="auto">
          <a:xfrm>
            <a:off x="2692565" y="3823774"/>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1966</a:t>
            </a:r>
          </a:p>
        </p:txBody>
      </p:sp>
      <p:sp>
        <p:nvSpPr>
          <p:cNvPr id="90" name="Text Box 307">
            <a:extLst>
              <a:ext uri="{FF2B5EF4-FFF2-40B4-BE49-F238E27FC236}">
                <a16:creationId xmlns:a16="http://schemas.microsoft.com/office/drawing/2014/main" id="{D2570D3E-0899-2D70-6981-C224D871EE78}"/>
              </a:ext>
            </a:extLst>
          </p:cNvPr>
          <p:cNvSpPr txBox="1">
            <a:spLocks noChangeArrowheads="1"/>
          </p:cNvSpPr>
          <p:nvPr/>
        </p:nvSpPr>
        <p:spPr bwMode="auto">
          <a:xfrm>
            <a:off x="1768201" y="3821873"/>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1961</a:t>
            </a:r>
          </a:p>
        </p:txBody>
      </p:sp>
      <p:sp>
        <p:nvSpPr>
          <p:cNvPr id="91" name="Text Box 307">
            <a:extLst>
              <a:ext uri="{FF2B5EF4-FFF2-40B4-BE49-F238E27FC236}">
                <a16:creationId xmlns:a16="http://schemas.microsoft.com/office/drawing/2014/main" id="{6B32A856-CB64-08D9-D23C-F515E57DDCF2}"/>
              </a:ext>
            </a:extLst>
          </p:cNvPr>
          <p:cNvSpPr txBox="1">
            <a:spLocks noChangeArrowheads="1"/>
          </p:cNvSpPr>
          <p:nvPr/>
        </p:nvSpPr>
        <p:spPr bwMode="auto">
          <a:xfrm>
            <a:off x="882091" y="3355148"/>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1956</a:t>
            </a:r>
          </a:p>
        </p:txBody>
      </p:sp>
      <p:sp>
        <p:nvSpPr>
          <p:cNvPr id="92" name="Rectangle: Rounded Corners 91">
            <a:extLst>
              <a:ext uri="{FF2B5EF4-FFF2-40B4-BE49-F238E27FC236}">
                <a16:creationId xmlns:a16="http://schemas.microsoft.com/office/drawing/2014/main" id="{255EB58C-6CAD-DF3E-F61A-E9949A5C7DBA}"/>
              </a:ext>
            </a:extLst>
          </p:cNvPr>
          <p:cNvSpPr/>
          <p:nvPr/>
        </p:nvSpPr>
        <p:spPr>
          <a:xfrm>
            <a:off x="9715500" y="3626893"/>
            <a:ext cx="412254" cy="179923"/>
          </a:xfrm>
          <a:prstGeom prst="roundRect">
            <a:avLst/>
          </a:prstGeom>
          <a:solidFill>
            <a:srgbClr val="F05323"/>
          </a:solidFill>
          <a:ln w="28575" cap="flat" cmpd="sng" algn="ctr">
            <a:solidFill>
              <a:srgbClr val="F05323"/>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93" name="Rounded Rectangle 143">
            <a:extLst>
              <a:ext uri="{FF2B5EF4-FFF2-40B4-BE49-F238E27FC236}">
                <a16:creationId xmlns:a16="http://schemas.microsoft.com/office/drawing/2014/main" id="{12C67173-878D-A350-EBFA-C04C510BDD5E}"/>
              </a:ext>
            </a:extLst>
          </p:cNvPr>
          <p:cNvSpPr/>
          <p:nvPr/>
        </p:nvSpPr>
        <p:spPr>
          <a:xfrm>
            <a:off x="9008975" y="1165815"/>
            <a:ext cx="1822450" cy="881783"/>
          </a:xfrm>
          <a:prstGeom prst="roundRect">
            <a:avLst/>
          </a:prstGeom>
          <a:solidFill>
            <a:srgbClr val="F05323"/>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Enabling technologies: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1" i="0" u="none" strike="noStrike" kern="0" cap="none" spc="0" normalizeH="0" baseline="0" noProof="0" dirty="0">
                <a:ln>
                  <a:noFill/>
                </a:ln>
                <a:solidFill>
                  <a:srgbClr val="FFFFFF"/>
                </a:solidFill>
                <a:effectLst/>
                <a:uLnTx/>
                <a:uFillTx/>
                <a:latin typeface="Calibri"/>
                <a:ea typeface="+mn-ea"/>
                <a:cs typeface="Calibri"/>
              </a:rPr>
              <a:t>Cloud</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1" kern="0" dirty="0">
                <a:solidFill>
                  <a:srgbClr val="FFFFFF"/>
                </a:solidFill>
                <a:latin typeface="Calibri"/>
                <a:cs typeface="Calibri"/>
              </a:rPr>
              <a:t>Big data</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1" i="0" u="none" strike="noStrike" kern="0" cap="none" spc="0" normalizeH="0" baseline="0" noProof="0" dirty="0">
                <a:ln>
                  <a:noFill/>
                </a:ln>
                <a:solidFill>
                  <a:srgbClr val="FFFFFF"/>
                </a:solidFill>
                <a:effectLst/>
                <a:uLnTx/>
                <a:uFillTx/>
                <a:latin typeface="Calibri"/>
                <a:ea typeface="+mn-ea"/>
                <a:cs typeface="Calibri"/>
              </a:rPr>
              <a:t>GPUs</a:t>
            </a:r>
          </a:p>
        </p:txBody>
      </p:sp>
      <p:sp>
        <p:nvSpPr>
          <p:cNvPr id="3" name="Rounded Rectangle 143">
            <a:extLst>
              <a:ext uri="{FF2B5EF4-FFF2-40B4-BE49-F238E27FC236}">
                <a16:creationId xmlns:a16="http://schemas.microsoft.com/office/drawing/2014/main" id="{21DF5AB9-D2F0-993D-06B5-4BDF6585A320}"/>
              </a:ext>
            </a:extLst>
          </p:cNvPr>
          <p:cNvSpPr/>
          <p:nvPr/>
        </p:nvSpPr>
        <p:spPr>
          <a:xfrm>
            <a:off x="11120316" y="5324801"/>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ChatGPT</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4" name="Rounded Rectangle 143">
            <a:extLst>
              <a:ext uri="{FF2B5EF4-FFF2-40B4-BE49-F238E27FC236}">
                <a16:creationId xmlns:a16="http://schemas.microsoft.com/office/drawing/2014/main" id="{04260AEC-5307-5EF1-893A-EA2792F26469}"/>
              </a:ext>
            </a:extLst>
          </p:cNvPr>
          <p:cNvSpPr/>
          <p:nvPr/>
        </p:nvSpPr>
        <p:spPr>
          <a:xfrm>
            <a:off x="9980531" y="5324801"/>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b="1" kern="0" dirty="0">
                <a:solidFill>
                  <a:srgbClr val="FFFFFF"/>
                </a:solidFill>
                <a:latin typeface="Calibri"/>
                <a:cs typeface="Calibri"/>
              </a:rPr>
              <a:t>Google Brain</a:t>
            </a:r>
            <a:endParaRPr kumimoji="0" lang="en-US" sz="1100" b="1" i="0" u="none" strike="noStrike" kern="0" cap="none" spc="0" normalizeH="0" baseline="0" noProof="0" dirty="0">
              <a:ln>
                <a:noFill/>
              </a:ln>
              <a:solidFill>
                <a:srgbClr val="FFFFFF"/>
              </a:solidFill>
              <a:effectLst/>
              <a:uLnTx/>
              <a:uFillTx/>
              <a:latin typeface="Calibri"/>
              <a:ea typeface="+mn-ea"/>
              <a:cs typeface="Calibri"/>
            </a:endParaRPr>
          </a:p>
        </p:txBody>
      </p:sp>
    </p:spTree>
    <p:extLst>
      <p:ext uri="{BB962C8B-B14F-4D97-AF65-F5344CB8AC3E}">
        <p14:creationId xmlns:p14="http://schemas.microsoft.com/office/powerpoint/2010/main" val="2774295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3D306DD-D9E9-A5A7-2A11-16B4300973C2}"/>
              </a:ext>
            </a:extLst>
          </p:cNvPr>
          <p:cNvSpPr>
            <a:spLocks noGrp="1"/>
          </p:cNvSpPr>
          <p:nvPr>
            <p:ph type="sldNum" sz="quarter" idx="12"/>
          </p:nvPr>
        </p:nvSpPr>
        <p:spPr/>
        <p:txBody>
          <a:bodyPr/>
          <a:lstStyle/>
          <a:p>
            <a:fld id="{A8160BDD-7155-D744-B749-9730458604AD}" type="slidenum">
              <a:rPr lang="en-US" smtClean="0"/>
              <a:t>6</a:t>
            </a:fld>
            <a:endParaRPr lang="en-US" dirty="0"/>
          </a:p>
        </p:txBody>
      </p:sp>
      <p:pic>
        <p:nvPicPr>
          <p:cNvPr id="9" name="Picture 8">
            <a:extLst>
              <a:ext uri="{FF2B5EF4-FFF2-40B4-BE49-F238E27FC236}">
                <a16:creationId xmlns:a16="http://schemas.microsoft.com/office/drawing/2014/main" id="{DCD6C66E-7BCE-192F-0B23-32855FF64688}"/>
              </a:ext>
            </a:extLst>
          </p:cNvPr>
          <p:cNvPicPr>
            <a:picLocks noChangeAspect="1"/>
          </p:cNvPicPr>
          <p:nvPr/>
        </p:nvPicPr>
        <p:blipFill>
          <a:blip r:embed="rId2"/>
          <a:stretch>
            <a:fillRect/>
          </a:stretch>
        </p:blipFill>
        <p:spPr>
          <a:xfrm>
            <a:off x="0" y="0"/>
            <a:ext cx="12192000" cy="6858000"/>
          </a:xfrm>
          <a:prstGeom prst="rect">
            <a:avLst/>
          </a:prstGeom>
        </p:spPr>
      </p:pic>
      <p:sp>
        <p:nvSpPr>
          <p:cNvPr id="10" name="Slide Number Placeholder 5">
            <a:extLst>
              <a:ext uri="{FF2B5EF4-FFF2-40B4-BE49-F238E27FC236}">
                <a16:creationId xmlns:a16="http://schemas.microsoft.com/office/drawing/2014/main" id="{ED43DB70-BC6C-3B04-01FB-C298FE97CC3E}"/>
              </a:ext>
            </a:extLst>
          </p:cNvPr>
          <p:cNvSpPr txBox="1">
            <a:spLocks/>
          </p:cNvSpPr>
          <p:nvPr/>
        </p:nvSpPr>
        <p:spPr>
          <a:xfrm>
            <a:off x="9243741" y="6455642"/>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800" kern="120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8160BDD-7155-D744-B749-9730458604AD}" type="slidenum">
              <a:rPr lang="en-US" smtClean="0"/>
              <a:pPr/>
              <a:t>6</a:t>
            </a:fld>
            <a:endParaRPr lang="en-US" dirty="0"/>
          </a:p>
        </p:txBody>
      </p:sp>
      <p:sp>
        <p:nvSpPr>
          <p:cNvPr id="11" name="Content Placeholder 2">
            <a:extLst>
              <a:ext uri="{FF2B5EF4-FFF2-40B4-BE49-F238E27FC236}">
                <a16:creationId xmlns:a16="http://schemas.microsoft.com/office/drawing/2014/main" id="{B94E3628-E3F2-E955-E730-60357A889484}"/>
              </a:ext>
            </a:extLst>
          </p:cNvPr>
          <p:cNvSpPr txBox="1">
            <a:spLocks/>
          </p:cNvSpPr>
          <p:nvPr/>
        </p:nvSpPr>
        <p:spPr>
          <a:xfrm>
            <a:off x="1897811" y="2062480"/>
            <a:ext cx="7522234" cy="4265168"/>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chemeClr val="accent4"/>
              </a:buClr>
              <a:buSzTx/>
              <a:buFont typeface="Arial"/>
              <a:buChar char="•"/>
              <a:tabLst/>
              <a:defRPr sz="1800" kern="1200" baseline="0">
                <a:solidFill>
                  <a:schemeClr val="bg1"/>
                </a:solidFill>
                <a:latin typeface="+mn-lt"/>
                <a:ea typeface="+mn-ea"/>
                <a:cs typeface="+mn-cs"/>
              </a:defRPr>
            </a:lvl1pPr>
            <a:lvl2pPr marL="742950" marR="0" indent="-285750" algn="l" defTabSz="457200" rtl="0" eaLnBrk="1" fontAlgn="auto" latinLnBrk="0" hangingPunct="1">
              <a:lnSpc>
                <a:spcPct val="100000"/>
              </a:lnSpc>
              <a:spcBef>
                <a:spcPct val="20000"/>
              </a:spcBef>
              <a:spcAft>
                <a:spcPts val="0"/>
              </a:spcAft>
              <a:buClr>
                <a:schemeClr val="accent4"/>
              </a:buClr>
              <a:buSzTx/>
              <a:buFont typeface="Arial"/>
              <a:buChar char="•"/>
              <a:tabLst/>
              <a:defRPr sz="1600" kern="1200" baseline="0">
                <a:solidFill>
                  <a:schemeClr val="bg1"/>
                </a:solidFill>
                <a:latin typeface="+mn-lt"/>
                <a:ea typeface="+mn-ea"/>
                <a:cs typeface="+mn-cs"/>
              </a:defRPr>
            </a:lvl2pPr>
            <a:lvl3pPr marL="1143000" marR="0" indent="-228600" algn="l" defTabSz="457200" rtl="0" eaLnBrk="1" fontAlgn="auto" latinLnBrk="0" hangingPunct="1">
              <a:lnSpc>
                <a:spcPct val="100000"/>
              </a:lnSpc>
              <a:spcBef>
                <a:spcPct val="20000"/>
              </a:spcBef>
              <a:spcAft>
                <a:spcPts val="0"/>
              </a:spcAft>
              <a:buClr>
                <a:schemeClr val="accent4"/>
              </a:buClr>
              <a:buSzTx/>
              <a:buFont typeface="Arial"/>
              <a:buChar char="•"/>
              <a:tabLst/>
              <a:defRPr sz="1400" kern="120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009DDC"/>
              </a:buClr>
              <a:defRPr/>
            </a:pPr>
            <a:r>
              <a:rPr lang="en-US" dirty="0"/>
              <a:t>Offload high AI costs.</a:t>
            </a:r>
          </a:p>
          <a:p>
            <a:pPr>
              <a:buClr>
                <a:srgbClr val="009DDC"/>
              </a:buClr>
              <a:defRPr/>
            </a:pPr>
            <a:r>
              <a:rPr lang="en-US" dirty="0"/>
              <a:t>Match ever-changing demands.</a:t>
            </a:r>
          </a:p>
          <a:p>
            <a:pPr>
              <a:buClr>
                <a:srgbClr val="009DDC"/>
              </a:buClr>
              <a:defRPr/>
            </a:pPr>
            <a:r>
              <a:rPr lang="en-US" dirty="0"/>
              <a:t>Example: Virtual meeting software.</a:t>
            </a:r>
          </a:p>
          <a:p>
            <a:pPr>
              <a:buClr>
                <a:srgbClr val="009DDC"/>
              </a:buClr>
              <a:defRPr/>
            </a:pPr>
            <a:r>
              <a:rPr lang="en-US" dirty="0"/>
              <a:t>AWS EC2 released in 2006.</a:t>
            </a:r>
          </a:p>
          <a:p>
            <a:pPr>
              <a:buClr>
                <a:srgbClr val="009DDC"/>
              </a:buClr>
              <a:defRPr/>
            </a:pPr>
            <a:r>
              <a:rPr lang="en-US" dirty="0"/>
              <a:t>Many services and vendors since then.</a:t>
            </a:r>
          </a:p>
          <a:p>
            <a:pPr>
              <a:buClr>
                <a:srgbClr val="009DDC"/>
              </a:buClr>
              <a:defRPr/>
            </a:pPr>
            <a:endParaRPr lang="en-US" sz="1800" dirty="0">
              <a:solidFill>
                <a:prstClr val="black"/>
              </a:solidFill>
            </a:endParaRPr>
          </a:p>
        </p:txBody>
      </p:sp>
      <p:sp>
        <p:nvSpPr>
          <p:cNvPr id="12" name="Title Placeholder 1">
            <a:extLst>
              <a:ext uri="{FF2B5EF4-FFF2-40B4-BE49-F238E27FC236}">
                <a16:creationId xmlns:a16="http://schemas.microsoft.com/office/drawing/2014/main" id="{B1FCC977-7532-1B9C-FC4D-846A2C314C6F}"/>
              </a:ext>
            </a:extLst>
          </p:cNvPr>
          <p:cNvSpPr txBox="1">
            <a:spLocks/>
          </p:cNvSpPr>
          <p:nvPr/>
        </p:nvSpPr>
        <p:spPr>
          <a:xfrm>
            <a:off x="1901628" y="290945"/>
            <a:ext cx="7501317" cy="792482"/>
          </a:xfrm>
          <a:prstGeom prst="rect">
            <a:avLst/>
          </a:prstGeom>
        </p:spPr>
        <p:txBody>
          <a:bodyPr vert="horz" lIns="91440" tIns="45720" rIns="91440" bIns="45720" rtlCol="0" anchor="ctr">
            <a:noAutofit/>
          </a:bodyPr>
          <a:lstStyle>
            <a:lvl1pPr algn="l" defTabSz="457200" rtl="0" eaLnBrk="1" latinLnBrk="0" hangingPunct="1">
              <a:spcBef>
                <a:spcPct val="0"/>
              </a:spcBef>
              <a:buNone/>
              <a:defRPr sz="2400" b="1" kern="1200">
                <a:solidFill>
                  <a:schemeClr val="accent4"/>
                </a:solidFill>
                <a:latin typeface="Calibri" panose="020F0502020204030204" pitchFamily="34" charset="0"/>
                <a:ea typeface="+mj-ea"/>
                <a:cs typeface="Calibri" panose="020F0502020204030204" pitchFamily="34" charset="0"/>
              </a:defRPr>
            </a:lvl1pPr>
          </a:lstStyle>
          <a:p>
            <a:r>
              <a:rPr lang="en-US" dirty="0"/>
              <a:t>AI-Enabling Technologies: Cloud Computing</a:t>
            </a:r>
          </a:p>
        </p:txBody>
      </p:sp>
      <p:sp>
        <p:nvSpPr>
          <p:cNvPr id="13" name="Text Placeholder 12">
            <a:extLst>
              <a:ext uri="{FF2B5EF4-FFF2-40B4-BE49-F238E27FC236}">
                <a16:creationId xmlns:a16="http://schemas.microsoft.com/office/drawing/2014/main" id="{51DFB1BE-6816-F81C-B00B-59131B0CC464}"/>
              </a:ext>
            </a:extLst>
          </p:cNvPr>
          <p:cNvSpPr txBox="1">
            <a:spLocks/>
          </p:cNvSpPr>
          <p:nvPr/>
        </p:nvSpPr>
        <p:spPr>
          <a:xfrm>
            <a:off x="1901628" y="1233054"/>
            <a:ext cx="7501317" cy="748145"/>
          </a:xfrm>
          <a:prstGeom prst="rect">
            <a:avLst/>
          </a:prstGeom>
        </p:spPr>
        <p:txBody>
          <a:bodyPr anchor="ctr"/>
          <a:lstStyle>
            <a:lvl1pPr marL="0" indent="0" algn="l" defTabSz="457200" rtl="0" eaLnBrk="1" latinLnBrk="0" hangingPunct="1">
              <a:spcBef>
                <a:spcPts val="800"/>
              </a:spcBef>
              <a:buClr>
                <a:schemeClr val="accent1"/>
              </a:buClr>
              <a:buFont typeface="Arial"/>
              <a:buNone/>
              <a:defRPr lang="en-US" sz="1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Cloud computing</a:t>
            </a:r>
            <a:r>
              <a:rPr lang="en-US" dirty="0"/>
              <a:t>: An approach to providing computing services and other resources over a network of distributed servers and other infrastructure.</a:t>
            </a:r>
          </a:p>
        </p:txBody>
      </p:sp>
      <p:pic>
        <p:nvPicPr>
          <p:cNvPr id="17" name="Graphic 16">
            <a:extLst>
              <a:ext uri="{FF2B5EF4-FFF2-40B4-BE49-F238E27FC236}">
                <a16:creationId xmlns:a16="http://schemas.microsoft.com/office/drawing/2014/main" id="{0D749DE2-6534-B7F2-5769-8277EF790A7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18747" y="2747264"/>
            <a:ext cx="4775240" cy="3314700"/>
          </a:xfrm>
          <a:prstGeom prst="rect">
            <a:avLst/>
          </a:prstGeom>
        </p:spPr>
      </p:pic>
    </p:spTree>
    <p:extLst>
      <p:ext uri="{BB962C8B-B14F-4D97-AF65-F5344CB8AC3E}">
        <p14:creationId xmlns:p14="http://schemas.microsoft.com/office/powerpoint/2010/main" val="2301400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3D306DD-D9E9-A5A7-2A11-16B4300973C2}"/>
              </a:ext>
            </a:extLst>
          </p:cNvPr>
          <p:cNvSpPr>
            <a:spLocks noGrp="1"/>
          </p:cNvSpPr>
          <p:nvPr>
            <p:ph type="sldNum" sz="quarter" idx="12"/>
          </p:nvPr>
        </p:nvSpPr>
        <p:spPr/>
        <p:txBody>
          <a:bodyPr/>
          <a:lstStyle/>
          <a:p>
            <a:fld id="{A8160BDD-7155-D744-B749-9730458604AD}" type="slidenum">
              <a:rPr lang="en-US" smtClean="0"/>
              <a:t>7</a:t>
            </a:fld>
            <a:endParaRPr lang="en-US" dirty="0"/>
          </a:p>
        </p:txBody>
      </p:sp>
      <p:pic>
        <p:nvPicPr>
          <p:cNvPr id="9" name="Picture 8">
            <a:extLst>
              <a:ext uri="{FF2B5EF4-FFF2-40B4-BE49-F238E27FC236}">
                <a16:creationId xmlns:a16="http://schemas.microsoft.com/office/drawing/2014/main" id="{DCD6C66E-7BCE-192F-0B23-32855FF64688}"/>
              </a:ext>
            </a:extLst>
          </p:cNvPr>
          <p:cNvPicPr>
            <a:picLocks noChangeAspect="1"/>
          </p:cNvPicPr>
          <p:nvPr/>
        </p:nvPicPr>
        <p:blipFill>
          <a:blip r:embed="rId2"/>
          <a:stretch>
            <a:fillRect/>
          </a:stretch>
        </p:blipFill>
        <p:spPr>
          <a:xfrm>
            <a:off x="0" y="0"/>
            <a:ext cx="12192000" cy="6858000"/>
          </a:xfrm>
          <a:prstGeom prst="rect">
            <a:avLst/>
          </a:prstGeom>
        </p:spPr>
      </p:pic>
      <p:sp>
        <p:nvSpPr>
          <p:cNvPr id="10" name="Slide Number Placeholder 5">
            <a:extLst>
              <a:ext uri="{FF2B5EF4-FFF2-40B4-BE49-F238E27FC236}">
                <a16:creationId xmlns:a16="http://schemas.microsoft.com/office/drawing/2014/main" id="{ED43DB70-BC6C-3B04-01FB-C298FE97CC3E}"/>
              </a:ext>
            </a:extLst>
          </p:cNvPr>
          <p:cNvSpPr txBox="1">
            <a:spLocks/>
          </p:cNvSpPr>
          <p:nvPr/>
        </p:nvSpPr>
        <p:spPr>
          <a:xfrm>
            <a:off x="9243741" y="6455642"/>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800" kern="120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8160BDD-7155-D744-B749-9730458604AD}" type="slidenum">
              <a:rPr lang="en-US" smtClean="0"/>
              <a:pPr/>
              <a:t>7</a:t>
            </a:fld>
            <a:endParaRPr lang="en-US" dirty="0"/>
          </a:p>
        </p:txBody>
      </p:sp>
      <p:sp>
        <p:nvSpPr>
          <p:cNvPr id="11" name="Content Placeholder 2">
            <a:extLst>
              <a:ext uri="{FF2B5EF4-FFF2-40B4-BE49-F238E27FC236}">
                <a16:creationId xmlns:a16="http://schemas.microsoft.com/office/drawing/2014/main" id="{B94E3628-E3F2-E955-E730-60357A889484}"/>
              </a:ext>
            </a:extLst>
          </p:cNvPr>
          <p:cNvSpPr txBox="1">
            <a:spLocks/>
          </p:cNvSpPr>
          <p:nvPr/>
        </p:nvSpPr>
        <p:spPr>
          <a:xfrm>
            <a:off x="1897811" y="2062480"/>
            <a:ext cx="7522234" cy="4265168"/>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chemeClr val="accent4"/>
              </a:buClr>
              <a:buSzTx/>
              <a:buFont typeface="Arial"/>
              <a:buChar char="•"/>
              <a:tabLst/>
              <a:defRPr sz="1800" kern="1200" baseline="0">
                <a:solidFill>
                  <a:schemeClr val="bg1"/>
                </a:solidFill>
                <a:latin typeface="+mn-lt"/>
                <a:ea typeface="+mn-ea"/>
                <a:cs typeface="+mn-cs"/>
              </a:defRPr>
            </a:lvl1pPr>
            <a:lvl2pPr marL="742950" marR="0" indent="-285750" algn="l" defTabSz="457200" rtl="0" eaLnBrk="1" fontAlgn="auto" latinLnBrk="0" hangingPunct="1">
              <a:lnSpc>
                <a:spcPct val="100000"/>
              </a:lnSpc>
              <a:spcBef>
                <a:spcPct val="20000"/>
              </a:spcBef>
              <a:spcAft>
                <a:spcPts val="0"/>
              </a:spcAft>
              <a:buClr>
                <a:schemeClr val="accent4"/>
              </a:buClr>
              <a:buSzTx/>
              <a:buFont typeface="Arial"/>
              <a:buChar char="•"/>
              <a:tabLst/>
              <a:defRPr sz="1600" kern="1200" baseline="0">
                <a:solidFill>
                  <a:schemeClr val="bg1"/>
                </a:solidFill>
                <a:latin typeface="+mn-lt"/>
                <a:ea typeface="+mn-ea"/>
                <a:cs typeface="+mn-cs"/>
              </a:defRPr>
            </a:lvl2pPr>
            <a:lvl3pPr marL="1143000" marR="0" indent="-228600" algn="l" defTabSz="457200" rtl="0" eaLnBrk="1" fontAlgn="auto" latinLnBrk="0" hangingPunct="1">
              <a:lnSpc>
                <a:spcPct val="100000"/>
              </a:lnSpc>
              <a:spcBef>
                <a:spcPct val="20000"/>
              </a:spcBef>
              <a:spcAft>
                <a:spcPts val="0"/>
              </a:spcAft>
              <a:buClr>
                <a:schemeClr val="accent4"/>
              </a:buClr>
              <a:buSzTx/>
              <a:buFont typeface="Arial"/>
              <a:buChar char="•"/>
              <a:tabLst/>
              <a:defRPr sz="1400" kern="120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009DDC"/>
              </a:buClr>
              <a:defRPr/>
            </a:pPr>
            <a:r>
              <a:rPr lang="en-US" dirty="0"/>
              <a:t>General-purpose GPUs do more.</a:t>
            </a:r>
          </a:p>
          <a:p>
            <a:pPr>
              <a:buClr>
                <a:srgbClr val="009DDC"/>
              </a:buClr>
              <a:defRPr/>
            </a:pPr>
            <a:r>
              <a:rPr lang="en-US" dirty="0"/>
              <a:t>CPU is like a small sports car.</a:t>
            </a:r>
          </a:p>
          <a:p>
            <a:pPr>
              <a:buClr>
                <a:srgbClr val="009DDC"/>
              </a:buClr>
              <a:defRPr/>
            </a:pPr>
            <a:r>
              <a:rPr lang="en-US" dirty="0"/>
              <a:t>GPU is a like a big delivery truck.</a:t>
            </a:r>
          </a:p>
          <a:p>
            <a:pPr>
              <a:buClr>
                <a:srgbClr val="009DDC"/>
              </a:buClr>
              <a:defRPr/>
            </a:pPr>
            <a:r>
              <a:rPr lang="en-US" dirty="0"/>
              <a:t>GPUs better for doing AI calculations.</a:t>
            </a:r>
          </a:p>
          <a:p>
            <a:pPr>
              <a:buClr>
                <a:srgbClr val="009DDC"/>
              </a:buClr>
              <a:defRPr/>
            </a:pPr>
            <a:r>
              <a:rPr lang="en-US" dirty="0"/>
              <a:t>Example: Online store recommendations.</a:t>
            </a:r>
          </a:p>
          <a:p>
            <a:pPr>
              <a:buClr>
                <a:srgbClr val="009DDC"/>
              </a:buClr>
              <a:defRPr/>
            </a:pPr>
            <a:r>
              <a:rPr lang="en-US" dirty="0"/>
              <a:t>First general-purpose GPUs released in 2007.</a:t>
            </a:r>
          </a:p>
          <a:p>
            <a:pPr>
              <a:buClr>
                <a:srgbClr val="009DDC"/>
              </a:buClr>
              <a:defRPr/>
            </a:pPr>
            <a:r>
              <a:rPr lang="en-US" dirty="0"/>
              <a:t>High-performance GPUs now more common.</a:t>
            </a:r>
          </a:p>
          <a:p>
            <a:pPr>
              <a:buClr>
                <a:srgbClr val="009DDC"/>
              </a:buClr>
              <a:defRPr/>
            </a:pPr>
            <a:endParaRPr lang="en-US" sz="1800" dirty="0">
              <a:solidFill>
                <a:prstClr val="black"/>
              </a:solidFill>
            </a:endParaRPr>
          </a:p>
        </p:txBody>
      </p:sp>
      <p:sp>
        <p:nvSpPr>
          <p:cNvPr id="12" name="Title Placeholder 1">
            <a:extLst>
              <a:ext uri="{FF2B5EF4-FFF2-40B4-BE49-F238E27FC236}">
                <a16:creationId xmlns:a16="http://schemas.microsoft.com/office/drawing/2014/main" id="{B1FCC977-7532-1B9C-FC4D-846A2C314C6F}"/>
              </a:ext>
            </a:extLst>
          </p:cNvPr>
          <p:cNvSpPr txBox="1">
            <a:spLocks/>
          </p:cNvSpPr>
          <p:nvPr/>
        </p:nvSpPr>
        <p:spPr>
          <a:xfrm>
            <a:off x="1901628" y="290945"/>
            <a:ext cx="7501317" cy="792482"/>
          </a:xfrm>
          <a:prstGeom prst="rect">
            <a:avLst/>
          </a:prstGeom>
        </p:spPr>
        <p:txBody>
          <a:bodyPr vert="horz" lIns="91440" tIns="45720" rIns="91440" bIns="45720" rtlCol="0" anchor="ctr">
            <a:noAutofit/>
          </a:bodyPr>
          <a:lstStyle>
            <a:lvl1pPr algn="l" defTabSz="457200" rtl="0" eaLnBrk="1" latinLnBrk="0" hangingPunct="1">
              <a:spcBef>
                <a:spcPct val="0"/>
              </a:spcBef>
              <a:buNone/>
              <a:defRPr sz="2400" b="1" kern="1200">
                <a:solidFill>
                  <a:schemeClr val="accent4"/>
                </a:solidFill>
                <a:latin typeface="Calibri" panose="020F0502020204030204" pitchFamily="34" charset="0"/>
                <a:ea typeface="+mj-ea"/>
                <a:cs typeface="Calibri" panose="020F0502020204030204" pitchFamily="34" charset="0"/>
              </a:defRPr>
            </a:lvl1pPr>
          </a:lstStyle>
          <a:p>
            <a:r>
              <a:rPr lang="en-US" dirty="0"/>
              <a:t>AI-Enabling Technologies: GPUs</a:t>
            </a:r>
          </a:p>
        </p:txBody>
      </p:sp>
      <p:sp>
        <p:nvSpPr>
          <p:cNvPr id="13" name="Text Placeholder 12">
            <a:extLst>
              <a:ext uri="{FF2B5EF4-FFF2-40B4-BE49-F238E27FC236}">
                <a16:creationId xmlns:a16="http://schemas.microsoft.com/office/drawing/2014/main" id="{51DFB1BE-6816-F81C-B00B-59131B0CC464}"/>
              </a:ext>
            </a:extLst>
          </p:cNvPr>
          <p:cNvSpPr txBox="1">
            <a:spLocks/>
          </p:cNvSpPr>
          <p:nvPr/>
        </p:nvSpPr>
        <p:spPr>
          <a:xfrm>
            <a:off x="1901628" y="1233054"/>
            <a:ext cx="7501317" cy="748145"/>
          </a:xfrm>
          <a:prstGeom prst="rect">
            <a:avLst/>
          </a:prstGeom>
        </p:spPr>
        <p:txBody>
          <a:bodyPr anchor="ctr"/>
          <a:lstStyle>
            <a:lvl1pPr marL="0" indent="0" algn="l" defTabSz="457200" rtl="0" eaLnBrk="1" latinLnBrk="0" hangingPunct="1">
              <a:spcBef>
                <a:spcPts val="800"/>
              </a:spcBef>
              <a:buClr>
                <a:schemeClr val="accent1"/>
              </a:buClr>
              <a:buFont typeface="Arial"/>
              <a:buNone/>
              <a:defRPr lang="en-US" sz="1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GPU</a:t>
            </a:r>
            <a:r>
              <a:rPr lang="en-US" dirty="0"/>
              <a:t>: A computer chip designed to process graphics, images, and other visual media.</a:t>
            </a:r>
          </a:p>
        </p:txBody>
      </p:sp>
      <p:pic>
        <p:nvPicPr>
          <p:cNvPr id="4" name="Picture 3" descr="A close up of a circuit board&#10;&#10;Description automatically generated with medium confidence">
            <a:extLst>
              <a:ext uri="{FF2B5EF4-FFF2-40B4-BE49-F238E27FC236}">
                <a16:creationId xmlns:a16="http://schemas.microsoft.com/office/drawing/2014/main" id="{491E2067-12AF-3B17-62D6-1ADCB29F3B46}"/>
              </a:ext>
            </a:extLst>
          </p:cNvPr>
          <p:cNvPicPr>
            <a:picLocks noChangeAspect="1"/>
          </p:cNvPicPr>
          <p:nvPr/>
        </p:nvPicPr>
        <p:blipFill>
          <a:blip r:embed="rId3"/>
          <a:stretch>
            <a:fillRect/>
          </a:stretch>
        </p:blipFill>
        <p:spPr>
          <a:xfrm>
            <a:off x="7277100" y="3291675"/>
            <a:ext cx="4501240" cy="2543074"/>
          </a:xfrm>
          <a:prstGeom prst="rect">
            <a:avLst/>
          </a:prstGeom>
        </p:spPr>
      </p:pic>
    </p:spTree>
    <p:extLst>
      <p:ext uri="{BB962C8B-B14F-4D97-AF65-F5344CB8AC3E}">
        <p14:creationId xmlns:p14="http://schemas.microsoft.com/office/powerpoint/2010/main" val="3327515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3D306DD-D9E9-A5A7-2A11-16B4300973C2}"/>
              </a:ext>
            </a:extLst>
          </p:cNvPr>
          <p:cNvSpPr>
            <a:spLocks noGrp="1"/>
          </p:cNvSpPr>
          <p:nvPr>
            <p:ph type="sldNum" sz="quarter" idx="12"/>
          </p:nvPr>
        </p:nvSpPr>
        <p:spPr/>
        <p:txBody>
          <a:bodyPr/>
          <a:lstStyle/>
          <a:p>
            <a:fld id="{A8160BDD-7155-D744-B749-9730458604AD}" type="slidenum">
              <a:rPr lang="en-US" smtClean="0"/>
              <a:t>8</a:t>
            </a:fld>
            <a:endParaRPr lang="en-US" dirty="0"/>
          </a:p>
        </p:txBody>
      </p:sp>
      <p:pic>
        <p:nvPicPr>
          <p:cNvPr id="9" name="Picture 8">
            <a:extLst>
              <a:ext uri="{FF2B5EF4-FFF2-40B4-BE49-F238E27FC236}">
                <a16:creationId xmlns:a16="http://schemas.microsoft.com/office/drawing/2014/main" id="{DCD6C66E-7BCE-192F-0B23-32855FF64688}"/>
              </a:ext>
            </a:extLst>
          </p:cNvPr>
          <p:cNvPicPr>
            <a:picLocks noChangeAspect="1"/>
          </p:cNvPicPr>
          <p:nvPr/>
        </p:nvPicPr>
        <p:blipFill>
          <a:blip r:embed="rId2"/>
          <a:stretch>
            <a:fillRect/>
          </a:stretch>
        </p:blipFill>
        <p:spPr>
          <a:xfrm>
            <a:off x="0" y="0"/>
            <a:ext cx="12192000" cy="6858000"/>
          </a:xfrm>
          <a:prstGeom prst="rect">
            <a:avLst/>
          </a:prstGeom>
        </p:spPr>
      </p:pic>
      <p:sp>
        <p:nvSpPr>
          <p:cNvPr id="10" name="Slide Number Placeholder 5">
            <a:extLst>
              <a:ext uri="{FF2B5EF4-FFF2-40B4-BE49-F238E27FC236}">
                <a16:creationId xmlns:a16="http://schemas.microsoft.com/office/drawing/2014/main" id="{ED43DB70-BC6C-3B04-01FB-C298FE97CC3E}"/>
              </a:ext>
            </a:extLst>
          </p:cNvPr>
          <p:cNvSpPr txBox="1">
            <a:spLocks/>
          </p:cNvSpPr>
          <p:nvPr/>
        </p:nvSpPr>
        <p:spPr>
          <a:xfrm>
            <a:off x="9243741" y="6455642"/>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800" kern="120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8160BDD-7155-D744-B749-9730458604AD}" type="slidenum">
              <a:rPr lang="en-US" smtClean="0"/>
              <a:pPr/>
              <a:t>8</a:t>
            </a:fld>
            <a:endParaRPr lang="en-US" dirty="0"/>
          </a:p>
        </p:txBody>
      </p:sp>
      <p:sp>
        <p:nvSpPr>
          <p:cNvPr id="11" name="Content Placeholder 2">
            <a:extLst>
              <a:ext uri="{FF2B5EF4-FFF2-40B4-BE49-F238E27FC236}">
                <a16:creationId xmlns:a16="http://schemas.microsoft.com/office/drawing/2014/main" id="{B94E3628-E3F2-E955-E730-60357A889484}"/>
              </a:ext>
            </a:extLst>
          </p:cNvPr>
          <p:cNvSpPr txBox="1">
            <a:spLocks/>
          </p:cNvSpPr>
          <p:nvPr/>
        </p:nvSpPr>
        <p:spPr>
          <a:xfrm>
            <a:off x="1897811" y="2062480"/>
            <a:ext cx="7522234" cy="4265168"/>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chemeClr val="accent4"/>
              </a:buClr>
              <a:buSzTx/>
              <a:buFont typeface="Arial"/>
              <a:buChar char="•"/>
              <a:tabLst/>
              <a:defRPr sz="1800" kern="1200" baseline="0">
                <a:solidFill>
                  <a:schemeClr val="bg1"/>
                </a:solidFill>
                <a:latin typeface="+mn-lt"/>
                <a:ea typeface="+mn-ea"/>
                <a:cs typeface="+mn-cs"/>
              </a:defRPr>
            </a:lvl1pPr>
            <a:lvl2pPr marL="742950" marR="0" indent="-285750" algn="l" defTabSz="457200" rtl="0" eaLnBrk="1" fontAlgn="auto" latinLnBrk="0" hangingPunct="1">
              <a:lnSpc>
                <a:spcPct val="100000"/>
              </a:lnSpc>
              <a:spcBef>
                <a:spcPct val="20000"/>
              </a:spcBef>
              <a:spcAft>
                <a:spcPts val="0"/>
              </a:spcAft>
              <a:buClr>
                <a:schemeClr val="accent4"/>
              </a:buClr>
              <a:buSzTx/>
              <a:buFont typeface="Arial"/>
              <a:buChar char="•"/>
              <a:tabLst/>
              <a:defRPr sz="1600" kern="1200" baseline="0">
                <a:solidFill>
                  <a:schemeClr val="bg1"/>
                </a:solidFill>
                <a:latin typeface="+mn-lt"/>
                <a:ea typeface="+mn-ea"/>
                <a:cs typeface="+mn-cs"/>
              </a:defRPr>
            </a:lvl2pPr>
            <a:lvl3pPr marL="1143000" marR="0" indent="-228600" algn="l" defTabSz="457200" rtl="0" eaLnBrk="1" fontAlgn="auto" latinLnBrk="0" hangingPunct="1">
              <a:lnSpc>
                <a:spcPct val="100000"/>
              </a:lnSpc>
              <a:spcBef>
                <a:spcPct val="20000"/>
              </a:spcBef>
              <a:spcAft>
                <a:spcPts val="0"/>
              </a:spcAft>
              <a:buClr>
                <a:schemeClr val="accent4"/>
              </a:buClr>
              <a:buSzTx/>
              <a:buFont typeface="Arial"/>
              <a:buChar char="•"/>
              <a:tabLst/>
              <a:defRPr sz="1400" kern="120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009DDC"/>
              </a:buClr>
              <a:defRPr/>
            </a:pPr>
            <a:r>
              <a:rPr lang="en-US" dirty="0"/>
              <a:t>Volume, variety, velocity, etc.</a:t>
            </a:r>
          </a:p>
          <a:p>
            <a:pPr>
              <a:buClr>
                <a:srgbClr val="009DDC"/>
              </a:buClr>
              <a:defRPr/>
            </a:pPr>
            <a:r>
              <a:rPr lang="en-US" dirty="0"/>
              <a:t>AI is data driven; more data is usually better.</a:t>
            </a:r>
          </a:p>
          <a:p>
            <a:pPr>
              <a:buClr>
                <a:srgbClr val="009DDC"/>
              </a:buClr>
              <a:defRPr/>
            </a:pPr>
            <a:r>
              <a:rPr lang="en-US" dirty="0"/>
              <a:t>Big data makes AI more viable.</a:t>
            </a:r>
          </a:p>
          <a:p>
            <a:pPr>
              <a:buClr>
                <a:srgbClr val="009DDC"/>
              </a:buClr>
              <a:defRPr/>
            </a:pPr>
            <a:r>
              <a:rPr lang="en-US" dirty="0"/>
              <a:t>Example: Searches used in targeted ads/customized results.</a:t>
            </a:r>
          </a:p>
          <a:p>
            <a:pPr>
              <a:buClr>
                <a:srgbClr val="009DDC"/>
              </a:buClr>
              <a:defRPr/>
            </a:pPr>
            <a:r>
              <a:rPr lang="en-US" dirty="0"/>
              <a:t>2008 whitepaper by CCC outlined rise of big data.</a:t>
            </a:r>
          </a:p>
          <a:p>
            <a:pPr>
              <a:buClr>
                <a:srgbClr val="009DDC"/>
              </a:buClr>
              <a:defRPr/>
            </a:pPr>
            <a:endParaRPr lang="en-US" sz="1800" dirty="0">
              <a:solidFill>
                <a:prstClr val="black"/>
              </a:solidFill>
            </a:endParaRPr>
          </a:p>
        </p:txBody>
      </p:sp>
      <p:sp>
        <p:nvSpPr>
          <p:cNvPr id="12" name="Title Placeholder 1">
            <a:extLst>
              <a:ext uri="{FF2B5EF4-FFF2-40B4-BE49-F238E27FC236}">
                <a16:creationId xmlns:a16="http://schemas.microsoft.com/office/drawing/2014/main" id="{B1FCC977-7532-1B9C-FC4D-846A2C314C6F}"/>
              </a:ext>
            </a:extLst>
          </p:cNvPr>
          <p:cNvSpPr txBox="1">
            <a:spLocks/>
          </p:cNvSpPr>
          <p:nvPr/>
        </p:nvSpPr>
        <p:spPr>
          <a:xfrm>
            <a:off x="1901628" y="290945"/>
            <a:ext cx="7501317" cy="792482"/>
          </a:xfrm>
          <a:prstGeom prst="rect">
            <a:avLst/>
          </a:prstGeom>
        </p:spPr>
        <p:txBody>
          <a:bodyPr vert="horz" lIns="91440" tIns="45720" rIns="91440" bIns="45720" rtlCol="0" anchor="ctr">
            <a:noAutofit/>
          </a:bodyPr>
          <a:lstStyle>
            <a:lvl1pPr algn="l" defTabSz="457200" rtl="0" eaLnBrk="1" latinLnBrk="0" hangingPunct="1">
              <a:spcBef>
                <a:spcPct val="0"/>
              </a:spcBef>
              <a:buNone/>
              <a:defRPr sz="2400" b="1" kern="1200">
                <a:solidFill>
                  <a:schemeClr val="accent4"/>
                </a:solidFill>
                <a:latin typeface="Calibri" panose="020F0502020204030204" pitchFamily="34" charset="0"/>
                <a:ea typeface="+mj-ea"/>
                <a:cs typeface="Calibri" panose="020F0502020204030204" pitchFamily="34" charset="0"/>
              </a:defRPr>
            </a:lvl1pPr>
          </a:lstStyle>
          <a:p>
            <a:r>
              <a:rPr lang="en-US" dirty="0"/>
              <a:t>AI-Enabling Technologies: Big Data</a:t>
            </a:r>
          </a:p>
        </p:txBody>
      </p:sp>
      <p:sp>
        <p:nvSpPr>
          <p:cNvPr id="13" name="Text Placeholder 12">
            <a:extLst>
              <a:ext uri="{FF2B5EF4-FFF2-40B4-BE49-F238E27FC236}">
                <a16:creationId xmlns:a16="http://schemas.microsoft.com/office/drawing/2014/main" id="{51DFB1BE-6816-F81C-B00B-59131B0CC464}"/>
              </a:ext>
            </a:extLst>
          </p:cNvPr>
          <p:cNvSpPr txBox="1">
            <a:spLocks/>
          </p:cNvSpPr>
          <p:nvPr/>
        </p:nvSpPr>
        <p:spPr>
          <a:xfrm>
            <a:off x="1901628" y="1233054"/>
            <a:ext cx="7501317" cy="748145"/>
          </a:xfrm>
          <a:prstGeom prst="rect">
            <a:avLst/>
          </a:prstGeom>
        </p:spPr>
        <p:txBody>
          <a:bodyPr anchor="ctr"/>
          <a:lstStyle>
            <a:lvl1pPr marL="0" indent="0" algn="l" defTabSz="457200" rtl="0" eaLnBrk="1" latinLnBrk="0" hangingPunct="1">
              <a:spcBef>
                <a:spcPts val="800"/>
              </a:spcBef>
              <a:buClr>
                <a:schemeClr val="accent1"/>
              </a:buClr>
              <a:buFont typeface="Arial"/>
              <a:buNone/>
              <a:defRPr lang="en-US" sz="1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Big data</a:t>
            </a:r>
            <a:r>
              <a:rPr lang="en-US" dirty="0"/>
              <a:t>: Collections of data that are so large and complex that they require advanced tools to process and analyze them.</a:t>
            </a:r>
          </a:p>
        </p:txBody>
      </p:sp>
      <p:pic>
        <p:nvPicPr>
          <p:cNvPr id="5" name="Graphic 4">
            <a:extLst>
              <a:ext uri="{FF2B5EF4-FFF2-40B4-BE49-F238E27FC236}">
                <a16:creationId xmlns:a16="http://schemas.microsoft.com/office/drawing/2014/main" id="{54E8BF67-4557-8D21-A63B-4FC9E75D344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06543" y="2258531"/>
            <a:ext cx="3361557" cy="3570296"/>
          </a:xfrm>
          <a:prstGeom prst="rect">
            <a:avLst/>
          </a:prstGeom>
        </p:spPr>
      </p:pic>
    </p:spTree>
    <p:extLst>
      <p:ext uri="{BB962C8B-B14F-4D97-AF65-F5344CB8AC3E}">
        <p14:creationId xmlns:p14="http://schemas.microsoft.com/office/powerpoint/2010/main" val="4029407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3B1DCE-C707-783F-F851-7BBE71D33192}"/>
              </a:ext>
            </a:extLst>
          </p:cNvPr>
          <p:cNvSpPr>
            <a:spLocks noGrp="1"/>
          </p:cNvSpPr>
          <p:nvPr>
            <p:ph type="sldNum" sz="quarter" idx="12"/>
          </p:nvPr>
        </p:nvSpPr>
        <p:spPr/>
        <p:txBody>
          <a:bodyPr/>
          <a:lstStyle/>
          <a:p>
            <a:fld id="{A8160BDD-7155-D744-B749-9730458604AD}" type="slidenum">
              <a:rPr lang="en-US" smtClean="0"/>
              <a:t>9</a:t>
            </a:fld>
            <a:endParaRPr lang="en-US" dirty="0"/>
          </a:p>
        </p:txBody>
      </p:sp>
      <p:sp>
        <p:nvSpPr>
          <p:cNvPr id="3" name="Text Placeholder 2">
            <a:extLst>
              <a:ext uri="{FF2B5EF4-FFF2-40B4-BE49-F238E27FC236}">
                <a16:creationId xmlns:a16="http://schemas.microsoft.com/office/drawing/2014/main" id="{B20B9FA3-CFC7-6718-4850-4D7E342FFF15}"/>
              </a:ext>
            </a:extLst>
          </p:cNvPr>
          <p:cNvSpPr>
            <a:spLocks noGrp="1"/>
          </p:cNvSpPr>
          <p:nvPr>
            <p:ph idx="1"/>
          </p:nvPr>
        </p:nvSpPr>
        <p:spPr/>
        <p:txBody>
          <a:bodyPr/>
          <a:lstStyle/>
          <a:p>
            <a:pPr>
              <a:buFont typeface="+mj-lt"/>
              <a:buAutoNum type="arabicPeriod"/>
            </a:pPr>
            <a:r>
              <a:rPr lang="en-US" dirty="0"/>
              <a:t>Identify at least two events, people, or systems since the end of the second AI winter that have had a direct impact on the trajectory of AI.</a:t>
            </a:r>
          </a:p>
          <a:p>
            <a:pPr>
              <a:buFont typeface="+mj-lt"/>
              <a:buAutoNum type="arabicPeriod"/>
            </a:pPr>
            <a:endParaRPr lang="en-US" dirty="0"/>
          </a:p>
          <a:p>
            <a:pPr>
              <a:buFont typeface="+mj-lt"/>
              <a:buAutoNum type="arabicPeriod"/>
            </a:pPr>
            <a:r>
              <a:rPr lang="en-US" dirty="0"/>
              <a:t>Identify at least two relatively recent technologies that have enabled AI to flourish in the business world, and briefly explain how they have done so.</a:t>
            </a:r>
          </a:p>
        </p:txBody>
      </p:sp>
      <p:sp>
        <p:nvSpPr>
          <p:cNvPr id="4" name="Title 3">
            <a:extLst>
              <a:ext uri="{FF2B5EF4-FFF2-40B4-BE49-F238E27FC236}">
                <a16:creationId xmlns:a16="http://schemas.microsoft.com/office/drawing/2014/main" id="{12A5E21D-171D-4BD2-CF38-91A169C6C2B6}"/>
              </a:ext>
            </a:extLst>
          </p:cNvPr>
          <p:cNvSpPr>
            <a:spLocks noGrp="1"/>
          </p:cNvSpPr>
          <p:nvPr>
            <p:ph type="title"/>
          </p:nvPr>
        </p:nvSpPr>
        <p:spPr/>
        <p:txBody>
          <a:bodyPr/>
          <a:lstStyle/>
          <a:p>
            <a:r>
              <a:rPr lang="en-US" dirty="0"/>
              <a:t>Activity: Discussing the History of AI</a:t>
            </a:r>
          </a:p>
        </p:txBody>
      </p:sp>
    </p:spTree>
    <p:extLst>
      <p:ext uri="{BB962C8B-B14F-4D97-AF65-F5344CB8AC3E}">
        <p14:creationId xmlns:p14="http://schemas.microsoft.com/office/powerpoint/2010/main" val="903341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1C4CFB-1ACB-A14F-B6A4-435DA7645523}"/>
              </a:ext>
            </a:extLst>
          </p:cNvPr>
          <p:cNvSpPr>
            <a:spLocks noGrp="1"/>
          </p:cNvSpPr>
          <p:nvPr>
            <p:ph type="sldNum" sz="quarter" idx="12"/>
          </p:nvPr>
        </p:nvSpPr>
        <p:spPr/>
        <p:txBody>
          <a:bodyPr/>
          <a:lstStyle/>
          <a:p>
            <a:fld id="{A8160BDD-7155-D744-B749-9730458604AD}" type="slidenum">
              <a:rPr lang="en-US" smtClean="0"/>
              <a:t>10</a:t>
            </a:fld>
            <a:endParaRPr lang="en-US" dirty="0"/>
          </a:p>
        </p:txBody>
      </p:sp>
      <p:sp>
        <p:nvSpPr>
          <p:cNvPr id="3" name="Text Placeholder 2">
            <a:extLst>
              <a:ext uri="{FF2B5EF4-FFF2-40B4-BE49-F238E27FC236}">
                <a16:creationId xmlns:a16="http://schemas.microsoft.com/office/drawing/2014/main" id="{711926C4-B76F-6740-B2D3-3C573DAFAACD}"/>
              </a:ext>
            </a:extLst>
          </p:cNvPr>
          <p:cNvSpPr>
            <a:spLocks noGrp="1"/>
          </p:cNvSpPr>
          <p:nvPr>
            <p:ph type="body" sz="quarter" idx="14"/>
          </p:nvPr>
        </p:nvSpPr>
        <p:spPr/>
        <p:txBody>
          <a:bodyPr/>
          <a:lstStyle/>
          <a:p>
            <a:r>
              <a:rPr lang="en-US" dirty="0"/>
              <a:t>AI Concepts</a:t>
            </a:r>
          </a:p>
        </p:txBody>
      </p:sp>
      <p:pic>
        <p:nvPicPr>
          <p:cNvPr id="6" name="Picture Placeholder 5">
            <a:extLst>
              <a:ext uri="{FF2B5EF4-FFF2-40B4-BE49-F238E27FC236}">
                <a16:creationId xmlns:a16="http://schemas.microsoft.com/office/drawing/2014/main" id="{DAEB19F7-ECA8-ED16-4ECF-2149F75D2961}"/>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34671" b="-34671"/>
          <a:stretch/>
        </p:blipFill>
        <p:spPr/>
      </p:pic>
    </p:spTree>
    <p:extLst>
      <p:ext uri="{BB962C8B-B14F-4D97-AF65-F5344CB8AC3E}">
        <p14:creationId xmlns:p14="http://schemas.microsoft.com/office/powerpoint/2010/main" val="2850609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24E29AA-4E7E-8B8C-D782-4050A7010A9F}"/>
              </a:ext>
            </a:extLst>
          </p:cNvPr>
          <p:cNvSpPr>
            <a:spLocks noGrp="1"/>
          </p:cNvSpPr>
          <p:nvPr>
            <p:ph type="title"/>
          </p:nvPr>
        </p:nvSpPr>
        <p:spPr/>
        <p:txBody>
          <a:bodyPr/>
          <a:lstStyle/>
          <a:p>
            <a:r>
              <a:rPr lang="en-US" dirty="0"/>
              <a:t>General AI and Narrow AI</a:t>
            </a:r>
          </a:p>
        </p:txBody>
      </p:sp>
      <p:sp>
        <p:nvSpPr>
          <p:cNvPr id="2" name="Slide Number Placeholder 1">
            <a:extLst>
              <a:ext uri="{FF2B5EF4-FFF2-40B4-BE49-F238E27FC236}">
                <a16:creationId xmlns:a16="http://schemas.microsoft.com/office/drawing/2014/main" id="{38EBCE23-A25E-D5D0-2855-9CB79C08A541}"/>
              </a:ext>
            </a:extLst>
          </p:cNvPr>
          <p:cNvSpPr>
            <a:spLocks noGrp="1"/>
          </p:cNvSpPr>
          <p:nvPr>
            <p:ph type="sldNum" sz="quarter" idx="12"/>
          </p:nvPr>
        </p:nvSpPr>
        <p:spPr/>
        <p:txBody>
          <a:bodyPr/>
          <a:lstStyle/>
          <a:p>
            <a:fld id="{A8160BDD-7155-D744-B749-9730458604AD}" type="slidenum">
              <a:rPr lang="en-US" smtClean="0"/>
              <a:t>11</a:t>
            </a:fld>
            <a:endParaRPr lang="en-US" dirty="0"/>
          </a:p>
        </p:txBody>
      </p:sp>
      <p:grpSp>
        <p:nvGrpSpPr>
          <p:cNvPr id="30" name="Group 29">
            <a:extLst>
              <a:ext uri="{FF2B5EF4-FFF2-40B4-BE49-F238E27FC236}">
                <a16:creationId xmlns:a16="http://schemas.microsoft.com/office/drawing/2014/main" id="{21ADBEFD-F34F-0C7E-6272-75EFDE0383BB}"/>
              </a:ext>
            </a:extLst>
          </p:cNvPr>
          <p:cNvGrpSpPr/>
          <p:nvPr/>
        </p:nvGrpSpPr>
        <p:grpSpPr>
          <a:xfrm>
            <a:off x="1527196" y="1300519"/>
            <a:ext cx="9137609" cy="4841783"/>
            <a:chOff x="1533525" y="1300519"/>
            <a:chExt cx="9137609" cy="4841783"/>
          </a:xfrm>
        </p:grpSpPr>
        <p:grpSp>
          <p:nvGrpSpPr>
            <p:cNvPr id="6" name="Group 5">
              <a:extLst>
                <a:ext uri="{FF2B5EF4-FFF2-40B4-BE49-F238E27FC236}">
                  <a16:creationId xmlns:a16="http://schemas.microsoft.com/office/drawing/2014/main" id="{4B806F1E-84A0-9332-6325-BE5B7B4F4FB4}"/>
                </a:ext>
              </a:extLst>
            </p:cNvPr>
            <p:cNvGrpSpPr/>
            <p:nvPr/>
          </p:nvGrpSpPr>
          <p:grpSpPr>
            <a:xfrm>
              <a:off x="1533525" y="1300519"/>
              <a:ext cx="7957867" cy="4841783"/>
              <a:chOff x="91332" y="962692"/>
              <a:chExt cx="7957867" cy="4841783"/>
            </a:xfrm>
          </p:grpSpPr>
          <p:sp>
            <p:nvSpPr>
              <p:cNvPr id="9" name="Text Box 307">
                <a:extLst>
                  <a:ext uri="{FF2B5EF4-FFF2-40B4-BE49-F238E27FC236}">
                    <a16:creationId xmlns:a16="http://schemas.microsoft.com/office/drawing/2014/main" id="{5AAD8E6C-E0B9-4F3B-8A7B-EF6220AD01F3}"/>
                  </a:ext>
                </a:extLst>
              </p:cNvPr>
              <p:cNvSpPr txBox="1">
                <a:spLocks noChangeArrowheads="1"/>
              </p:cNvSpPr>
              <p:nvPr/>
            </p:nvSpPr>
            <p:spPr bwMode="auto">
              <a:xfrm>
                <a:off x="182013" y="4357925"/>
                <a:ext cx="3979628"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kumimoji="0" lang="en-US" sz="1600" b="1" i="0" u="none" strike="noStrike" kern="0" cap="none" spc="0" normalizeH="0" baseline="0" noProof="0" dirty="0">
                    <a:ln>
                      <a:noFill/>
                    </a:ln>
                    <a:solidFill>
                      <a:srgbClr val="000000"/>
                    </a:solidFill>
                    <a:effectLst/>
                    <a:uLnTx/>
                    <a:uFillTx/>
                    <a:latin typeface="Calibri"/>
                    <a:cs typeface="Calibri"/>
                  </a:rPr>
                  <a:t>Same or better cognition than humans</a:t>
                </a:r>
              </a:p>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lang="en-US" sz="1600" b="1" kern="0" dirty="0">
                    <a:solidFill>
                      <a:srgbClr val="000000"/>
                    </a:solidFill>
                    <a:latin typeface="Calibri"/>
                    <a:cs typeface="Calibri"/>
                  </a:rPr>
                  <a:t>Extrapolates reasoning</a:t>
                </a:r>
              </a:p>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kumimoji="0" lang="en-US" sz="1600" b="1" i="0" u="none" strike="noStrike" kern="0" cap="none" spc="0" normalizeH="0" baseline="0" noProof="0" dirty="0">
                    <a:ln>
                      <a:noFill/>
                    </a:ln>
                    <a:solidFill>
                      <a:srgbClr val="000000"/>
                    </a:solidFill>
                    <a:effectLst/>
                    <a:uLnTx/>
                    <a:uFillTx/>
                    <a:latin typeface="Calibri"/>
                    <a:cs typeface="Calibri"/>
                  </a:rPr>
                  <a:t>Solves multiple novel problems</a:t>
                </a:r>
              </a:p>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lang="en-US" sz="1600" b="1" kern="0" dirty="0">
                    <a:solidFill>
                      <a:srgbClr val="000000"/>
                    </a:solidFill>
                    <a:latin typeface="Calibri"/>
                    <a:cs typeface="Calibri"/>
                  </a:rPr>
                  <a:t>Not yet a reality</a:t>
                </a:r>
                <a:endParaRPr kumimoji="0" lang="en-US" sz="1600" b="1" i="0" u="none" strike="noStrike" kern="0" cap="none" spc="0" normalizeH="0" baseline="0" noProof="0" dirty="0">
                  <a:ln>
                    <a:noFill/>
                  </a:ln>
                  <a:solidFill>
                    <a:srgbClr val="000000"/>
                  </a:solidFill>
                  <a:effectLst/>
                  <a:uLnTx/>
                  <a:uFillTx/>
                  <a:latin typeface="Calibri"/>
                  <a:cs typeface="Calibri"/>
                </a:endParaRPr>
              </a:p>
            </p:txBody>
          </p:sp>
          <p:sp>
            <p:nvSpPr>
              <p:cNvPr id="11" name="Text Box 307">
                <a:extLst>
                  <a:ext uri="{FF2B5EF4-FFF2-40B4-BE49-F238E27FC236}">
                    <a16:creationId xmlns:a16="http://schemas.microsoft.com/office/drawing/2014/main" id="{19A0ABAD-A6EC-C002-F285-9073B31860D2}"/>
                  </a:ext>
                </a:extLst>
              </p:cNvPr>
              <p:cNvSpPr txBox="1">
                <a:spLocks noChangeArrowheads="1"/>
              </p:cNvSpPr>
              <p:nvPr/>
            </p:nvSpPr>
            <p:spPr bwMode="auto">
              <a:xfrm>
                <a:off x="1258414" y="962692"/>
                <a:ext cx="17361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Calibri"/>
                    <a:cs typeface="Calibri"/>
                  </a:rPr>
                  <a:t>General AI</a:t>
                </a:r>
              </a:p>
            </p:txBody>
          </p:sp>
          <p:sp>
            <p:nvSpPr>
              <p:cNvPr id="12" name="Text Box 307">
                <a:extLst>
                  <a:ext uri="{FF2B5EF4-FFF2-40B4-BE49-F238E27FC236}">
                    <a16:creationId xmlns:a16="http://schemas.microsoft.com/office/drawing/2014/main" id="{DA35E70A-D580-3316-0C3F-7D1BF8D03E9C}"/>
                  </a:ext>
                </a:extLst>
              </p:cNvPr>
              <p:cNvSpPr txBox="1">
                <a:spLocks noChangeArrowheads="1"/>
              </p:cNvSpPr>
              <p:nvPr/>
            </p:nvSpPr>
            <p:spPr bwMode="auto">
              <a:xfrm>
                <a:off x="6313054" y="962692"/>
                <a:ext cx="17361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Calibri"/>
                    <a:cs typeface="Calibri"/>
                  </a:rPr>
                  <a:t>Narrow AI</a:t>
                </a:r>
              </a:p>
            </p:txBody>
          </p:sp>
          <p:sp>
            <p:nvSpPr>
              <p:cNvPr id="14" name="Rectangle 13">
                <a:extLst>
                  <a:ext uri="{FF2B5EF4-FFF2-40B4-BE49-F238E27FC236}">
                    <a16:creationId xmlns:a16="http://schemas.microsoft.com/office/drawing/2014/main" id="{F3463DEC-E590-2641-3681-D611E654B15D}"/>
                  </a:ext>
                </a:extLst>
              </p:cNvPr>
              <p:cNvSpPr/>
              <p:nvPr/>
            </p:nvSpPr>
            <p:spPr>
              <a:xfrm>
                <a:off x="91332" y="4310743"/>
                <a:ext cx="4070310" cy="1493732"/>
              </a:xfrm>
              <a:prstGeom prst="rect">
                <a:avLst/>
              </a:prstGeom>
              <a:noFill/>
              <a:ln w="28575" cap="flat" cmpd="sng" algn="ctr">
                <a:solidFill>
                  <a:srgbClr val="C4C4C4"/>
                </a:solidFill>
                <a:prstDash val="solid"/>
              </a:ln>
              <a:effectLst/>
            </p:spPr>
            <p:txBody>
              <a:bodyPr rtlCol="0" anchor="ctr"/>
              <a:lstStyle/>
              <a:p>
                <a:pPr algn="ctr" defTabSz="914400"/>
                <a:endParaRPr lang="en-US" sz="1100" b="1" kern="0" dirty="0">
                  <a:solidFill>
                    <a:srgbClr val="FF0000"/>
                  </a:solidFill>
                  <a:latin typeface="Arial"/>
                </a:endParaRPr>
              </a:p>
            </p:txBody>
          </p:sp>
        </p:grpSp>
        <p:sp>
          <p:nvSpPr>
            <p:cNvPr id="24" name="Rectangle 23">
              <a:extLst>
                <a:ext uri="{FF2B5EF4-FFF2-40B4-BE49-F238E27FC236}">
                  <a16:creationId xmlns:a16="http://schemas.microsoft.com/office/drawing/2014/main" id="{832020A1-7E8E-4952-45BE-ACED768D7DD8}"/>
                </a:ext>
              </a:extLst>
            </p:cNvPr>
            <p:cNvSpPr/>
            <p:nvPr/>
          </p:nvSpPr>
          <p:spPr>
            <a:xfrm>
              <a:off x="6588165" y="4648569"/>
              <a:ext cx="4070310" cy="1493731"/>
            </a:xfrm>
            <a:prstGeom prst="rect">
              <a:avLst/>
            </a:prstGeom>
            <a:noFill/>
            <a:ln w="28575" cap="flat" cmpd="sng" algn="ctr">
              <a:solidFill>
                <a:srgbClr val="C4C4C4"/>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25" name="Text Box 307">
              <a:extLst>
                <a:ext uri="{FF2B5EF4-FFF2-40B4-BE49-F238E27FC236}">
                  <a16:creationId xmlns:a16="http://schemas.microsoft.com/office/drawing/2014/main" id="{A4B4D6DE-0AEC-0C6E-1320-1D2A388F7C8B}"/>
                </a:ext>
              </a:extLst>
            </p:cNvPr>
            <p:cNvSpPr txBox="1">
              <a:spLocks noChangeArrowheads="1"/>
            </p:cNvSpPr>
            <p:nvPr/>
          </p:nvSpPr>
          <p:spPr bwMode="auto">
            <a:xfrm>
              <a:off x="6691506" y="4695752"/>
              <a:ext cx="3979628"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kumimoji="0" lang="en-US" sz="1600" b="1" i="0" u="none" strike="noStrike" kern="0" cap="none" spc="0" normalizeH="0" baseline="0" noProof="0" dirty="0">
                  <a:ln>
                    <a:noFill/>
                  </a:ln>
                  <a:solidFill>
                    <a:srgbClr val="000000"/>
                  </a:solidFill>
                  <a:effectLst/>
                  <a:uLnTx/>
                  <a:uFillTx/>
                  <a:latin typeface="Calibri"/>
                  <a:cs typeface="Calibri"/>
                </a:rPr>
                <a:t>Approximates human cognitive traits</a:t>
              </a:r>
            </a:p>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lang="en-US" sz="1600" b="1" kern="0" dirty="0">
                  <a:solidFill>
                    <a:srgbClr val="000000"/>
                  </a:solidFill>
                  <a:latin typeface="Calibri"/>
                  <a:cs typeface="Calibri"/>
                </a:rPr>
                <a:t>No true capacity for reason</a:t>
              </a:r>
            </a:p>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kumimoji="0" lang="en-US" sz="1600" b="1" i="0" u="none" strike="noStrike" kern="0" cap="none" spc="0" normalizeH="0" baseline="0" noProof="0" dirty="0">
                  <a:ln>
                    <a:noFill/>
                  </a:ln>
                  <a:solidFill>
                    <a:srgbClr val="000000"/>
                  </a:solidFill>
                  <a:effectLst/>
                  <a:uLnTx/>
                  <a:uFillTx/>
                  <a:latin typeface="Calibri"/>
                  <a:cs typeface="Calibri"/>
                </a:rPr>
                <a:t>Solves one or a few designated problems</a:t>
              </a:r>
            </a:p>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lang="en-US" sz="1600" b="1" kern="0" dirty="0">
                  <a:solidFill>
                    <a:srgbClr val="000000"/>
                  </a:solidFill>
                  <a:latin typeface="Calibri"/>
                  <a:cs typeface="Calibri"/>
                </a:rPr>
                <a:t>Currently a reality</a:t>
              </a:r>
              <a:endParaRPr kumimoji="0" lang="en-US" sz="1600" b="1" i="0" u="none" strike="noStrike" kern="0" cap="none" spc="0" normalizeH="0" baseline="0" noProof="0" dirty="0">
                <a:ln>
                  <a:noFill/>
                </a:ln>
                <a:solidFill>
                  <a:srgbClr val="000000"/>
                </a:solidFill>
                <a:effectLst/>
                <a:uLnTx/>
                <a:uFillTx/>
                <a:latin typeface="Calibri"/>
                <a:cs typeface="Calibri"/>
              </a:endParaRPr>
            </a:p>
          </p:txBody>
        </p:sp>
        <p:pic>
          <p:nvPicPr>
            <p:cNvPr id="27" name="Picture 26" descr="A picture containing white, toy&#10;&#10;Description automatically generated">
              <a:extLst>
                <a:ext uri="{FF2B5EF4-FFF2-40B4-BE49-F238E27FC236}">
                  <a16:creationId xmlns:a16="http://schemas.microsoft.com/office/drawing/2014/main" id="{1D66B8CC-50B2-E10B-BD24-2287746AA8B0}"/>
                </a:ext>
              </a:extLst>
            </p:cNvPr>
            <p:cNvPicPr>
              <a:picLocks noChangeAspect="1"/>
            </p:cNvPicPr>
            <p:nvPr/>
          </p:nvPicPr>
          <p:blipFill>
            <a:blip r:embed="rId2"/>
            <a:stretch>
              <a:fillRect/>
            </a:stretch>
          </p:blipFill>
          <p:spPr>
            <a:xfrm>
              <a:off x="1533525" y="1836150"/>
              <a:ext cx="4070309" cy="2713539"/>
            </a:xfrm>
            <a:prstGeom prst="rect">
              <a:avLst/>
            </a:prstGeom>
          </p:spPr>
        </p:pic>
        <p:pic>
          <p:nvPicPr>
            <p:cNvPr id="29" name="Picture 28" descr="A picture containing floor, indoor, electronics&#10;&#10;Description automatically generated">
              <a:extLst>
                <a:ext uri="{FF2B5EF4-FFF2-40B4-BE49-F238E27FC236}">
                  <a16:creationId xmlns:a16="http://schemas.microsoft.com/office/drawing/2014/main" id="{210C66A7-1367-D045-2F2D-81A51771B29D}"/>
                </a:ext>
              </a:extLst>
            </p:cNvPr>
            <p:cNvPicPr>
              <a:picLocks noChangeAspect="1"/>
            </p:cNvPicPr>
            <p:nvPr/>
          </p:nvPicPr>
          <p:blipFill>
            <a:blip r:embed="rId3"/>
            <a:stretch>
              <a:fillRect/>
            </a:stretch>
          </p:blipFill>
          <p:spPr>
            <a:xfrm>
              <a:off x="6592489" y="1833921"/>
              <a:ext cx="4073652" cy="2715768"/>
            </a:xfrm>
            <a:prstGeom prst="rect">
              <a:avLst/>
            </a:prstGeom>
          </p:spPr>
        </p:pic>
      </p:grpSp>
    </p:spTree>
    <p:extLst>
      <p:ext uri="{BB962C8B-B14F-4D97-AF65-F5344CB8AC3E}">
        <p14:creationId xmlns:p14="http://schemas.microsoft.com/office/powerpoint/2010/main" val="4004017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A4891-9636-5FE8-DD03-D506B803BBCE}"/>
              </a:ext>
            </a:extLst>
          </p:cNvPr>
          <p:cNvSpPr>
            <a:spLocks noGrp="1"/>
          </p:cNvSpPr>
          <p:nvPr>
            <p:ph type="title"/>
          </p:nvPr>
        </p:nvSpPr>
        <p:spPr/>
        <p:txBody>
          <a:bodyPr/>
          <a:lstStyle/>
          <a:p>
            <a:r>
              <a:rPr lang="en-US" dirty="0"/>
              <a:t>Machine Learning</a:t>
            </a:r>
          </a:p>
        </p:txBody>
      </p:sp>
      <p:sp>
        <p:nvSpPr>
          <p:cNvPr id="3" name="Slide Number Placeholder 2">
            <a:extLst>
              <a:ext uri="{FF2B5EF4-FFF2-40B4-BE49-F238E27FC236}">
                <a16:creationId xmlns:a16="http://schemas.microsoft.com/office/drawing/2014/main" id="{598D8475-DEC5-1913-6673-6E3B68A6A4AD}"/>
              </a:ext>
            </a:extLst>
          </p:cNvPr>
          <p:cNvSpPr>
            <a:spLocks noGrp="1"/>
          </p:cNvSpPr>
          <p:nvPr>
            <p:ph type="sldNum" sz="quarter" idx="12"/>
          </p:nvPr>
        </p:nvSpPr>
        <p:spPr/>
        <p:txBody>
          <a:bodyPr/>
          <a:lstStyle/>
          <a:p>
            <a:fld id="{A8160BDD-7155-D744-B749-9730458604AD}" type="slidenum">
              <a:rPr lang="en-US" smtClean="0"/>
              <a:t>12</a:t>
            </a:fld>
            <a:endParaRPr lang="en-US" dirty="0"/>
          </a:p>
        </p:txBody>
      </p:sp>
      <p:grpSp>
        <p:nvGrpSpPr>
          <p:cNvPr id="30" name="Group 29">
            <a:extLst>
              <a:ext uri="{FF2B5EF4-FFF2-40B4-BE49-F238E27FC236}">
                <a16:creationId xmlns:a16="http://schemas.microsoft.com/office/drawing/2014/main" id="{050DD68E-F267-DF94-524D-E475C863D2A2}"/>
              </a:ext>
            </a:extLst>
          </p:cNvPr>
          <p:cNvGrpSpPr/>
          <p:nvPr/>
        </p:nvGrpSpPr>
        <p:grpSpPr>
          <a:xfrm>
            <a:off x="623542" y="1871686"/>
            <a:ext cx="10944916" cy="3646976"/>
            <a:chOff x="623542" y="1871686"/>
            <a:chExt cx="10944916" cy="3646976"/>
          </a:xfrm>
        </p:grpSpPr>
        <p:sp>
          <p:nvSpPr>
            <p:cNvPr id="28" name="Arrow: Bent-Up 27">
              <a:extLst>
                <a:ext uri="{FF2B5EF4-FFF2-40B4-BE49-F238E27FC236}">
                  <a16:creationId xmlns:a16="http://schemas.microsoft.com/office/drawing/2014/main" id="{18D29232-6AF0-C999-B640-E8A8E58E421D}"/>
                </a:ext>
              </a:extLst>
            </p:cNvPr>
            <p:cNvSpPr/>
            <p:nvPr/>
          </p:nvSpPr>
          <p:spPr>
            <a:xfrm rot="16200000" flipH="1">
              <a:off x="9193636" y="3607153"/>
              <a:ext cx="1954140" cy="1853930"/>
            </a:xfrm>
            <a:prstGeom prst="bentUpArrow">
              <a:avLst>
                <a:gd name="adj1" fmla="val 25000"/>
                <a:gd name="adj2" fmla="val 22563"/>
                <a:gd name="adj3" fmla="val 19000"/>
              </a:avLst>
            </a:prstGeom>
            <a:solidFill>
              <a:srgbClr val="009DDC"/>
            </a:solidFill>
            <a:ln w="28575" cap="flat" cmpd="sng" algn="ctr">
              <a:noFill/>
              <a:prstDash val="solid"/>
            </a:ln>
            <a:effectLst>
              <a:outerShdw blurRad="50800" dist="38100" dir="2700000" algn="tl" rotWithShape="0">
                <a:prstClr val="black">
                  <a:alpha val="40000"/>
                </a:prstClr>
              </a:outerShdw>
            </a:effectLst>
          </p:spPr>
          <p:txBody>
            <a:bodyPr rtlCol="0" anchor="ctr"/>
            <a:lstStyle/>
            <a:p>
              <a:pPr algn="ctr" defTabSz="914400"/>
              <a:endParaRPr lang="en-US" sz="1100" b="1" kern="0" dirty="0">
                <a:solidFill>
                  <a:srgbClr val="FF0000"/>
                </a:solidFill>
                <a:latin typeface="Arial"/>
              </a:endParaRPr>
            </a:p>
          </p:txBody>
        </p:sp>
        <p:grpSp>
          <p:nvGrpSpPr>
            <p:cNvPr id="6" name="Group 5">
              <a:extLst>
                <a:ext uri="{FF2B5EF4-FFF2-40B4-BE49-F238E27FC236}">
                  <a16:creationId xmlns:a16="http://schemas.microsoft.com/office/drawing/2014/main" id="{923067B8-1A8D-9939-7DBA-381D368DFDBB}"/>
                </a:ext>
              </a:extLst>
            </p:cNvPr>
            <p:cNvGrpSpPr/>
            <p:nvPr/>
          </p:nvGrpSpPr>
          <p:grpSpPr>
            <a:xfrm>
              <a:off x="623542" y="1871686"/>
              <a:ext cx="10944916" cy="3646976"/>
              <a:chOff x="623542" y="1871686"/>
              <a:chExt cx="10944916" cy="3646976"/>
            </a:xfrm>
          </p:grpSpPr>
          <p:sp>
            <p:nvSpPr>
              <p:cNvPr id="4" name="Arrow: Bent-Up 3">
                <a:extLst>
                  <a:ext uri="{FF2B5EF4-FFF2-40B4-BE49-F238E27FC236}">
                    <a16:creationId xmlns:a16="http://schemas.microsoft.com/office/drawing/2014/main" id="{738A84A4-F6BA-62D2-46D8-9DBD9F4C0572}"/>
                  </a:ext>
                </a:extLst>
              </p:cNvPr>
              <p:cNvSpPr/>
              <p:nvPr/>
            </p:nvSpPr>
            <p:spPr>
              <a:xfrm flipH="1">
                <a:off x="5712709" y="3616315"/>
                <a:ext cx="2066829" cy="1693364"/>
              </a:xfrm>
              <a:prstGeom prst="bentUpArrow">
                <a:avLst>
                  <a:gd name="adj1" fmla="val 25000"/>
                  <a:gd name="adj2" fmla="val 22563"/>
                  <a:gd name="adj3" fmla="val 19000"/>
                </a:avLst>
              </a:prstGeom>
              <a:solidFill>
                <a:srgbClr val="009DDC"/>
              </a:solidFill>
              <a:ln w="28575" cap="flat" cmpd="sng" algn="ctr">
                <a:noFill/>
                <a:prstDash val="solid"/>
              </a:ln>
              <a:effectLst>
                <a:outerShdw blurRad="50800" dist="38100" dir="2700000" algn="tl" rotWithShape="0">
                  <a:prstClr val="black">
                    <a:alpha val="40000"/>
                  </a:prstClr>
                </a:outerShdw>
              </a:effectLst>
            </p:spPr>
            <p:txBody>
              <a:bodyPr rtlCol="0" anchor="ctr"/>
              <a:lstStyle/>
              <a:p>
                <a:pPr algn="ctr" defTabSz="914400"/>
                <a:endParaRPr lang="en-US" sz="1100" b="1" kern="0" dirty="0">
                  <a:solidFill>
                    <a:srgbClr val="FF0000"/>
                  </a:solidFill>
                  <a:latin typeface="Arial"/>
                </a:endParaRPr>
              </a:p>
            </p:txBody>
          </p:sp>
          <p:grpSp>
            <p:nvGrpSpPr>
              <p:cNvPr id="37" name="Group 36">
                <a:extLst>
                  <a:ext uri="{FF2B5EF4-FFF2-40B4-BE49-F238E27FC236}">
                    <a16:creationId xmlns:a16="http://schemas.microsoft.com/office/drawing/2014/main" id="{B8A2E5C5-DE98-FC39-F9FE-01DC9F4F8D56}"/>
                  </a:ext>
                </a:extLst>
              </p:cNvPr>
              <p:cNvGrpSpPr/>
              <p:nvPr/>
            </p:nvGrpSpPr>
            <p:grpSpPr>
              <a:xfrm>
                <a:off x="623542" y="1871686"/>
                <a:ext cx="10944916" cy="3646976"/>
                <a:chOff x="175320" y="1871686"/>
                <a:chExt cx="10944916" cy="3646976"/>
              </a:xfrm>
            </p:grpSpPr>
            <p:pic>
              <p:nvPicPr>
                <p:cNvPr id="5" name="Graphic 4" descr="Database">
                  <a:extLst>
                    <a:ext uri="{FF2B5EF4-FFF2-40B4-BE49-F238E27FC236}">
                      <a16:creationId xmlns:a16="http://schemas.microsoft.com/office/drawing/2014/main" id="{298CFB9F-E550-FEC4-1BD5-97B678D2B6D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8239" y="1871688"/>
                  <a:ext cx="1474519" cy="1474519"/>
                </a:xfrm>
                <a:prstGeom prst="rect">
                  <a:avLst/>
                </a:prstGeom>
              </p:spPr>
            </p:pic>
            <p:pic>
              <p:nvPicPr>
                <p:cNvPr id="7" name="Graphic 6" descr="Upward trend">
                  <a:extLst>
                    <a:ext uri="{FF2B5EF4-FFF2-40B4-BE49-F238E27FC236}">
                      <a16:creationId xmlns:a16="http://schemas.microsoft.com/office/drawing/2014/main" id="{450A14C0-5138-73B5-DA7F-0AD458CF1C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78127" y="1948616"/>
                  <a:ext cx="1397590" cy="1397590"/>
                </a:xfrm>
                <a:prstGeom prst="rect">
                  <a:avLst/>
                </a:prstGeom>
              </p:spPr>
            </p:pic>
            <p:sp>
              <p:nvSpPr>
                <p:cNvPr id="8" name="AutoShape 304">
                  <a:extLst>
                    <a:ext uri="{FF2B5EF4-FFF2-40B4-BE49-F238E27FC236}">
                      <a16:creationId xmlns:a16="http://schemas.microsoft.com/office/drawing/2014/main" id="{EE9D421D-67EC-5965-D570-874A8218F4F8}"/>
                    </a:ext>
                  </a:extLst>
                </p:cNvPr>
                <p:cNvSpPr>
                  <a:spLocks noChangeArrowheads="1"/>
                </p:cNvSpPr>
                <p:nvPr/>
              </p:nvSpPr>
              <p:spPr bwMode="auto">
                <a:xfrm>
                  <a:off x="1527926" y="2254308"/>
                  <a:ext cx="1206856" cy="806179"/>
                </a:xfrm>
                <a:prstGeom prst="rightArrow">
                  <a:avLst>
                    <a:gd name="adj1" fmla="val 52602"/>
                    <a:gd name="adj2" fmla="val 39931"/>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9" name="Text Box 307">
                  <a:extLst>
                    <a:ext uri="{FF2B5EF4-FFF2-40B4-BE49-F238E27FC236}">
                      <a16:creationId xmlns:a16="http://schemas.microsoft.com/office/drawing/2014/main" id="{3583F5CF-C19C-FD0C-56D6-3B8255FCA3E6}"/>
                    </a:ext>
                  </a:extLst>
                </p:cNvPr>
                <p:cNvSpPr txBox="1">
                  <a:spLocks noChangeArrowheads="1"/>
                </p:cNvSpPr>
                <p:nvPr/>
              </p:nvSpPr>
              <p:spPr bwMode="auto">
                <a:xfrm>
                  <a:off x="175320" y="3217417"/>
                  <a:ext cx="149066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Data</a:t>
                  </a:r>
                </a:p>
              </p:txBody>
            </p:sp>
            <p:sp>
              <p:nvSpPr>
                <p:cNvPr id="10" name="Text Box 307">
                  <a:extLst>
                    <a:ext uri="{FF2B5EF4-FFF2-40B4-BE49-F238E27FC236}">
                      <a16:creationId xmlns:a16="http://schemas.microsoft.com/office/drawing/2014/main" id="{95F6ACF7-C9B6-CA54-5E7E-0C31A435B93E}"/>
                    </a:ext>
                  </a:extLst>
                </p:cNvPr>
                <p:cNvSpPr txBox="1">
                  <a:spLocks noChangeArrowheads="1"/>
                </p:cNvSpPr>
                <p:nvPr/>
              </p:nvSpPr>
              <p:spPr bwMode="auto">
                <a:xfrm>
                  <a:off x="2502418" y="3217417"/>
                  <a:ext cx="149066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Algorithm</a:t>
                  </a:r>
                </a:p>
              </p:txBody>
            </p:sp>
            <p:pic>
              <p:nvPicPr>
                <p:cNvPr id="11" name="Graphic 10" descr="Magnifying glass">
                  <a:extLst>
                    <a:ext uri="{FF2B5EF4-FFF2-40B4-BE49-F238E27FC236}">
                      <a16:creationId xmlns:a16="http://schemas.microsoft.com/office/drawing/2014/main" id="{23D512A2-4CD1-D0CA-38B1-99B3951BDB6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892781" y="2136156"/>
                  <a:ext cx="1227455" cy="1227455"/>
                </a:xfrm>
                <a:prstGeom prst="rect">
                  <a:avLst/>
                </a:prstGeom>
              </p:spPr>
            </p:pic>
            <p:sp>
              <p:nvSpPr>
                <p:cNvPr id="12" name="Text Box 307">
                  <a:extLst>
                    <a:ext uri="{FF2B5EF4-FFF2-40B4-BE49-F238E27FC236}">
                      <a16:creationId xmlns:a16="http://schemas.microsoft.com/office/drawing/2014/main" id="{344DE006-9CEC-DCDC-184A-65D22F7C4639}"/>
                    </a:ext>
                  </a:extLst>
                </p:cNvPr>
                <p:cNvSpPr txBox="1">
                  <a:spLocks noChangeArrowheads="1"/>
                </p:cNvSpPr>
                <p:nvPr/>
              </p:nvSpPr>
              <p:spPr bwMode="auto">
                <a:xfrm>
                  <a:off x="1312213" y="2438135"/>
                  <a:ext cx="14906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Calibri"/>
                      <a:cs typeface="Calibri"/>
                    </a:rPr>
                    <a:t>Data input to algorithm</a:t>
                  </a:r>
                </a:p>
              </p:txBody>
            </p:sp>
            <p:grpSp>
              <p:nvGrpSpPr>
                <p:cNvPr id="13" name="Group 12">
                  <a:extLst>
                    <a:ext uri="{FF2B5EF4-FFF2-40B4-BE49-F238E27FC236}">
                      <a16:creationId xmlns:a16="http://schemas.microsoft.com/office/drawing/2014/main" id="{29876740-C412-10D2-BE51-B26B28A36AEE}"/>
                    </a:ext>
                  </a:extLst>
                </p:cNvPr>
                <p:cNvGrpSpPr/>
                <p:nvPr/>
              </p:nvGrpSpPr>
              <p:grpSpPr>
                <a:xfrm>
                  <a:off x="6069846" y="2254307"/>
                  <a:ext cx="1326078" cy="806179"/>
                  <a:chOff x="3684513" y="3407061"/>
                  <a:chExt cx="1326078" cy="806179"/>
                </a:xfrm>
              </p:grpSpPr>
              <p:sp>
                <p:nvSpPr>
                  <p:cNvPr id="26" name="AutoShape 304">
                    <a:extLst>
                      <a:ext uri="{FF2B5EF4-FFF2-40B4-BE49-F238E27FC236}">
                        <a16:creationId xmlns:a16="http://schemas.microsoft.com/office/drawing/2014/main" id="{DE29F1CD-9541-9A6D-4EB8-80605AF1E19D}"/>
                      </a:ext>
                    </a:extLst>
                  </p:cNvPr>
                  <p:cNvSpPr>
                    <a:spLocks noChangeArrowheads="1"/>
                  </p:cNvSpPr>
                  <p:nvPr/>
                </p:nvSpPr>
                <p:spPr bwMode="auto">
                  <a:xfrm>
                    <a:off x="3803735" y="3407061"/>
                    <a:ext cx="1206856" cy="806179"/>
                  </a:xfrm>
                  <a:prstGeom prst="rightArrow">
                    <a:avLst>
                      <a:gd name="adj1" fmla="val 52602"/>
                      <a:gd name="adj2" fmla="val 39931"/>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7" name="Text Box 307">
                    <a:extLst>
                      <a:ext uri="{FF2B5EF4-FFF2-40B4-BE49-F238E27FC236}">
                        <a16:creationId xmlns:a16="http://schemas.microsoft.com/office/drawing/2014/main" id="{3738D979-4AF3-F37C-2383-3CE3DB087816}"/>
                      </a:ext>
                    </a:extLst>
                  </p:cNvPr>
                  <p:cNvSpPr txBox="1">
                    <a:spLocks noChangeArrowheads="1"/>
                  </p:cNvSpPr>
                  <p:nvPr/>
                </p:nvSpPr>
                <p:spPr bwMode="auto">
                  <a:xfrm>
                    <a:off x="3684513" y="3579317"/>
                    <a:ext cx="12585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200" b="1" kern="0" dirty="0">
                        <a:solidFill>
                          <a:schemeClr val="bg1"/>
                        </a:solidFill>
                        <a:latin typeface="Calibri"/>
                        <a:cs typeface="Calibri"/>
                      </a:rPr>
                      <a:t>Makes predictions</a:t>
                    </a:r>
                    <a:endParaRPr kumimoji="0" lang="en-US" sz="1200" b="1" i="0" u="none" strike="noStrike" kern="0" cap="none" spc="0" normalizeH="0" baseline="0" noProof="0" dirty="0">
                      <a:ln>
                        <a:noFill/>
                      </a:ln>
                      <a:solidFill>
                        <a:schemeClr val="bg1"/>
                      </a:solidFill>
                      <a:effectLst/>
                      <a:uLnTx/>
                      <a:uFillTx/>
                      <a:latin typeface="Calibri"/>
                      <a:cs typeface="Calibri"/>
                    </a:endParaRPr>
                  </a:p>
                </p:txBody>
              </p:sp>
            </p:grpSp>
            <p:grpSp>
              <p:nvGrpSpPr>
                <p:cNvPr id="14" name="Group 13">
                  <a:extLst>
                    <a:ext uri="{FF2B5EF4-FFF2-40B4-BE49-F238E27FC236}">
                      <a16:creationId xmlns:a16="http://schemas.microsoft.com/office/drawing/2014/main" id="{43147FB1-6BB6-E951-CD91-D2FE223DE71E}"/>
                    </a:ext>
                  </a:extLst>
                </p:cNvPr>
                <p:cNvGrpSpPr/>
                <p:nvPr/>
              </p:nvGrpSpPr>
              <p:grpSpPr>
                <a:xfrm>
                  <a:off x="8702502" y="2265877"/>
                  <a:ext cx="1206856" cy="806179"/>
                  <a:chOff x="4337479" y="4410483"/>
                  <a:chExt cx="1206856" cy="806179"/>
                </a:xfrm>
              </p:grpSpPr>
              <p:sp>
                <p:nvSpPr>
                  <p:cNvPr id="24" name="AutoShape 304">
                    <a:extLst>
                      <a:ext uri="{FF2B5EF4-FFF2-40B4-BE49-F238E27FC236}">
                        <a16:creationId xmlns:a16="http://schemas.microsoft.com/office/drawing/2014/main" id="{C7797333-6356-7811-C764-824CA9C79C62}"/>
                      </a:ext>
                    </a:extLst>
                  </p:cNvPr>
                  <p:cNvSpPr>
                    <a:spLocks noChangeArrowheads="1"/>
                  </p:cNvSpPr>
                  <p:nvPr/>
                </p:nvSpPr>
                <p:spPr bwMode="auto">
                  <a:xfrm>
                    <a:off x="4337479" y="4410483"/>
                    <a:ext cx="1206856" cy="806179"/>
                  </a:xfrm>
                  <a:prstGeom prst="rightArrow">
                    <a:avLst>
                      <a:gd name="adj1" fmla="val 52602"/>
                      <a:gd name="adj2" fmla="val 39931"/>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5" name="Text Box 307">
                    <a:extLst>
                      <a:ext uri="{FF2B5EF4-FFF2-40B4-BE49-F238E27FC236}">
                        <a16:creationId xmlns:a16="http://schemas.microsoft.com/office/drawing/2014/main" id="{66A96E9F-5C2B-8019-0D38-D8798F35B3C6}"/>
                      </a:ext>
                    </a:extLst>
                  </p:cNvPr>
                  <p:cNvSpPr txBox="1">
                    <a:spLocks noChangeArrowheads="1"/>
                  </p:cNvSpPr>
                  <p:nvPr/>
                </p:nvSpPr>
                <p:spPr bwMode="auto">
                  <a:xfrm>
                    <a:off x="4387819" y="4571169"/>
                    <a:ext cx="947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200" b="1" kern="0" dirty="0">
                        <a:solidFill>
                          <a:schemeClr val="bg1"/>
                        </a:solidFill>
                        <a:latin typeface="Calibri"/>
                        <a:cs typeface="Calibri"/>
                      </a:rPr>
                      <a:t>Evaluates predictions</a:t>
                    </a:r>
                    <a:endParaRPr kumimoji="0" lang="en-US" sz="1200" b="1" i="0" u="none" strike="noStrike" kern="0" cap="none" spc="0" normalizeH="0" baseline="0" noProof="0" dirty="0">
                      <a:ln>
                        <a:noFill/>
                      </a:ln>
                      <a:solidFill>
                        <a:schemeClr val="bg1"/>
                      </a:solidFill>
                      <a:effectLst/>
                      <a:uLnTx/>
                      <a:uFillTx/>
                      <a:latin typeface="Calibri"/>
                      <a:cs typeface="Calibri"/>
                    </a:endParaRPr>
                  </a:p>
                </p:txBody>
              </p:sp>
            </p:grpSp>
            <p:pic>
              <p:nvPicPr>
                <p:cNvPr id="16" name="Graphic 15" descr="Lightbulb and gear">
                  <a:extLst>
                    <a:ext uri="{FF2B5EF4-FFF2-40B4-BE49-F238E27FC236}">
                      <a16:creationId xmlns:a16="http://schemas.microsoft.com/office/drawing/2014/main" id="{019C1886-F5DD-C4F0-6813-86BB114BE7E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71035" y="4126398"/>
                  <a:ext cx="1392264" cy="1392264"/>
                </a:xfrm>
                <a:prstGeom prst="rect">
                  <a:avLst/>
                </a:prstGeom>
              </p:spPr>
            </p:pic>
            <p:sp>
              <p:nvSpPr>
                <p:cNvPr id="19" name="Text Box 307">
                  <a:extLst>
                    <a:ext uri="{FF2B5EF4-FFF2-40B4-BE49-F238E27FC236}">
                      <a16:creationId xmlns:a16="http://schemas.microsoft.com/office/drawing/2014/main" id="{C7AA23F2-B483-100F-C350-13EA5252E718}"/>
                    </a:ext>
                  </a:extLst>
                </p:cNvPr>
                <p:cNvSpPr txBox="1">
                  <a:spLocks noChangeArrowheads="1"/>
                </p:cNvSpPr>
                <p:nvPr/>
              </p:nvSpPr>
              <p:spPr bwMode="auto">
                <a:xfrm>
                  <a:off x="5515413" y="4958281"/>
                  <a:ext cx="21315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200" b="1" kern="0" dirty="0">
                      <a:solidFill>
                        <a:schemeClr val="bg1"/>
                      </a:solidFill>
                      <a:latin typeface="Calibri"/>
                      <a:cs typeface="Calibri"/>
                    </a:rPr>
                    <a:t>Improves</a:t>
                  </a:r>
                  <a:endParaRPr kumimoji="0" lang="en-US" sz="1200" b="1" i="0" u="none" strike="noStrike" kern="0" cap="none" spc="0" normalizeH="0" baseline="0" noProof="0" dirty="0">
                    <a:ln>
                      <a:noFill/>
                    </a:ln>
                    <a:solidFill>
                      <a:schemeClr val="bg1"/>
                    </a:solidFill>
                    <a:effectLst/>
                    <a:uLnTx/>
                    <a:uFillTx/>
                    <a:latin typeface="Calibri"/>
                    <a:cs typeface="Calibri"/>
                  </a:endParaRPr>
                </a:p>
              </p:txBody>
            </p:sp>
            <p:pic>
              <p:nvPicPr>
                <p:cNvPr id="29" name="Graphic 28" descr="Robot">
                  <a:extLst>
                    <a:ext uri="{FF2B5EF4-FFF2-40B4-BE49-F238E27FC236}">
                      <a16:creationId xmlns:a16="http://schemas.microsoft.com/office/drawing/2014/main" id="{B8FFC2DF-05E7-D858-4657-BB11C40F430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912762" y="1871686"/>
                  <a:ext cx="1474519" cy="1474519"/>
                </a:xfrm>
                <a:prstGeom prst="rect">
                  <a:avLst/>
                </a:prstGeom>
              </p:spPr>
            </p:pic>
            <p:pic>
              <p:nvPicPr>
                <p:cNvPr id="32" name="Graphic 31" descr="Gears with solid fill">
                  <a:extLst>
                    <a:ext uri="{FF2B5EF4-FFF2-40B4-BE49-F238E27FC236}">
                      <a16:creationId xmlns:a16="http://schemas.microsoft.com/office/drawing/2014/main" id="{FAA228F3-8909-56E3-92F7-0A1D70DF807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568807" y="1871686"/>
                  <a:ext cx="1472184" cy="1472184"/>
                </a:xfrm>
                <a:prstGeom prst="rect">
                  <a:avLst/>
                </a:prstGeom>
              </p:spPr>
            </p:pic>
            <p:grpSp>
              <p:nvGrpSpPr>
                <p:cNvPr id="33" name="Group 32">
                  <a:extLst>
                    <a:ext uri="{FF2B5EF4-FFF2-40B4-BE49-F238E27FC236}">
                      <a16:creationId xmlns:a16="http://schemas.microsoft.com/office/drawing/2014/main" id="{54174233-5419-F780-7E15-979DAFBAED96}"/>
                    </a:ext>
                  </a:extLst>
                </p:cNvPr>
                <p:cNvGrpSpPr/>
                <p:nvPr/>
              </p:nvGrpSpPr>
              <p:grpSpPr>
                <a:xfrm>
                  <a:off x="3904485" y="2265877"/>
                  <a:ext cx="1206856" cy="806179"/>
                  <a:chOff x="3803735" y="3407061"/>
                  <a:chExt cx="1206856" cy="806179"/>
                </a:xfrm>
              </p:grpSpPr>
              <p:sp>
                <p:nvSpPr>
                  <p:cNvPr id="34" name="AutoShape 304">
                    <a:extLst>
                      <a:ext uri="{FF2B5EF4-FFF2-40B4-BE49-F238E27FC236}">
                        <a16:creationId xmlns:a16="http://schemas.microsoft.com/office/drawing/2014/main" id="{9D5CB1F4-5A2B-91F8-30D9-D2EB4F5862F0}"/>
                      </a:ext>
                    </a:extLst>
                  </p:cNvPr>
                  <p:cNvSpPr>
                    <a:spLocks noChangeArrowheads="1"/>
                  </p:cNvSpPr>
                  <p:nvPr/>
                </p:nvSpPr>
                <p:spPr bwMode="auto">
                  <a:xfrm>
                    <a:off x="3803735" y="3407061"/>
                    <a:ext cx="1206856" cy="806179"/>
                  </a:xfrm>
                  <a:prstGeom prst="rightArrow">
                    <a:avLst>
                      <a:gd name="adj1" fmla="val 52602"/>
                      <a:gd name="adj2" fmla="val 39931"/>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Text Box 307">
                    <a:extLst>
                      <a:ext uri="{FF2B5EF4-FFF2-40B4-BE49-F238E27FC236}">
                        <a16:creationId xmlns:a16="http://schemas.microsoft.com/office/drawing/2014/main" id="{9C356902-07ED-D10B-26CB-E5A6EB1C233E}"/>
                      </a:ext>
                    </a:extLst>
                  </p:cNvPr>
                  <p:cNvSpPr txBox="1">
                    <a:spLocks noChangeArrowheads="1"/>
                  </p:cNvSpPr>
                  <p:nvPr/>
                </p:nvSpPr>
                <p:spPr bwMode="auto">
                  <a:xfrm>
                    <a:off x="3807222" y="3579317"/>
                    <a:ext cx="10047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200" b="1" kern="0" dirty="0">
                        <a:solidFill>
                          <a:schemeClr val="bg1"/>
                        </a:solidFill>
                        <a:latin typeface="Calibri"/>
                        <a:cs typeface="Calibri"/>
                      </a:rPr>
                      <a:t>Creates model</a:t>
                    </a:r>
                    <a:endParaRPr kumimoji="0" lang="en-US" sz="1200" b="1" i="0" u="none" strike="noStrike" kern="0" cap="none" spc="0" normalizeH="0" baseline="0" noProof="0" dirty="0">
                      <a:ln>
                        <a:noFill/>
                      </a:ln>
                      <a:solidFill>
                        <a:schemeClr val="bg1"/>
                      </a:solidFill>
                      <a:effectLst/>
                      <a:uLnTx/>
                      <a:uFillTx/>
                      <a:latin typeface="Calibri"/>
                      <a:cs typeface="Calibri"/>
                    </a:endParaRPr>
                  </a:p>
                </p:txBody>
              </p:sp>
            </p:grpSp>
            <p:sp>
              <p:nvSpPr>
                <p:cNvPr id="36" name="Text Box 307">
                  <a:extLst>
                    <a:ext uri="{FF2B5EF4-FFF2-40B4-BE49-F238E27FC236}">
                      <a16:creationId xmlns:a16="http://schemas.microsoft.com/office/drawing/2014/main" id="{8AD0F198-E0CA-6CA7-BE5F-A95CF24073BC}"/>
                    </a:ext>
                  </a:extLst>
                </p:cNvPr>
                <p:cNvSpPr txBox="1">
                  <a:spLocks noChangeArrowheads="1"/>
                </p:cNvSpPr>
                <p:nvPr/>
              </p:nvSpPr>
              <p:spPr bwMode="auto">
                <a:xfrm>
                  <a:off x="4912762" y="3217417"/>
                  <a:ext cx="149066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Model</a:t>
                  </a:r>
                </a:p>
              </p:txBody>
            </p:sp>
            <p:sp>
              <p:nvSpPr>
                <p:cNvPr id="18" name="Text Box 307">
                  <a:extLst>
                    <a:ext uri="{FF2B5EF4-FFF2-40B4-BE49-F238E27FC236}">
                      <a16:creationId xmlns:a16="http://schemas.microsoft.com/office/drawing/2014/main" id="{654761F4-7F87-3DC7-7077-510BCA2737C3}"/>
                    </a:ext>
                  </a:extLst>
                </p:cNvPr>
                <p:cNvSpPr txBox="1">
                  <a:spLocks noChangeArrowheads="1"/>
                </p:cNvSpPr>
                <p:nvPr/>
              </p:nvSpPr>
              <p:spPr bwMode="auto">
                <a:xfrm>
                  <a:off x="8827012" y="4938750"/>
                  <a:ext cx="21315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200" b="1" kern="0" dirty="0">
                      <a:solidFill>
                        <a:schemeClr val="bg1"/>
                      </a:solidFill>
                      <a:latin typeface="Calibri"/>
                      <a:cs typeface="Calibri"/>
                    </a:rPr>
                    <a:t>Learns</a:t>
                  </a:r>
                  <a:endParaRPr kumimoji="0" lang="en-US" sz="1200" b="1" i="0" u="none" strike="noStrike" kern="0" cap="none" spc="0" normalizeH="0" baseline="0" noProof="0" dirty="0">
                    <a:ln>
                      <a:noFill/>
                    </a:ln>
                    <a:solidFill>
                      <a:schemeClr val="bg1"/>
                    </a:solidFill>
                    <a:effectLst/>
                    <a:uLnTx/>
                    <a:uFillTx/>
                    <a:latin typeface="Calibri"/>
                    <a:cs typeface="Calibri"/>
                  </a:endParaRPr>
                </a:p>
              </p:txBody>
            </p:sp>
          </p:grpSp>
        </p:grpSp>
      </p:grpSp>
    </p:spTree>
    <p:extLst>
      <p:ext uri="{BB962C8B-B14F-4D97-AF65-F5344CB8AC3E}">
        <p14:creationId xmlns:p14="http://schemas.microsoft.com/office/powerpoint/2010/main" val="2464077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AFE1650-D995-A492-0EEA-FCCD9C679286}"/>
              </a:ext>
            </a:extLst>
          </p:cNvPr>
          <p:cNvSpPr>
            <a:spLocks noGrp="1"/>
          </p:cNvSpPr>
          <p:nvPr>
            <p:ph type="sldNum" sz="quarter" idx="12"/>
          </p:nvPr>
        </p:nvSpPr>
        <p:spPr/>
        <p:txBody>
          <a:bodyPr/>
          <a:lstStyle/>
          <a:p>
            <a:fld id="{A8160BDD-7155-D744-B749-9730458604AD}" type="slidenum">
              <a:rPr lang="en-US" smtClean="0"/>
              <a:t>13</a:t>
            </a:fld>
            <a:endParaRPr lang="en-US" dirty="0"/>
          </a:p>
        </p:txBody>
      </p:sp>
      <p:sp>
        <p:nvSpPr>
          <p:cNvPr id="27" name="Content Placeholder 26">
            <a:extLst>
              <a:ext uri="{FF2B5EF4-FFF2-40B4-BE49-F238E27FC236}">
                <a16:creationId xmlns:a16="http://schemas.microsoft.com/office/drawing/2014/main" id="{0406820F-9B80-2951-355C-558044AFE1DC}"/>
              </a:ext>
            </a:extLst>
          </p:cNvPr>
          <p:cNvSpPr>
            <a:spLocks noGrp="1"/>
          </p:cNvSpPr>
          <p:nvPr>
            <p:ph idx="1"/>
          </p:nvPr>
        </p:nvSpPr>
        <p:spPr>
          <a:xfrm>
            <a:off x="455900" y="5200650"/>
            <a:ext cx="11280200" cy="1022350"/>
          </a:xfrm>
        </p:spPr>
        <p:txBody>
          <a:bodyPr/>
          <a:lstStyle/>
          <a:p>
            <a:r>
              <a:rPr lang="en-US" dirty="0"/>
              <a:t>Note that "ID" is not a feature because it is not relevant to making predictions in this case.</a:t>
            </a:r>
          </a:p>
          <a:p>
            <a:r>
              <a:rPr lang="en-US" dirty="0"/>
              <a:t>The model is said to </a:t>
            </a:r>
            <a:r>
              <a:rPr lang="en-US" i="1" dirty="0"/>
              <a:t>train</a:t>
            </a:r>
            <a:r>
              <a:rPr lang="en-US" dirty="0"/>
              <a:t> on this data.</a:t>
            </a:r>
          </a:p>
        </p:txBody>
      </p:sp>
      <p:sp>
        <p:nvSpPr>
          <p:cNvPr id="2" name="Title 1">
            <a:extLst>
              <a:ext uri="{FF2B5EF4-FFF2-40B4-BE49-F238E27FC236}">
                <a16:creationId xmlns:a16="http://schemas.microsoft.com/office/drawing/2014/main" id="{BC861ACC-C569-1BA5-2D7F-71A5177CC875}"/>
              </a:ext>
            </a:extLst>
          </p:cNvPr>
          <p:cNvSpPr>
            <a:spLocks noGrp="1"/>
          </p:cNvSpPr>
          <p:nvPr>
            <p:ph type="title"/>
          </p:nvPr>
        </p:nvSpPr>
        <p:spPr/>
        <p:txBody>
          <a:bodyPr/>
          <a:lstStyle/>
          <a:p>
            <a:r>
              <a:rPr lang="en-US" dirty="0"/>
              <a:t>Machine Learning Datasets</a:t>
            </a:r>
          </a:p>
        </p:txBody>
      </p:sp>
      <p:graphicFrame>
        <p:nvGraphicFramePr>
          <p:cNvPr id="16" name="Group 23">
            <a:extLst>
              <a:ext uri="{FF2B5EF4-FFF2-40B4-BE49-F238E27FC236}">
                <a16:creationId xmlns:a16="http://schemas.microsoft.com/office/drawing/2014/main" id="{83364BD8-2619-BBC6-8284-07B5E1C43DD1}"/>
              </a:ext>
            </a:extLst>
          </p:cNvPr>
          <p:cNvGraphicFramePr>
            <a:graphicFrameLocks noGrp="1"/>
          </p:cNvGraphicFramePr>
          <p:nvPr/>
        </p:nvGraphicFramePr>
        <p:xfrm>
          <a:off x="3122271" y="2438400"/>
          <a:ext cx="5947458" cy="1981200"/>
        </p:xfrm>
        <a:graphic>
          <a:graphicData uri="http://schemas.openxmlformats.org/drawingml/2006/table">
            <a:tbl>
              <a:tblPr/>
              <a:tblGrid>
                <a:gridCol w="1369362">
                  <a:extLst>
                    <a:ext uri="{9D8B030D-6E8A-4147-A177-3AD203B41FA5}">
                      <a16:colId xmlns:a16="http://schemas.microsoft.com/office/drawing/2014/main" val="20000"/>
                    </a:ext>
                  </a:extLst>
                </a:gridCol>
                <a:gridCol w="1527048">
                  <a:extLst>
                    <a:ext uri="{9D8B030D-6E8A-4147-A177-3AD203B41FA5}">
                      <a16:colId xmlns:a16="http://schemas.microsoft.com/office/drawing/2014/main" val="20001"/>
                    </a:ext>
                  </a:extLst>
                </a:gridCol>
                <a:gridCol w="1524000">
                  <a:extLst>
                    <a:ext uri="{9D8B030D-6E8A-4147-A177-3AD203B41FA5}">
                      <a16:colId xmlns:a16="http://schemas.microsoft.com/office/drawing/2014/main" val="2844680240"/>
                    </a:ext>
                  </a:extLst>
                </a:gridCol>
                <a:gridCol w="1527048">
                  <a:extLst>
                    <a:ext uri="{9D8B030D-6E8A-4147-A177-3AD203B41FA5}">
                      <a16:colId xmlns:a16="http://schemas.microsoft.com/office/drawing/2014/main" val="395195085"/>
                    </a:ext>
                  </a:extLst>
                </a:gridCol>
              </a:tblGrid>
              <a:tr h="4572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dirty="0">
                          <a:ln>
                            <a:noFill/>
                          </a:ln>
                          <a:solidFill>
                            <a:schemeClr val="bg1"/>
                          </a:solidFill>
                          <a:effectLst/>
                          <a:latin typeface="Calibri"/>
                          <a:cs typeface="Calibri"/>
                        </a:rPr>
                        <a:t>ID</a:t>
                      </a:r>
                    </a:p>
                  </a:txBody>
                  <a:tcPr anchor="ctr" horzOverflow="overflow">
                    <a:lnL w="12700" cap="flat" cmpd="sng" algn="ctr">
                      <a:solidFill>
                        <a:schemeClr val="accent1"/>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009DDC"/>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Calibri"/>
                        </a:rPr>
                        <a:t>Weight (lbs)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009DDC"/>
                    </a:solid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Calibri"/>
                        </a:rPr>
                        <a:t>Height (in)</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009DDC"/>
                    </a:solid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Calibri"/>
                        </a:rPr>
                        <a:t>Blood Pressure</a:t>
                      </a:r>
                    </a:p>
                  </a:txBody>
                  <a:tcPr anchor="ctr" horzOverflow="overflow">
                    <a:lnL w="28575" cap="flat" cmpd="sng" algn="ctr">
                      <a:solidFill>
                        <a:srgbClr val="FFFFFF"/>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009DDC"/>
                    </a:solidFill>
                  </a:tcPr>
                </a:tc>
                <a:extLst>
                  <a:ext uri="{0D108BD9-81ED-4DB2-BD59-A6C34878D82A}">
                    <a16:rowId xmlns:a16="http://schemas.microsoft.com/office/drawing/2014/main" val="10000"/>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cap="none" normalizeH="0" baseline="0" dirty="0">
                          <a:ln>
                            <a:noFill/>
                          </a:ln>
                          <a:solidFill>
                            <a:schemeClr val="tx1"/>
                          </a:solidFill>
                          <a:effectLst/>
                          <a:latin typeface="Calibri"/>
                          <a:cs typeface="Calibri"/>
                        </a:rPr>
                        <a:t>554389</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cap="none" normalizeH="0" baseline="0" dirty="0">
                          <a:ln>
                            <a:noFill/>
                          </a:ln>
                          <a:solidFill>
                            <a:schemeClr val="tx1"/>
                          </a:solidFill>
                          <a:effectLst/>
                          <a:latin typeface="Calibri"/>
                          <a:cs typeface="Calibri"/>
                        </a:rPr>
                        <a:t>156.5</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cap="none" normalizeH="0" baseline="0" dirty="0">
                          <a:ln>
                            <a:noFill/>
                          </a:ln>
                          <a:solidFill>
                            <a:schemeClr val="tx1"/>
                          </a:solidFill>
                          <a:effectLst/>
                          <a:latin typeface="Calibri"/>
                          <a:cs typeface="Calibri"/>
                        </a:rPr>
                        <a:t>65</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cap="none" normalizeH="0" baseline="0" dirty="0">
                          <a:ln>
                            <a:noFill/>
                          </a:ln>
                          <a:solidFill>
                            <a:schemeClr val="tx1"/>
                          </a:solidFill>
                          <a:effectLst/>
                          <a:latin typeface="Calibri"/>
                          <a:cs typeface="Calibri"/>
                        </a:rPr>
                        <a:t>120/80</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Calibri"/>
                          <a:ea typeface="+mn-ea"/>
                          <a:cs typeface="Calibri"/>
                        </a:rPr>
                        <a:t>840933</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Calibri"/>
                          <a:ea typeface="+mn-ea"/>
                          <a:cs typeface="Calibri"/>
                        </a:rPr>
                        <a:t>167.3</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Calibri"/>
                          <a:ea typeface="+mn-ea"/>
                          <a:cs typeface="Calibri"/>
                        </a:rPr>
                        <a:t>64</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Calibri"/>
                          <a:ea typeface="+mn-ea"/>
                          <a:cs typeface="Calibri"/>
                        </a:rPr>
                        <a:t>135/86</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Calibri"/>
                          <a:ea typeface="+mn-ea"/>
                          <a:cs typeface="Calibri"/>
                        </a:rPr>
                        <a:t>913221</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Calibri"/>
                          <a:ea typeface="+mn-ea"/>
                          <a:cs typeface="Calibri"/>
                        </a:rPr>
                        <a:t>212.8</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Calibri"/>
                          <a:ea typeface="+mn-ea"/>
                          <a:cs typeface="Calibri"/>
                        </a:rPr>
                        <a:t>73</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Calibri"/>
                          <a:ea typeface="+mn-ea"/>
                          <a:cs typeface="Calibri"/>
                        </a:rPr>
                        <a:t>123/75</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Calibri"/>
                          <a:ea typeface="+mn-ea"/>
                          <a:cs typeface="Calibri"/>
                        </a:rPr>
                        <a:t>453772</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Calibri"/>
                          <a:ea typeface="+mn-ea"/>
                          <a:cs typeface="Calibri"/>
                        </a:rPr>
                        <a:t>256.1</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Calibri"/>
                          <a:ea typeface="+mn-ea"/>
                          <a:cs typeface="Calibri"/>
                        </a:rPr>
                        <a:t>68</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Calibri"/>
                          <a:ea typeface="+mn-ea"/>
                          <a:cs typeface="Calibri"/>
                        </a:rPr>
                        <a:t>140/90</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98636234"/>
                  </a:ext>
                </a:extLst>
              </a:tr>
            </a:tbl>
          </a:graphicData>
        </a:graphic>
      </p:graphicFrame>
      <p:grpSp>
        <p:nvGrpSpPr>
          <p:cNvPr id="26" name="Group 25">
            <a:extLst>
              <a:ext uri="{FF2B5EF4-FFF2-40B4-BE49-F238E27FC236}">
                <a16:creationId xmlns:a16="http://schemas.microsoft.com/office/drawing/2014/main" id="{F9BC3C21-966D-73E6-D8F6-AEE742B930C1}"/>
              </a:ext>
            </a:extLst>
          </p:cNvPr>
          <p:cNvGrpSpPr/>
          <p:nvPr/>
        </p:nvGrpSpPr>
        <p:grpSpPr>
          <a:xfrm>
            <a:off x="1645679" y="1794844"/>
            <a:ext cx="6183960" cy="2421555"/>
            <a:chOff x="1198004" y="1794844"/>
            <a:chExt cx="6183960" cy="2421555"/>
          </a:xfrm>
        </p:grpSpPr>
        <p:sp>
          <p:nvSpPr>
            <p:cNvPr id="17" name="Line 167">
              <a:extLst>
                <a:ext uri="{FF2B5EF4-FFF2-40B4-BE49-F238E27FC236}">
                  <a16:creationId xmlns:a16="http://schemas.microsoft.com/office/drawing/2014/main" id="{E20FB8E3-D069-A50D-E8DD-6F89FB47BACF}"/>
                </a:ext>
              </a:extLst>
            </p:cNvPr>
            <p:cNvSpPr>
              <a:spLocks noChangeShapeType="1"/>
            </p:cNvSpPr>
            <p:nvPr/>
          </p:nvSpPr>
          <p:spPr bwMode="auto">
            <a:xfrm rot="5400000">
              <a:off x="2205037" y="3176592"/>
              <a:ext cx="495301" cy="415924"/>
            </a:xfrm>
            <a:prstGeom prst="line">
              <a:avLst/>
            </a:prstGeom>
            <a:noFill/>
            <a:ln w="19050">
              <a:solidFill>
                <a:srgbClr val="000000"/>
              </a:solidFill>
              <a:round/>
              <a:headEnd type="triangle" w="med" len="med"/>
              <a:tailEnd/>
            </a:ln>
            <a:extLst>
              <a:ext uri="{909E8E84-426E-40dd-AFC4-6F175D3DCCD1}">
                <a14:hiddenFill xmlns:a14="http://schemas.microsoft.com/office/drawing/2010/main" xmlns="">
                  <a:noFill/>
                </a14:hiddenFill>
              </a:ext>
            </a:extLst>
          </p:spPr>
          <p:txBody>
            <a:bodyPr/>
            <a:lstStyle/>
            <a:p>
              <a:pPr defTabSz="914400">
                <a:defRPr/>
              </a:pPr>
              <a:endParaRPr lang="en-US" kern="0" dirty="0">
                <a:solidFill>
                  <a:sysClr val="windowText" lastClr="000000"/>
                </a:solidFill>
              </a:endParaRPr>
            </a:p>
          </p:txBody>
        </p:sp>
        <p:sp>
          <p:nvSpPr>
            <p:cNvPr id="18" name="Rounded Rectangle 149">
              <a:extLst>
                <a:ext uri="{FF2B5EF4-FFF2-40B4-BE49-F238E27FC236}">
                  <a16:creationId xmlns:a16="http://schemas.microsoft.com/office/drawing/2014/main" id="{612A411D-D302-CE6D-5913-71072F9FF100}"/>
                </a:ext>
              </a:extLst>
            </p:cNvPr>
            <p:cNvSpPr/>
            <p:nvPr/>
          </p:nvSpPr>
          <p:spPr>
            <a:xfrm>
              <a:off x="1198004" y="3501231"/>
              <a:ext cx="1046722" cy="274637"/>
            </a:xfrm>
            <a:prstGeom prst="roundRect">
              <a:avLst/>
            </a:prstGeom>
            <a:gradFill flip="none" rotWithShape="0">
              <a:gsLst>
                <a:gs pos="0">
                  <a:srgbClr val="FFFFFF">
                    <a:lumMod val="92000"/>
                  </a:srgbClr>
                </a:gs>
                <a:gs pos="100000">
                  <a:srgbClr val="FFFFFF"/>
                </a:gs>
              </a:gsLst>
              <a:lin ang="2700000" scaled="1"/>
              <a:tileRect/>
            </a:gra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algn="ctr" defTabSz="914400">
                <a:defRPr/>
              </a:pPr>
              <a:r>
                <a:rPr lang="en-US" sz="1300" b="1" kern="0" dirty="0">
                  <a:solidFill>
                    <a:srgbClr val="000000"/>
                  </a:solidFill>
                  <a:latin typeface="Calibri"/>
                  <a:cs typeface="Calibri"/>
                </a:rPr>
                <a:t>Examples</a:t>
              </a:r>
            </a:p>
          </p:txBody>
        </p:sp>
        <p:sp>
          <p:nvSpPr>
            <p:cNvPr id="19" name="Rounded Rectangle 149">
              <a:extLst>
                <a:ext uri="{FF2B5EF4-FFF2-40B4-BE49-F238E27FC236}">
                  <a16:creationId xmlns:a16="http://schemas.microsoft.com/office/drawing/2014/main" id="{8C2E079B-D0C3-347B-AFC1-E8ABEA7C7732}"/>
                </a:ext>
              </a:extLst>
            </p:cNvPr>
            <p:cNvSpPr/>
            <p:nvPr/>
          </p:nvSpPr>
          <p:spPr>
            <a:xfrm>
              <a:off x="5804414" y="1794844"/>
              <a:ext cx="1046722" cy="274637"/>
            </a:xfrm>
            <a:prstGeom prst="roundRect">
              <a:avLst/>
            </a:prstGeom>
            <a:gradFill flip="none" rotWithShape="0">
              <a:gsLst>
                <a:gs pos="0">
                  <a:srgbClr val="FFFFFF">
                    <a:lumMod val="92000"/>
                  </a:srgbClr>
                </a:gs>
                <a:gs pos="100000">
                  <a:srgbClr val="FFFFFF"/>
                </a:gs>
              </a:gsLst>
              <a:lin ang="2700000" scaled="1"/>
              <a:tileRect/>
            </a:gra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algn="ctr" defTabSz="914400">
                <a:defRPr/>
              </a:pPr>
              <a:r>
                <a:rPr lang="en-US" sz="1300" b="1" kern="0" dirty="0">
                  <a:solidFill>
                    <a:srgbClr val="000000"/>
                  </a:solidFill>
                  <a:latin typeface="Calibri"/>
                  <a:cs typeface="Calibri"/>
                </a:rPr>
                <a:t>Features</a:t>
              </a:r>
            </a:p>
          </p:txBody>
        </p:sp>
        <p:sp>
          <p:nvSpPr>
            <p:cNvPr id="20" name="Line 167">
              <a:extLst>
                <a:ext uri="{FF2B5EF4-FFF2-40B4-BE49-F238E27FC236}">
                  <a16:creationId xmlns:a16="http://schemas.microsoft.com/office/drawing/2014/main" id="{B818AC26-7406-C534-3681-3EE243B3EFC0}"/>
                </a:ext>
              </a:extLst>
            </p:cNvPr>
            <p:cNvSpPr>
              <a:spLocks noChangeShapeType="1"/>
            </p:cNvSpPr>
            <p:nvPr/>
          </p:nvSpPr>
          <p:spPr bwMode="auto">
            <a:xfrm rot="5400000">
              <a:off x="2351643" y="3323201"/>
              <a:ext cx="209557" cy="408455"/>
            </a:xfrm>
            <a:prstGeom prst="line">
              <a:avLst/>
            </a:prstGeom>
            <a:noFill/>
            <a:ln w="19050">
              <a:solidFill>
                <a:srgbClr val="000000"/>
              </a:solidFill>
              <a:round/>
              <a:headEnd type="triangle" w="med" len="med"/>
              <a:tailEnd/>
            </a:ln>
            <a:extLst>
              <a:ext uri="{909E8E84-426E-40dd-AFC4-6F175D3DCCD1}">
                <a14:hiddenFill xmlns:a14="http://schemas.microsoft.com/office/drawing/2010/main" xmlns="">
                  <a:noFill/>
                </a14:hiddenFill>
              </a:ext>
            </a:extLst>
          </p:spPr>
          <p:txBody>
            <a:bodyPr/>
            <a:lstStyle/>
            <a:p>
              <a:pPr defTabSz="914400">
                <a:defRPr/>
              </a:pPr>
              <a:endParaRPr lang="en-US" kern="0" dirty="0">
                <a:solidFill>
                  <a:sysClr val="windowText" lastClr="000000"/>
                </a:solidFill>
              </a:endParaRPr>
            </a:p>
          </p:txBody>
        </p:sp>
        <p:sp>
          <p:nvSpPr>
            <p:cNvPr id="21" name="Line 167">
              <a:extLst>
                <a:ext uri="{FF2B5EF4-FFF2-40B4-BE49-F238E27FC236}">
                  <a16:creationId xmlns:a16="http://schemas.microsoft.com/office/drawing/2014/main" id="{D9114FE0-6DE1-A364-64BD-330053E4E3AC}"/>
                </a:ext>
              </a:extLst>
            </p:cNvPr>
            <p:cNvSpPr>
              <a:spLocks noChangeShapeType="1"/>
            </p:cNvSpPr>
            <p:nvPr/>
          </p:nvSpPr>
          <p:spPr bwMode="auto">
            <a:xfrm rot="5400000" flipH="1">
              <a:off x="2335773" y="3548626"/>
              <a:ext cx="234947" cy="402107"/>
            </a:xfrm>
            <a:prstGeom prst="line">
              <a:avLst/>
            </a:prstGeom>
            <a:noFill/>
            <a:ln w="19050">
              <a:solidFill>
                <a:srgbClr val="000000"/>
              </a:solidFill>
              <a:round/>
              <a:headEnd type="triangle" w="med" len="med"/>
              <a:tailEnd/>
            </a:ln>
            <a:extLst>
              <a:ext uri="{909E8E84-426E-40dd-AFC4-6F175D3DCCD1}">
                <a14:hiddenFill xmlns:a14="http://schemas.microsoft.com/office/drawing/2010/main" xmlns="">
                  <a:noFill/>
                </a14:hiddenFill>
              </a:ext>
            </a:extLst>
          </p:spPr>
          <p:txBody>
            <a:bodyPr/>
            <a:lstStyle/>
            <a:p>
              <a:pPr defTabSz="914400">
                <a:defRPr/>
              </a:pPr>
              <a:endParaRPr lang="en-US" kern="0" dirty="0">
                <a:solidFill>
                  <a:sysClr val="windowText" lastClr="000000"/>
                </a:solidFill>
              </a:endParaRPr>
            </a:p>
          </p:txBody>
        </p:sp>
        <p:sp>
          <p:nvSpPr>
            <p:cNvPr id="22" name="Line 167">
              <a:extLst>
                <a:ext uri="{FF2B5EF4-FFF2-40B4-BE49-F238E27FC236}">
                  <a16:creationId xmlns:a16="http://schemas.microsoft.com/office/drawing/2014/main" id="{41B63D22-0B5F-4193-514D-5549B8ACCDBD}"/>
                </a:ext>
              </a:extLst>
            </p:cNvPr>
            <p:cNvSpPr>
              <a:spLocks noChangeShapeType="1"/>
            </p:cNvSpPr>
            <p:nvPr/>
          </p:nvSpPr>
          <p:spPr bwMode="auto">
            <a:xfrm rot="5400000" flipH="1">
              <a:off x="2164325" y="3726425"/>
              <a:ext cx="577841" cy="402107"/>
            </a:xfrm>
            <a:prstGeom prst="line">
              <a:avLst/>
            </a:prstGeom>
            <a:noFill/>
            <a:ln w="19050">
              <a:solidFill>
                <a:srgbClr val="000000"/>
              </a:solidFill>
              <a:round/>
              <a:headEnd type="triangle" w="med" len="med"/>
              <a:tailEnd/>
            </a:ln>
            <a:extLst>
              <a:ext uri="{909E8E84-426E-40dd-AFC4-6F175D3DCCD1}">
                <a14:hiddenFill xmlns:a14="http://schemas.microsoft.com/office/drawing/2010/main" xmlns="">
                  <a:noFill/>
                </a14:hiddenFill>
              </a:ext>
            </a:extLst>
          </p:spPr>
          <p:txBody>
            <a:bodyPr/>
            <a:lstStyle/>
            <a:p>
              <a:pPr defTabSz="914400">
                <a:defRPr/>
              </a:pPr>
              <a:endParaRPr lang="en-US" kern="0" dirty="0">
                <a:solidFill>
                  <a:sysClr val="windowText" lastClr="000000"/>
                </a:solidFill>
              </a:endParaRPr>
            </a:p>
          </p:txBody>
        </p:sp>
        <p:sp>
          <p:nvSpPr>
            <p:cNvPr id="23" name="Line 167">
              <a:extLst>
                <a:ext uri="{FF2B5EF4-FFF2-40B4-BE49-F238E27FC236}">
                  <a16:creationId xmlns:a16="http://schemas.microsoft.com/office/drawing/2014/main" id="{3014EB4E-92A7-4BB6-6F47-DECF3F4B8F9C}"/>
                </a:ext>
              </a:extLst>
            </p:cNvPr>
            <p:cNvSpPr>
              <a:spLocks noChangeShapeType="1"/>
            </p:cNvSpPr>
            <p:nvPr/>
          </p:nvSpPr>
          <p:spPr bwMode="auto">
            <a:xfrm rot="5400000" flipH="1">
              <a:off x="6090927" y="2306329"/>
              <a:ext cx="473696" cy="0"/>
            </a:xfrm>
            <a:prstGeom prst="line">
              <a:avLst/>
            </a:prstGeom>
            <a:noFill/>
            <a:ln w="19050">
              <a:solidFill>
                <a:srgbClr val="000000"/>
              </a:solidFill>
              <a:round/>
              <a:headEnd type="triangle" w="med" len="med"/>
              <a:tailEnd/>
            </a:ln>
            <a:extLst>
              <a:ext uri="{909E8E84-426E-40dd-AFC4-6F175D3DCCD1}">
                <a14:hiddenFill xmlns:a14="http://schemas.microsoft.com/office/drawing/2010/main" xmlns="">
                  <a:noFill/>
                </a14:hiddenFill>
              </a:ext>
            </a:extLst>
          </p:spPr>
          <p:txBody>
            <a:bodyPr/>
            <a:lstStyle/>
            <a:p>
              <a:pPr defTabSz="914400">
                <a:defRPr/>
              </a:pPr>
              <a:endParaRPr lang="en-US" kern="0" dirty="0">
                <a:solidFill>
                  <a:sysClr val="windowText" lastClr="000000"/>
                </a:solidFill>
              </a:endParaRPr>
            </a:p>
          </p:txBody>
        </p:sp>
        <p:sp>
          <p:nvSpPr>
            <p:cNvPr id="24" name="Line 167">
              <a:extLst>
                <a:ext uri="{FF2B5EF4-FFF2-40B4-BE49-F238E27FC236}">
                  <a16:creationId xmlns:a16="http://schemas.microsoft.com/office/drawing/2014/main" id="{F6849214-279B-CBFB-6BE7-76F190D82E4C}"/>
                </a:ext>
              </a:extLst>
            </p:cNvPr>
            <p:cNvSpPr>
              <a:spLocks noChangeShapeType="1"/>
            </p:cNvSpPr>
            <p:nvPr/>
          </p:nvSpPr>
          <p:spPr bwMode="auto">
            <a:xfrm rot="5400000" flipH="1" flipV="1">
              <a:off x="5567567" y="1782968"/>
              <a:ext cx="473696" cy="1046721"/>
            </a:xfrm>
            <a:prstGeom prst="line">
              <a:avLst/>
            </a:prstGeom>
            <a:noFill/>
            <a:ln w="19050">
              <a:solidFill>
                <a:srgbClr val="000000"/>
              </a:solidFill>
              <a:round/>
              <a:headEnd type="triangle" w="med" len="med"/>
              <a:tailEnd/>
            </a:ln>
            <a:extLst>
              <a:ext uri="{909E8E84-426E-40dd-AFC4-6F175D3DCCD1}">
                <a14:hiddenFill xmlns:a14="http://schemas.microsoft.com/office/drawing/2010/main" xmlns="">
                  <a:noFill/>
                </a14:hiddenFill>
              </a:ext>
            </a:extLst>
          </p:spPr>
          <p:txBody>
            <a:bodyPr/>
            <a:lstStyle/>
            <a:p>
              <a:pPr defTabSz="914400">
                <a:defRPr/>
              </a:pPr>
              <a:endParaRPr lang="en-US" kern="0" dirty="0">
                <a:solidFill>
                  <a:sysClr val="windowText" lastClr="000000"/>
                </a:solidFill>
              </a:endParaRPr>
            </a:p>
          </p:txBody>
        </p:sp>
        <p:sp>
          <p:nvSpPr>
            <p:cNvPr id="25" name="Line 167">
              <a:extLst>
                <a:ext uri="{FF2B5EF4-FFF2-40B4-BE49-F238E27FC236}">
                  <a16:creationId xmlns:a16="http://schemas.microsoft.com/office/drawing/2014/main" id="{CA2A22E5-80B0-D864-A9B4-C6D4D42A039B}"/>
                </a:ext>
              </a:extLst>
            </p:cNvPr>
            <p:cNvSpPr>
              <a:spLocks noChangeShapeType="1"/>
            </p:cNvSpPr>
            <p:nvPr/>
          </p:nvSpPr>
          <p:spPr bwMode="auto">
            <a:xfrm rot="16200000" flipV="1">
              <a:off x="6621756" y="1782968"/>
              <a:ext cx="473696" cy="1046721"/>
            </a:xfrm>
            <a:prstGeom prst="line">
              <a:avLst/>
            </a:prstGeom>
            <a:noFill/>
            <a:ln w="19050">
              <a:solidFill>
                <a:srgbClr val="000000"/>
              </a:solidFill>
              <a:round/>
              <a:headEnd type="triangle" w="med" len="med"/>
              <a:tailEnd/>
            </a:ln>
            <a:extLst>
              <a:ext uri="{909E8E84-426E-40dd-AFC4-6F175D3DCCD1}">
                <a14:hiddenFill xmlns:a14="http://schemas.microsoft.com/office/drawing/2010/main" xmlns="">
                  <a:noFill/>
                </a14:hiddenFill>
              </a:ext>
            </a:extLst>
          </p:spPr>
          <p:txBody>
            <a:bodyPr/>
            <a:lstStyle/>
            <a:p>
              <a:pPr defTabSz="914400">
                <a:defRPr/>
              </a:pPr>
              <a:endParaRPr lang="en-US" kern="0" dirty="0">
                <a:solidFill>
                  <a:sysClr val="windowText" lastClr="000000"/>
                </a:solidFill>
              </a:endParaRPr>
            </a:p>
          </p:txBody>
        </p:sp>
      </p:grpSp>
    </p:spTree>
    <p:extLst>
      <p:ext uri="{BB962C8B-B14F-4D97-AF65-F5344CB8AC3E}">
        <p14:creationId xmlns:p14="http://schemas.microsoft.com/office/powerpoint/2010/main" val="3793133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F5D9E1C-2172-9C9C-4DDA-21C5A148D1D6}"/>
              </a:ext>
            </a:extLst>
          </p:cNvPr>
          <p:cNvSpPr>
            <a:spLocks noGrp="1"/>
          </p:cNvSpPr>
          <p:nvPr>
            <p:ph type="sldNum" sz="quarter" idx="12"/>
          </p:nvPr>
        </p:nvSpPr>
        <p:spPr/>
        <p:txBody>
          <a:bodyPr/>
          <a:lstStyle/>
          <a:p>
            <a:fld id="{A8160BDD-7155-D744-B749-9730458604AD}" type="slidenum">
              <a:rPr lang="en-US" smtClean="0"/>
              <a:t>14</a:t>
            </a:fld>
            <a:endParaRPr lang="en-US" dirty="0"/>
          </a:p>
        </p:txBody>
      </p:sp>
      <p:sp>
        <p:nvSpPr>
          <p:cNvPr id="4" name="Title 3">
            <a:extLst>
              <a:ext uri="{FF2B5EF4-FFF2-40B4-BE49-F238E27FC236}">
                <a16:creationId xmlns:a16="http://schemas.microsoft.com/office/drawing/2014/main" id="{B340859B-35F6-7541-CF6C-71C290F83F26}"/>
              </a:ext>
            </a:extLst>
          </p:cNvPr>
          <p:cNvSpPr>
            <a:spLocks noGrp="1"/>
          </p:cNvSpPr>
          <p:nvPr>
            <p:ph type="title"/>
          </p:nvPr>
        </p:nvSpPr>
        <p:spPr/>
        <p:txBody>
          <a:bodyPr/>
          <a:lstStyle/>
          <a:p>
            <a:r>
              <a:rPr lang="en-US" dirty="0"/>
              <a:t>Deep Learning</a:t>
            </a:r>
          </a:p>
        </p:txBody>
      </p:sp>
      <p:sp>
        <p:nvSpPr>
          <p:cNvPr id="5" name="Text Placeholder 4">
            <a:extLst>
              <a:ext uri="{FF2B5EF4-FFF2-40B4-BE49-F238E27FC236}">
                <a16:creationId xmlns:a16="http://schemas.microsoft.com/office/drawing/2014/main" id="{7DF67933-3B92-CF8F-8BC9-803C0DD07582}"/>
              </a:ext>
            </a:extLst>
          </p:cNvPr>
          <p:cNvSpPr>
            <a:spLocks noGrp="1"/>
          </p:cNvSpPr>
          <p:nvPr>
            <p:ph type="body" sz="quarter" idx="13"/>
          </p:nvPr>
        </p:nvSpPr>
        <p:spPr>
          <a:xfrm>
            <a:off x="948906" y="2156604"/>
            <a:ext cx="5358933" cy="2649076"/>
          </a:xfrm>
        </p:spPr>
        <p:txBody>
          <a:bodyPr/>
          <a:lstStyle/>
          <a:p>
            <a:r>
              <a:rPr lang="en-US" dirty="0"/>
              <a:t>A type of machine learning that makes decisions using multiple layers of information.</a:t>
            </a:r>
          </a:p>
        </p:txBody>
      </p:sp>
      <p:grpSp>
        <p:nvGrpSpPr>
          <p:cNvPr id="6" name="Group 5">
            <a:extLst>
              <a:ext uri="{FF2B5EF4-FFF2-40B4-BE49-F238E27FC236}">
                <a16:creationId xmlns:a16="http://schemas.microsoft.com/office/drawing/2014/main" id="{73DD4055-1CCC-CAE0-B8C4-1B9808625726}"/>
              </a:ext>
            </a:extLst>
          </p:cNvPr>
          <p:cNvGrpSpPr/>
          <p:nvPr/>
        </p:nvGrpSpPr>
        <p:grpSpPr>
          <a:xfrm>
            <a:off x="7258137" y="1068404"/>
            <a:ext cx="4429612" cy="4523894"/>
            <a:chOff x="2357194" y="1589041"/>
            <a:chExt cx="4429612" cy="4523894"/>
          </a:xfrm>
        </p:grpSpPr>
        <p:sp>
          <p:nvSpPr>
            <p:cNvPr id="7" name="Rectangle 6">
              <a:extLst>
                <a:ext uri="{FF2B5EF4-FFF2-40B4-BE49-F238E27FC236}">
                  <a16:creationId xmlns:a16="http://schemas.microsoft.com/office/drawing/2014/main" id="{959BAC4A-92B7-5FBB-984E-01A651B7E2C5}"/>
                </a:ext>
              </a:extLst>
            </p:cNvPr>
            <p:cNvSpPr/>
            <p:nvPr/>
          </p:nvSpPr>
          <p:spPr>
            <a:xfrm>
              <a:off x="2357194" y="5127347"/>
              <a:ext cx="4424265" cy="985588"/>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 name="Rectangle 7">
              <a:extLst>
                <a:ext uri="{FF2B5EF4-FFF2-40B4-BE49-F238E27FC236}">
                  <a16:creationId xmlns:a16="http://schemas.microsoft.com/office/drawing/2014/main" id="{BAC83532-EDDF-1AE9-A049-78E884848C6C}"/>
                </a:ext>
              </a:extLst>
            </p:cNvPr>
            <p:cNvSpPr/>
            <p:nvPr/>
          </p:nvSpPr>
          <p:spPr>
            <a:xfrm>
              <a:off x="2357194" y="4199034"/>
              <a:ext cx="4424265" cy="735067"/>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9" name="Rectangle 8">
              <a:extLst>
                <a:ext uri="{FF2B5EF4-FFF2-40B4-BE49-F238E27FC236}">
                  <a16:creationId xmlns:a16="http://schemas.microsoft.com/office/drawing/2014/main" id="{BB6F7ADC-3AB3-B132-470C-39A1F92BF647}"/>
                </a:ext>
              </a:extLst>
            </p:cNvPr>
            <p:cNvSpPr/>
            <p:nvPr/>
          </p:nvSpPr>
          <p:spPr>
            <a:xfrm>
              <a:off x="2357194" y="3260776"/>
              <a:ext cx="4424265" cy="735067"/>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0" name="Rectangle 9">
              <a:extLst>
                <a:ext uri="{FF2B5EF4-FFF2-40B4-BE49-F238E27FC236}">
                  <a16:creationId xmlns:a16="http://schemas.microsoft.com/office/drawing/2014/main" id="{AAF30EBD-1C6E-8D7D-5CF8-1EA2C0FC1D7C}"/>
                </a:ext>
              </a:extLst>
            </p:cNvPr>
            <p:cNvSpPr/>
            <p:nvPr/>
          </p:nvSpPr>
          <p:spPr>
            <a:xfrm>
              <a:off x="2357194" y="2371336"/>
              <a:ext cx="4424265" cy="735067"/>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1" name="Rectangle 10">
              <a:extLst>
                <a:ext uri="{FF2B5EF4-FFF2-40B4-BE49-F238E27FC236}">
                  <a16:creationId xmlns:a16="http://schemas.microsoft.com/office/drawing/2014/main" id="{530C7DCD-FE26-E557-0BBC-33B2866954AE}"/>
                </a:ext>
              </a:extLst>
            </p:cNvPr>
            <p:cNvSpPr/>
            <p:nvPr/>
          </p:nvSpPr>
          <p:spPr>
            <a:xfrm>
              <a:off x="2362541" y="1589041"/>
              <a:ext cx="4424265" cy="643736"/>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grpSp>
          <p:nvGrpSpPr>
            <p:cNvPr id="12" name="Group 11">
              <a:extLst>
                <a:ext uri="{FF2B5EF4-FFF2-40B4-BE49-F238E27FC236}">
                  <a16:creationId xmlns:a16="http://schemas.microsoft.com/office/drawing/2014/main" id="{F43EDF2D-D1C4-469B-DFBC-162314B1F9BE}"/>
                </a:ext>
              </a:extLst>
            </p:cNvPr>
            <p:cNvGrpSpPr/>
            <p:nvPr/>
          </p:nvGrpSpPr>
          <p:grpSpPr>
            <a:xfrm>
              <a:off x="2458112" y="2467910"/>
              <a:ext cx="2482961" cy="479917"/>
              <a:chOff x="2938660" y="1267732"/>
              <a:chExt cx="2482961" cy="479917"/>
            </a:xfrm>
          </p:grpSpPr>
          <p:sp>
            <p:nvSpPr>
              <p:cNvPr id="57" name="Oval 56">
                <a:extLst>
                  <a:ext uri="{FF2B5EF4-FFF2-40B4-BE49-F238E27FC236}">
                    <a16:creationId xmlns:a16="http://schemas.microsoft.com/office/drawing/2014/main" id="{7F4C82E7-E5EC-3980-4BEC-D06B297094CF}"/>
                  </a:ext>
                </a:extLst>
              </p:cNvPr>
              <p:cNvSpPr>
                <a:spLocks noChangeAspect="1"/>
              </p:cNvSpPr>
              <p:nvPr/>
            </p:nvSpPr>
            <p:spPr>
              <a:xfrm>
                <a:off x="2938660"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58" name="Oval 57">
                <a:extLst>
                  <a:ext uri="{FF2B5EF4-FFF2-40B4-BE49-F238E27FC236}">
                    <a16:creationId xmlns:a16="http://schemas.microsoft.com/office/drawing/2014/main" id="{E00FB4E8-5F66-0B10-DF03-2CB2D3B00F15}"/>
                  </a:ext>
                </a:extLst>
              </p:cNvPr>
              <p:cNvSpPr>
                <a:spLocks noChangeAspect="1"/>
              </p:cNvSpPr>
              <p:nvPr/>
            </p:nvSpPr>
            <p:spPr>
              <a:xfrm>
                <a:off x="3607156"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59" name="Oval 58">
                <a:extLst>
                  <a:ext uri="{FF2B5EF4-FFF2-40B4-BE49-F238E27FC236}">
                    <a16:creationId xmlns:a16="http://schemas.microsoft.com/office/drawing/2014/main" id="{811E3BC6-DFBA-51C3-6BEA-59CE027C5612}"/>
                  </a:ext>
                </a:extLst>
              </p:cNvPr>
              <p:cNvSpPr>
                <a:spLocks noChangeAspect="1"/>
              </p:cNvSpPr>
              <p:nvPr/>
            </p:nvSpPr>
            <p:spPr>
              <a:xfrm>
                <a:off x="4275652"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60" name="Oval 59">
                <a:extLst>
                  <a:ext uri="{FF2B5EF4-FFF2-40B4-BE49-F238E27FC236}">
                    <a16:creationId xmlns:a16="http://schemas.microsoft.com/office/drawing/2014/main" id="{C3B1C831-FDA2-534B-DB6A-D17E42DFACD0}"/>
                  </a:ext>
                </a:extLst>
              </p:cNvPr>
              <p:cNvSpPr>
                <a:spLocks noChangeAspect="1"/>
              </p:cNvSpPr>
              <p:nvPr/>
            </p:nvSpPr>
            <p:spPr>
              <a:xfrm>
                <a:off x="4944148"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grpSp>
        <p:grpSp>
          <p:nvGrpSpPr>
            <p:cNvPr id="13" name="Group 12">
              <a:extLst>
                <a:ext uri="{FF2B5EF4-FFF2-40B4-BE49-F238E27FC236}">
                  <a16:creationId xmlns:a16="http://schemas.microsoft.com/office/drawing/2014/main" id="{70B35C24-54D6-6050-30CA-ED166A02D674}"/>
                </a:ext>
              </a:extLst>
            </p:cNvPr>
            <p:cNvGrpSpPr/>
            <p:nvPr/>
          </p:nvGrpSpPr>
          <p:grpSpPr>
            <a:xfrm>
              <a:off x="2458111" y="3412202"/>
              <a:ext cx="2482961" cy="479917"/>
              <a:chOff x="2938660" y="1267732"/>
              <a:chExt cx="2482961" cy="479917"/>
            </a:xfrm>
          </p:grpSpPr>
          <p:sp>
            <p:nvSpPr>
              <p:cNvPr id="53" name="Oval 52">
                <a:extLst>
                  <a:ext uri="{FF2B5EF4-FFF2-40B4-BE49-F238E27FC236}">
                    <a16:creationId xmlns:a16="http://schemas.microsoft.com/office/drawing/2014/main" id="{93331C63-B7F7-FE8B-B7D9-77433A3F9180}"/>
                  </a:ext>
                </a:extLst>
              </p:cNvPr>
              <p:cNvSpPr>
                <a:spLocks noChangeAspect="1"/>
              </p:cNvSpPr>
              <p:nvPr/>
            </p:nvSpPr>
            <p:spPr>
              <a:xfrm>
                <a:off x="2938660"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54" name="Oval 53">
                <a:extLst>
                  <a:ext uri="{FF2B5EF4-FFF2-40B4-BE49-F238E27FC236}">
                    <a16:creationId xmlns:a16="http://schemas.microsoft.com/office/drawing/2014/main" id="{0499A221-B925-D3AB-F949-AD9B8AEB2449}"/>
                  </a:ext>
                </a:extLst>
              </p:cNvPr>
              <p:cNvSpPr>
                <a:spLocks noChangeAspect="1"/>
              </p:cNvSpPr>
              <p:nvPr/>
            </p:nvSpPr>
            <p:spPr>
              <a:xfrm>
                <a:off x="3607156"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55" name="Oval 54">
                <a:extLst>
                  <a:ext uri="{FF2B5EF4-FFF2-40B4-BE49-F238E27FC236}">
                    <a16:creationId xmlns:a16="http://schemas.microsoft.com/office/drawing/2014/main" id="{29473C48-7404-9424-38D5-0A71E092C4EA}"/>
                  </a:ext>
                </a:extLst>
              </p:cNvPr>
              <p:cNvSpPr>
                <a:spLocks noChangeAspect="1"/>
              </p:cNvSpPr>
              <p:nvPr/>
            </p:nvSpPr>
            <p:spPr>
              <a:xfrm>
                <a:off x="4275652"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56" name="Oval 55">
                <a:extLst>
                  <a:ext uri="{FF2B5EF4-FFF2-40B4-BE49-F238E27FC236}">
                    <a16:creationId xmlns:a16="http://schemas.microsoft.com/office/drawing/2014/main" id="{8AF9366A-A05D-2FE3-3AFF-220C433CFD11}"/>
                  </a:ext>
                </a:extLst>
              </p:cNvPr>
              <p:cNvSpPr>
                <a:spLocks noChangeAspect="1"/>
              </p:cNvSpPr>
              <p:nvPr/>
            </p:nvSpPr>
            <p:spPr>
              <a:xfrm>
                <a:off x="4944148"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grpSp>
        <p:grpSp>
          <p:nvGrpSpPr>
            <p:cNvPr id="14" name="Group 13">
              <a:extLst>
                <a:ext uri="{FF2B5EF4-FFF2-40B4-BE49-F238E27FC236}">
                  <a16:creationId xmlns:a16="http://schemas.microsoft.com/office/drawing/2014/main" id="{FF36DA45-AFE2-F931-F79C-73514FA905DE}"/>
                </a:ext>
              </a:extLst>
            </p:cNvPr>
            <p:cNvGrpSpPr/>
            <p:nvPr/>
          </p:nvGrpSpPr>
          <p:grpSpPr>
            <a:xfrm>
              <a:off x="3126606" y="4356494"/>
              <a:ext cx="1145969" cy="479917"/>
              <a:chOff x="3607156" y="1267732"/>
              <a:chExt cx="1145969" cy="479917"/>
            </a:xfrm>
          </p:grpSpPr>
          <p:sp>
            <p:nvSpPr>
              <p:cNvPr id="51" name="Oval 50">
                <a:extLst>
                  <a:ext uri="{FF2B5EF4-FFF2-40B4-BE49-F238E27FC236}">
                    <a16:creationId xmlns:a16="http://schemas.microsoft.com/office/drawing/2014/main" id="{82CD3747-0314-B242-D029-83FB5CB9F0A3}"/>
                  </a:ext>
                </a:extLst>
              </p:cNvPr>
              <p:cNvSpPr>
                <a:spLocks noChangeAspect="1"/>
              </p:cNvSpPr>
              <p:nvPr/>
            </p:nvSpPr>
            <p:spPr>
              <a:xfrm>
                <a:off x="3607156"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52" name="Oval 51">
                <a:extLst>
                  <a:ext uri="{FF2B5EF4-FFF2-40B4-BE49-F238E27FC236}">
                    <a16:creationId xmlns:a16="http://schemas.microsoft.com/office/drawing/2014/main" id="{2B1E6A56-E0AE-E8A7-A487-87DFCBBF37AB}"/>
                  </a:ext>
                </a:extLst>
              </p:cNvPr>
              <p:cNvSpPr>
                <a:spLocks noChangeAspect="1"/>
              </p:cNvSpPr>
              <p:nvPr/>
            </p:nvSpPr>
            <p:spPr>
              <a:xfrm>
                <a:off x="4275652"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grpSp>
        <p:sp>
          <p:nvSpPr>
            <p:cNvPr id="15" name="Oval 14">
              <a:extLst>
                <a:ext uri="{FF2B5EF4-FFF2-40B4-BE49-F238E27FC236}">
                  <a16:creationId xmlns:a16="http://schemas.microsoft.com/office/drawing/2014/main" id="{BE338C1A-083C-7619-FC2B-BF4F10D09C3F}"/>
                </a:ext>
              </a:extLst>
            </p:cNvPr>
            <p:cNvSpPr>
              <a:spLocks noChangeAspect="1"/>
            </p:cNvSpPr>
            <p:nvPr/>
          </p:nvSpPr>
          <p:spPr>
            <a:xfrm>
              <a:off x="3460855" y="1642366"/>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pic>
          <p:nvPicPr>
            <p:cNvPr id="16" name="Graphic 15" descr="Eyes">
              <a:extLst>
                <a:ext uri="{FF2B5EF4-FFF2-40B4-BE49-F238E27FC236}">
                  <a16:creationId xmlns:a16="http://schemas.microsoft.com/office/drawing/2014/main" id="{E79A656B-4A75-7CAC-AD03-78806CCE6A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5057" y="3431875"/>
              <a:ext cx="440569" cy="440569"/>
            </a:xfrm>
            <a:prstGeom prst="rect">
              <a:avLst/>
            </a:prstGeom>
          </p:spPr>
        </p:pic>
        <p:pic>
          <p:nvPicPr>
            <p:cNvPr id="17" name="Graphic 16" descr="Ear">
              <a:extLst>
                <a:ext uri="{FF2B5EF4-FFF2-40B4-BE49-F238E27FC236}">
                  <a16:creationId xmlns:a16="http://schemas.microsoft.com/office/drawing/2014/main" id="{FDE43921-16C4-CF69-08F4-4FD6AA0001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52896" y="3402720"/>
              <a:ext cx="498877" cy="498877"/>
            </a:xfrm>
            <a:prstGeom prst="rect">
              <a:avLst/>
            </a:prstGeom>
          </p:spPr>
        </p:pic>
        <p:pic>
          <p:nvPicPr>
            <p:cNvPr id="18" name="Graphic 17" descr="Nose">
              <a:extLst>
                <a:ext uri="{FF2B5EF4-FFF2-40B4-BE49-F238E27FC236}">
                  <a16:creationId xmlns:a16="http://schemas.microsoft.com/office/drawing/2014/main" id="{74B7C403-8019-7D3B-A225-E966A1754AA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95100" y="3395757"/>
              <a:ext cx="477473" cy="477473"/>
            </a:xfrm>
            <a:prstGeom prst="rect">
              <a:avLst/>
            </a:prstGeom>
          </p:spPr>
        </p:pic>
        <p:pic>
          <p:nvPicPr>
            <p:cNvPr id="19" name="Graphic 18" descr="Lips">
              <a:extLst>
                <a:ext uri="{FF2B5EF4-FFF2-40B4-BE49-F238E27FC236}">
                  <a16:creationId xmlns:a16="http://schemas.microsoft.com/office/drawing/2014/main" id="{05BEF358-57D2-BDBA-3495-159EE2380A7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436887" y="3393240"/>
              <a:ext cx="517840" cy="517840"/>
            </a:xfrm>
            <a:prstGeom prst="rect">
              <a:avLst/>
            </a:prstGeom>
          </p:spPr>
        </p:pic>
        <p:pic>
          <p:nvPicPr>
            <p:cNvPr id="20" name="Graphic 19" descr="Image">
              <a:extLst>
                <a:ext uri="{FF2B5EF4-FFF2-40B4-BE49-F238E27FC236}">
                  <a16:creationId xmlns:a16="http://schemas.microsoft.com/office/drawing/2014/main" id="{05382D18-31F2-E4F5-524B-BD009005DC1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519120" y="1696489"/>
              <a:ext cx="360941" cy="360941"/>
            </a:xfrm>
            <a:prstGeom prst="rect">
              <a:avLst/>
            </a:prstGeom>
          </p:spPr>
        </p:pic>
        <p:pic>
          <p:nvPicPr>
            <p:cNvPr id="21" name="Graphic 20" descr="Female Profile">
              <a:extLst>
                <a:ext uri="{FF2B5EF4-FFF2-40B4-BE49-F238E27FC236}">
                  <a16:creationId xmlns:a16="http://schemas.microsoft.com/office/drawing/2014/main" id="{1B61423C-2AE8-A942-1A4C-639D53220BA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818618" y="4381232"/>
              <a:ext cx="430439" cy="430439"/>
            </a:xfrm>
            <a:prstGeom prst="rect">
              <a:avLst/>
            </a:prstGeom>
          </p:spPr>
        </p:pic>
        <p:pic>
          <p:nvPicPr>
            <p:cNvPr id="22" name="Graphic 21" descr="Bunny face">
              <a:extLst>
                <a:ext uri="{FF2B5EF4-FFF2-40B4-BE49-F238E27FC236}">
                  <a16:creationId xmlns:a16="http://schemas.microsoft.com/office/drawing/2014/main" id="{DC2954AF-6755-27C7-76BF-6DC49667219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140450" y="4371609"/>
              <a:ext cx="449686" cy="449686"/>
            </a:xfrm>
            <a:prstGeom prst="rect">
              <a:avLst/>
            </a:prstGeom>
          </p:spPr>
        </p:pic>
        <p:pic>
          <p:nvPicPr>
            <p:cNvPr id="23" name="Picture 22">
              <a:extLst>
                <a:ext uri="{FF2B5EF4-FFF2-40B4-BE49-F238E27FC236}">
                  <a16:creationId xmlns:a16="http://schemas.microsoft.com/office/drawing/2014/main" id="{43015605-F0A6-FDD7-8573-6F52AD87F2FA}"/>
                </a:ext>
              </a:extLst>
            </p:cNvPr>
            <p:cNvPicPr>
              <a:picLocks noChangeAspect="1"/>
            </p:cNvPicPr>
            <p:nvPr/>
          </p:nvPicPr>
          <p:blipFill>
            <a:blip r:embed="rId16"/>
            <a:stretch>
              <a:fillRect/>
            </a:stretch>
          </p:blipFill>
          <p:spPr>
            <a:xfrm>
              <a:off x="3031094" y="5177768"/>
              <a:ext cx="1336991" cy="891328"/>
            </a:xfrm>
            <a:prstGeom prst="rect">
              <a:avLst/>
            </a:prstGeom>
          </p:spPr>
        </p:pic>
        <p:cxnSp>
          <p:nvCxnSpPr>
            <p:cNvPr id="24" name="Straight Connector 23">
              <a:extLst>
                <a:ext uri="{FF2B5EF4-FFF2-40B4-BE49-F238E27FC236}">
                  <a16:creationId xmlns:a16="http://schemas.microsoft.com/office/drawing/2014/main" id="{3A7882A6-4883-2864-2E54-9CB550F39FC9}"/>
                </a:ext>
              </a:extLst>
            </p:cNvPr>
            <p:cNvCxnSpPr>
              <a:stCxn id="15" idx="4"/>
              <a:endCxn id="57" idx="0"/>
            </p:cNvCxnSpPr>
            <p:nvPr/>
          </p:nvCxnSpPr>
          <p:spPr>
            <a:xfrm flipH="1">
              <a:off x="2696849" y="2122283"/>
              <a:ext cx="1002743" cy="34562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4766BB12-58A2-9E26-0B27-A392E011628E}"/>
                </a:ext>
              </a:extLst>
            </p:cNvPr>
            <p:cNvCxnSpPr>
              <a:stCxn id="15" idx="4"/>
              <a:endCxn id="58" idx="0"/>
            </p:cNvCxnSpPr>
            <p:nvPr/>
          </p:nvCxnSpPr>
          <p:spPr>
            <a:xfrm flipH="1">
              <a:off x="3365345" y="2122283"/>
              <a:ext cx="334247" cy="34562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752DB223-204F-EBEF-C567-449AECE2C427}"/>
                </a:ext>
              </a:extLst>
            </p:cNvPr>
            <p:cNvCxnSpPr>
              <a:stCxn id="15" idx="4"/>
              <a:endCxn id="59" idx="0"/>
            </p:cNvCxnSpPr>
            <p:nvPr/>
          </p:nvCxnSpPr>
          <p:spPr>
            <a:xfrm>
              <a:off x="3699592" y="2122283"/>
              <a:ext cx="334249" cy="34562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3D5CD0F3-6D2A-A781-663B-9D32777794EA}"/>
                </a:ext>
              </a:extLst>
            </p:cNvPr>
            <p:cNvCxnSpPr>
              <a:stCxn id="15" idx="4"/>
              <a:endCxn id="60" idx="0"/>
            </p:cNvCxnSpPr>
            <p:nvPr/>
          </p:nvCxnSpPr>
          <p:spPr>
            <a:xfrm>
              <a:off x="3699592" y="2122283"/>
              <a:ext cx="1002745" cy="34562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8" name="Moon 27">
              <a:extLst>
                <a:ext uri="{FF2B5EF4-FFF2-40B4-BE49-F238E27FC236}">
                  <a16:creationId xmlns:a16="http://schemas.microsoft.com/office/drawing/2014/main" id="{300D9EFD-A570-6AA5-CC69-BA4F901FEE10}"/>
                </a:ext>
              </a:extLst>
            </p:cNvPr>
            <p:cNvSpPr/>
            <p:nvPr/>
          </p:nvSpPr>
          <p:spPr>
            <a:xfrm rot="20461361">
              <a:off x="2615287" y="2593027"/>
              <a:ext cx="161039" cy="268313"/>
            </a:xfrm>
            <a:prstGeom prst="moon">
              <a:avLst/>
            </a:prstGeom>
            <a:solidFill>
              <a:schemeClr val="bg1"/>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29" name="Right Triangle 28">
              <a:extLst>
                <a:ext uri="{FF2B5EF4-FFF2-40B4-BE49-F238E27FC236}">
                  <a16:creationId xmlns:a16="http://schemas.microsoft.com/office/drawing/2014/main" id="{BA7971BE-08A4-D611-3119-E58FF4D304C7}"/>
                </a:ext>
              </a:extLst>
            </p:cNvPr>
            <p:cNvSpPr/>
            <p:nvPr/>
          </p:nvSpPr>
          <p:spPr>
            <a:xfrm>
              <a:off x="3271166" y="2594316"/>
              <a:ext cx="220587" cy="211563"/>
            </a:xfrm>
            <a:prstGeom prst="rtTriangle">
              <a:avLst/>
            </a:prstGeom>
            <a:solidFill>
              <a:schemeClr val="bg1"/>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30" name="Diagonal Stripe 29">
              <a:extLst>
                <a:ext uri="{FF2B5EF4-FFF2-40B4-BE49-F238E27FC236}">
                  <a16:creationId xmlns:a16="http://schemas.microsoft.com/office/drawing/2014/main" id="{DC99E0F0-6C75-834E-94FB-FC7255B822EF}"/>
                </a:ext>
              </a:extLst>
            </p:cNvPr>
            <p:cNvSpPr/>
            <p:nvPr/>
          </p:nvSpPr>
          <p:spPr>
            <a:xfrm>
              <a:off x="3896012" y="2636938"/>
              <a:ext cx="289587" cy="172329"/>
            </a:xfrm>
            <a:prstGeom prst="diagStripe">
              <a:avLst/>
            </a:prstGeom>
            <a:solidFill>
              <a:schemeClr val="bg1"/>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31" name="Oval 30">
              <a:extLst>
                <a:ext uri="{FF2B5EF4-FFF2-40B4-BE49-F238E27FC236}">
                  <a16:creationId xmlns:a16="http://schemas.microsoft.com/office/drawing/2014/main" id="{C8BCB355-F041-9AD4-36B4-A32A68636DCD}"/>
                </a:ext>
              </a:extLst>
            </p:cNvPr>
            <p:cNvSpPr/>
            <p:nvPr/>
          </p:nvSpPr>
          <p:spPr>
            <a:xfrm>
              <a:off x="4628515" y="2610169"/>
              <a:ext cx="147637" cy="225865"/>
            </a:xfrm>
            <a:prstGeom prst="ellipse">
              <a:avLst/>
            </a:prstGeom>
            <a:solidFill>
              <a:schemeClr val="bg1"/>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cxnSp>
          <p:nvCxnSpPr>
            <p:cNvPr id="32" name="Straight Connector 31">
              <a:extLst>
                <a:ext uri="{FF2B5EF4-FFF2-40B4-BE49-F238E27FC236}">
                  <a16:creationId xmlns:a16="http://schemas.microsoft.com/office/drawing/2014/main" id="{04882597-8DA3-B34F-9E4E-3094F7A27750}"/>
                </a:ext>
              </a:extLst>
            </p:cNvPr>
            <p:cNvCxnSpPr>
              <a:stCxn id="57" idx="4"/>
              <a:endCxn id="17" idx="0"/>
            </p:cNvCxnSpPr>
            <p:nvPr/>
          </p:nvCxnSpPr>
          <p:spPr>
            <a:xfrm>
              <a:off x="2696849" y="2947827"/>
              <a:ext cx="2005486" cy="454893"/>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05065480-31DF-27FD-61D1-D1DC4AB62833}"/>
                </a:ext>
              </a:extLst>
            </p:cNvPr>
            <p:cNvCxnSpPr>
              <a:cxnSpLocks/>
              <a:stCxn id="60" idx="4"/>
              <a:endCxn id="54" idx="0"/>
            </p:cNvCxnSpPr>
            <p:nvPr/>
          </p:nvCxnSpPr>
          <p:spPr>
            <a:xfrm flipH="1">
              <a:off x="3365344" y="2947827"/>
              <a:ext cx="1336993" cy="464375"/>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40F4DDD4-7E69-B05B-419F-B1479149A550}"/>
                </a:ext>
              </a:extLst>
            </p:cNvPr>
            <p:cNvCxnSpPr>
              <a:stCxn id="57" idx="4"/>
              <a:endCxn id="54" idx="0"/>
            </p:cNvCxnSpPr>
            <p:nvPr/>
          </p:nvCxnSpPr>
          <p:spPr>
            <a:xfrm>
              <a:off x="2696849" y="2947827"/>
              <a:ext cx="668495" cy="464375"/>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2A32221-6998-5BCD-9A50-260471992BB2}"/>
                </a:ext>
              </a:extLst>
            </p:cNvPr>
            <p:cNvCxnSpPr>
              <a:cxnSpLocks/>
              <a:stCxn id="57" idx="4"/>
              <a:endCxn id="19" idx="0"/>
            </p:cNvCxnSpPr>
            <p:nvPr/>
          </p:nvCxnSpPr>
          <p:spPr>
            <a:xfrm flipH="1">
              <a:off x="2695807" y="2947826"/>
              <a:ext cx="1042" cy="466344"/>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1AF2A103-2EB6-7F66-9EB9-176C15344E86}"/>
                </a:ext>
              </a:extLst>
            </p:cNvPr>
            <p:cNvCxnSpPr>
              <a:cxnSpLocks/>
              <a:stCxn id="58" idx="4"/>
            </p:cNvCxnSpPr>
            <p:nvPr/>
          </p:nvCxnSpPr>
          <p:spPr>
            <a:xfrm flipH="1">
              <a:off x="2697880" y="2947827"/>
              <a:ext cx="667465" cy="461596"/>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6DF2F26B-DCF6-CC52-1020-52A439CBB368}"/>
                </a:ext>
              </a:extLst>
            </p:cNvPr>
            <p:cNvCxnSpPr>
              <a:stCxn id="59" idx="4"/>
              <a:endCxn id="18" idx="0"/>
            </p:cNvCxnSpPr>
            <p:nvPr/>
          </p:nvCxnSpPr>
          <p:spPr>
            <a:xfrm flipH="1">
              <a:off x="4033837" y="2947827"/>
              <a:ext cx="4" cy="466344"/>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3F61A754-BD9D-35A6-472F-36E5CD7B3A97}"/>
                </a:ext>
              </a:extLst>
            </p:cNvPr>
            <p:cNvCxnSpPr>
              <a:stCxn id="17" idx="2"/>
              <a:endCxn id="52" idx="0"/>
            </p:cNvCxnSpPr>
            <p:nvPr/>
          </p:nvCxnSpPr>
          <p:spPr>
            <a:xfrm flipH="1">
              <a:off x="4033839" y="3901597"/>
              <a:ext cx="668496" cy="45489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141317C5-4C66-A92B-DBA6-D7C49FFE0C0E}"/>
                </a:ext>
              </a:extLst>
            </p:cNvPr>
            <p:cNvCxnSpPr>
              <a:cxnSpLocks/>
              <a:stCxn id="55" idx="4"/>
              <a:endCxn id="52" idx="0"/>
            </p:cNvCxnSpPr>
            <p:nvPr/>
          </p:nvCxnSpPr>
          <p:spPr>
            <a:xfrm flipH="1">
              <a:off x="4033839" y="3892119"/>
              <a:ext cx="1" cy="464375"/>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F986E41-3F00-E73E-D75B-39DC403FE01F}"/>
                </a:ext>
              </a:extLst>
            </p:cNvPr>
            <p:cNvCxnSpPr>
              <a:stCxn id="54" idx="4"/>
              <a:endCxn id="52" idx="0"/>
            </p:cNvCxnSpPr>
            <p:nvPr/>
          </p:nvCxnSpPr>
          <p:spPr>
            <a:xfrm>
              <a:off x="3365344" y="3892119"/>
              <a:ext cx="668495" cy="464375"/>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BA50C7E-F0D0-1EF9-66CB-E7DEFF9B135F}"/>
                </a:ext>
              </a:extLst>
            </p:cNvPr>
            <p:cNvCxnSpPr>
              <a:cxnSpLocks/>
              <a:stCxn id="52" idx="0"/>
            </p:cNvCxnSpPr>
            <p:nvPr/>
          </p:nvCxnSpPr>
          <p:spPr>
            <a:xfrm flipH="1" flipV="1">
              <a:off x="2701055" y="3892023"/>
              <a:ext cx="1332784" cy="464471"/>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508C3643-A32D-BA98-3405-26F579122798}"/>
                </a:ext>
              </a:extLst>
            </p:cNvPr>
            <p:cNvCxnSpPr>
              <a:cxnSpLocks/>
              <a:stCxn id="54" idx="4"/>
              <a:endCxn id="51" idx="0"/>
            </p:cNvCxnSpPr>
            <p:nvPr/>
          </p:nvCxnSpPr>
          <p:spPr>
            <a:xfrm flipH="1">
              <a:off x="3365343" y="3892119"/>
              <a:ext cx="1" cy="464375"/>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C06D2930-697A-452E-7C44-83A2D42411B3}"/>
                </a:ext>
              </a:extLst>
            </p:cNvPr>
            <p:cNvCxnSpPr>
              <a:cxnSpLocks/>
              <a:endCxn id="51" idx="0"/>
            </p:cNvCxnSpPr>
            <p:nvPr/>
          </p:nvCxnSpPr>
          <p:spPr>
            <a:xfrm>
              <a:off x="2696292" y="3893610"/>
              <a:ext cx="669051" cy="462884"/>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F2194EA1-CC30-4C09-1E32-838EB284484B}"/>
                </a:ext>
              </a:extLst>
            </p:cNvPr>
            <p:cNvCxnSpPr>
              <a:cxnSpLocks/>
              <a:stCxn id="52" idx="4"/>
              <a:endCxn id="23" idx="0"/>
            </p:cNvCxnSpPr>
            <p:nvPr/>
          </p:nvCxnSpPr>
          <p:spPr>
            <a:xfrm flipH="1">
              <a:off x="3699590" y="4836411"/>
              <a:ext cx="334249" cy="34135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45" name="Graphic 44" descr="Checkmark">
              <a:extLst>
                <a:ext uri="{FF2B5EF4-FFF2-40B4-BE49-F238E27FC236}">
                  <a16:creationId xmlns:a16="http://schemas.microsoft.com/office/drawing/2014/main" id="{A7D430ED-BC56-264A-2DBB-BC74187386AF}"/>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596313" y="5340615"/>
              <a:ext cx="498878" cy="498878"/>
            </a:xfrm>
            <a:prstGeom prst="rect">
              <a:avLst/>
            </a:prstGeom>
          </p:spPr>
        </p:pic>
        <p:sp>
          <p:nvSpPr>
            <p:cNvPr id="46" name="Text Box 307">
              <a:extLst>
                <a:ext uri="{FF2B5EF4-FFF2-40B4-BE49-F238E27FC236}">
                  <a16:creationId xmlns:a16="http://schemas.microsoft.com/office/drawing/2014/main" id="{E56BA822-3AFA-659E-E721-E6CC94839616}"/>
                </a:ext>
              </a:extLst>
            </p:cNvPr>
            <p:cNvSpPr txBox="1">
              <a:spLocks noChangeArrowheads="1"/>
            </p:cNvSpPr>
            <p:nvPr/>
          </p:nvSpPr>
          <p:spPr bwMode="auto">
            <a:xfrm>
              <a:off x="5185898" y="1750034"/>
              <a:ext cx="149066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Image Input</a:t>
              </a:r>
            </a:p>
          </p:txBody>
        </p:sp>
        <p:sp>
          <p:nvSpPr>
            <p:cNvPr id="47" name="Text Box 307">
              <a:extLst>
                <a:ext uri="{FF2B5EF4-FFF2-40B4-BE49-F238E27FC236}">
                  <a16:creationId xmlns:a16="http://schemas.microsoft.com/office/drawing/2014/main" id="{DCA2624D-A8C6-FF4A-FE25-CA23144163C7}"/>
                </a:ext>
              </a:extLst>
            </p:cNvPr>
            <p:cNvSpPr txBox="1">
              <a:spLocks noChangeArrowheads="1"/>
            </p:cNvSpPr>
            <p:nvPr/>
          </p:nvSpPr>
          <p:spPr bwMode="auto">
            <a:xfrm>
              <a:off x="5253630" y="2496496"/>
              <a:ext cx="1355199"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Low Layer </a:t>
              </a:r>
              <a:r>
                <a:rPr kumimoji="0" lang="en-US" sz="1200" i="0" u="none" strike="noStrike" kern="0" cap="none" spc="0" normalizeH="0" baseline="0" noProof="0" dirty="0">
                  <a:ln>
                    <a:noFill/>
                  </a:ln>
                  <a:solidFill>
                    <a:srgbClr val="000000"/>
                  </a:solidFill>
                  <a:effectLst/>
                  <a:uLnTx/>
                  <a:uFillTx/>
                  <a:latin typeface="Calibri"/>
                  <a:cs typeface="Calibri"/>
                </a:rPr>
                <a:t>(simple)</a:t>
              </a:r>
              <a:endParaRPr kumimoji="0" lang="en-US" sz="1300" i="0" u="none" strike="noStrike" kern="0" cap="none" spc="0" normalizeH="0" baseline="0" noProof="0" dirty="0">
                <a:ln>
                  <a:noFill/>
                </a:ln>
                <a:solidFill>
                  <a:srgbClr val="000000"/>
                </a:solidFill>
                <a:effectLst/>
                <a:uLnTx/>
                <a:uFillTx/>
                <a:latin typeface="Calibri"/>
                <a:cs typeface="Calibri"/>
              </a:endParaRPr>
            </a:p>
          </p:txBody>
        </p:sp>
        <p:sp>
          <p:nvSpPr>
            <p:cNvPr id="48" name="Text Box 307">
              <a:extLst>
                <a:ext uri="{FF2B5EF4-FFF2-40B4-BE49-F238E27FC236}">
                  <a16:creationId xmlns:a16="http://schemas.microsoft.com/office/drawing/2014/main" id="{60E5FE21-E291-A672-8CE9-B1826B990492}"/>
                </a:ext>
              </a:extLst>
            </p:cNvPr>
            <p:cNvSpPr txBox="1">
              <a:spLocks noChangeArrowheads="1"/>
            </p:cNvSpPr>
            <p:nvPr/>
          </p:nvSpPr>
          <p:spPr bwMode="auto">
            <a:xfrm>
              <a:off x="5287523" y="3389007"/>
              <a:ext cx="132130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Middle Layer </a:t>
              </a:r>
              <a:r>
                <a:rPr kumimoji="0" lang="en-US" sz="1200" i="0" u="none" strike="noStrike" kern="0" cap="none" spc="0" normalizeH="0" baseline="0" noProof="0" dirty="0">
                  <a:ln>
                    <a:noFill/>
                  </a:ln>
                  <a:solidFill>
                    <a:srgbClr val="000000"/>
                  </a:solidFill>
                  <a:effectLst/>
                  <a:uLnTx/>
                  <a:uFillTx/>
                  <a:latin typeface="Calibri"/>
                  <a:cs typeface="Calibri"/>
                </a:rPr>
                <a:t>(complex)</a:t>
              </a:r>
              <a:endParaRPr kumimoji="0" lang="en-US" sz="1300" i="0" u="none" strike="noStrike" kern="0" cap="none" spc="0" normalizeH="0" baseline="0" noProof="0" dirty="0">
                <a:ln>
                  <a:noFill/>
                </a:ln>
                <a:solidFill>
                  <a:srgbClr val="000000"/>
                </a:solidFill>
                <a:effectLst/>
                <a:uLnTx/>
                <a:uFillTx/>
                <a:latin typeface="Calibri"/>
                <a:cs typeface="Calibri"/>
              </a:endParaRPr>
            </a:p>
          </p:txBody>
        </p:sp>
        <p:sp>
          <p:nvSpPr>
            <p:cNvPr id="49" name="Text Box 307">
              <a:extLst>
                <a:ext uri="{FF2B5EF4-FFF2-40B4-BE49-F238E27FC236}">
                  <a16:creationId xmlns:a16="http://schemas.microsoft.com/office/drawing/2014/main" id="{D13DCE26-FC73-CA2F-2836-E1A3C73795E1}"/>
                </a:ext>
              </a:extLst>
            </p:cNvPr>
            <p:cNvSpPr txBox="1">
              <a:spLocks noChangeArrowheads="1"/>
            </p:cNvSpPr>
            <p:nvPr/>
          </p:nvSpPr>
          <p:spPr bwMode="auto">
            <a:xfrm>
              <a:off x="5323790" y="4323461"/>
              <a:ext cx="12148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300" b="1" kern="0" dirty="0">
                  <a:solidFill>
                    <a:srgbClr val="000000"/>
                  </a:solidFill>
                  <a:latin typeface="Calibri"/>
                  <a:cs typeface="Calibri"/>
                </a:rPr>
                <a:t>High</a:t>
              </a:r>
              <a:r>
                <a:rPr kumimoji="0" lang="en-US" sz="1300" b="1" i="0" u="none" strike="noStrike" kern="0" cap="none" spc="0" normalizeH="0" baseline="0" noProof="0" dirty="0">
                  <a:ln>
                    <a:noFill/>
                  </a:ln>
                  <a:solidFill>
                    <a:srgbClr val="000000"/>
                  </a:solidFill>
                  <a:effectLst/>
                  <a:uLnTx/>
                  <a:uFillTx/>
                  <a:latin typeface="Calibri"/>
                  <a:cs typeface="Calibri"/>
                </a:rPr>
                <a:t> Layer </a:t>
              </a:r>
              <a:r>
                <a:rPr kumimoji="0" lang="en-US" sz="1200" i="0" u="none" strike="noStrike" kern="0" cap="none" spc="0" normalizeH="0" baseline="0" noProof="0" dirty="0">
                  <a:ln>
                    <a:noFill/>
                  </a:ln>
                  <a:solidFill>
                    <a:srgbClr val="000000"/>
                  </a:solidFill>
                  <a:effectLst/>
                  <a:uLnTx/>
                  <a:uFillTx/>
                  <a:latin typeface="Calibri"/>
                  <a:cs typeface="Calibri"/>
                </a:rPr>
                <a:t>(very complex)</a:t>
              </a:r>
              <a:endParaRPr kumimoji="0" lang="en-US" sz="1300" i="0" u="none" strike="noStrike" kern="0" cap="none" spc="0" normalizeH="0" baseline="0" noProof="0" dirty="0">
                <a:ln>
                  <a:noFill/>
                </a:ln>
                <a:solidFill>
                  <a:srgbClr val="000000"/>
                </a:solidFill>
                <a:effectLst/>
                <a:uLnTx/>
                <a:uFillTx/>
                <a:latin typeface="Calibri"/>
                <a:cs typeface="Calibri"/>
              </a:endParaRPr>
            </a:p>
          </p:txBody>
        </p:sp>
        <p:sp>
          <p:nvSpPr>
            <p:cNvPr id="50" name="Text Box 307">
              <a:extLst>
                <a:ext uri="{FF2B5EF4-FFF2-40B4-BE49-F238E27FC236}">
                  <a16:creationId xmlns:a16="http://schemas.microsoft.com/office/drawing/2014/main" id="{2522B555-7A8A-39F4-4EBC-1271A621617B}"/>
                </a:ext>
              </a:extLst>
            </p:cNvPr>
            <p:cNvSpPr txBox="1">
              <a:spLocks noChangeArrowheads="1"/>
            </p:cNvSpPr>
            <p:nvPr/>
          </p:nvSpPr>
          <p:spPr bwMode="auto">
            <a:xfrm>
              <a:off x="5287523" y="5432782"/>
              <a:ext cx="1321306"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300" b="1" kern="0" dirty="0">
                  <a:solidFill>
                    <a:srgbClr val="000000"/>
                  </a:solidFill>
                  <a:latin typeface="Calibri"/>
                  <a:cs typeface="Calibri"/>
                </a:rPr>
                <a:t>Decision</a:t>
              </a:r>
              <a:endParaRPr kumimoji="0" lang="en-US" sz="1300" b="1" i="0" u="none" strike="noStrike" kern="0" cap="none" spc="0" normalizeH="0" baseline="0" noProof="0" dirty="0">
                <a:ln>
                  <a:noFill/>
                </a:ln>
                <a:solidFill>
                  <a:srgbClr val="000000"/>
                </a:solidFill>
                <a:effectLst/>
                <a:uLnTx/>
                <a:uFillTx/>
                <a:latin typeface="Calibri"/>
                <a:cs typeface="Calibri"/>
              </a:endParaRPr>
            </a:p>
          </p:txBody>
        </p:sp>
      </p:grpSp>
    </p:spTree>
    <p:extLst>
      <p:ext uri="{BB962C8B-B14F-4D97-AF65-F5344CB8AC3E}">
        <p14:creationId xmlns:p14="http://schemas.microsoft.com/office/powerpoint/2010/main" val="1175387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FC1C653-6A15-EEAC-F3E1-F17C461E0138}"/>
              </a:ext>
            </a:extLst>
          </p:cNvPr>
          <p:cNvSpPr>
            <a:spLocks noGrp="1"/>
          </p:cNvSpPr>
          <p:nvPr>
            <p:ph type="sldNum" sz="quarter" idx="12"/>
          </p:nvPr>
        </p:nvSpPr>
        <p:spPr/>
        <p:txBody>
          <a:bodyPr/>
          <a:lstStyle/>
          <a:p>
            <a:fld id="{A8160BDD-7155-D744-B749-9730458604AD}" type="slidenum">
              <a:rPr lang="en-US" smtClean="0"/>
              <a:t>15</a:t>
            </a:fld>
            <a:endParaRPr lang="en-US" dirty="0"/>
          </a:p>
        </p:txBody>
      </p:sp>
      <p:sp>
        <p:nvSpPr>
          <p:cNvPr id="4" name="Content Placeholder 3">
            <a:extLst>
              <a:ext uri="{FF2B5EF4-FFF2-40B4-BE49-F238E27FC236}">
                <a16:creationId xmlns:a16="http://schemas.microsoft.com/office/drawing/2014/main" id="{D958B674-6B5A-AAA4-91C3-A8D26612A4CD}"/>
              </a:ext>
            </a:extLst>
          </p:cNvPr>
          <p:cNvSpPr>
            <a:spLocks noGrp="1"/>
          </p:cNvSpPr>
          <p:nvPr>
            <p:ph idx="1"/>
          </p:nvPr>
        </p:nvSpPr>
        <p:spPr>
          <a:xfrm>
            <a:off x="2076450" y="1647824"/>
            <a:ext cx="4304763" cy="4575175"/>
          </a:xfrm>
        </p:spPr>
        <p:txBody>
          <a:bodyPr/>
          <a:lstStyle/>
          <a:p>
            <a:pPr marL="0" indent="0">
              <a:buNone/>
            </a:pPr>
            <a:r>
              <a:rPr lang="en-US" b="1" dirty="0"/>
              <a:t>Natural language processing (NLP)</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r>
              <a:rPr lang="en-US" b="1" dirty="0"/>
              <a:t>Computer vision</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r>
              <a:rPr lang="en-US" b="1" dirty="0"/>
              <a:t>Robotics</a:t>
            </a:r>
          </a:p>
        </p:txBody>
      </p:sp>
      <p:sp>
        <p:nvSpPr>
          <p:cNvPr id="2" name="Title 1">
            <a:extLst>
              <a:ext uri="{FF2B5EF4-FFF2-40B4-BE49-F238E27FC236}">
                <a16:creationId xmlns:a16="http://schemas.microsoft.com/office/drawing/2014/main" id="{4995A31A-9DC0-9D44-E47B-04E70D9F9641}"/>
              </a:ext>
            </a:extLst>
          </p:cNvPr>
          <p:cNvSpPr>
            <a:spLocks noGrp="1"/>
          </p:cNvSpPr>
          <p:nvPr>
            <p:ph type="title"/>
          </p:nvPr>
        </p:nvSpPr>
        <p:spPr/>
        <p:txBody>
          <a:bodyPr/>
          <a:lstStyle/>
          <a:p>
            <a:r>
              <a:rPr lang="en-US" dirty="0"/>
              <a:t>Deep Learning Applications</a:t>
            </a:r>
          </a:p>
        </p:txBody>
      </p:sp>
      <p:pic>
        <p:nvPicPr>
          <p:cNvPr id="6" name="Graphic 5" descr="Subtitles">
            <a:extLst>
              <a:ext uri="{FF2B5EF4-FFF2-40B4-BE49-F238E27FC236}">
                <a16:creationId xmlns:a16="http://schemas.microsoft.com/office/drawing/2014/main" id="{F572BAB9-F63F-A846-4BF7-8E46F52BD0F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0436" y="1201618"/>
            <a:ext cx="1728216" cy="1728216"/>
          </a:xfrm>
          <a:prstGeom prst="rect">
            <a:avLst/>
          </a:prstGeom>
        </p:spPr>
      </p:pic>
      <p:pic>
        <p:nvPicPr>
          <p:cNvPr id="7" name="Graphic 6" descr="Eye">
            <a:extLst>
              <a:ext uri="{FF2B5EF4-FFF2-40B4-BE49-F238E27FC236}">
                <a16:creationId xmlns:a16="http://schemas.microsoft.com/office/drawing/2014/main" id="{EAA42E63-6E07-6F3F-B0BB-F124A0E9F91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0436" y="2676054"/>
            <a:ext cx="1724564" cy="1724564"/>
          </a:xfrm>
          <a:prstGeom prst="rect">
            <a:avLst/>
          </a:prstGeom>
        </p:spPr>
      </p:pic>
      <p:pic>
        <p:nvPicPr>
          <p:cNvPr id="9" name="Graphic 8" descr="Robot Hand with solid fill">
            <a:extLst>
              <a:ext uri="{FF2B5EF4-FFF2-40B4-BE49-F238E27FC236}">
                <a16:creationId xmlns:a16="http://schemas.microsoft.com/office/drawing/2014/main" id="{3594D3E8-3B29-0F6A-D589-5C5C4353C20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0436" y="4146838"/>
            <a:ext cx="1728216" cy="1728216"/>
          </a:xfrm>
          <a:prstGeom prst="rect">
            <a:avLst/>
          </a:prstGeom>
        </p:spPr>
      </p:pic>
    </p:spTree>
    <p:extLst>
      <p:ext uri="{BB962C8B-B14F-4D97-AF65-F5344CB8AC3E}">
        <p14:creationId xmlns:p14="http://schemas.microsoft.com/office/powerpoint/2010/main" val="2381911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496DFF3-886C-1713-39ED-42A8A917FB8D}"/>
              </a:ext>
            </a:extLst>
          </p:cNvPr>
          <p:cNvSpPr>
            <a:spLocks noGrp="1"/>
          </p:cNvSpPr>
          <p:nvPr>
            <p:ph type="title"/>
          </p:nvPr>
        </p:nvSpPr>
        <p:spPr/>
        <p:txBody>
          <a:bodyPr/>
          <a:lstStyle/>
          <a:p>
            <a:r>
              <a:rPr lang="en-US" dirty="0"/>
              <a:t>Generative AI</a:t>
            </a:r>
          </a:p>
        </p:txBody>
      </p:sp>
      <p:sp>
        <p:nvSpPr>
          <p:cNvPr id="2" name="Slide Number Placeholder 1">
            <a:extLst>
              <a:ext uri="{FF2B5EF4-FFF2-40B4-BE49-F238E27FC236}">
                <a16:creationId xmlns:a16="http://schemas.microsoft.com/office/drawing/2014/main" id="{D3A10619-E109-D6B9-AF42-1BE09D234658}"/>
              </a:ext>
            </a:extLst>
          </p:cNvPr>
          <p:cNvSpPr>
            <a:spLocks noGrp="1"/>
          </p:cNvSpPr>
          <p:nvPr>
            <p:ph type="sldNum" sz="quarter" idx="12"/>
          </p:nvPr>
        </p:nvSpPr>
        <p:spPr/>
        <p:txBody>
          <a:bodyPr/>
          <a:lstStyle/>
          <a:p>
            <a:fld id="{A8160BDD-7155-D744-B749-9730458604AD}" type="slidenum">
              <a:rPr lang="en-US" smtClean="0"/>
              <a:pPr/>
              <a:t>16</a:t>
            </a:fld>
            <a:endParaRPr lang="en-US" dirty="0"/>
          </a:p>
        </p:txBody>
      </p:sp>
      <p:grpSp>
        <p:nvGrpSpPr>
          <p:cNvPr id="18" name="Group 17">
            <a:extLst>
              <a:ext uri="{FF2B5EF4-FFF2-40B4-BE49-F238E27FC236}">
                <a16:creationId xmlns:a16="http://schemas.microsoft.com/office/drawing/2014/main" id="{12FB28D3-6E83-4928-8E77-B1129BC18D70}"/>
              </a:ext>
            </a:extLst>
          </p:cNvPr>
          <p:cNvGrpSpPr/>
          <p:nvPr/>
        </p:nvGrpSpPr>
        <p:grpSpPr>
          <a:xfrm>
            <a:off x="2717465" y="1177581"/>
            <a:ext cx="6757069" cy="5359325"/>
            <a:chOff x="2717465" y="1177581"/>
            <a:chExt cx="6757069" cy="5359325"/>
          </a:xfrm>
        </p:grpSpPr>
        <p:grpSp>
          <p:nvGrpSpPr>
            <p:cNvPr id="14" name="Group 13">
              <a:extLst>
                <a:ext uri="{FF2B5EF4-FFF2-40B4-BE49-F238E27FC236}">
                  <a16:creationId xmlns:a16="http://schemas.microsoft.com/office/drawing/2014/main" id="{05D1ED54-C703-6545-187A-EB2E2B550D59}"/>
                </a:ext>
              </a:extLst>
            </p:cNvPr>
            <p:cNvGrpSpPr>
              <a:grpSpLocks noChangeAspect="1"/>
            </p:cNvGrpSpPr>
            <p:nvPr/>
          </p:nvGrpSpPr>
          <p:grpSpPr>
            <a:xfrm>
              <a:off x="2717465" y="1177581"/>
              <a:ext cx="6757069" cy="4502838"/>
              <a:chOff x="1472531" y="1264314"/>
              <a:chExt cx="7653528" cy="5100229"/>
            </a:xfrm>
          </p:grpSpPr>
          <p:pic>
            <p:nvPicPr>
              <p:cNvPr id="7" name="Picture 6" descr="A picture containing indoor&#10;&#10;Description automatically generated">
                <a:extLst>
                  <a:ext uri="{FF2B5EF4-FFF2-40B4-BE49-F238E27FC236}">
                    <a16:creationId xmlns:a16="http://schemas.microsoft.com/office/drawing/2014/main" id="{CBFECE5F-7994-49C1-48E3-A350A332413D}"/>
                  </a:ext>
                </a:extLst>
              </p:cNvPr>
              <p:cNvPicPr>
                <a:picLocks noChangeAspect="1"/>
              </p:cNvPicPr>
              <p:nvPr/>
            </p:nvPicPr>
            <p:blipFill>
              <a:blip r:embed="rId2"/>
              <a:stretch>
                <a:fillRect/>
              </a:stretch>
            </p:blipFill>
            <p:spPr>
              <a:xfrm>
                <a:off x="5299295" y="3813367"/>
                <a:ext cx="3826764" cy="2551176"/>
              </a:xfrm>
              <a:prstGeom prst="rect">
                <a:avLst/>
              </a:prstGeom>
            </p:spPr>
          </p:pic>
          <p:pic>
            <p:nvPicPr>
              <p:cNvPr id="9" name="Picture 8" descr="A monkey playing a piano&#10;&#10;Description automatically generated with medium confidence">
                <a:extLst>
                  <a:ext uri="{FF2B5EF4-FFF2-40B4-BE49-F238E27FC236}">
                    <a16:creationId xmlns:a16="http://schemas.microsoft.com/office/drawing/2014/main" id="{E0286531-E384-2BBE-4F4A-BF19D5541A22}"/>
                  </a:ext>
                </a:extLst>
              </p:cNvPr>
              <p:cNvPicPr>
                <a:picLocks noChangeAspect="1"/>
              </p:cNvPicPr>
              <p:nvPr/>
            </p:nvPicPr>
            <p:blipFill>
              <a:blip r:embed="rId3"/>
              <a:stretch>
                <a:fillRect/>
              </a:stretch>
            </p:blipFill>
            <p:spPr>
              <a:xfrm>
                <a:off x="1472531" y="3813367"/>
                <a:ext cx="3826764" cy="2551176"/>
              </a:xfrm>
              <a:prstGeom prst="rect">
                <a:avLst/>
              </a:prstGeom>
            </p:spPr>
          </p:pic>
          <p:pic>
            <p:nvPicPr>
              <p:cNvPr id="11" name="Picture 10" descr="A person using a typewriter&#10;&#10;Description automatically generated with low confidence">
                <a:extLst>
                  <a:ext uri="{FF2B5EF4-FFF2-40B4-BE49-F238E27FC236}">
                    <a16:creationId xmlns:a16="http://schemas.microsoft.com/office/drawing/2014/main" id="{D754980A-1459-25A7-3543-571C0CDCE22B}"/>
                  </a:ext>
                </a:extLst>
              </p:cNvPr>
              <p:cNvPicPr>
                <a:picLocks noChangeAspect="1"/>
              </p:cNvPicPr>
              <p:nvPr/>
            </p:nvPicPr>
            <p:blipFill>
              <a:blip r:embed="rId4"/>
              <a:stretch>
                <a:fillRect/>
              </a:stretch>
            </p:blipFill>
            <p:spPr>
              <a:xfrm>
                <a:off x="5299295" y="1264314"/>
                <a:ext cx="3826764" cy="2551176"/>
              </a:xfrm>
              <a:prstGeom prst="rect">
                <a:avLst/>
              </a:prstGeom>
            </p:spPr>
          </p:pic>
          <p:pic>
            <p:nvPicPr>
              <p:cNvPr id="13" name="Picture 12" descr="A person wearing a hat and holding a keyboard&#10;&#10;Description automatically generated with low confidence">
                <a:extLst>
                  <a:ext uri="{FF2B5EF4-FFF2-40B4-BE49-F238E27FC236}">
                    <a16:creationId xmlns:a16="http://schemas.microsoft.com/office/drawing/2014/main" id="{E0A74539-2AF2-FEE7-EB58-509C26A7E6E0}"/>
                  </a:ext>
                </a:extLst>
              </p:cNvPr>
              <p:cNvPicPr>
                <a:picLocks noChangeAspect="1"/>
              </p:cNvPicPr>
              <p:nvPr/>
            </p:nvPicPr>
            <p:blipFill>
              <a:blip r:embed="rId5"/>
              <a:stretch>
                <a:fillRect/>
              </a:stretch>
            </p:blipFill>
            <p:spPr>
              <a:xfrm>
                <a:off x="1475715" y="1264314"/>
                <a:ext cx="3823580" cy="2549053"/>
              </a:xfrm>
              <a:prstGeom prst="rect">
                <a:avLst/>
              </a:prstGeom>
            </p:spPr>
          </p:pic>
        </p:grpSp>
        <p:grpSp>
          <p:nvGrpSpPr>
            <p:cNvPr id="17" name="Group 16">
              <a:extLst>
                <a:ext uri="{FF2B5EF4-FFF2-40B4-BE49-F238E27FC236}">
                  <a16:creationId xmlns:a16="http://schemas.microsoft.com/office/drawing/2014/main" id="{5CDAC4C7-F509-2786-176A-B58D62157391}"/>
                </a:ext>
              </a:extLst>
            </p:cNvPr>
            <p:cNvGrpSpPr/>
            <p:nvPr/>
          </p:nvGrpSpPr>
          <p:grpSpPr>
            <a:xfrm>
              <a:off x="2827622" y="5890575"/>
              <a:ext cx="6536757" cy="646331"/>
              <a:chOff x="2706984" y="5890575"/>
              <a:chExt cx="6536757" cy="646331"/>
            </a:xfrm>
          </p:grpSpPr>
          <p:sp>
            <p:nvSpPr>
              <p:cNvPr id="15" name="Text Box 306">
                <a:extLst>
                  <a:ext uri="{FF2B5EF4-FFF2-40B4-BE49-F238E27FC236}">
                    <a16:creationId xmlns:a16="http://schemas.microsoft.com/office/drawing/2014/main" id="{C7DF7BC8-0A4B-A622-F259-1A6696954098}"/>
                  </a:ext>
                </a:extLst>
              </p:cNvPr>
              <p:cNvSpPr txBox="1">
                <a:spLocks noChangeArrowheads="1"/>
              </p:cNvSpPr>
              <p:nvPr/>
            </p:nvSpPr>
            <p:spPr bwMode="auto">
              <a:xfrm>
                <a:off x="2706984" y="5890575"/>
                <a:ext cx="97252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b="1" kern="0" dirty="0">
                    <a:solidFill>
                      <a:srgbClr val="009DDC"/>
                    </a:solidFill>
                    <a:latin typeface="Calibri"/>
                    <a:cs typeface="Calibri"/>
                  </a:rPr>
                  <a:t>Prompt:</a:t>
                </a:r>
              </a:p>
            </p:txBody>
          </p:sp>
          <p:sp>
            <p:nvSpPr>
              <p:cNvPr id="16" name="Text Box 307">
                <a:extLst>
                  <a:ext uri="{FF2B5EF4-FFF2-40B4-BE49-F238E27FC236}">
                    <a16:creationId xmlns:a16="http://schemas.microsoft.com/office/drawing/2014/main" id="{C9D39A30-2AE5-02A4-2750-973101E0A4F6}"/>
                  </a:ext>
                </a:extLst>
              </p:cNvPr>
              <p:cNvSpPr txBox="1">
                <a:spLocks noChangeArrowheads="1"/>
              </p:cNvSpPr>
              <p:nvPr/>
            </p:nvSpPr>
            <p:spPr bwMode="auto">
              <a:xfrm>
                <a:off x="3561812" y="5890575"/>
                <a:ext cx="5681929"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914400" eaLnBrk="1" hangingPunct="1">
                  <a:spcBef>
                    <a:spcPct val="50000"/>
                  </a:spcBef>
                  <a:defRPr/>
                </a:pPr>
                <a:r>
                  <a:rPr lang="en-US" b="1" kern="0" dirty="0">
                    <a:solidFill>
                      <a:srgbClr val="000000"/>
                    </a:solidFill>
                    <a:latin typeface="Calibri"/>
                    <a:cs typeface="Calibri"/>
                  </a:rPr>
                  <a:t>a photograph of a monkey typing at a typewriter, wearing a small hat, in an office, realistic, highly detailed</a:t>
                </a:r>
              </a:p>
            </p:txBody>
          </p:sp>
        </p:grpSp>
      </p:grpSp>
    </p:spTree>
    <p:extLst>
      <p:ext uri="{BB962C8B-B14F-4D97-AF65-F5344CB8AC3E}">
        <p14:creationId xmlns:p14="http://schemas.microsoft.com/office/powerpoint/2010/main" val="2326692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40676E-918C-21C0-B032-1F66C157A675}"/>
              </a:ext>
            </a:extLst>
          </p:cNvPr>
          <p:cNvSpPr>
            <a:spLocks noGrp="1"/>
          </p:cNvSpPr>
          <p:nvPr>
            <p:ph type="title"/>
          </p:nvPr>
        </p:nvSpPr>
        <p:spPr/>
        <p:txBody>
          <a:bodyPr/>
          <a:lstStyle/>
          <a:p>
            <a:r>
              <a:rPr lang="en-US" dirty="0"/>
              <a:t>Machine Learning vs. Deep Learning</a:t>
            </a:r>
          </a:p>
        </p:txBody>
      </p:sp>
      <p:sp>
        <p:nvSpPr>
          <p:cNvPr id="2" name="Slide Number Placeholder 1">
            <a:extLst>
              <a:ext uri="{FF2B5EF4-FFF2-40B4-BE49-F238E27FC236}">
                <a16:creationId xmlns:a16="http://schemas.microsoft.com/office/drawing/2014/main" id="{84987D47-D2E9-C1AE-20F2-EA8B8DF261F6}"/>
              </a:ext>
            </a:extLst>
          </p:cNvPr>
          <p:cNvSpPr>
            <a:spLocks noGrp="1"/>
          </p:cNvSpPr>
          <p:nvPr>
            <p:ph type="sldNum" sz="quarter" idx="12"/>
          </p:nvPr>
        </p:nvSpPr>
        <p:spPr/>
        <p:txBody>
          <a:bodyPr/>
          <a:lstStyle/>
          <a:p>
            <a:fld id="{A8160BDD-7155-D744-B749-9730458604AD}" type="slidenum">
              <a:rPr lang="en-US" smtClean="0"/>
              <a:pPr/>
              <a:t>17</a:t>
            </a:fld>
            <a:endParaRPr lang="en-US" dirty="0"/>
          </a:p>
        </p:txBody>
      </p:sp>
      <p:grpSp>
        <p:nvGrpSpPr>
          <p:cNvPr id="19" name="Group 18">
            <a:extLst>
              <a:ext uri="{FF2B5EF4-FFF2-40B4-BE49-F238E27FC236}">
                <a16:creationId xmlns:a16="http://schemas.microsoft.com/office/drawing/2014/main" id="{83AF3EBA-2BCF-7948-FC97-DF534056FE4E}"/>
              </a:ext>
            </a:extLst>
          </p:cNvPr>
          <p:cNvGrpSpPr/>
          <p:nvPr/>
        </p:nvGrpSpPr>
        <p:grpSpPr>
          <a:xfrm>
            <a:off x="356539" y="1029157"/>
            <a:ext cx="11478923" cy="5593362"/>
            <a:chOff x="356539" y="1029157"/>
            <a:chExt cx="11478923" cy="5593362"/>
          </a:xfrm>
        </p:grpSpPr>
        <p:sp>
          <p:nvSpPr>
            <p:cNvPr id="6" name="Text Box 307">
              <a:extLst>
                <a:ext uri="{FF2B5EF4-FFF2-40B4-BE49-F238E27FC236}">
                  <a16:creationId xmlns:a16="http://schemas.microsoft.com/office/drawing/2014/main" id="{92CC6C49-2B94-DE9F-8E5E-EE77D4E7F401}"/>
                </a:ext>
              </a:extLst>
            </p:cNvPr>
            <p:cNvSpPr txBox="1">
              <a:spLocks noChangeArrowheads="1"/>
            </p:cNvSpPr>
            <p:nvPr/>
          </p:nvSpPr>
          <p:spPr bwMode="auto">
            <a:xfrm>
              <a:off x="4035711" y="3858024"/>
              <a:ext cx="4120579"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2400" b="1" kern="0" dirty="0">
                  <a:solidFill>
                    <a:srgbClr val="000000"/>
                  </a:solidFill>
                  <a:latin typeface="Calibri"/>
                  <a:cs typeface="Calibri"/>
                </a:rPr>
                <a:t>Deep Learning</a:t>
              </a:r>
            </a:p>
          </p:txBody>
        </p:sp>
        <p:sp>
          <p:nvSpPr>
            <p:cNvPr id="3" name="Text Box 307">
              <a:extLst>
                <a:ext uri="{FF2B5EF4-FFF2-40B4-BE49-F238E27FC236}">
                  <a16:creationId xmlns:a16="http://schemas.microsoft.com/office/drawing/2014/main" id="{CC2A5054-590F-2202-4B74-C759314B8713}"/>
                </a:ext>
              </a:extLst>
            </p:cNvPr>
            <p:cNvSpPr txBox="1">
              <a:spLocks noChangeArrowheads="1"/>
            </p:cNvSpPr>
            <p:nvPr/>
          </p:nvSpPr>
          <p:spPr bwMode="auto">
            <a:xfrm>
              <a:off x="4035711" y="1029157"/>
              <a:ext cx="4120579"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2400" b="1" kern="0" dirty="0">
                  <a:solidFill>
                    <a:srgbClr val="000000"/>
                  </a:solidFill>
                  <a:latin typeface="Calibri"/>
                  <a:cs typeface="Calibri"/>
                </a:rPr>
                <a:t>Traditional Machine Learning</a:t>
              </a:r>
            </a:p>
          </p:txBody>
        </p:sp>
        <p:grpSp>
          <p:nvGrpSpPr>
            <p:cNvPr id="131" name="Group 130">
              <a:extLst>
                <a:ext uri="{FF2B5EF4-FFF2-40B4-BE49-F238E27FC236}">
                  <a16:creationId xmlns:a16="http://schemas.microsoft.com/office/drawing/2014/main" id="{066B508F-2976-2B37-3845-01920A6B56FF}"/>
                </a:ext>
              </a:extLst>
            </p:cNvPr>
            <p:cNvGrpSpPr/>
            <p:nvPr/>
          </p:nvGrpSpPr>
          <p:grpSpPr>
            <a:xfrm>
              <a:off x="356539" y="1613714"/>
              <a:ext cx="11478923" cy="5008805"/>
              <a:chOff x="356539" y="1613714"/>
              <a:chExt cx="11478923" cy="5008805"/>
            </a:xfrm>
          </p:grpSpPr>
          <p:grpSp>
            <p:nvGrpSpPr>
              <p:cNvPr id="122" name="Group 121">
                <a:extLst>
                  <a:ext uri="{FF2B5EF4-FFF2-40B4-BE49-F238E27FC236}">
                    <a16:creationId xmlns:a16="http://schemas.microsoft.com/office/drawing/2014/main" id="{C3B0D24F-0D13-F39C-CB77-5884EAC2B059}"/>
                  </a:ext>
                </a:extLst>
              </p:cNvPr>
              <p:cNvGrpSpPr/>
              <p:nvPr/>
            </p:nvGrpSpPr>
            <p:grpSpPr>
              <a:xfrm>
                <a:off x="356539" y="1613714"/>
                <a:ext cx="11478923" cy="4589698"/>
                <a:chOff x="455901" y="1546808"/>
                <a:chExt cx="11478923" cy="4589698"/>
              </a:xfrm>
            </p:grpSpPr>
            <p:grpSp>
              <p:nvGrpSpPr>
                <p:cNvPr id="58" name="Group 57">
                  <a:extLst>
                    <a:ext uri="{FF2B5EF4-FFF2-40B4-BE49-F238E27FC236}">
                      <a16:creationId xmlns:a16="http://schemas.microsoft.com/office/drawing/2014/main" id="{81068965-5D98-6EDF-5B49-DC162157A7BF}"/>
                    </a:ext>
                  </a:extLst>
                </p:cNvPr>
                <p:cNvGrpSpPr/>
                <p:nvPr/>
              </p:nvGrpSpPr>
              <p:grpSpPr>
                <a:xfrm>
                  <a:off x="455901" y="1693960"/>
                  <a:ext cx="11478923" cy="1509953"/>
                  <a:chOff x="455901" y="1693960"/>
                  <a:chExt cx="11478923" cy="1509953"/>
                </a:xfrm>
              </p:grpSpPr>
              <p:sp>
                <p:nvSpPr>
                  <p:cNvPr id="55" name="Rectangle: Rounded Corners 54">
                    <a:extLst>
                      <a:ext uri="{FF2B5EF4-FFF2-40B4-BE49-F238E27FC236}">
                        <a16:creationId xmlns:a16="http://schemas.microsoft.com/office/drawing/2014/main" id="{1AB133BB-DA97-17B1-6429-E8AF389CAC53}"/>
                      </a:ext>
                    </a:extLst>
                  </p:cNvPr>
                  <p:cNvSpPr/>
                  <p:nvPr/>
                </p:nvSpPr>
                <p:spPr>
                  <a:xfrm>
                    <a:off x="9334500" y="1855656"/>
                    <a:ext cx="2600324" cy="1177942"/>
                  </a:xfrm>
                  <a:prstGeom prst="roundRect">
                    <a:avLst/>
                  </a:prstGeom>
                  <a:solidFill>
                    <a:srgbClr val="C1C5C9"/>
                  </a:solidFill>
                  <a:ln w="28575" cap="flat" cmpd="sng" algn="ctr">
                    <a:solidFill>
                      <a:schemeClr val="tx1"/>
                    </a:solidFill>
                    <a:prstDash val="solid"/>
                  </a:ln>
                  <a:effectLst/>
                </p:spPr>
                <p:txBody>
                  <a:bodyPr rtlCol="0" anchor="ctr"/>
                  <a:lstStyle/>
                  <a:p>
                    <a:pPr algn="ctr" defTabSz="914400"/>
                    <a:endParaRPr lang="en-US" sz="1100" b="1" kern="0" dirty="0">
                      <a:solidFill>
                        <a:srgbClr val="FF0000"/>
                      </a:solidFill>
                      <a:latin typeface="Arial"/>
                    </a:endParaRPr>
                  </a:p>
                </p:txBody>
              </p:sp>
              <p:pic>
                <p:nvPicPr>
                  <p:cNvPr id="5" name="Picture 4">
                    <a:extLst>
                      <a:ext uri="{FF2B5EF4-FFF2-40B4-BE49-F238E27FC236}">
                        <a16:creationId xmlns:a16="http://schemas.microsoft.com/office/drawing/2014/main" id="{8B3A9271-A7BC-F19F-8B61-945B493047DF}"/>
                      </a:ext>
                    </a:extLst>
                  </p:cNvPr>
                  <p:cNvPicPr>
                    <a:picLocks noChangeAspect="1"/>
                  </p:cNvPicPr>
                  <p:nvPr/>
                </p:nvPicPr>
                <p:blipFill>
                  <a:blip r:embed="rId2"/>
                  <a:stretch>
                    <a:fillRect/>
                  </a:stretch>
                </p:blipFill>
                <p:spPr>
                  <a:xfrm>
                    <a:off x="455901" y="1893986"/>
                    <a:ext cx="1714499" cy="1143000"/>
                  </a:xfrm>
                  <a:prstGeom prst="rect">
                    <a:avLst/>
                  </a:prstGeom>
                </p:spPr>
              </p:pic>
              <p:pic>
                <p:nvPicPr>
                  <p:cNvPr id="7" name="Graphic 6" descr="Programmer male with solid fill">
                    <a:extLst>
                      <a:ext uri="{FF2B5EF4-FFF2-40B4-BE49-F238E27FC236}">
                        <a16:creationId xmlns:a16="http://schemas.microsoft.com/office/drawing/2014/main" id="{82DD9ED8-AB33-6E01-97A6-4F510A7C5E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14700" y="1729394"/>
                    <a:ext cx="1472184" cy="1472184"/>
                  </a:xfrm>
                  <a:prstGeom prst="rect">
                    <a:avLst/>
                  </a:prstGeom>
                </p:spPr>
              </p:pic>
              <p:pic>
                <p:nvPicPr>
                  <p:cNvPr id="8" name="Graphic 7" descr="Robot">
                    <a:extLst>
                      <a:ext uri="{FF2B5EF4-FFF2-40B4-BE49-F238E27FC236}">
                        <a16:creationId xmlns:a16="http://schemas.microsoft.com/office/drawing/2014/main" id="{2B22C45E-C7BE-397C-DFB1-4735E4D48C9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20717" y="1729394"/>
                    <a:ext cx="1474519" cy="1474519"/>
                  </a:xfrm>
                  <a:prstGeom prst="rect">
                    <a:avLst/>
                  </a:prstGeom>
                </p:spPr>
              </p:pic>
              <p:grpSp>
                <p:nvGrpSpPr>
                  <p:cNvPr id="57" name="Group 56">
                    <a:extLst>
                      <a:ext uri="{FF2B5EF4-FFF2-40B4-BE49-F238E27FC236}">
                        <a16:creationId xmlns:a16="http://schemas.microsoft.com/office/drawing/2014/main" id="{1CDC76B1-BEF3-1EC8-7A11-74F01F1022C7}"/>
                      </a:ext>
                    </a:extLst>
                  </p:cNvPr>
                  <p:cNvGrpSpPr/>
                  <p:nvPr/>
                </p:nvGrpSpPr>
                <p:grpSpPr>
                  <a:xfrm>
                    <a:off x="7090434" y="1693960"/>
                    <a:ext cx="691491" cy="716084"/>
                    <a:chOff x="7090434" y="1693960"/>
                    <a:chExt cx="691491" cy="716084"/>
                  </a:xfrm>
                </p:grpSpPr>
                <p:cxnSp>
                  <p:nvCxnSpPr>
                    <p:cNvPr id="20" name="Straight Connector 19">
                      <a:extLst>
                        <a:ext uri="{FF2B5EF4-FFF2-40B4-BE49-F238E27FC236}">
                          <a16:creationId xmlns:a16="http://schemas.microsoft.com/office/drawing/2014/main" id="{0A5BC101-29D6-14B9-9805-A43EAD4EE6DD}"/>
                        </a:ext>
                      </a:extLst>
                    </p:cNvPr>
                    <p:cNvCxnSpPr>
                      <a:stCxn id="9" idx="6"/>
                      <a:endCxn id="13" idx="2"/>
                    </p:cNvCxnSpPr>
                    <p:nvPr/>
                  </p:nvCxnSpPr>
                  <p:spPr>
                    <a:xfrm flipV="1">
                      <a:off x="7252130" y="1774808"/>
                      <a:ext cx="368099" cy="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EAAE8933-37F6-6088-F537-55BD89A5292E}"/>
                        </a:ext>
                      </a:extLst>
                    </p:cNvPr>
                    <p:cNvCxnSpPr/>
                    <p:nvPr/>
                  </p:nvCxnSpPr>
                  <p:spPr>
                    <a:xfrm flipV="1">
                      <a:off x="7249168" y="2329192"/>
                      <a:ext cx="368099" cy="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4E383AB-355E-8390-DA6F-2BE58AB01B05}"/>
                        </a:ext>
                      </a:extLst>
                    </p:cNvPr>
                    <p:cNvCxnSpPr/>
                    <p:nvPr/>
                  </p:nvCxnSpPr>
                  <p:spPr>
                    <a:xfrm flipV="1">
                      <a:off x="7249169" y="2052002"/>
                      <a:ext cx="368099" cy="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4F4421D-F443-CBC2-1317-362F18606CCA}"/>
                        </a:ext>
                      </a:extLst>
                    </p:cNvPr>
                    <p:cNvCxnSpPr>
                      <a:cxnSpLocks/>
                      <a:stCxn id="9" idx="4"/>
                      <a:endCxn id="17" idx="0"/>
                    </p:cNvCxnSpPr>
                    <p:nvPr/>
                  </p:nvCxnSpPr>
                  <p:spPr>
                    <a:xfrm>
                      <a:off x="7171282" y="1855658"/>
                      <a:ext cx="529795" cy="392688"/>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60126412-7745-4937-729B-313F57A50735}"/>
                        </a:ext>
                      </a:extLst>
                    </p:cNvPr>
                    <p:cNvCxnSpPr>
                      <a:cxnSpLocks/>
                      <a:stCxn id="13" idx="4"/>
                      <a:endCxn id="16" idx="0"/>
                    </p:cNvCxnSpPr>
                    <p:nvPr/>
                  </p:nvCxnSpPr>
                  <p:spPr>
                    <a:xfrm flipH="1">
                      <a:off x="7436179" y="1855656"/>
                      <a:ext cx="264898" cy="392691"/>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458122F0-A36A-339F-CB68-79DD8D883A52}"/>
                        </a:ext>
                      </a:extLst>
                    </p:cNvPr>
                    <p:cNvGrpSpPr>
                      <a:grpSpLocks noChangeAspect="1"/>
                    </p:cNvGrpSpPr>
                    <p:nvPr/>
                  </p:nvGrpSpPr>
                  <p:grpSpPr>
                    <a:xfrm>
                      <a:off x="7090434" y="1693960"/>
                      <a:ext cx="691491" cy="716084"/>
                      <a:chOff x="7090434" y="1693959"/>
                      <a:chExt cx="855403" cy="885825"/>
                    </a:xfrm>
                  </p:grpSpPr>
                  <p:sp>
                    <p:nvSpPr>
                      <p:cNvPr id="9" name="Oval 8">
                        <a:extLst>
                          <a:ext uri="{FF2B5EF4-FFF2-40B4-BE49-F238E27FC236}">
                            <a16:creationId xmlns:a16="http://schemas.microsoft.com/office/drawing/2014/main" id="{CDAFFF26-AF84-DB11-D040-B254D645E9F6}"/>
                          </a:ext>
                        </a:extLst>
                      </p:cNvPr>
                      <p:cNvSpPr/>
                      <p:nvPr/>
                    </p:nvSpPr>
                    <p:spPr>
                      <a:xfrm>
                        <a:off x="7090434" y="1693961"/>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0" name="Oval 9">
                        <a:extLst>
                          <a:ext uri="{FF2B5EF4-FFF2-40B4-BE49-F238E27FC236}">
                            <a16:creationId xmlns:a16="http://schemas.microsoft.com/office/drawing/2014/main" id="{98F1135C-7094-AD41-7470-7482A7BF0900}"/>
                          </a:ext>
                        </a:extLst>
                      </p:cNvPr>
                      <p:cNvSpPr/>
                      <p:nvPr/>
                    </p:nvSpPr>
                    <p:spPr>
                      <a:xfrm>
                        <a:off x="7418123" y="1693960"/>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1" name="Oval 10">
                        <a:extLst>
                          <a:ext uri="{FF2B5EF4-FFF2-40B4-BE49-F238E27FC236}">
                            <a16:creationId xmlns:a16="http://schemas.microsoft.com/office/drawing/2014/main" id="{429673F6-C069-48E2-F934-1C7F60173DEA}"/>
                          </a:ext>
                        </a:extLst>
                      </p:cNvPr>
                      <p:cNvSpPr/>
                      <p:nvPr/>
                    </p:nvSpPr>
                    <p:spPr>
                      <a:xfrm>
                        <a:off x="7090434" y="2036860"/>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2" name="Oval 11">
                        <a:extLst>
                          <a:ext uri="{FF2B5EF4-FFF2-40B4-BE49-F238E27FC236}">
                            <a16:creationId xmlns:a16="http://schemas.microsoft.com/office/drawing/2014/main" id="{48E9AEEB-5DAE-1B53-E400-A2DB0F531DD1}"/>
                          </a:ext>
                        </a:extLst>
                      </p:cNvPr>
                      <p:cNvSpPr/>
                      <p:nvPr/>
                    </p:nvSpPr>
                    <p:spPr>
                      <a:xfrm>
                        <a:off x="7418123" y="2036860"/>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3" name="Oval 12">
                        <a:extLst>
                          <a:ext uri="{FF2B5EF4-FFF2-40B4-BE49-F238E27FC236}">
                            <a16:creationId xmlns:a16="http://schemas.microsoft.com/office/drawing/2014/main" id="{0B5C5962-3578-B446-954D-47BBCE2E0A4D}"/>
                          </a:ext>
                        </a:extLst>
                      </p:cNvPr>
                      <p:cNvSpPr/>
                      <p:nvPr/>
                    </p:nvSpPr>
                    <p:spPr>
                      <a:xfrm>
                        <a:off x="7745812" y="1693959"/>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4" name="Oval 13">
                        <a:extLst>
                          <a:ext uri="{FF2B5EF4-FFF2-40B4-BE49-F238E27FC236}">
                            <a16:creationId xmlns:a16="http://schemas.microsoft.com/office/drawing/2014/main" id="{60D155E5-41BD-9692-6357-80129356FC01}"/>
                          </a:ext>
                        </a:extLst>
                      </p:cNvPr>
                      <p:cNvSpPr/>
                      <p:nvPr/>
                    </p:nvSpPr>
                    <p:spPr>
                      <a:xfrm>
                        <a:off x="7745812" y="2036859"/>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5" name="Oval 14">
                        <a:extLst>
                          <a:ext uri="{FF2B5EF4-FFF2-40B4-BE49-F238E27FC236}">
                            <a16:creationId xmlns:a16="http://schemas.microsoft.com/office/drawing/2014/main" id="{FEBBD195-22EC-9580-46FD-EC0F901E0FC6}"/>
                          </a:ext>
                        </a:extLst>
                      </p:cNvPr>
                      <p:cNvSpPr/>
                      <p:nvPr/>
                    </p:nvSpPr>
                    <p:spPr>
                      <a:xfrm>
                        <a:off x="7090434" y="2379759"/>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6" name="Oval 15">
                        <a:extLst>
                          <a:ext uri="{FF2B5EF4-FFF2-40B4-BE49-F238E27FC236}">
                            <a16:creationId xmlns:a16="http://schemas.microsoft.com/office/drawing/2014/main" id="{EAB57638-6D34-01DC-C346-9460339E1651}"/>
                          </a:ext>
                        </a:extLst>
                      </p:cNvPr>
                      <p:cNvSpPr/>
                      <p:nvPr/>
                    </p:nvSpPr>
                    <p:spPr>
                      <a:xfrm>
                        <a:off x="7418123" y="2379758"/>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7" name="Oval 16">
                        <a:extLst>
                          <a:ext uri="{FF2B5EF4-FFF2-40B4-BE49-F238E27FC236}">
                            <a16:creationId xmlns:a16="http://schemas.microsoft.com/office/drawing/2014/main" id="{63913F96-5712-36AD-4017-475A3F412FA1}"/>
                          </a:ext>
                        </a:extLst>
                      </p:cNvPr>
                      <p:cNvSpPr/>
                      <p:nvPr/>
                    </p:nvSpPr>
                    <p:spPr>
                      <a:xfrm>
                        <a:off x="7745812" y="2379757"/>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grpSp>
                <p:cxnSp>
                  <p:nvCxnSpPr>
                    <p:cNvPr id="30" name="Straight Connector 29">
                      <a:extLst>
                        <a:ext uri="{FF2B5EF4-FFF2-40B4-BE49-F238E27FC236}">
                          <a16:creationId xmlns:a16="http://schemas.microsoft.com/office/drawing/2014/main" id="{62228B09-4027-8C59-3B63-4B12B0061F50}"/>
                        </a:ext>
                      </a:extLst>
                    </p:cNvPr>
                    <p:cNvCxnSpPr>
                      <a:cxnSpLocks/>
                      <a:stCxn id="11" idx="4"/>
                      <a:endCxn id="15" idx="0"/>
                    </p:cNvCxnSpPr>
                    <p:nvPr/>
                  </p:nvCxnSpPr>
                  <p:spPr>
                    <a:xfrm>
                      <a:off x="7171282" y="2132851"/>
                      <a:ext cx="0" cy="11549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3C82E118-805E-51E6-C13C-DA2D735FE2C8}"/>
                        </a:ext>
                      </a:extLst>
                    </p:cNvPr>
                    <p:cNvCxnSpPr>
                      <a:cxnSpLocks/>
                      <a:stCxn id="10" idx="4"/>
                      <a:endCxn id="11" idx="0"/>
                    </p:cNvCxnSpPr>
                    <p:nvPr/>
                  </p:nvCxnSpPr>
                  <p:spPr>
                    <a:xfrm flipH="1">
                      <a:off x="7171282" y="1855657"/>
                      <a:ext cx="264897" cy="115498"/>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748795BF-2190-3F82-6359-E7D55BC92D09}"/>
                        </a:ext>
                      </a:extLst>
                    </p:cNvPr>
                    <p:cNvCxnSpPr>
                      <a:cxnSpLocks/>
                      <a:stCxn id="10" idx="4"/>
                      <a:endCxn id="14" idx="0"/>
                    </p:cNvCxnSpPr>
                    <p:nvPr/>
                  </p:nvCxnSpPr>
                  <p:spPr>
                    <a:xfrm>
                      <a:off x="7436179" y="1855657"/>
                      <a:ext cx="264898" cy="11549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D6FEE01F-7669-E7ED-022F-D89D2F739253}"/>
                        </a:ext>
                      </a:extLst>
                    </p:cNvPr>
                    <p:cNvCxnSpPr>
                      <a:cxnSpLocks/>
                      <a:stCxn id="16" idx="1"/>
                      <a:endCxn id="11" idx="5"/>
                    </p:cNvCxnSpPr>
                    <p:nvPr/>
                  </p:nvCxnSpPr>
                  <p:spPr>
                    <a:xfrm flipH="1" flipV="1">
                      <a:off x="7228450" y="2109171"/>
                      <a:ext cx="150561" cy="162856"/>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BD49C840-297B-A73C-F72C-BDD5A2C50816}"/>
                        </a:ext>
                      </a:extLst>
                    </p:cNvPr>
                    <p:cNvCxnSpPr>
                      <a:cxnSpLocks/>
                      <a:stCxn id="14" idx="4"/>
                      <a:endCxn id="17" idx="0"/>
                    </p:cNvCxnSpPr>
                    <p:nvPr/>
                  </p:nvCxnSpPr>
                  <p:spPr>
                    <a:xfrm>
                      <a:off x="7701077" y="2132850"/>
                      <a:ext cx="0" cy="115496"/>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51" name="Group 50">
                    <a:extLst>
                      <a:ext uri="{FF2B5EF4-FFF2-40B4-BE49-F238E27FC236}">
                        <a16:creationId xmlns:a16="http://schemas.microsoft.com/office/drawing/2014/main" id="{54488CCA-2044-9A5D-C8A6-3FED5D600A71}"/>
                      </a:ext>
                    </a:extLst>
                  </p:cNvPr>
                  <p:cNvGrpSpPr/>
                  <p:nvPr/>
                </p:nvGrpSpPr>
                <p:grpSpPr>
                  <a:xfrm>
                    <a:off x="9460976" y="1971154"/>
                    <a:ext cx="2356194" cy="914400"/>
                    <a:chOff x="8309947" y="2348738"/>
                    <a:chExt cx="2356194" cy="914400"/>
                  </a:xfrm>
                </p:grpSpPr>
                <p:sp>
                  <p:nvSpPr>
                    <p:cNvPr id="48" name="Text Box 307">
                      <a:extLst>
                        <a:ext uri="{FF2B5EF4-FFF2-40B4-BE49-F238E27FC236}">
                          <a16:creationId xmlns:a16="http://schemas.microsoft.com/office/drawing/2014/main" id="{8CB2D6E9-04E4-8539-B4B9-53D0E83D1A92}"/>
                        </a:ext>
                      </a:extLst>
                    </p:cNvPr>
                    <p:cNvSpPr txBox="1">
                      <a:spLocks noChangeArrowheads="1"/>
                    </p:cNvSpPr>
                    <p:nvPr/>
                  </p:nvSpPr>
                  <p:spPr bwMode="auto">
                    <a:xfrm>
                      <a:off x="9175479" y="2636661"/>
                      <a:ext cx="1490662"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600" b="1" kern="0" dirty="0">
                          <a:solidFill>
                            <a:srgbClr val="000000"/>
                          </a:solidFill>
                          <a:latin typeface="Calibri"/>
                          <a:cs typeface="Calibri"/>
                        </a:rPr>
                        <a:t>Human Face</a:t>
                      </a:r>
                    </a:p>
                  </p:txBody>
                </p:sp>
                <p:pic>
                  <p:nvPicPr>
                    <p:cNvPr id="50" name="Graphic 49" descr="Checkmark with solid fill">
                      <a:extLst>
                        <a:ext uri="{FF2B5EF4-FFF2-40B4-BE49-F238E27FC236}">
                          <a16:creationId xmlns:a16="http://schemas.microsoft.com/office/drawing/2014/main" id="{9391874E-1653-CE48-886B-4736BAF24E2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09947" y="2348738"/>
                      <a:ext cx="914400" cy="914400"/>
                    </a:xfrm>
                    <a:prstGeom prst="rect">
                      <a:avLst/>
                    </a:prstGeom>
                  </p:spPr>
                </p:pic>
              </p:grpSp>
              <p:sp>
                <p:nvSpPr>
                  <p:cNvPr id="52" name="AutoShape 304">
                    <a:extLst>
                      <a:ext uri="{FF2B5EF4-FFF2-40B4-BE49-F238E27FC236}">
                        <a16:creationId xmlns:a16="http://schemas.microsoft.com/office/drawing/2014/main" id="{5CB31C00-FC41-2057-68E9-903B2A16E4A0}"/>
                      </a:ext>
                    </a:extLst>
                  </p:cNvPr>
                  <p:cNvSpPr>
                    <a:spLocks noChangeArrowheads="1"/>
                  </p:cNvSpPr>
                  <p:nvPr/>
                </p:nvSpPr>
                <p:spPr bwMode="auto">
                  <a:xfrm>
                    <a:off x="2329134" y="2248346"/>
                    <a:ext cx="1206856" cy="343323"/>
                  </a:xfrm>
                  <a:prstGeom prst="rightArrow">
                    <a:avLst>
                      <a:gd name="adj1" fmla="val 52602"/>
                      <a:gd name="adj2" fmla="val 39931"/>
                    </a:avLst>
                  </a:prstGeom>
                  <a:solidFill>
                    <a:srgbClr val="009DDC"/>
                  </a:solidFill>
                  <a:ln w="9525">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 name="AutoShape 304">
                    <a:extLst>
                      <a:ext uri="{FF2B5EF4-FFF2-40B4-BE49-F238E27FC236}">
                        <a16:creationId xmlns:a16="http://schemas.microsoft.com/office/drawing/2014/main" id="{5859F7B2-E5E1-7688-12BE-FACFD2A47BAD}"/>
                      </a:ext>
                    </a:extLst>
                  </p:cNvPr>
                  <p:cNvSpPr>
                    <a:spLocks noChangeArrowheads="1"/>
                  </p:cNvSpPr>
                  <p:nvPr/>
                </p:nvSpPr>
                <p:spPr bwMode="auto">
                  <a:xfrm>
                    <a:off x="4719397" y="2248346"/>
                    <a:ext cx="1206856" cy="343323"/>
                  </a:xfrm>
                  <a:prstGeom prst="rightArrow">
                    <a:avLst>
                      <a:gd name="adj1" fmla="val 52602"/>
                      <a:gd name="adj2" fmla="val 39931"/>
                    </a:avLst>
                  </a:prstGeom>
                  <a:solidFill>
                    <a:srgbClr val="009DDC"/>
                  </a:solidFill>
                  <a:ln w="9525">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 name="AutoShape 304">
                    <a:extLst>
                      <a:ext uri="{FF2B5EF4-FFF2-40B4-BE49-F238E27FC236}">
                        <a16:creationId xmlns:a16="http://schemas.microsoft.com/office/drawing/2014/main" id="{39ECFB2D-C832-9B03-98D6-4F41136B8949}"/>
                      </a:ext>
                    </a:extLst>
                  </p:cNvPr>
                  <p:cNvSpPr>
                    <a:spLocks noChangeArrowheads="1"/>
                  </p:cNvSpPr>
                  <p:nvPr/>
                </p:nvSpPr>
                <p:spPr bwMode="auto">
                  <a:xfrm>
                    <a:off x="7900624" y="2248346"/>
                    <a:ext cx="1206856" cy="343323"/>
                  </a:xfrm>
                  <a:prstGeom prst="rightArrow">
                    <a:avLst>
                      <a:gd name="adj1" fmla="val 52602"/>
                      <a:gd name="adj2" fmla="val 39931"/>
                    </a:avLst>
                  </a:prstGeom>
                  <a:solidFill>
                    <a:srgbClr val="009DDC"/>
                  </a:solidFill>
                  <a:ln w="9525">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60" name="Rectangle: Rounded Corners 59">
                  <a:extLst>
                    <a:ext uri="{FF2B5EF4-FFF2-40B4-BE49-F238E27FC236}">
                      <a16:creationId xmlns:a16="http://schemas.microsoft.com/office/drawing/2014/main" id="{9F6AD194-49B8-0773-123B-6E5CE258A3A2}"/>
                    </a:ext>
                  </a:extLst>
                </p:cNvPr>
                <p:cNvSpPr/>
                <p:nvPr/>
              </p:nvSpPr>
              <p:spPr>
                <a:xfrm>
                  <a:off x="9334500" y="4788249"/>
                  <a:ext cx="2600324" cy="1177942"/>
                </a:xfrm>
                <a:prstGeom prst="roundRect">
                  <a:avLst/>
                </a:prstGeom>
                <a:solidFill>
                  <a:srgbClr val="C1C5C9"/>
                </a:solidFill>
                <a:ln w="28575" cap="flat" cmpd="sng" algn="ctr">
                  <a:solidFill>
                    <a:schemeClr val="tx1"/>
                  </a:solidFill>
                  <a:prstDash val="solid"/>
                </a:ln>
                <a:effectLst/>
              </p:spPr>
              <p:txBody>
                <a:bodyPr rtlCol="0" anchor="ctr"/>
                <a:lstStyle/>
                <a:p>
                  <a:pPr algn="ctr" defTabSz="914400"/>
                  <a:endParaRPr lang="en-US" sz="1100" b="1" kern="0" dirty="0">
                    <a:solidFill>
                      <a:srgbClr val="FF0000"/>
                    </a:solidFill>
                    <a:latin typeface="Arial"/>
                  </a:endParaRPr>
                </a:p>
              </p:txBody>
            </p:sp>
            <p:pic>
              <p:nvPicPr>
                <p:cNvPr id="61" name="Picture 60">
                  <a:extLst>
                    <a:ext uri="{FF2B5EF4-FFF2-40B4-BE49-F238E27FC236}">
                      <a16:creationId xmlns:a16="http://schemas.microsoft.com/office/drawing/2014/main" id="{BBF4D071-FFDA-02FA-6706-BE034CEA281E}"/>
                    </a:ext>
                  </a:extLst>
                </p:cNvPr>
                <p:cNvPicPr>
                  <a:picLocks noChangeAspect="1"/>
                </p:cNvPicPr>
                <p:nvPr/>
              </p:nvPicPr>
              <p:blipFill>
                <a:blip r:embed="rId2"/>
                <a:stretch>
                  <a:fillRect/>
                </a:stretch>
              </p:blipFill>
              <p:spPr>
                <a:xfrm>
                  <a:off x="455901" y="4826579"/>
                  <a:ext cx="1714499" cy="1143000"/>
                </a:xfrm>
                <a:prstGeom prst="rect">
                  <a:avLst/>
                </a:prstGeom>
              </p:spPr>
            </p:pic>
            <p:grpSp>
              <p:nvGrpSpPr>
                <p:cNvPr id="91" name="Group 90">
                  <a:extLst>
                    <a:ext uri="{FF2B5EF4-FFF2-40B4-BE49-F238E27FC236}">
                      <a16:creationId xmlns:a16="http://schemas.microsoft.com/office/drawing/2014/main" id="{4F66D3D5-8948-913D-8D13-139CCFC11443}"/>
                    </a:ext>
                  </a:extLst>
                </p:cNvPr>
                <p:cNvGrpSpPr/>
                <p:nvPr/>
              </p:nvGrpSpPr>
              <p:grpSpPr>
                <a:xfrm>
                  <a:off x="4946321" y="4626553"/>
                  <a:ext cx="1861208" cy="1509953"/>
                  <a:chOff x="5158717" y="4381228"/>
                  <a:chExt cx="1861208" cy="1509953"/>
                </a:xfrm>
              </p:grpSpPr>
              <p:pic>
                <p:nvPicPr>
                  <p:cNvPr id="63" name="Graphic 62" descr="Robot">
                    <a:extLst>
                      <a:ext uri="{FF2B5EF4-FFF2-40B4-BE49-F238E27FC236}">
                        <a16:creationId xmlns:a16="http://schemas.microsoft.com/office/drawing/2014/main" id="{7BF05E84-51C3-96A9-7535-293ADD7EB9A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58717" y="4416662"/>
                    <a:ext cx="1474519" cy="1474519"/>
                  </a:xfrm>
                  <a:prstGeom prst="rect">
                    <a:avLst/>
                  </a:prstGeom>
                </p:spPr>
              </p:pic>
              <p:grpSp>
                <p:nvGrpSpPr>
                  <p:cNvPr id="64" name="Group 63">
                    <a:extLst>
                      <a:ext uri="{FF2B5EF4-FFF2-40B4-BE49-F238E27FC236}">
                        <a16:creationId xmlns:a16="http://schemas.microsoft.com/office/drawing/2014/main" id="{466C4837-AF4E-6D82-224B-ECFC2F40BEB7}"/>
                      </a:ext>
                    </a:extLst>
                  </p:cNvPr>
                  <p:cNvGrpSpPr/>
                  <p:nvPr/>
                </p:nvGrpSpPr>
                <p:grpSpPr>
                  <a:xfrm>
                    <a:off x="6328434" y="4381228"/>
                    <a:ext cx="691491" cy="716084"/>
                    <a:chOff x="7090434" y="1693960"/>
                    <a:chExt cx="691491" cy="716084"/>
                  </a:xfrm>
                </p:grpSpPr>
                <p:cxnSp>
                  <p:nvCxnSpPr>
                    <p:cNvPr id="71" name="Straight Connector 70">
                      <a:extLst>
                        <a:ext uri="{FF2B5EF4-FFF2-40B4-BE49-F238E27FC236}">
                          <a16:creationId xmlns:a16="http://schemas.microsoft.com/office/drawing/2014/main" id="{77BC21B2-7814-E84D-AEBD-C8F47F9CBF9F}"/>
                        </a:ext>
                      </a:extLst>
                    </p:cNvPr>
                    <p:cNvCxnSpPr>
                      <a:stCxn id="82" idx="6"/>
                      <a:endCxn id="86" idx="2"/>
                    </p:cNvCxnSpPr>
                    <p:nvPr/>
                  </p:nvCxnSpPr>
                  <p:spPr>
                    <a:xfrm flipV="1">
                      <a:off x="7252130" y="1774808"/>
                      <a:ext cx="368099" cy="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C8A0768E-64F6-2265-AE00-FFE12A356ACD}"/>
                        </a:ext>
                      </a:extLst>
                    </p:cNvPr>
                    <p:cNvCxnSpPr/>
                    <p:nvPr/>
                  </p:nvCxnSpPr>
                  <p:spPr>
                    <a:xfrm flipV="1">
                      <a:off x="7249168" y="2329192"/>
                      <a:ext cx="368099" cy="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382B6E2A-36FC-B360-94C3-E522BD17D01C}"/>
                        </a:ext>
                      </a:extLst>
                    </p:cNvPr>
                    <p:cNvCxnSpPr/>
                    <p:nvPr/>
                  </p:nvCxnSpPr>
                  <p:spPr>
                    <a:xfrm flipV="1">
                      <a:off x="7249169" y="2052002"/>
                      <a:ext cx="368099" cy="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7B8F68DC-2DD8-F87C-A4A5-3161CD869ED8}"/>
                        </a:ext>
                      </a:extLst>
                    </p:cNvPr>
                    <p:cNvCxnSpPr>
                      <a:cxnSpLocks/>
                      <a:stCxn id="82" idx="4"/>
                      <a:endCxn id="90" idx="0"/>
                    </p:cNvCxnSpPr>
                    <p:nvPr/>
                  </p:nvCxnSpPr>
                  <p:spPr>
                    <a:xfrm>
                      <a:off x="7171282" y="1855658"/>
                      <a:ext cx="529795" cy="392688"/>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8BCA79FB-F3EA-7FC4-534A-86AE3854DF55}"/>
                        </a:ext>
                      </a:extLst>
                    </p:cNvPr>
                    <p:cNvCxnSpPr>
                      <a:cxnSpLocks/>
                      <a:stCxn id="86" idx="4"/>
                      <a:endCxn id="89" idx="0"/>
                    </p:cNvCxnSpPr>
                    <p:nvPr/>
                  </p:nvCxnSpPr>
                  <p:spPr>
                    <a:xfrm flipH="1">
                      <a:off x="7436179" y="1855656"/>
                      <a:ext cx="264898" cy="392691"/>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76" name="Group 75">
                      <a:extLst>
                        <a:ext uri="{FF2B5EF4-FFF2-40B4-BE49-F238E27FC236}">
                          <a16:creationId xmlns:a16="http://schemas.microsoft.com/office/drawing/2014/main" id="{92D2E51A-FFEE-6369-B341-CB4BB353F7E0}"/>
                        </a:ext>
                      </a:extLst>
                    </p:cNvPr>
                    <p:cNvGrpSpPr>
                      <a:grpSpLocks noChangeAspect="1"/>
                    </p:cNvGrpSpPr>
                    <p:nvPr/>
                  </p:nvGrpSpPr>
                  <p:grpSpPr>
                    <a:xfrm>
                      <a:off x="7090434" y="1693960"/>
                      <a:ext cx="691491" cy="716084"/>
                      <a:chOff x="7090434" y="1693959"/>
                      <a:chExt cx="855403" cy="885825"/>
                    </a:xfrm>
                  </p:grpSpPr>
                  <p:sp>
                    <p:nvSpPr>
                      <p:cNvPr id="82" name="Oval 81">
                        <a:extLst>
                          <a:ext uri="{FF2B5EF4-FFF2-40B4-BE49-F238E27FC236}">
                            <a16:creationId xmlns:a16="http://schemas.microsoft.com/office/drawing/2014/main" id="{113B41A5-6659-3D2A-30C5-AB38DB4012EC}"/>
                          </a:ext>
                        </a:extLst>
                      </p:cNvPr>
                      <p:cNvSpPr/>
                      <p:nvPr/>
                    </p:nvSpPr>
                    <p:spPr>
                      <a:xfrm>
                        <a:off x="7090434" y="1693961"/>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3" name="Oval 82">
                        <a:extLst>
                          <a:ext uri="{FF2B5EF4-FFF2-40B4-BE49-F238E27FC236}">
                            <a16:creationId xmlns:a16="http://schemas.microsoft.com/office/drawing/2014/main" id="{E64BC199-AE22-D83F-07A5-19EE2A90AAEA}"/>
                          </a:ext>
                        </a:extLst>
                      </p:cNvPr>
                      <p:cNvSpPr/>
                      <p:nvPr/>
                    </p:nvSpPr>
                    <p:spPr>
                      <a:xfrm>
                        <a:off x="7418123" y="1693960"/>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4" name="Oval 83">
                        <a:extLst>
                          <a:ext uri="{FF2B5EF4-FFF2-40B4-BE49-F238E27FC236}">
                            <a16:creationId xmlns:a16="http://schemas.microsoft.com/office/drawing/2014/main" id="{E9A53654-9862-ADBB-D26D-5A23849C82C9}"/>
                          </a:ext>
                        </a:extLst>
                      </p:cNvPr>
                      <p:cNvSpPr/>
                      <p:nvPr/>
                    </p:nvSpPr>
                    <p:spPr>
                      <a:xfrm>
                        <a:off x="7090434" y="2036860"/>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5" name="Oval 84">
                        <a:extLst>
                          <a:ext uri="{FF2B5EF4-FFF2-40B4-BE49-F238E27FC236}">
                            <a16:creationId xmlns:a16="http://schemas.microsoft.com/office/drawing/2014/main" id="{851DDBF4-C88F-ABD7-3E31-26741291A81C}"/>
                          </a:ext>
                        </a:extLst>
                      </p:cNvPr>
                      <p:cNvSpPr/>
                      <p:nvPr/>
                    </p:nvSpPr>
                    <p:spPr>
                      <a:xfrm>
                        <a:off x="7418123" y="2036860"/>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6" name="Oval 85">
                        <a:extLst>
                          <a:ext uri="{FF2B5EF4-FFF2-40B4-BE49-F238E27FC236}">
                            <a16:creationId xmlns:a16="http://schemas.microsoft.com/office/drawing/2014/main" id="{5DAFF8F7-25CF-3B8B-FFE1-A6254752277E}"/>
                          </a:ext>
                        </a:extLst>
                      </p:cNvPr>
                      <p:cNvSpPr/>
                      <p:nvPr/>
                    </p:nvSpPr>
                    <p:spPr>
                      <a:xfrm>
                        <a:off x="7745812" y="1693959"/>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7" name="Oval 86">
                        <a:extLst>
                          <a:ext uri="{FF2B5EF4-FFF2-40B4-BE49-F238E27FC236}">
                            <a16:creationId xmlns:a16="http://schemas.microsoft.com/office/drawing/2014/main" id="{3917A794-F44F-A09F-1FF5-74883C4C48FB}"/>
                          </a:ext>
                        </a:extLst>
                      </p:cNvPr>
                      <p:cNvSpPr/>
                      <p:nvPr/>
                    </p:nvSpPr>
                    <p:spPr>
                      <a:xfrm>
                        <a:off x="7745812" y="2036859"/>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8" name="Oval 87">
                        <a:extLst>
                          <a:ext uri="{FF2B5EF4-FFF2-40B4-BE49-F238E27FC236}">
                            <a16:creationId xmlns:a16="http://schemas.microsoft.com/office/drawing/2014/main" id="{156B380F-2D93-7579-ABA1-F0133BCB3752}"/>
                          </a:ext>
                        </a:extLst>
                      </p:cNvPr>
                      <p:cNvSpPr/>
                      <p:nvPr/>
                    </p:nvSpPr>
                    <p:spPr>
                      <a:xfrm>
                        <a:off x="7090434" y="2379759"/>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9" name="Oval 88">
                        <a:extLst>
                          <a:ext uri="{FF2B5EF4-FFF2-40B4-BE49-F238E27FC236}">
                            <a16:creationId xmlns:a16="http://schemas.microsoft.com/office/drawing/2014/main" id="{C373D780-A318-599A-E42A-2EA6089FF9FC}"/>
                          </a:ext>
                        </a:extLst>
                      </p:cNvPr>
                      <p:cNvSpPr/>
                      <p:nvPr/>
                    </p:nvSpPr>
                    <p:spPr>
                      <a:xfrm>
                        <a:off x="7418123" y="2379758"/>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90" name="Oval 89">
                        <a:extLst>
                          <a:ext uri="{FF2B5EF4-FFF2-40B4-BE49-F238E27FC236}">
                            <a16:creationId xmlns:a16="http://schemas.microsoft.com/office/drawing/2014/main" id="{3BC5777E-4672-7688-8F3A-D58F727806CC}"/>
                          </a:ext>
                        </a:extLst>
                      </p:cNvPr>
                      <p:cNvSpPr/>
                      <p:nvPr/>
                    </p:nvSpPr>
                    <p:spPr>
                      <a:xfrm>
                        <a:off x="7745812" y="2379757"/>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grpSp>
                <p:cxnSp>
                  <p:nvCxnSpPr>
                    <p:cNvPr id="77" name="Straight Connector 76">
                      <a:extLst>
                        <a:ext uri="{FF2B5EF4-FFF2-40B4-BE49-F238E27FC236}">
                          <a16:creationId xmlns:a16="http://schemas.microsoft.com/office/drawing/2014/main" id="{75C4DE75-8112-9CB7-3B59-9E949C777152}"/>
                        </a:ext>
                      </a:extLst>
                    </p:cNvPr>
                    <p:cNvCxnSpPr>
                      <a:cxnSpLocks/>
                      <a:stCxn id="84" idx="4"/>
                      <a:endCxn id="88" idx="0"/>
                    </p:cNvCxnSpPr>
                    <p:nvPr/>
                  </p:nvCxnSpPr>
                  <p:spPr>
                    <a:xfrm>
                      <a:off x="7171282" y="2132851"/>
                      <a:ext cx="0" cy="11549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0DECD77A-8EC7-0245-EB27-A9A5985A59A0}"/>
                        </a:ext>
                      </a:extLst>
                    </p:cNvPr>
                    <p:cNvCxnSpPr>
                      <a:cxnSpLocks/>
                      <a:stCxn id="83" idx="4"/>
                      <a:endCxn id="84" idx="0"/>
                    </p:cNvCxnSpPr>
                    <p:nvPr/>
                  </p:nvCxnSpPr>
                  <p:spPr>
                    <a:xfrm flipH="1">
                      <a:off x="7171282" y="1855657"/>
                      <a:ext cx="264897" cy="115498"/>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92C278E8-F4C4-339B-B70F-74D4516465D2}"/>
                        </a:ext>
                      </a:extLst>
                    </p:cNvPr>
                    <p:cNvCxnSpPr>
                      <a:cxnSpLocks/>
                      <a:stCxn id="83" idx="4"/>
                      <a:endCxn id="87" idx="0"/>
                    </p:cNvCxnSpPr>
                    <p:nvPr/>
                  </p:nvCxnSpPr>
                  <p:spPr>
                    <a:xfrm>
                      <a:off x="7436179" y="1855657"/>
                      <a:ext cx="264898" cy="11549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67DBD6FF-8B82-072F-0859-FF14A00AB7AB}"/>
                        </a:ext>
                      </a:extLst>
                    </p:cNvPr>
                    <p:cNvCxnSpPr>
                      <a:cxnSpLocks/>
                      <a:stCxn id="89" idx="1"/>
                      <a:endCxn id="84" idx="5"/>
                    </p:cNvCxnSpPr>
                    <p:nvPr/>
                  </p:nvCxnSpPr>
                  <p:spPr>
                    <a:xfrm flipH="1" flipV="1">
                      <a:off x="7228450" y="2109171"/>
                      <a:ext cx="150561" cy="162856"/>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19F1D3DD-0871-FFCF-E48F-78D6A16D00F5}"/>
                        </a:ext>
                      </a:extLst>
                    </p:cNvPr>
                    <p:cNvCxnSpPr>
                      <a:cxnSpLocks/>
                      <a:stCxn id="87" idx="4"/>
                      <a:endCxn id="90" idx="0"/>
                    </p:cNvCxnSpPr>
                    <p:nvPr/>
                  </p:nvCxnSpPr>
                  <p:spPr>
                    <a:xfrm>
                      <a:off x="7701077" y="2132850"/>
                      <a:ext cx="0" cy="115496"/>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grpSp>
            <p:grpSp>
              <p:nvGrpSpPr>
                <p:cNvPr id="65" name="Group 64">
                  <a:extLst>
                    <a:ext uri="{FF2B5EF4-FFF2-40B4-BE49-F238E27FC236}">
                      <a16:creationId xmlns:a16="http://schemas.microsoft.com/office/drawing/2014/main" id="{A9DCD0A3-CDDC-B68C-8ED0-3642699E66B0}"/>
                    </a:ext>
                  </a:extLst>
                </p:cNvPr>
                <p:cNvGrpSpPr/>
                <p:nvPr/>
              </p:nvGrpSpPr>
              <p:grpSpPr>
                <a:xfrm>
                  <a:off x="9460976" y="4903747"/>
                  <a:ext cx="2356194" cy="914400"/>
                  <a:chOff x="8309947" y="2348738"/>
                  <a:chExt cx="2356194" cy="914400"/>
                </a:xfrm>
              </p:grpSpPr>
              <p:sp>
                <p:nvSpPr>
                  <p:cNvPr id="69" name="Text Box 307">
                    <a:extLst>
                      <a:ext uri="{FF2B5EF4-FFF2-40B4-BE49-F238E27FC236}">
                        <a16:creationId xmlns:a16="http://schemas.microsoft.com/office/drawing/2014/main" id="{D00A26CB-9C98-EDCB-5AF6-21B27E5A76F6}"/>
                      </a:ext>
                    </a:extLst>
                  </p:cNvPr>
                  <p:cNvSpPr txBox="1">
                    <a:spLocks noChangeArrowheads="1"/>
                  </p:cNvSpPr>
                  <p:nvPr/>
                </p:nvSpPr>
                <p:spPr bwMode="auto">
                  <a:xfrm>
                    <a:off x="9175479" y="2636661"/>
                    <a:ext cx="1490662"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600" b="1" kern="0" dirty="0">
                        <a:solidFill>
                          <a:srgbClr val="000000"/>
                        </a:solidFill>
                        <a:latin typeface="Calibri"/>
                        <a:cs typeface="Calibri"/>
                      </a:rPr>
                      <a:t>Human Face</a:t>
                    </a:r>
                  </a:p>
                </p:txBody>
              </p:sp>
              <p:pic>
                <p:nvPicPr>
                  <p:cNvPr id="70" name="Graphic 69" descr="Checkmark with solid fill">
                    <a:extLst>
                      <a:ext uri="{FF2B5EF4-FFF2-40B4-BE49-F238E27FC236}">
                        <a16:creationId xmlns:a16="http://schemas.microsoft.com/office/drawing/2014/main" id="{68785867-BF21-5486-FE1C-DA5A251EA83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09947" y="2348738"/>
                    <a:ext cx="914400" cy="914400"/>
                  </a:xfrm>
                  <a:prstGeom prst="rect">
                    <a:avLst/>
                  </a:prstGeom>
                </p:spPr>
              </p:pic>
            </p:grpSp>
            <p:sp>
              <p:nvSpPr>
                <p:cNvPr id="66" name="AutoShape 304">
                  <a:extLst>
                    <a:ext uri="{FF2B5EF4-FFF2-40B4-BE49-F238E27FC236}">
                      <a16:creationId xmlns:a16="http://schemas.microsoft.com/office/drawing/2014/main" id="{8B7E5E47-EF73-4909-CC9B-EE1241B92615}"/>
                    </a:ext>
                  </a:extLst>
                </p:cNvPr>
                <p:cNvSpPr>
                  <a:spLocks noChangeArrowheads="1"/>
                </p:cNvSpPr>
                <p:nvPr/>
              </p:nvSpPr>
              <p:spPr bwMode="auto">
                <a:xfrm>
                  <a:off x="2329134" y="5180939"/>
                  <a:ext cx="2573202" cy="343323"/>
                </a:xfrm>
                <a:prstGeom prst="rightArrow">
                  <a:avLst>
                    <a:gd name="adj1" fmla="val 52602"/>
                    <a:gd name="adj2" fmla="val 39931"/>
                  </a:avLst>
                </a:prstGeom>
                <a:solidFill>
                  <a:srgbClr val="009DDC"/>
                </a:solidFill>
                <a:ln w="9525">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68" name="AutoShape 304">
                  <a:extLst>
                    <a:ext uri="{FF2B5EF4-FFF2-40B4-BE49-F238E27FC236}">
                      <a16:creationId xmlns:a16="http://schemas.microsoft.com/office/drawing/2014/main" id="{0C70ACA2-C2E5-DFE3-C9C8-8CB0B69D7899}"/>
                    </a:ext>
                  </a:extLst>
                </p:cNvPr>
                <p:cNvSpPr>
                  <a:spLocks noChangeArrowheads="1"/>
                </p:cNvSpPr>
                <p:nvPr/>
              </p:nvSpPr>
              <p:spPr bwMode="auto">
                <a:xfrm>
                  <a:off x="6907769" y="5180939"/>
                  <a:ext cx="2199711" cy="343323"/>
                </a:xfrm>
                <a:prstGeom prst="rightArrow">
                  <a:avLst>
                    <a:gd name="adj1" fmla="val 52602"/>
                    <a:gd name="adj2" fmla="val 39931"/>
                  </a:avLst>
                </a:prstGeom>
                <a:solidFill>
                  <a:srgbClr val="009DDC"/>
                </a:solidFill>
                <a:ln w="9525">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110" name="Group 109">
                  <a:extLst>
                    <a:ext uri="{FF2B5EF4-FFF2-40B4-BE49-F238E27FC236}">
                      <a16:creationId xmlns:a16="http://schemas.microsoft.com/office/drawing/2014/main" id="{B650FF9F-4920-6303-F65E-CF531074C9B0}"/>
                    </a:ext>
                  </a:extLst>
                </p:cNvPr>
                <p:cNvGrpSpPr>
                  <a:grpSpLocks noChangeAspect="1"/>
                </p:cNvGrpSpPr>
                <p:nvPr/>
              </p:nvGrpSpPr>
              <p:grpSpPr>
                <a:xfrm>
                  <a:off x="4460398" y="1546808"/>
                  <a:ext cx="652971" cy="628385"/>
                  <a:chOff x="3046487" y="3767453"/>
                  <a:chExt cx="1126684" cy="1084261"/>
                </a:xfrm>
              </p:grpSpPr>
              <p:sp>
                <p:nvSpPr>
                  <p:cNvPr id="102" name="Oval 101">
                    <a:extLst>
                      <a:ext uri="{FF2B5EF4-FFF2-40B4-BE49-F238E27FC236}">
                        <a16:creationId xmlns:a16="http://schemas.microsoft.com/office/drawing/2014/main" id="{DAFBB503-1FEA-B993-B2D6-B4B30654FC3A}"/>
                      </a:ext>
                    </a:extLst>
                  </p:cNvPr>
                  <p:cNvSpPr>
                    <a:spLocks noChangeAspect="1"/>
                  </p:cNvSpPr>
                  <p:nvPr/>
                </p:nvSpPr>
                <p:spPr>
                  <a:xfrm>
                    <a:off x="3067711" y="3786415"/>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103" name="Oval 102">
                    <a:extLst>
                      <a:ext uri="{FF2B5EF4-FFF2-40B4-BE49-F238E27FC236}">
                        <a16:creationId xmlns:a16="http://schemas.microsoft.com/office/drawing/2014/main" id="{C85A91EA-6468-506C-184D-1B4727ED74AE}"/>
                      </a:ext>
                    </a:extLst>
                  </p:cNvPr>
                  <p:cNvSpPr>
                    <a:spLocks noChangeAspect="1"/>
                  </p:cNvSpPr>
                  <p:nvPr/>
                </p:nvSpPr>
                <p:spPr>
                  <a:xfrm>
                    <a:off x="3674294" y="3786415"/>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104" name="Oval 103">
                    <a:extLst>
                      <a:ext uri="{FF2B5EF4-FFF2-40B4-BE49-F238E27FC236}">
                        <a16:creationId xmlns:a16="http://schemas.microsoft.com/office/drawing/2014/main" id="{CE0F6DD7-812E-DD9F-DB5B-51FA0D37ED69}"/>
                      </a:ext>
                    </a:extLst>
                  </p:cNvPr>
                  <p:cNvSpPr>
                    <a:spLocks noChangeAspect="1"/>
                  </p:cNvSpPr>
                  <p:nvPr/>
                </p:nvSpPr>
                <p:spPr>
                  <a:xfrm>
                    <a:off x="3067714" y="4371797"/>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105" name="Oval 104">
                    <a:extLst>
                      <a:ext uri="{FF2B5EF4-FFF2-40B4-BE49-F238E27FC236}">
                        <a16:creationId xmlns:a16="http://schemas.microsoft.com/office/drawing/2014/main" id="{69988FF2-C674-F508-67CE-3FA1B2A5A729}"/>
                      </a:ext>
                    </a:extLst>
                  </p:cNvPr>
                  <p:cNvSpPr>
                    <a:spLocks noChangeAspect="1"/>
                  </p:cNvSpPr>
                  <p:nvPr/>
                </p:nvSpPr>
                <p:spPr>
                  <a:xfrm>
                    <a:off x="3684997" y="4358928"/>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pic>
                <p:nvPicPr>
                  <p:cNvPr id="106" name="Graphic 105" descr="Eyes">
                    <a:extLst>
                      <a:ext uri="{FF2B5EF4-FFF2-40B4-BE49-F238E27FC236}">
                        <a16:creationId xmlns:a16="http://schemas.microsoft.com/office/drawing/2014/main" id="{6823BC30-66DE-5DED-5B3C-334CB329846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692744" y="3806088"/>
                    <a:ext cx="440569" cy="440569"/>
                  </a:xfrm>
                  <a:prstGeom prst="rect">
                    <a:avLst/>
                  </a:prstGeom>
                </p:spPr>
              </p:pic>
              <p:pic>
                <p:nvPicPr>
                  <p:cNvPr id="107" name="Graphic 106" descr="Ear">
                    <a:extLst>
                      <a:ext uri="{FF2B5EF4-FFF2-40B4-BE49-F238E27FC236}">
                        <a16:creationId xmlns:a16="http://schemas.microsoft.com/office/drawing/2014/main" id="{0BB384D8-AC65-447E-4592-9FD82B9D44F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674294" y="4349446"/>
                    <a:ext cx="498877" cy="498877"/>
                  </a:xfrm>
                  <a:prstGeom prst="rect">
                    <a:avLst/>
                  </a:prstGeom>
                </p:spPr>
              </p:pic>
              <p:pic>
                <p:nvPicPr>
                  <p:cNvPr id="108" name="Graphic 107" descr="Nose">
                    <a:extLst>
                      <a:ext uri="{FF2B5EF4-FFF2-40B4-BE49-F238E27FC236}">
                        <a16:creationId xmlns:a16="http://schemas.microsoft.com/office/drawing/2014/main" id="{689639BC-645D-EEAE-30CF-5FF984C02CF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067711" y="4355352"/>
                    <a:ext cx="477473" cy="477473"/>
                  </a:xfrm>
                  <a:prstGeom prst="rect">
                    <a:avLst/>
                  </a:prstGeom>
                </p:spPr>
              </p:pic>
              <p:pic>
                <p:nvPicPr>
                  <p:cNvPr id="109" name="Graphic 108" descr="Lips">
                    <a:extLst>
                      <a:ext uri="{FF2B5EF4-FFF2-40B4-BE49-F238E27FC236}">
                        <a16:creationId xmlns:a16="http://schemas.microsoft.com/office/drawing/2014/main" id="{B78FDE19-2739-2420-B96D-D69DBD813C1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046487" y="3767453"/>
                    <a:ext cx="517840" cy="517840"/>
                  </a:xfrm>
                  <a:prstGeom prst="rect">
                    <a:avLst/>
                  </a:prstGeom>
                </p:spPr>
              </p:pic>
            </p:grpSp>
            <p:grpSp>
              <p:nvGrpSpPr>
                <p:cNvPr id="111" name="Group 110">
                  <a:extLst>
                    <a:ext uri="{FF2B5EF4-FFF2-40B4-BE49-F238E27FC236}">
                      <a16:creationId xmlns:a16="http://schemas.microsoft.com/office/drawing/2014/main" id="{1BA38593-2B7E-2206-328F-106F931E3779}"/>
                    </a:ext>
                  </a:extLst>
                </p:cNvPr>
                <p:cNvGrpSpPr>
                  <a:grpSpLocks noChangeAspect="1"/>
                </p:cNvGrpSpPr>
                <p:nvPr/>
              </p:nvGrpSpPr>
              <p:grpSpPr>
                <a:xfrm>
                  <a:off x="4786884" y="4402821"/>
                  <a:ext cx="652971" cy="628385"/>
                  <a:chOff x="3046487" y="3767453"/>
                  <a:chExt cx="1126684" cy="1084261"/>
                </a:xfrm>
              </p:grpSpPr>
              <p:sp>
                <p:nvSpPr>
                  <p:cNvPr id="112" name="Oval 111">
                    <a:extLst>
                      <a:ext uri="{FF2B5EF4-FFF2-40B4-BE49-F238E27FC236}">
                        <a16:creationId xmlns:a16="http://schemas.microsoft.com/office/drawing/2014/main" id="{AA8DE322-5BB8-5D4B-805D-261E40E19667}"/>
                      </a:ext>
                    </a:extLst>
                  </p:cNvPr>
                  <p:cNvSpPr>
                    <a:spLocks noChangeAspect="1"/>
                  </p:cNvSpPr>
                  <p:nvPr/>
                </p:nvSpPr>
                <p:spPr>
                  <a:xfrm>
                    <a:off x="3067711" y="3786415"/>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113" name="Oval 112">
                    <a:extLst>
                      <a:ext uri="{FF2B5EF4-FFF2-40B4-BE49-F238E27FC236}">
                        <a16:creationId xmlns:a16="http://schemas.microsoft.com/office/drawing/2014/main" id="{02536B61-5BC3-19FC-29B8-2E3BFAA31B37}"/>
                      </a:ext>
                    </a:extLst>
                  </p:cNvPr>
                  <p:cNvSpPr>
                    <a:spLocks noChangeAspect="1"/>
                  </p:cNvSpPr>
                  <p:nvPr/>
                </p:nvSpPr>
                <p:spPr>
                  <a:xfrm>
                    <a:off x="3674294" y="3786415"/>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114" name="Oval 113">
                    <a:extLst>
                      <a:ext uri="{FF2B5EF4-FFF2-40B4-BE49-F238E27FC236}">
                        <a16:creationId xmlns:a16="http://schemas.microsoft.com/office/drawing/2014/main" id="{1C5B4059-4A05-9F6B-0F5C-27A2CEE84AC3}"/>
                      </a:ext>
                    </a:extLst>
                  </p:cNvPr>
                  <p:cNvSpPr>
                    <a:spLocks noChangeAspect="1"/>
                  </p:cNvSpPr>
                  <p:nvPr/>
                </p:nvSpPr>
                <p:spPr>
                  <a:xfrm>
                    <a:off x="3067714" y="4371797"/>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115" name="Oval 114">
                    <a:extLst>
                      <a:ext uri="{FF2B5EF4-FFF2-40B4-BE49-F238E27FC236}">
                        <a16:creationId xmlns:a16="http://schemas.microsoft.com/office/drawing/2014/main" id="{C58B6F0D-30E6-CC71-B188-63E300AE934D}"/>
                      </a:ext>
                    </a:extLst>
                  </p:cNvPr>
                  <p:cNvSpPr>
                    <a:spLocks noChangeAspect="1"/>
                  </p:cNvSpPr>
                  <p:nvPr/>
                </p:nvSpPr>
                <p:spPr>
                  <a:xfrm>
                    <a:off x="3684997" y="4358928"/>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pic>
                <p:nvPicPr>
                  <p:cNvPr id="116" name="Graphic 115" descr="Eyes">
                    <a:extLst>
                      <a:ext uri="{FF2B5EF4-FFF2-40B4-BE49-F238E27FC236}">
                        <a16:creationId xmlns:a16="http://schemas.microsoft.com/office/drawing/2014/main" id="{86FEFC6A-CEEB-9A95-2DFA-94DEC829E0A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692744" y="3806088"/>
                    <a:ext cx="440569" cy="440569"/>
                  </a:xfrm>
                  <a:prstGeom prst="rect">
                    <a:avLst/>
                  </a:prstGeom>
                </p:spPr>
              </p:pic>
              <p:pic>
                <p:nvPicPr>
                  <p:cNvPr id="117" name="Graphic 116" descr="Ear">
                    <a:extLst>
                      <a:ext uri="{FF2B5EF4-FFF2-40B4-BE49-F238E27FC236}">
                        <a16:creationId xmlns:a16="http://schemas.microsoft.com/office/drawing/2014/main" id="{38ACE72F-F1B4-41BF-CBF7-0956D9EDDB6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674294" y="4349446"/>
                    <a:ext cx="498877" cy="498877"/>
                  </a:xfrm>
                  <a:prstGeom prst="rect">
                    <a:avLst/>
                  </a:prstGeom>
                </p:spPr>
              </p:pic>
              <p:pic>
                <p:nvPicPr>
                  <p:cNvPr id="118" name="Graphic 117" descr="Nose">
                    <a:extLst>
                      <a:ext uri="{FF2B5EF4-FFF2-40B4-BE49-F238E27FC236}">
                        <a16:creationId xmlns:a16="http://schemas.microsoft.com/office/drawing/2014/main" id="{653F211B-9808-621B-F2EB-7DFD8D590E9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067711" y="4355352"/>
                    <a:ext cx="477473" cy="477473"/>
                  </a:xfrm>
                  <a:prstGeom prst="rect">
                    <a:avLst/>
                  </a:prstGeom>
                </p:spPr>
              </p:pic>
              <p:pic>
                <p:nvPicPr>
                  <p:cNvPr id="119" name="Graphic 118" descr="Lips">
                    <a:extLst>
                      <a:ext uri="{FF2B5EF4-FFF2-40B4-BE49-F238E27FC236}">
                        <a16:creationId xmlns:a16="http://schemas.microsoft.com/office/drawing/2014/main" id="{2DA75E48-A343-6353-F8C8-B98C2528934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046487" y="3767453"/>
                    <a:ext cx="517840" cy="517840"/>
                  </a:xfrm>
                  <a:prstGeom prst="rect">
                    <a:avLst/>
                  </a:prstGeom>
                </p:spPr>
              </p:pic>
            </p:grpSp>
          </p:grpSp>
          <p:sp>
            <p:nvSpPr>
              <p:cNvPr id="124" name="Text Box 307">
                <a:extLst>
                  <a:ext uri="{FF2B5EF4-FFF2-40B4-BE49-F238E27FC236}">
                    <a16:creationId xmlns:a16="http://schemas.microsoft.com/office/drawing/2014/main" id="{584E6A62-19AB-DC1C-41F5-31705FC5C5D8}"/>
                  </a:ext>
                </a:extLst>
              </p:cNvPr>
              <p:cNvSpPr txBox="1">
                <a:spLocks noChangeArrowheads="1"/>
              </p:cNvSpPr>
              <p:nvPr/>
            </p:nvSpPr>
            <p:spPr bwMode="auto">
              <a:xfrm>
                <a:off x="455901" y="3252541"/>
                <a:ext cx="1490662" cy="292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Input image</a:t>
                </a:r>
              </a:p>
            </p:txBody>
          </p:sp>
          <p:sp>
            <p:nvSpPr>
              <p:cNvPr id="125" name="Text Box 307">
                <a:extLst>
                  <a:ext uri="{FF2B5EF4-FFF2-40B4-BE49-F238E27FC236}">
                    <a16:creationId xmlns:a16="http://schemas.microsoft.com/office/drawing/2014/main" id="{FB63C6C1-F54B-CE26-60FD-E85DAA6ACFF4}"/>
                  </a:ext>
                </a:extLst>
              </p:cNvPr>
              <p:cNvSpPr txBox="1">
                <a:spLocks noChangeArrowheads="1"/>
              </p:cNvSpPr>
              <p:nvPr/>
            </p:nvSpPr>
            <p:spPr bwMode="auto">
              <a:xfrm>
                <a:off x="2829191" y="3252541"/>
                <a:ext cx="2168718" cy="292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Human identifies features</a:t>
                </a:r>
              </a:p>
            </p:txBody>
          </p:sp>
          <p:sp>
            <p:nvSpPr>
              <p:cNvPr id="126" name="Text Box 307">
                <a:extLst>
                  <a:ext uri="{FF2B5EF4-FFF2-40B4-BE49-F238E27FC236}">
                    <a16:creationId xmlns:a16="http://schemas.microsoft.com/office/drawing/2014/main" id="{074F7903-9FCA-70CB-A024-9BFFB4D904B6}"/>
                  </a:ext>
                </a:extLst>
              </p:cNvPr>
              <p:cNvSpPr txBox="1">
                <a:spLocks noChangeArrowheads="1"/>
              </p:cNvSpPr>
              <p:nvPr/>
            </p:nvSpPr>
            <p:spPr bwMode="auto">
              <a:xfrm>
                <a:off x="5488010" y="3248418"/>
                <a:ext cx="2168718" cy="292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Model learns patterns</a:t>
                </a:r>
              </a:p>
            </p:txBody>
          </p:sp>
          <p:sp>
            <p:nvSpPr>
              <p:cNvPr id="127" name="Text Box 307">
                <a:extLst>
                  <a:ext uri="{FF2B5EF4-FFF2-40B4-BE49-F238E27FC236}">
                    <a16:creationId xmlns:a16="http://schemas.microsoft.com/office/drawing/2014/main" id="{86A9C311-97C9-F3D4-EC98-DFBEE922E644}"/>
                  </a:ext>
                </a:extLst>
              </p:cNvPr>
              <p:cNvSpPr txBox="1">
                <a:spLocks noChangeArrowheads="1"/>
              </p:cNvSpPr>
              <p:nvPr/>
            </p:nvSpPr>
            <p:spPr bwMode="auto">
              <a:xfrm>
                <a:off x="9450941" y="3252541"/>
                <a:ext cx="2168718" cy="292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Model makes decision</a:t>
                </a:r>
              </a:p>
            </p:txBody>
          </p:sp>
          <p:sp>
            <p:nvSpPr>
              <p:cNvPr id="128" name="Text Box 307">
                <a:extLst>
                  <a:ext uri="{FF2B5EF4-FFF2-40B4-BE49-F238E27FC236}">
                    <a16:creationId xmlns:a16="http://schemas.microsoft.com/office/drawing/2014/main" id="{1ED5B1E2-A3D0-B413-41C4-C7E1EDA37C24}"/>
                  </a:ext>
                </a:extLst>
              </p:cNvPr>
              <p:cNvSpPr txBox="1">
                <a:spLocks noChangeArrowheads="1"/>
              </p:cNvSpPr>
              <p:nvPr/>
            </p:nvSpPr>
            <p:spPr bwMode="auto">
              <a:xfrm>
                <a:off x="9463570" y="6172976"/>
                <a:ext cx="2168718" cy="292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Model makes decision</a:t>
                </a:r>
              </a:p>
            </p:txBody>
          </p:sp>
          <p:sp>
            <p:nvSpPr>
              <p:cNvPr id="129" name="Text Box 307">
                <a:extLst>
                  <a:ext uri="{FF2B5EF4-FFF2-40B4-BE49-F238E27FC236}">
                    <a16:creationId xmlns:a16="http://schemas.microsoft.com/office/drawing/2014/main" id="{1F88E61B-87EC-E079-4D19-FDF83BC9D760}"/>
                  </a:ext>
                </a:extLst>
              </p:cNvPr>
              <p:cNvSpPr txBox="1">
                <a:spLocks noChangeArrowheads="1"/>
              </p:cNvSpPr>
              <p:nvPr/>
            </p:nvSpPr>
            <p:spPr bwMode="auto">
              <a:xfrm>
                <a:off x="442637" y="6163254"/>
                <a:ext cx="1490662" cy="292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Input image</a:t>
                </a:r>
              </a:p>
            </p:txBody>
          </p:sp>
          <p:sp>
            <p:nvSpPr>
              <p:cNvPr id="130" name="Text Box 307">
                <a:extLst>
                  <a:ext uri="{FF2B5EF4-FFF2-40B4-BE49-F238E27FC236}">
                    <a16:creationId xmlns:a16="http://schemas.microsoft.com/office/drawing/2014/main" id="{0A178C6E-66F2-9B07-3FFC-6E32B1BDDA88}"/>
                  </a:ext>
                </a:extLst>
              </p:cNvPr>
              <p:cNvSpPr txBox="1">
                <a:spLocks noChangeArrowheads="1"/>
              </p:cNvSpPr>
              <p:nvPr/>
            </p:nvSpPr>
            <p:spPr bwMode="auto">
              <a:xfrm>
                <a:off x="4504161" y="6130076"/>
                <a:ext cx="2168718"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Model extracts features and learns patterns</a:t>
                </a:r>
              </a:p>
            </p:txBody>
          </p:sp>
        </p:grpSp>
      </p:grpSp>
    </p:spTree>
    <p:extLst>
      <p:ext uri="{BB962C8B-B14F-4D97-AF65-F5344CB8AC3E}">
        <p14:creationId xmlns:p14="http://schemas.microsoft.com/office/powerpoint/2010/main" val="165678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E47A72-F97E-EF82-9653-A84063E21A3E}"/>
              </a:ext>
            </a:extLst>
          </p:cNvPr>
          <p:cNvSpPr>
            <a:spLocks noGrp="1"/>
          </p:cNvSpPr>
          <p:nvPr>
            <p:ph type="sldNum" sz="quarter" idx="12"/>
          </p:nvPr>
        </p:nvSpPr>
        <p:spPr/>
        <p:txBody>
          <a:bodyPr/>
          <a:lstStyle/>
          <a:p>
            <a:fld id="{A8160BDD-7155-D744-B749-9730458604AD}" type="slidenum">
              <a:rPr lang="en-US" smtClean="0"/>
              <a:pPr/>
              <a:t>18</a:t>
            </a:fld>
            <a:endParaRPr lang="en-US" dirty="0"/>
          </a:p>
        </p:txBody>
      </p:sp>
      <p:sp>
        <p:nvSpPr>
          <p:cNvPr id="7" name="Content Placeholder 6">
            <a:extLst>
              <a:ext uri="{FF2B5EF4-FFF2-40B4-BE49-F238E27FC236}">
                <a16:creationId xmlns:a16="http://schemas.microsoft.com/office/drawing/2014/main" id="{33AE752A-9EC7-E583-0208-5305861F5CC5}"/>
              </a:ext>
            </a:extLst>
          </p:cNvPr>
          <p:cNvSpPr>
            <a:spLocks noGrp="1"/>
          </p:cNvSpPr>
          <p:nvPr>
            <p:ph idx="1"/>
          </p:nvPr>
        </p:nvSpPr>
        <p:spPr>
          <a:xfrm>
            <a:off x="455900" y="1302040"/>
            <a:ext cx="5411500" cy="4920960"/>
          </a:xfrm>
        </p:spPr>
        <p:txBody>
          <a:bodyPr/>
          <a:lstStyle/>
          <a:p>
            <a:r>
              <a:rPr lang="en-US" dirty="0"/>
              <a:t>Traditional machine learning:</a:t>
            </a:r>
          </a:p>
          <a:p>
            <a:pPr lvl="1"/>
            <a:r>
              <a:rPr lang="en-US" dirty="0"/>
              <a:t>Used with smaller datasets.</a:t>
            </a:r>
          </a:p>
          <a:p>
            <a:pPr lvl="1"/>
            <a:r>
              <a:rPr lang="en-US" dirty="0"/>
              <a:t>Expert has determined features.</a:t>
            </a:r>
          </a:p>
          <a:p>
            <a:pPr lvl="1"/>
            <a:r>
              <a:rPr lang="en-US" dirty="0"/>
              <a:t>Customer surveys, health records, bank activity, etc.</a:t>
            </a:r>
          </a:p>
          <a:p>
            <a:r>
              <a:rPr lang="en-US" dirty="0"/>
              <a:t>Deep learning:</a:t>
            </a:r>
          </a:p>
          <a:p>
            <a:pPr lvl="1"/>
            <a:r>
              <a:rPr lang="en-US" dirty="0"/>
              <a:t>Used with larger datasets.</a:t>
            </a:r>
          </a:p>
          <a:p>
            <a:pPr lvl="1"/>
            <a:r>
              <a:rPr lang="en-US" dirty="0"/>
              <a:t>Difficult for human to extract features.</a:t>
            </a:r>
          </a:p>
          <a:p>
            <a:pPr lvl="1"/>
            <a:r>
              <a:rPr lang="en-US" dirty="0"/>
              <a:t>Object recognition, speech understanding, etc.</a:t>
            </a:r>
          </a:p>
        </p:txBody>
      </p:sp>
      <p:sp>
        <p:nvSpPr>
          <p:cNvPr id="5" name="Title 4">
            <a:extLst>
              <a:ext uri="{FF2B5EF4-FFF2-40B4-BE49-F238E27FC236}">
                <a16:creationId xmlns:a16="http://schemas.microsoft.com/office/drawing/2014/main" id="{C6A64BF8-A199-4D00-FBF8-2CD6153EDA53}"/>
              </a:ext>
            </a:extLst>
          </p:cNvPr>
          <p:cNvSpPr>
            <a:spLocks noGrp="1"/>
          </p:cNvSpPr>
          <p:nvPr>
            <p:ph type="title"/>
          </p:nvPr>
        </p:nvSpPr>
        <p:spPr/>
        <p:txBody>
          <a:bodyPr/>
          <a:lstStyle/>
          <a:p>
            <a:r>
              <a:rPr lang="en-US" dirty="0"/>
              <a:t>The Choice Between Machine Learning and Deep Learning</a:t>
            </a:r>
          </a:p>
        </p:txBody>
      </p:sp>
      <p:pic>
        <p:nvPicPr>
          <p:cNvPr id="8" name="Picture 7">
            <a:extLst>
              <a:ext uri="{FF2B5EF4-FFF2-40B4-BE49-F238E27FC236}">
                <a16:creationId xmlns:a16="http://schemas.microsoft.com/office/drawing/2014/main" id="{84263E9E-5BE9-147E-656A-3532593E7C45}"/>
              </a:ext>
            </a:extLst>
          </p:cNvPr>
          <p:cNvPicPr>
            <a:picLocks noChangeAspect="1"/>
          </p:cNvPicPr>
          <p:nvPr/>
        </p:nvPicPr>
        <p:blipFill>
          <a:blip r:embed="rId2"/>
          <a:srcRect/>
          <a:stretch/>
        </p:blipFill>
        <p:spPr>
          <a:xfrm>
            <a:off x="6991348" y="804861"/>
            <a:ext cx="5886452" cy="4414838"/>
          </a:xfrm>
          <a:prstGeom prst="rect">
            <a:avLst/>
          </a:prstGeom>
        </p:spPr>
      </p:pic>
      <p:sp>
        <p:nvSpPr>
          <p:cNvPr id="11" name="TextBox 10">
            <a:extLst>
              <a:ext uri="{FF2B5EF4-FFF2-40B4-BE49-F238E27FC236}">
                <a16:creationId xmlns:a16="http://schemas.microsoft.com/office/drawing/2014/main" id="{ABF9DF3F-57EA-37BE-AB5A-4A6C5C76D2E9}"/>
              </a:ext>
            </a:extLst>
          </p:cNvPr>
          <p:cNvSpPr txBox="1"/>
          <p:nvPr/>
        </p:nvSpPr>
        <p:spPr>
          <a:xfrm rot="21439941">
            <a:off x="8553449" y="1943101"/>
            <a:ext cx="2628900" cy="369332"/>
          </a:xfrm>
          <a:prstGeom prst="rect">
            <a:avLst/>
          </a:prstGeom>
          <a:noFill/>
        </p:spPr>
        <p:txBody>
          <a:bodyPr wrap="square" rtlCol="0">
            <a:spAutoFit/>
          </a:bodyPr>
          <a:lstStyle/>
          <a:p>
            <a:pPr algn="ctr"/>
            <a:r>
              <a:rPr lang="en-US" b="1" dirty="0">
                <a:solidFill>
                  <a:schemeClr val="bg1"/>
                </a:solidFill>
              </a:rPr>
              <a:t>MACHINE LEARNING</a:t>
            </a:r>
          </a:p>
        </p:txBody>
      </p:sp>
      <p:sp>
        <p:nvSpPr>
          <p:cNvPr id="12" name="TextBox 11">
            <a:extLst>
              <a:ext uri="{FF2B5EF4-FFF2-40B4-BE49-F238E27FC236}">
                <a16:creationId xmlns:a16="http://schemas.microsoft.com/office/drawing/2014/main" id="{8D82CD32-DE67-C347-5FAB-9C53E85D9C34}"/>
              </a:ext>
            </a:extLst>
          </p:cNvPr>
          <p:cNvSpPr txBox="1"/>
          <p:nvPr/>
        </p:nvSpPr>
        <p:spPr>
          <a:xfrm rot="392098">
            <a:off x="8753475" y="3043006"/>
            <a:ext cx="2628900" cy="400110"/>
          </a:xfrm>
          <a:prstGeom prst="rect">
            <a:avLst/>
          </a:prstGeom>
          <a:noFill/>
        </p:spPr>
        <p:txBody>
          <a:bodyPr wrap="square" rtlCol="0">
            <a:spAutoFit/>
          </a:bodyPr>
          <a:lstStyle/>
          <a:p>
            <a:pPr algn="ctr"/>
            <a:r>
              <a:rPr lang="en-US" sz="2000" b="1" dirty="0">
                <a:solidFill>
                  <a:schemeClr val="bg1"/>
                </a:solidFill>
              </a:rPr>
              <a:t>DEEP LEARNING</a:t>
            </a:r>
          </a:p>
        </p:txBody>
      </p:sp>
    </p:spTree>
    <p:extLst>
      <p:ext uri="{BB962C8B-B14F-4D97-AF65-F5344CB8AC3E}">
        <p14:creationId xmlns:p14="http://schemas.microsoft.com/office/powerpoint/2010/main" val="859251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595E35-BE07-3D3B-7790-C75EA952CE36}"/>
              </a:ext>
            </a:extLst>
          </p:cNvPr>
          <p:cNvSpPr>
            <a:spLocks noGrp="1"/>
          </p:cNvSpPr>
          <p:nvPr>
            <p:ph type="title"/>
          </p:nvPr>
        </p:nvSpPr>
        <p:spPr/>
        <p:txBody>
          <a:bodyPr/>
          <a:lstStyle/>
          <a:p>
            <a:r>
              <a:rPr lang="en-US" dirty="0"/>
              <a:t>How AI Concepts Relate</a:t>
            </a:r>
          </a:p>
        </p:txBody>
      </p:sp>
      <p:sp>
        <p:nvSpPr>
          <p:cNvPr id="2" name="Slide Number Placeholder 1">
            <a:extLst>
              <a:ext uri="{FF2B5EF4-FFF2-40B4-BE49-F238E27FC236}">
                <a16:creationId xmlns:a16="http://schemas.microsoft.com/office/drawing/2014/main" id="{EE78C72C-55A0-DC60-A3F5-2E78C83913B5}"/>
              </a:ext>
            </a:extLst>
          </p:cNvPr>
          <p:cNvSpPr>
            <a:spLocks noGrp="1"/>
          </p:cNvSpPr>
          <p:nvPr>
            <p:ph type="sldNum" sz="quarter" idx="12"/>
          </p:nvPr>
        </p:nvSpPr>
        <p:spPr/>
        <p:txBody>
          <a:bodyPr/>
          <a:lstStyle/>
          <a:p>
            <a:fld id="{A8160BDD-7155-D744-B749-9730458604AD}" type="slidenum">
              <a:rPr lang="en-US" smtClean="0"/>
              <a:pPr/>
              <a:t>19</a:t>
            </a:fld>
            <a:endParaRPr lang="en-US" dirty="0"/>
          </a:p>
        </p:txBody>
      </p:sp>
      <p:grpSp>
        <p:nvGrpSpPr>
          <p:cNvPr id="6" name="Group 5">
            <a:extLst>
              <a:ext uri="{FF2B5EF4-FFF2-40B4-BE49-F238E27FC236}">
                <a16:creationId xmlns:a16="http://schemas.microsoft.com/office/drawing/2014/main" id="{E7C810A3-8213-ED1C-7BF3-238648226604}"/>
              </a:ext>
            </a:extLst>
          </p:cNvPr>
          <p:cNvGrpSpPr/>
          <p:nvPr/>
        </p:nvGrpSpPr>
        <p:grpSpPr>
          <a:xfrm>
            <a:off x="3444240" y="1152122"/>
            <a:ext cx="5303520" cy="5303520"/>
            <a:chOff x="273432" y="1072281"/>
            <a:chExt cx="5303520" cy="5303520"/>
          </a:xfrm>
        </p:grpSpPr>
        <p:sp>
          <p:nvSpPr>
            <p:cNvPr id="7" name="Oval 6">
              <a:extLst>
                <a:ext uri="{FF2B5EF4-FFF2-40B4-BE49-F238E27FC236}">
                  <a16:creationId xmlns:a16="http://schemas.microsoft.com/office/drawing/2014/main" id="{2B3560D7-4555-7FB7-5EFD-89B80C455F8A}"/>
                </a:ext>
              </a:extLst>
            </p:cNvPr>
            <p:cNvSpPr/>
            <p:nvPr/>
          </p:nvSpPr>
          <p:spPr>
            <a:xfrm>
              <a:off x="273432" y="1072281"/>
              <a:ext cx="5303520" cy="5303520"/>
            </a:xfrm>
            <a:prstGeom prst="ellipse">
              <a:avLst/>
            </a:prstGeom>
            <a:solidFill>
              <a:srgbClr val="198CA8"/>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 name="Oval 7">
              <a:extLst>
                <a:ext uri="{FF2B5EF4-FFF2-40B4-BE49-F238E27FC236}">
                  <a16:creationId xmlns:a16="http://schemas.microsoft.com/office/drawing/2014/main" id="{ADABEC19-2D17-477E-212C-625380DB3C54}"/>
                </a:ext>
              </a:extLst>
            </p:cNvPr>
            <p:cNvSpPr>
              <a:spLocks noChangeAspect="1"/>
            </p:cNvSpPr>
            <p:nvPr/>
          </p:nvSpPr>
          <p:spPr>
            <a:xfrm>
              <a:off x="819895" y="2165207"/>
              <a:ext cx="4210594" cy="4210594"/>
            </a:xfrm>
            <a:prstGeom prst="ellipse">
              <a:avLst/>
            </a:prstGeom>
            <a:solidFill>
              <a:srgbClr val="1D3764"/>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9" name="Oval 8">
              <a:extLst>
                <a:ext uri="{FF2B5EF4-FFF2-40B4-BE49-F238E27FC236}">
                  <a16:creationId xmlns:a16="http://schemas.microsoft.com/office/drawing/2014/main" id="{3C3FF79C-B21D-84FE-6F29-09BB60365300}"/>
                </a:ext>
              </a:extLst>
            </p:cNvPr>
            <p:cNvSpPr>
              <a:spLocks noChangeAspect="1"/>
            </p:cNvSpPr>
            <p:nvPr/>
          </p:nvSpPr>
          <p:spPr>
            <a:xfrm>
              <a:off x="1898669" y="4322756"/>
              <a:ext cx="2053045" cy="2053045"/>
            </a:xfrm>
            <a:prstGeom prst="ellipse">
              <a:avLst/>
            </a:prstGeom>
            <a:solidFill>
              <a:srgbClr val="009DDC"/>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1" name="Text Box 307">
              <a:extLst>
                <a:ext uri="{FF2B5EF4-FFF2-40B4-BE49-F238E27FC236}">
                  <a16:creationId xmlns:a16="http://schemas.microsoft.com/office/drawing/2014/main" id="{6CA4B5DF-D90B-7030-1254-676572710742}"/>
                </a:ext>
              </a:extLst>
            </p:cNvPr>
            <p:cNvSpPr txBox="1">
              <a:spLocks noChangeArrowheads="1"/>
            </p:cNvSpPr>
            <p:nvPr/>
          </p:nvSpPr>
          <p:spPr bwMode="auto">
            <a:xfrm>
              <a:off x="2179860" y="3016155"/>
              <a:ext cx="1490662"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000" b="1" i="0" u="none" strike="noStrike" kern="0" cap="none" spc="0" normalizeH="0" baseline="0" noProof="0" dirty="0">
                  <a:ln>
                    <a:noFill/>
                  </a:ln>
                  <a:solidFill>
                    <a:schemeClr val="bg1"/>
                  </a:solidFill>
                  <a:effectLst/>
                  <a:uLnTx/>
                  <a:uFillTx/>
                  <a:latin typeface="Calibri"/>
                  <a:cs typeface="Calibri"/>
                </a:rPr>
                <a:t>Machine Learning</a:t>
              </a:r>
            </a:p>
          </p:txBody>
        </p:sp>
        <p:sp>
          <p:nvSpPr>
            <p:cNvPr id="12" name="Text Box 307">
              <a:extLst>
                <a:ext uri="{FF2B5EF4-FFF2-40B4-BE49-F238E27FC236}">
                  <a16:creationId xmlns:a16="http://schemas.microsoft.com/office/drawing/2014/main" id="{C48DBB3A-B52E-7C05-B902-39A060CC6AE4}"/>
                </a:ext>
              </a:extLst>
            </p:cNvPr>
            <p:cNvSpPr txBox="1">
              <a:spLocks noChangeArrowheads="1"/>
            </p:cNvSpPr>
            <p:nvPr/>
          </p:nvSpPr>
          <p:spPr bwMode="auto">
            <a:xfrm>
              <a:off x="2179860" y="5077833"/>
              <a:ext cx="1490662"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000" b="1" i="0" u="none" strike="noStrike" kern="0" cap="none" spc="0" normalizeH="0" baseline="0" noProof="0" dirty="0">
                  <a:ln>
                    <a:noFill/>
                  </a:ln>
                  <a:solidFill>
                    <a:schemeClr val="bg1"/>
                  </a:solidFill>
                  <a:effectLst/>
                  <a:uLnTx/>
                  <a:uFillTx/>
                  <a:latin typeface="Calibri"/>
                  <a:cs typeface="Calibri"/>
                </a:rPr>
                <a:t>Deep Learning</a:t>
              </a:r>
            </a:p>
          </p:txBody>
        </p:sp>
        <p:sp>
          <p:nvSpPr>
            <p:cNvPr id="13" name="Text Box 307">
              <a:extLst>
                <a:ext uri="{FF2B5EF4-FFF2-40B4-BE49-F238E27FC236}">
                  <a16:creationId xmlns:a16="http://schemas.microsoft.com/office/drawing/2014/main" id="{3AE6C5C6-6BDA-37F0-DEAF-3B1A4794ACD6}"/>
                </a:ext>
              </a:extLst>
            </p:cNvPr>
            <p:cNvSpPr txBox="1">
              <a:spLocks noChangeArrowheads="1"/>
            </p:cNvSpPr>
            <p:nvPr/>
          </p:nvSpPr>
          <p:spPr bwMode="auto">
            <a:xfrm>
              <a:off x="2179860" y="1292581"/>
              <a:ext cx="1490662"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000" b="1" i="0" u="none" strike="noStrike" kern="0" cap="none" spc="0" normalizeH="0" baseline="0" noProof="0" dirty="0">
                  <a:ln>
                    <a:noFill/>
                  </a:ln>
                  <a:solidFill>
                    <a:schemeClr val="bg1"/>
                  </a:solidFill>
                  <a:effectLst/>
                  <a:uLnTx/>
                  <a:uFillTx/>
                  <a:latin typeface="Calibri"/>
                  <a:cs typeface="Calibri"/>
                </a:rPr>
                <a:t>Artificial Intelligence</a:t>
              </a:r>
            </a:p>
          </p:txBody>
        </p:sp>
      </p:grpSp>
    </p:spTree>
    <p:extLst>
      <p:ext uri="{BB962C8B-B14F-4D97-AF65-F5344CB8AC3E}">
        <p14:creationId xmlns:p14="http://schemas.microsoft.com/office/powerpoint/2010/main" val="1899649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D5634-DD0E-35AE-8BDA-5B52D84C5018}"/>
              </a:ext>
            </a:extLst>
          </p:cNvPr>
          <p:cNvSpPr>
            <a:spLocks noGrp="1"/>
          </p:cNvSpPr>
          <p:nvPr>
            <p:ph type="title"/>
          </p:nvPr>
        </p:nvSpPr>
        <p:spPr/>
        <p:txBody>
          <a:bodyPr/>
          <a:lstStyle/>
          <a:p>
            <a:r>
              <a:rPr lang="en-US" dirty="0"/>
              <a:t>Machine Learning Approaches</a:t>
            </a:r>
          </a:p>
        </p:txBody>
      </p:sp>
      <p:sp>
        <p:nvSpPr>
          <p:cNvPr id="3" name="Slide Number Placeholder 2">
            <a:extLst>
              <a:ext uri="{FF2B5EF4-FFF2-40B4-BE49-F238E27FC236}">
                <a16:creationId xmlns:a16="http://schemas.microsoft.com/office/drawing/2014/main" id="{E4ED92C8-1D4D-25B3-9036-C471FBFA8CF2}"/>
              </a:ext>
            </a:extLst>
          </p:cNvPr>
          <p:cNvSpPr>
            <a:spLocks noGrp="1"/>
          </p:cNvSpPr>
          <p:nvPr>
            <p:ph type="sldNum" sz="quarter" idx="12"/>
          </p:nvPr>
        </p:nvSpPr>
        <p:spPr/>
        <p:txBody>
          <a:bodyPr/>
          <a:lstStyle/>
          <a:p>
            <a:fld id="{A8160BDD-7155-D744-B749-9730458604AD}" type="slidenum">
              <a:rPr lang="en-US" smtClean="0"/>
              <a:t>20</a:t>
            </a:fld>
            <a:endParaRPr lang="en-US" dirty="0"/>
          </a:p>
        </p:txBody>
      </p:sp>
      <p:grpSp>
        <p:nvGrpSpPr>
          <p:cNvPr id="4" name="Group 3">
            <a:extLst>
              <a:ext uri="{FF2B5EF4-FFF2-40B4-BE49-F238E27FC236}">
                <a16:creationId xmlns:a16="http://schemas.microsoft.com/office/drawing/2014/main" id="{F416F6DB-6D14-FFF8-BA15-457F7EABEA92}"/>
              </a:ext>
            </a:extLst>
          </p:cNvPr>
          <p:cNvGrpSpPr/>
          <p:nvPr/>
        </p:nvGrpSpPr>
        <p:grpSpPr>
          <a:xfrm>
            <a:off x="3038085" y="1648204"/>
            <a:ext cx="6115831" cy="3991270"/>
            <a:chOff x="1514085" y="1648204"/>
            <a:chExt cx="6115831" cy="3991270"/>
          </a:xfrm>
        </p:grpSpPr>
        <p:sp>
          <p:nvSpPr>
            <p:cNvPr id="5" name="Text Box 307">
              <a:extLst>
                <a:ext uri="{FF2B5EF4-FFF2-40B4-BE49-F238E27FC236}">
                  <a16:creationId xmlns:a16="http://schemas.microsoft.com/office/drawing/2014/main" id="{AEC968DF-5BAF-8CF4-36A9-736AFDD39E25}"/>
                </a:ext>
              </a:extLst>
            </p:cNvPr>
            <p:cNvSpPr txBox="1">
              <a:spLocks noChangeArrowheads="1"/>
            </p:cNvSpPr>
            <p:nvPr/>
          </p:nvSpPr>
          <p:spPr bwMode="auto">
            <a:xfrm>
              <a:off x="2509643" y="2544020"/>
              <a:ext cx="20449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endParaRPr kumimoji="0" lang="en-US" b="1" i="0" u="none" strike="noStrike" kern="0" cap="none" spc="0" normalizeH="0" baseline="0" noProof="0" dirty="0">
                <a:ln>
                  <a:noFill/>
                </a:ln>
                <a:solidFill>
                  <a:srgbClr val="000000"/>
                </a:solidFill>
                <a:effectLst/>
                <a:uLnTx/>
                <a:uFillTx/>
                <a:latin typeface="Calibri"/>
                <a:cs typeface="Calibri"/>
              </a:endParaRPr>
            </a:p>
          </p:txBody>
        </p:sp>
        <p:sp>
          <p:nvSpPr>
            <p:cNvPr id="6" name="Rectangle: Rounded Corners 5">
              <a:extLst>
                <a:ext uri="{FF2B5EF4-FFF2-40B4-BE49-F238E27FC236}">
                  <a16:creationId xmlns:a16="http://schemas.microsoft.com/office/drawing/2014/main" id="{E3F4873F-6651-D273-6101-4D076074EB8C}"/>
                </a:ext>
              </a:extLst>
            </p:cNvPr>
            <p:cNvSpPr/>
            <p:nvPr/>
          </p:nvSpPr>
          <p:spPr>
            <a:xfrm rot="16200000">
              <a:off x="4062266" y="-883931"/>
              <a:ext cx="1019469" cy="6115830"/>
            </a:xfrm>
            <a:prstGeom prst="roundRect">
              <a:avLst/>
            </a:prstGeom>
            <a:noFill/>
            <a:ln w="28575" cap="flat" cmpd="sng" algn="ctr">
              <a:solidFill>
                <a:srgbClr val="1D76BB"/>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7" name="Rectangle: Rounded Corners 6">
              <a:extLst>
                <a:ext uri="{FF2B5EF4-FFF2-40B4-BE49-F238E27FC236}">
                  <a16:creationId xmlns:a16="http://schemas.microsoft.com/office/drawing/2014/main" id="{C26ADFBA-E8C6-EE37-B057-F16CF4CC4A41}"/>
                </a:ext>
              </a:extLst>
            </p:cNvPr>
            <p:cNvSpPr/>
            <p:nvPr/>
          </p:nvSpPr>
          <p:spPr>
            <a:xfrm rot="16200000">
              <a:off x="4062265" y="582459"/>
              <a:ext cx="1019469" cy="6115829"/>
            </a:xfrm>
            <a:prstGeom prst="roundRect">
              <a:avLst/>
            </a:prstGeom>
            <a:noFill/>
            <a:ln w="28575" cap="flat" cmpd="sng" algn="ctr">
              <a:solidFill>
                <a:srgbClr val="009DDC"/>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8" name="Rectangle: Rounded Corners 7">
              <a:extLst>
                <a:ext uri="{FF2B5EF4-FFF2-40B4-BE49-F238E27FC236}">
                  <a16:creationId xmlns:a16="http://schemas.microsoft.com/office/drawing/2014/main" id="{C020265F-7C47-9420-2E36-F50DEC4A16F2}"/>
                </a:ext>
              </a:extLst>
            </p:cNvPr>
            <p:cNvSpPr/>
            <p:nvPr/>
          </p:nvSpPr>
          <p:spPr>
            <a:xfrm rot="16200000">
              <a:off x="4062266" y="2048850"/>
              <a:ext cx="1019469" cy="6115828"/>
            </a:xfrm>
            <a:prstGeom prst="roundRect">
              <a:avLst/>
            </a:prstGeom>
            <a:noFill/>
            <a:ln w="28575" cap="flat" cmpd="sng" algn="ctr">
              <a:solidFill>
                <a:srgbClr val="1D3764"/>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9" name="TextBox 8">
              <a:extLst>
                <a:ext uri="{FF2B5EF4-FFF2-40B4-BE49-F238E27FC236}">
                  <a16:creationId xmlns:a16="http://schemas.microsoft.com/office/drawing/2014/main" id="{6BB1C536-2DAD-95CB-3987-4F9EDEA10607}"/>
                </a:ext>
              </a:extLst>
            </p:cNvPr>
            <p:cNvSpPr txBox="1"/>
            <p:nvPr/>
          </p:nvSpPr>
          <p:spPr>
            <a:xfrm>
              <a:off x="2005227" y="1943151"/>
              <a:ext cx="3532465" cy="461665"/>
            </a:xfrm>
            <a:prstGeom prst="rect">
              <a:avLst/>
            </a:prstGeom>
            <a:noFill/>
          </p:spPr>
          <p:txBody>
            <a:bodyPr wrap="square" rtlCol="0">
              <a:spAutoFit/>
            </a:bodyPr>
            <a:lstStyle/>
            <a:p>
              <a:pPr algn="ctr"/>
              <a:r>
                <a:rPr lang="en-US" sz="2400" b="1" dirty="0">
                  <a:solidFill>
                    <a:srgbClr val="1D76BB"/>
                  </a:solidFill>
                </a:rPr>
                <a:t>Supervised Learning</a:t>
              </a:r>
            </a:p>
          </p:txBody>
        </p:sp>
        <p:sp>
          <p:nvSpPr>
            <p:cNvPr id="10" name="TextBox 9">
              <a:extLst>
                <a:ext uri="{FF2B5EF4-FFF2-40B4-BE49-F238E27FC236}">
                  <a16:creationId xmlns:a16="http://schemas.microsoft.com/office/drawing/2014/main" id="{8D55351B-DD6C-EAE7-17EB-FE5A4CF7AC7C}"/>
                </a:ext>
              </a:extLst>
            </p:cNvPr>
            <p:cNvSpPr txBox="1"/>
            <p:nvPr/>
          </p:nvSpPr>
          <p:spPr>
            <a:xfrm>
              <a:off x="1920225" y="4875931"/>
              <a:ext cx="3702471" cy="461665"/>
            </a:xfrm>
            <a:prstGeom prst="rect">
              <a:avLst/>
            </a:prstGeom>
            <a:noFill/>
          </p:spPr>
          <p:txBody>
            <a:bodyPr wrap="square" rtlCol="0">
              <a:spAutoFit/>
            </a:bodyPr>
            <a:lstStyle/>
            <a:p>
              <a:pPr algn="ctr"/>
              <a:r>
                <a:rPr lang="en-US" sz="2400" b="1" dirty="0">
                  <a:solidFill>
                    <a:srgbClr val="1D3764"/>
                  </a:solidFill>
                </a:rPr>
                <a:t>Reinforcement Learning</a:t>
              </a:r>
            </a:p>
          </p:txBody>
        </p:sp>
        <p:cxnSp>
          <p:nvCxnSpPr>
            <p:cNvPr id="11" name="Straight Connector 10">
              <a:extLst>
                <a:ext uri="{FF2B5EF4-FFF2-40B4-BE49-F238E27FC236}">
                  <a16:creationId xmlns:a16="http://schemas.microsoft.com/office/drawing/2014/main" id="{C9CED07B-9F0A-3F3E-0277-48F9A149E8DA}"/>
                </a:ext>
              </a:extLst>
            </p:cNvPr>
            <p:cNvCxnSpPr>
              <a:cxnSpLocks/>
            </p:cNvCxnSpPr>
            <p:nvPr/>
          </p:nvCxnSpPr>
          <p:spPr>
            <a:xfrm>
              <a:off x="5926310" y="1664249"/>
              <a:ext cx="0" cy="1019470"/>
            </a:xfrm>
            <a:prstGeom prst="line">
              <a:avLst/>
            </a:prstGeom>
            <a:ln w="28575">
              <a:solidFill>
                <a:srgbClr val="1D76BB"/>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45FC33D-BB42-1740-F29F-DACE53CA36D1}"/>
                </a:ext>
              </a:extLst>
            </p:cNvPr>
            <p:cNvCxnSpPr>
              <a:cxnSpLocks/>
            </p:cNvCxnSpPr>
            <p:nvPr/>
          </p:nvCxnSpPr>
          <p:spPr>
            <a:xfrm>
              <a:off x="5926310" y="3130640"/>
              <a:ext cx="0" cy="1033330"/>
            </a:xfrm>
            <a:prstGeom prst="line">
              <a:avLst/>
            </a:prstGeom>
            <a:ln w="28575">
              <a:solidFill>
                <a:srgbClr val="009DDC"/>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7DE013C-FF18-7FF4-243F-7C497673CB4D}"/>
                </a:ext>
              </a:extLst>
            </p:cNvPr>
            <p:cNvCxnSpPr>
              <a:cxnSpLocks/>
            </p:cNvCxnSpPr>
            <p:nvPr/>
          </p:nvCxnSpPr>
          <p:spPr>
            <a:xfrm>
              <a:off x="5928463" y="4597029"/>
              <a:ext cx="0" cy="1033330"/>
            </a:xfrm>
            <a:prstGeom prst="line">
              <a:avLst/>
            </a:prstGeom>
            <a:ln w="28575">
              <a:solidFill>
                <a:srgbClr val="1D3764"/>
              </a:solidFill>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A1F203C3-69B8-8251-597A-448F2738D415}"/>
                </a:ext>
              </a:extLst>
            </p:cNvPr>
            <p:cNvSpPr txBox="1"/>
            <p:nvPr/>
          </p:nvSpPr>
          <p:spPr>
            <a:xfrm>
              <a:off x="1735501" y="3412613"/>
              <a:ext cx="4071921" cy="461665"/>
            </a:xfrm>
            <a:prstGeom prst="rect">
              <a:avLst/>
            </a:prstGeom>
            <a:noFill/>
          </p:spPr>
          <p:txBody>
            <a:bodyPr wrap="square" rtlCol="0">
              <a:spAutoFit/>
            </a:bodyPr>
            <a:lstStyle/>
            <a:p>
              <a:pPr algn="ctr"/>
              <a:r>
                <a:rPr lang="en-US" sz="2400" b="1" dirty="0">
                  <a:solidFill>
                    <a:srgbClr val="009DDC"/>
                  </a:solidFill>
                </a:rPr>
                <a:t>Unsupervised Learning</a:t>
              </a:r>
            </a:p>
          </p:txBody>
        </p:sp>
        <p:pic>
          <p:nvPicPr>
            <p:cNvPr id="15" name="Graphic 14" descr="Present">
              <a:extLst>
                <a:ext uri="{FF2B5EF4-FFF2-40B4-BE49-F238E27FC236}">
                  <a16:creationId xmlns:a16="http://schemas.microsoft.com/office/drawing/2014/main" id="{295EC017-FA53-BB0C-25CD-004EFE6B767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94804" y="4587914"/>
              <a:ext cx="1051560" cy="1051560"/>
            </a:xfrm>
            <a:prstGeom prst="rect">
              <a:avLst/>
            </a:prstGeom>
          </p:spPr>
        </p:pic>
        <p:pic>
          <p:nvPicPr>
            <p:cNvPr id="16" name="Graphic 15" descr="Marketing">
              <a:extLst>
                <a:ext uri="{FF2B5EF4-FFF2-40B4-BE49-F238E27FC236}">
                  <a16:creationId xmlns:a16="http://schemas.microsoft.com/office/drawing/2014/main" id="{8AC60E99-1B64-4146-0F01-5D18CE8764F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94804" y="1648204"/>
              <a:ext cx="1051560" cy="1051560"/>
            </a:xfrm>
            <a:prstGeom prst="rect">
              <a:avLst/>
            </a:prstGeom>
          </p:spPr>
        </p:pic>
        <p:pic>
          <p:nvPicPr>
            <p:cNvPr id="17" name="Graphic 16" descr="Megaphone">
              <a:extLst>
                <a:ext uri="{FF2B5EF4-FFF2-40B4-BE49-F238E27FC236}">
                  <a16:creationId xmlns:a16="http://schemas.microsoft.com/office/drawing/2014/main" id="{63EA4F0A-C870-D335-819A-8DC3C25AC50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50126" y="3122722"/>
              <a:ext cx="1051560" cy="1051560"/>
            </a:xfrm>
            <a:prstGeom prst="rect">
              <a:avLst/>
            </a:prstGeom>
          </p:spPr>
        </p:pic>
      </p:grpSp>
    </p:spTree>
    <p:extLst>
      <p:ext uri="{BB962C8B-B14F-4D97-AF65-F5344CB8AC3E}">
        <p14:creationId xmlns:p14="http://schemas.microsoft.com/office/powerpoint/2010/main" val="1746514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F7933-749D-A3FE-0F67-50EDBFC4E57E}"/>
              </a:ext>
            </a:extLst>
          </p:cNvPr>
          <p:cNvSpPr>
            <a:spLocks noGrp="1"/>
          </p:cNvSpPr>
          <p:nvPr>
            <p:ph type="title"/>
          </p:nvPr>
        </p:nvSpPr>
        <p:spPr/>
        <p:txBody>
          <a:bodyPr/>
          <a:lstStyle/>
          <a:p>
            <a:r>
              <a:rPr lang="en-US" dirty="0"/>
              <a:t>Supervised Machine Learning</a:t>
            </a:r>
          </a:p>
        </p:txBody>
      </p:sp>
      <p:sp>
        <p:nvSpPr>
          <p:cNvPr id="3" name="Slide Number Placeholder 2">
            <a:extLst>
              <a:ext uri="{FF2B5EF4-FFF2-40B4-BE49-F238E27FC236}">
                <a16:creationId xmlns:a16="http://schemas.microsoft.com/office/drawing/2014/main" id="{AAA8018E-3CB4-183E-0090-C46AFE06E20D}"/>
              </a:ext>
            </a:extLst>
          </p:cNvPr>
          <p:cNvSpPr>
            <a:spLocks noGrp="1"/>
          </p:cNvSpPr>
          <p:nvPr>
            <p:ph type="sldNum" sz="quarter" idx="12"/>
          </p:nvPr>
        </p:nvSpPr>
        <p:spPr/>
        <p:txBody>
          <a:bodyPr/>
          <a:lstStyle/>
          <a:p>
            <a:fld id="{A8160BDD-7155-D744-B749-9730458604AD}" type="slidenum">
              <a:rPr lang="en-US" smtClean="0"/>
              <a:t>21</a:t>
            </a:fld>
            <a:endParaRPr lang="en-US" dirty="0"/>
          </a:p>
        </p:txBody>
      </p:sp>
      <p:graphicFrame>
        <p:nvGraphicFramePr>
          <p:cNvPr id="4" name="Table 27">
            <a:extLst>
              <a:ext uri="{FF2B5EF4-FFF2-40B4-BE49-F238E27FC236}">
                <a16:creationId xmlns:a16="http://schemas.microsoft.com/office/drawing/2014/main" id="{EEF56071-FA71-1EBE-83D3-18948F046BFC}"/>
              </a:ext>
            </a:extLst>
          </p:cNvPr>
          <p:cNvGraphicFramePr>
            <a:graphicFrameLocks noGrp="1"/>
          </p:cNvGraphicFramePr>
          <p:nvPr/>
        </p:nvGraphicFramePr>
        <p:xfrm>
          <a:off x="531179" y="2040288"/>
          <a:ext cx="3581400" cy="2391295"/>
        </p:xfrm>
        <a:graphic>
          <a:graphicData uri="http://schemas.openxmlformats.org/drawingml/2006/table">
            <a:tbl>
              <a:tblPr firstRow="1" bandRow="1">
                <a:tableStyleId>{5C22544A-7EE6-4342-B048-85BDC9FD1C3A}</a:tableStyleId>
              </a:tblPr>
              <a:tblGrid>
                <a:gridCol w="1193800">
                  <a:extLst>
                    <a:ext uri="{9D8B030D-6E8A-4147-A177-3AD203B41FA5}">
                      <a16:colId xmlns:a16="http://schemas.microsoft.com/office/drawing/2014/main" val="235778487"/>
                    </a:ext>
                  </a:extLst>
                </a:gridCol>
                <a:gridCol w="1193800">
                  <a:extLst>
                    <a:ext uri="{9D8B030D-6E8A-4147-A177-3AD203B41FA5}">
                      <a16:colId xmlns:a16="http://schemas.microsoft.com/office/drawing/2014/main" val="2406345758"/>
                    </a:ext>
                  </a:extLst>
                </a:gridCol>
                <a:gridCol w="1193800">
                  <a:extLst>
                    <a:ext uri="{9D8B030D-6E8A-4147-A177-3AD203B41FA5}">
                      <a16:colId xmlns:a16="http://schemas.microsoft.com/office/drawing/2014/main" val="2731988273"/>
                    </a:ext>
                  </a:extLst>
                </a:gridCol>
              </a:tblGrid>
              <a:tr h="478259">
                <a:tc>
                  <a:txBody>
                    <a:bodyPr/>
                    <a:lstStyle/>
                    <a:p>
                      <a:pPr algn="ctr"/>
                      <a:r>
                        <a:rPr lang="en-US" dirty="0"/>
                        <a:t>Weight</a:t>
                      </a:r>
                    </a:p>
                  </a:txBody>
                  <a:tcPr>
                    <a:solidFill>
                      <a:srgbClr val="009DDC"/>
                    </a:solidFill>
                  </a:tcPr>
                </a:tc>
                <a:tc>
                  <a:txBody>
                    <a:bodyPr/>
                    <a:lstStyle/>
                    <a:p>
                      <a:pPr algn="ctr"/>
                      <a:r>
                        <a:rPr lang="en-US" dirty="0"/>
                        <a:t>Height</a:t>
                      </a:r>
                    </a:p>
                  </a:txBody>
                  <a:tcPr>
                    <a:solidFill>
                      <a:srgbClr val="009DDC"/>
                    </a:solidFill>
                  </a:tcPr>
                </a:tc>
                <a:tc>
                  <a:txBody>
                    <a:bodyPr/>
                    <a:lstStyle/>
                    <a:p>
                      <a:pPr algn="ctr"/>
                      <a:r>
                        <a:rPr lang="en-US" u="sng" dirty="0">
                          <a:solidFill>
                            <a:schemeClr val="bg1"/>
                          </a:solidFill>
                        </a:rPr>
                        <a:t>Label</a:t>
                      </a:r>
                    </a:p>
                  </a:txBody>
                  <a:tcPr>
                    <a:solidFill>
                      <a:srgbClr val="009DDC"/>
                    </a:solidFill>
                  </a:tcPr>
                </a:tc>
                <a:extLst>
                  <a:ext uri="{0D108BD9-81ED-4DB2-BD59-A6C34878D82A}">
                    <a16:rowId xmlns:a16="http://schemas.microsoft.com/office/drawing/2014/main" val="618040876"/>
                  </a:ext>
                </a:extLst>
              </a:tr>
              <a:tr h="478259">
                <a:tc>
                  <a:txBody>
                    <a:bodyPr/>
                    <a:lstStyle/>
                    <a:p>
                      <a:pPr marL="0" algn="ctr" defTabSz="457200" rtl="0" eaLnBrk="1" latinLnBrk="0" hangingPunct="1"/>
                      <a:r>
                        <a:rPr lang="en-US" sz="1800" kern="1200" dirty="0">
                          <a:solidFill>
                            <a:schemeClr val="dk1"/>
                          </a:solidFill>
                          <a:latin typeface="+mn-lt"/>
                          <a:ea typeface="+mn-ea"/>
                          <a:cs typeface="+mn-cs"/>
                        </a:rPr>
                        <a:t>156.5</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65</a:t>
                      </a:r>
                    </a:p>
                  </a:txBody>
                  <a:tcPr>
                    <a:solidFill>
                      <a:srgbClr val="CBDFF2"/>
                    </a:solidFill>
                  </a:tcPr>
                </a:tc>
                <a:tc>
                  <a:txBody>
                    <a:bodyPr/>
                    <a:lstStyle/>
                    <a:p>
                      <a:pPr algn="r"/>
                      <a:r>
                        <a:rPr lang="en-US" b="1" dirty="0"/>
                        <a:t>No</a:t>
                      </a:r>
                    </a:p>
                  </a:txBody>
                  <a:tcPr>
                    <a:solidFill>
                      <a:schemeClr val="bg1">
                        <a:lumMod val="85000"/>
                      </a:schemeClr>
                    </a:solidFill>
                  </a:tcPr>
                </a:tc>
                <a:extLst>
                  <a:ext uri="{0D108BD9-81ED-4DB2-BD59-A6C34878D82A}">
                    <a16:rowId xmlns:a16="http://schemas.microsoft.com/office/drawing/2014/main" val="1321505820"/>
                  </a:ext>
                </a:extLst>
              </a:tr>
              <a:tr h="478259">
                <a:tc>
                  <a:txBody>
                    <a:bodyPr/>
                    <a:lstStyle/>
                    <a:p>
                      <a:pPr marL="0" algn="ctr" defTabSz="457200" rtl="0" eaLnBrk="1" latinLnBrk="0" hangingPunct="1"/>
                      <a:r>
                        <a:rPr lang="en-US" sz="1800" kern="1200" dirty="0">
                          <a:solidFill>
                            <a:schemeClr val="dk1"/>
                          </a:solidFill>
                          <a:latin typeface="+mn-lt"/>
                          <a:ea typeface="+mn-ea"/>
                          <a:cs typeface="+mn-cs"/>
                        </a:rPr>
                        <a:t>167.3</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64</a:t>
                      </a:r>
                    </a:p>
                  </a:txBody>
                  <a:tcPr>
                    <a:solidFill>
                      <a:srgbClr val="CBDFF2"/>
                    </a:solidFill>
                  </a:tcPr>
                </a:tc>
                <a:tc>
                  <a:txBody>
                    <a:bodyPr/>
                    <a:lstStyle/>
                    <a:p>
                      <a:pPr algn="r"/>
                      <a:r>
                        <a:rPr lang="en-US" b="1" dirty="0"/>
                        <a:t>Yes</a:t>
                      </a:r>
                    </a:p>
                  </a:txBody>
                  <a:tcPr>
                    <a:solidFill>
                      <a:schemeClr val="bg1">
                        <a:lumMod val="85000"/>
                      </a:schemeClr>
                    </a:solidFill>
                  </a:tcPr>
                </a:tc>
                <a:extLst>
                  <a:ext uri="{0D108BD9-81ED-4DB2-BD59-A6C34878D82A}">
                    <a16:rowId xmlns:a16="http://schemas.microsoft.com/office/drawing/2014/main" val="907187996"/>
                  </a:ext>
                </a:extLst>
              </a:tr>
              <a:tr h="478259">
                <a:tc>
                  <a:txBody>
                    <a:bodyPr/>
                    <a:lstStyle/>
                    <a:p>
                      <a:pPr marL="0" algn="ctr" defTabSz="457200" rtl="0" eaLnBrk="1" latinLnBrk="0" hangingPunct="1"/>
                      <a:r>
                        <a:rPr lang="en-US" sz="1800" kern="1200" dirty="0">
                          <a:solidFill>
                            <a:schemeClr val="dk1"/>
                          </a:solidFill>
                          <a:latin typeface="+mn-lt"/>
                          <a:ea typeface="+mn-ea"/>
                          <a:cs typeface="+mn-cs"/>
                        </a:rPr>
                        <a:t>212.8</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73</a:t>
                      </a:r>
                    </a:p>
                  </a:txBody>
                  <a:tcPr>
                    <a:solidFill>
                      <a:srgbClr val="CBDFF2"/>
                    </a:solidFill>
                  </a:tcPr>
                </a:tc>
                <a:tc>
                  <a:txBody>
                    <a:bodyPr/>
                    <a:lstStyle/>
                    <a:p>
                      <a:pPr algn="r"/>
                      <a:r>
                        <a:rPr lang="en-US" b="1" dirty="0"/>
                        <a:t>No</a:t>
                      </a:r>
                    </a:p>
                  </a:txBody>
                  <a:tcPr>
                    <a:solidFill>
                      <a:schemeClr val="bg1">
                        <a:lumMod val="85000"/>
                      </a:schemeClr>
                    </a:solidFill>
                  </a:tcPr>
                </a:tc>
                <a:extLst>
                  <a:ext uri="{0D108BD9-81ED-4DB2-BD59-A6C34878D82A}">
                    <a16:rowId xmlns:a16="http://schemas.microsoft.com/office/drawing/2014/main" val="3924910454"/>
                  </a:ext>
                </a:extLst>
              </a:tr>
              <a:tr h="478259">
                <a:tc>
                  <a:txBody>
                    <a:bodyPr/>
                    <a:lstStyle/>
                    <a:p>
                      <a:pPr marL="0" algn="ctr" defTabSz="457200" rtl="0" eaLnBrk="1" latinLnBrk="0" hangingPunct="1"/>
                      <a:r>
                        <a:rPr lang="en-US" sz="1800" kern="1200" dirty="0">
                          <a:solidFill>
                            <a:schemeClr val="dk1"/>
                          </a:solidFill>
                          <a:latin typeface="+mn-lt"/>
                          <a:ea typeface="+mn-ea"/>
                          <a:cs typeface="+mn-cs"/>
                        </a:rPr>
                        <a:t>256.1</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68</a:t>
                      </a:r>
                    </a:p>
                  </a:txBody>
                  <a:tcPr>
                    <a:solidFill>
                      <a:srgbClr val="CBDFF2"/>
                    </a:solidFill>
                  </a:tcPr>
                </a:tc>
                <a:tc>
                  <a:txBody>
                    <a:bodyPr/>
                    <a:lstStyle/>
                    <a:p>
                      <a:pPr algn="r"/>
                      <a:r>
                        <a:rPr lang="en-US" b="1" dirty="0"/>
                        <a:t>Yes</a:t>
                      </a:r>
                    </a:p>
                  </a:txBody>
                  <a:tcPr>
                    <a:solidFill>
                      <a:schemeClr val="bg1">
                        <a:lumMod val="85000"/>
                      </a:schemeClr>
                    </a:solidFill>
                  </a:tcPr>
                </a:tc>
                <a:extLst>
                  <a:ext uri="{0D108BD9-81ED-4DB2-BD59-A6C34878D82A}">
                    <a16:rowId xmlns:a16="http://schemas.microsoft.com/office/drawing/2014/main" val="3860323547"/>
                  </a:ext>
                </a:extLst>
              </a:tr>
            </a:tbl>
          </a:graphicData>
        </a:graphic>
      </p:graphicFrame>
      <p:graphicFrame>
        <p:nvGraphicFramePr>
          <p:cNvPr id="14" name="Table 27">
            <a:extLst>
              <a:ext uri="{FF2B5EF4-FFF2-40B4-BE49-F238E27FC236}">
                <a16:creationId xmlns:a16="http://schemas.microsoft.com/office/drawing/2014/main" id="{F64DE899-D5EA-284D-0A18-2F0D4B97D894}"/>
              </a:ext>
            </a:extLst>
          </p:cNvPr>
          <p:cNvGraphicFramePr>
            <a:graphicFrameLocks noGrp="1"/>
          </p:cNvGraphicFramePr>
          <p:nvPr/>
        </p:nvGraphicFramePr>
        <p:xfrm>
          <a:off x="7447694" y="5042375"/>
          <a:ext cx="2387600" cy="956518"/>
        </p:xfrm>
        <a:graphic>
          <a:graphicData uri="http://schemas.openxmlformats.org/drawingml/2006/table">
            <a:tbl>
              <a:tblPr firstRow="1" bandRow="1">
                <a:tableStyleId>{5C22544A-7EE6-4342-B048-85BDC9FD1C3A}</a:tableStyleId>
              </a:tblPr>
              <a:tblGrid>
                <a:gridCol w="1193800">
                  <a:extLst>
                    <a:ext uri="{9D8B030D-6E8A-4147-A177-3AD203B41FA5}">
                      <a16:colId xmlns:a16="http://schemas.microsoft.com/office/drawing/2014/main" val="235778487"/>
                    </a:ext>
                  </a:extLst>
                </a:gridCol>
                <a:gridCol w="1193800">
                  <a:extLst>
                    <a:ext uri="{9D8B030D-6E8A-4147-A177-3AD203B41FA5}">
                      <a16:colId xmlns:a16="http://schemas.microsoft.com/office/drawing/2014/main" val="2406345758"/>
                    </a:ext>
                  </a:extLst>
                </a:gridCol>
              </a:tblGrid>
              <a:tr h="478259">
                <a:tc>
                  <a:txBody>
                    <a:bodyPr/>
                    <a:lstStyle/>
                    <a:p>
                      <a:pPr algn="ctr"/>
                      <a:r>
                        <a:rPr lang="en-US" dirty="0"/>
                        <a:t>Weight</a:t>
                      </a:r>
                    </a:p>
                  </a:txBody>
                  <a:tcPr/>
                </a:tc>
                <a:tc>
                  <a:txBody>
                    <a:bodyPr/>
                    <a:lstStyle/>
                    <a:p>
                      <a:pPr algn="ctr"/>
                      <a:r>
                        <a:rPr lang="en-US" dirty="0"/>
                        <a:t>Height</a:t>
                      </a:r>
                    </a:p>
                  </a:txBody>
                  <a:tcPr/>
                </a:tc>
                <a:extLst>
                  <a:ext uri="{0D108BD9-81ED-4DB2-BD59-A6C34878D82A}">
                    <a16:rowId xmlns:a16="http://schemas.microsoft.com/office/drawing/2014/main" val="618040876"/>
                  </a:ext>
                </a:extLst>
              </a:tr>
              <a:tr h="478259">
                <a:tc>
                  <a:txBody>
                    <a:bodyPr/>
                    <a:lstStyle/>
                    <a:p>
                      <a:pPr algn="ctr"/>
                      <a:r>
                        <a:rPr lang="en-US" dirty="0"/>
                        <a:t>234.5</a:t>
                      </a:r>
                    </a:p>
                  </a:txBody>
                  <a:tcPr/>
                </a:tc>
                <a:tc>
                  <a:txBody>
                    <a:bodyPr/>
                    <a:lstStyle/>
                    <a:p>
                      <a:pPr algn="ctr"/>
                      <a:r>
                        <a:rPr lang="en-US" dirty="0"/>
                        <a:t>63</a:t>
                      </a:r>
                    </a:p>
                  </a:txBody>
                  <a:tcPr/>
                </a:tc>
                <a:extLst>
                  <a:ext uri="{0D108BD9-81ED-4DB2-BD59-A6C34878D82A}">
                    <a16:rowId xmlns:a16="http://schemas.microsoft.com/office/drawing/2014/main" val="1321505820"/>
                  </a:ext>
                </a:extLst>
              </a:tr>
            </a:tbl>
          </a:graphicData>
        </a:graphic>
      </p:graphicFrame>
      <p:grpSp>
        <p:nvGrpSpPr>
          <p:cNvPr id="36" name="Group 35">
            <a:extLst>
              <a:ext uri="{FF2B5EF4-FFF2-40B4-BE49-F238E27FC236}">
                <a16:creationId xmlns:a16="http://schemas.microsoft.com/office/drawing/2014/main" id="{B34B1C51-869E-4017-7910-46E8C2EC3820}"/>
              </a:ext>
            </a:extLst>
          </p:cNvPr>
          <p:cNvGrpSpPr/>
          <p:nvPr/>
        </p:nvGrpSpPr>
        <p:grpSpPr>
          <a:xfrm>
            <a:off x="1321204" y="1119205"/>
            <a:ext cx="10301105" cy="5419725"/>
            <a:chOff x="1321204" y="1119205"/>
            <a:chExt cx="10301105" cy="5419725"/>
          </a:xfrm>
        </p:grpSpPr>
        <p:cxnSp>
          <p:nvCxnSpPr>
            <p:cNvPr id="16" name="Straight Connector 15">
              <a:extLst>
                <a:ext uri="{FF2B5EF4-FFF2-40B4-BE49-F238E27FC236}">
                  <a16:creationId xmlns:a16="http://schemas.microsoft.com/office/drawing/2014/main" id="{6AFE90F3-B2BF-B63A-CEBB-93EC859092E1}"/>
                </a:ext>
              </a:extLst>
            </p:cNvPr>
            <p:cNvCxnSpPr>
              <a:cxnSpLocks/>
            </p:cNvCxnSpPr>
            <p:nvPr/>
          </p:nvCxnSpPr>
          <p:spPr>
            <a:xfrm>
              <a:off x="6988328" y="1119205"/>
              <a:ext cx="0" cy="5419725"/>
            </a:xfrm>
            <a:prstGeom prst="line">
              <a:avLst/>
            </a:prstGeom>
            <a:ln w="3810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B6359D05-3693-5950-128B-A149F29E722D}"/>
                </a:ext>
              </a:extLst>
            </p:cNvPr>
            <p:cNvGrpSpPr/>
            <p:nvPr/>
          </p:nvGrpSpPr>
          <p:grpSpPr>
            <a:xfrm>
              <a:off x="1321204" y="1690705"/>
              <a:ext cx="10301105" cy="4800631"/>
              <a:chOff x="1321204" y="1690705"/>
              <a:chExt cx="10301105" cy="4800631"/>
            </a:xfrm>
          </p:grpSpPr>
          <p:pic>
            <p:nvPicPr>
              <p:cNvPr id="6" name="Graphic 5">
                <a:extLst>
                  <a:ext uri="{FF2B5EF4-FFF2-40B4-BE49-F238E27FC236}">
                    <a16:creationId xmlns:a16="http://schemas.microsoft.com/office/drawing/2014/main" id="{BA46DE66-859B-D67C-7C26-149098501A32}"/>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3087923" y="2480967"/>
                <a:ext cx="540068" cy="540068"/>
              </a:xfrm>
              <a:prstGeom prst="rect">
                <a:avLst/>
              </a:prstGeom>
            </p:spPr>
          </p:pic>
          <p:pic>
            <p:nvPicPr>
              <p:cNvPr id="7" name="Graphic 6">
                <a:extLst>
                  <a:ext uri="{FF2B5EF4-FFF2-40B4-BE49-F238E27FC236}">
                    <a16:creationId xmlns:a16="http://schemas.microsoft.com/office/drawing/2014/main" id="{8DE04600-EBAF-2D9D-E270-B613E99F894D}"/>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088495" y="2973725"/>
                <a:ext cx="539496" cy="539496"/>
              </a:xfrm>
              <a:prstGeom prst="rect">
                <a:avLst/>
              </a:prstGeom>
            </p:spPr>
          </p:pic>
          <p:sp>
            <p:nvSpPr>
              <p:cNvPr id="15" name="Text Box 307">
                <a:extLst>
                  <a:ext uri="{FF2B5EF4-FFF2-40B4-BE49-F238E27FC236}">
                    <a16:creationId xmlns:a16="http://schemas.microsoft.com/office/drawing/2014/main" id="{2C9C3F3C-2369-DD2A-C8A5-5C07734ABDBF}"/>
                  </a:ext>
                </a:extLst>
              </p:cNvPr>
              <p:cNvSpPr txBox="1">
                <a:spLocks noChangeArrowheads="1"/>
              </p:cNvSpPr>
              <p:nvPr/>
            </p:nvSpPr>
            <p:spPr bwMode="auto">
              <a:xfrm>
                <a:off x="7640818" y="5998893"/>
                <a:ext cx="2001349" cy="4924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New, unlabeled data sent to model</a:t>
                </a:r>
              </a:p>
            </p:txBody>
          </p:sp>
          <p:sp>
            <p:nvSpPr>
              <p:cNvPr id="17" name="AutoShape 304">
                <a:extLst>
                  <a:ext uri="{FF2B5EF4-FFF2-40B4-BE49-F238E27FC236}">
                    <a16:creationId xmlns:a16="http://schemas.microsoft.com/office/drawing/2014/main" id="{B3253F4D-A157-C89F-F9EB-4B26D312898C}"/>
                  </a:ext>
                </a:extLst>
              </p:cNvPr>
              <p:cNvSpPr>
                <a:spLocks noChangeArrowheads="1"/>
              </p:cNvSpPr>
              <p:nvPr/>
            </p:nvSpPr>
            <p:spPr bwMode="auto">
              <a:xfrm>
                <a:off x="9337073" y="3217137"/>
                <a:ext cx="762000" cy="433849"/>
              </a:xfrm>
              <a:prstGeom prst="rightArrow">
                <a:avLst>
                  <a:gd name="adj1" fmla="val 52602"/>
                  <a:gd name="adj2" fmla="val 59572"/>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defTabSz="914400">
                  <a:defRPr/>
                </a:pPr>
                <a:endParaRPr lang="en-US" kern="0" dirty="0">
                  <a:solidFill>
                    <a:sysClr val="windowText" lastClr="000000"/>
                  </a:solidFill>
                </a:endParaRPr>
              </a:p>
            </p:txBody>
          </p:sp>
          <p:sp>
            <p:nvSpPr>
              <p:cNvPr id="18" name="AutoShape 304">
                <a:extLst>
                  <a:ext uri="{FF2B5EF4-FFF2-40B4-BE49-F238E27FC236}">
                    <a16:creationId xmlns:a16="http://schemas.microsoft.com/office/drawing/2014/main" id="{181CA03B-CA27-6EF2-6C63-73DC9A3617F3}"/>
                  </a:ext>
                </a:extLst>
              </p:cNvPr>
              <p:cNvSpPr>
                <a:spLocks noChangeArrowheads="1"/>
              </p:cNvSpPr>
              <p:nvPr/>
            </p:nvSpPr>
            <p:spPr bwMode="auto">
              <a:xfrm rot="16200000">
                <a:off x="8242530" y="4286961"/>
                <a:ext cx="762000" cy="433849"/>
              </a:xfrm>
              <a:prstGeom prst="rightArrow">
                <a:avLst>
                  <a:gd name="adj1" fmla="val 52602"/>
                  <a:gd name="adj2" fmla="val 59572"/>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defTabSz="914400">
                  <a:defRPr/>
                </a:pPr>
                <a:endParaRPr lang="en-US" kern="0" dirty="0">
                  <a:solidFill>
                    <a:sysClr val="windowText" lastClr="000000"/>
                  </a:solidFill>
                </a:endParaRPr>
              </a:p>
            </p:txBody>
          </p:sp>
          <p:pic>
            <p:nvPicPr>
              <p:cNvPr id="19" name="Graphic 18">
                <a:extLst>
                  <a:ext uri="{FF2B5EF4-FFF2-40B4-BE49-F238E27FC236}">
                    <a16:creationId xmlns:a16="http://schemas.microsoft.com/office/drawing/2014/main" id="{197DD8A7-0B77-FCA9-E157-C3AC0403F418}"/>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0167084" y="2733753"/>
                <a:ext cx="1164719" cy="1164719"/>
              </a:xfrm>
              <a:prstGeom prst="rect">
                <a:avLst/>
              </a:prstGeom>
            </p:spPr>
          </p:pic>
          <p:sp>
            <p:nvSpPr>
              <p:cNvPr id="20" name="Text Box 307">
                <a:extLst>
                  <a:ext uri="{FF2B5EF4-FFF2-40B4-BE49-F238E27FC236}">
                    <a16:creationId xmlns:a16="http://schemas.microsoft.com/office/drawing/2014/main" id="{058E34B4-F3B6-3686-996A-2AF4C970E552}"/>
                  </a:ext>
                </a:extLst>
              </p:cNvPr>
              <p:cNvSpPr txBox="1">
                <a:spLocks noChangeArrowheads="1"/>
              </p:cNvSpPr>
              <p:nvPr/>
            </p:nvSpPr>
            <p:spPr bwMode="auto">
              <a:xfrm>
                <a:off x="9997298" y="3841711"/>
                <a:ext cx="1625011" cy="4924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Model outputs classification</a:t>
                </a:r>
              </a:p>
            </p:txBody>
          </p:sp>
          <p:pic>
            <p:nvPicPr>
              <p:cNvPr id="21" name="Graphic 20" descr="Robot with solid fill">
                <a:extLst>
                  <a:ext uri="{FF2B5EF4-FFF2-40B4-BE49-F238E27FC236}">
                    <a16:creationId xmlns:a16="http://schemas.microsoft.com/office/drawing/2014/main" id="{BD232F11-B3BC-3455-59FF-A91C6E12074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09986" y="2662038"/>
                <a:ext cx="1427087" cy="1427087"/>
              </a:xfrm>
              <a:prstGeom prst="rect">
                <a:avLst/>
              </a:prstGeom>
            </p:spPr>
          </p:pic>
          <p:sp>
            <p:nvSpPr>
              <p:cNvPr id="22" name="Text Box 307">
                <a:extLst>
                  <a:ext uri="{FF2B5EF4-FFF2-40B4-BE49-F238E27FC236}">
                    <a16:creationId xmlns:a16="http://schemas.microsoft.com/office/drawing/2014/main" id="{1FB10D3D-96C7-4F9C-88A8-DF4FE8361208}"/>
                  </a:ext>
                </a:extLst>
              </p:cNvPr>
              <p:cNvSpPr txBox="1">
                <a:spLocks noChangeArrowheads="1"/>
              </p:cNvSpPr>
              <p:nvPr/>
            </p:nvSpPr>
            <p:spPr bwMode="auto">
              <a:xfrm>
                <a:off x="1321204" y="1690705"/>
                <a:ext cx="2001349" cy="2923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Labeled dataset</a:t>
                </a:r>
              </a:p>
            </p:txBody>
          </p:sp>
          <p:pic>
            <p:nvPicPr>
              <p:cNvPr id="23" name="Graphic 22" descr="Robot with solid fill">
                <a:extLst>
                  <a:ext uri="{FF2B5EF4-FFF2-40B4-BE49-F238E27FC236}">
                    <a16:creationId xmlns:a16="http://schemas.microsoft.com/office/drawing/2014/main" id="{B2A50495-FFD4-ECEA-7ECC-728FDD89E51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81559" y="2670633"/>
                <a:ext cx="1427087" cy="1427087"/>
              </a:xfrm>
              <a:prstGeom prst="rect">
                <a:avLst/>
              </a:prstGeom>
            </p:spPr>
          </p:pic>
          <p:sp>
            <p:nvSpPr>
              <p:cNvPr id="24" name="AutoShape 304">
                <a:extLst>
                  <a:ext uri="{FF2B5EF4-FFF2-40B4-BE49-F238E27FC236}">
                    <a16:creationId xmlns:a16="http://schemas.microsoft.com/office/drawing/2014/main" id="{35835A36-F40E-A378-1DAF-E125CBC51381}"/>
                  </a:ext>
                </a:extLst>
              </p:cNvPr>
              <p:cNvSpPr>
                <a:spLocks noChangeArrowheads="1"/>
              </p:cNvSpPr>
              <p:nvPr/>
            </p:nvSpPr>
            <p:spPr bwMode="auto">
              <a:xfrm>
                <a:off x="4467145" y="3261873"/>
                <a:ext cx="762000" cy="433849"/>
              </a:xfrm>
              <a:prstGeom prst="rightArrow">
                <a:avLst>
                  <a:gd name="adj1" fmla="val 52602"/>
                  <a:gd name="adj2" fmla="val 59572"/>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defTabSz="914400">
                  <a:defRPr/>
                </a:pPr>
                <a:endParaRPr lang="en-US" kern="0" dirty="0">
                  <a:solidFill>
                    <a:sysClr val="windowText" lastClr="000000"/>
                  </a:solidFill>
                </a:endParaRPr>
              </a:p>
            </p:txBody>
          </p:sp>
          <p:sp>
            <p:nvSpPr>
              <p:cNvPr id="25" name="Text Box 307">
                <a:extLst>
                  <a:ext uri="{FF2B5EF4-FFF2-40B4-BE49-F238E27FC236}">
                    <a16:creationId xmlns:a16="http://schemas.microsoft.com/office/drawing/2014/main" id="{81FCAF77-F09D-EBA1-60A6-6CCA0A70B84D}"/>
                  </a:ext>
                </a:extLst>
              </p:cNvPr>
              <p:cNvSpPr txBox="1">
                <a:spLocks noChangeArrowheads="1"/>
              </p:cNvSpPr>
              <p:nvPr/>
            </p:nvSpPr>
            <p:spPr bwMode="auto">
              <a:xfrm>
                <a:off x="4994427" y="4025822"/>
                <a:ext cx="2001349" cy="4924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Model learns patterns from labeled data</a:t>
                </a:r>
              </a:p>
            </p:txBody>
          </p:sp>
          <p:pic>
            <p:nvPicPr>
              <p:cNvPr id="26" name="Graphic 25" descr="Lightbulb and gear with solid fill">
                <a:extLst>
                  <a:ext uri="{FF2B5EF4-FFF2-40B4-BE49-F238E27FC236}">
                    <a16:creationId xmlns:a16="http://schemas.microsoft.com/office/drawing/2014/main" id="{69C55834-2A5F-B742-9498-1786374B916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95594" y="1871682"/>
                <a:ext cx="798951" cy="798951"/>
              </a:xfrm>
              <a:prstGeom prst="rect">
                <a:avLst/>
              </a:prstGeom>
            </p:spPr>
          </p:pic>
          <p:pic>
            <p:nvPicPr>
              <p:cNvPr id="28" name="Graphic 27">
                <a:extLst>
                  <a:ext uri="{FF2B5EF4-FFF2-40B4-BE49-F238E27FC236}">
                    <a16:creationId xmlns:a16="http://schemas.microsoft.com/office/drawing/2014/main" id="{E5C2C2ED-91E4-2A14-8D37-A7003CE18884}"/>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296915" y="2072998"/>
                <a:ext cx="338752" cy="338752"/>
              </a:xfrm>
              <a:prstGeom prst="rect">
                <a:avLst/>
              </a:prstGeom>
            </p:spPr>
          </p:pic>
          <p:pic>
            <p:nvPicPr>
              <p:cNvPr id="29" name="Graphic 28">
                <a:extLst>
                  <a:ext uri="{FF2B5EF4-FFF2-40B4-BE49-F238E27FC236}">
                    <a16:creationId xmlns:a16="http://schemas.microsoft.com/office/drawing/2014/main" id="{BE41B4E9-932D-0465-3DBF-228F4E4E5DB3}"/>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3094481" y="3442664"/>
                <a:ext cx="540068" cy="540068"/>
              </a:xfrm>
              <a:prstGeom prst="rect">
                <a:avLst/>
              </a:prstGeom>
            </p:spPr>
          </p:pic>
          <p:pic>
            <p:nvPicPr>
              <p:cNvPr id="30" name="Graphic 6">
                <a:extLst>
                  <a:ext uri="{FF2B5EF4-FFF2-40B4-BE49-F238E27FC236}">
                    <a16:creationId xmlns:a16="http://schemas.microsoft.com/office/drawing/2014/main" id="{A6EF5768-FB62-2142-E9CF-B8B96DD38555}"/>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095161" y="3919709"/>
                <a:ext cx="539496" cy="539496"/>
              </a:xfrm>
              <a:prstGeom prst="rect">
                <a:avLst/>
              </a:prstGeom>
            </p:spPr>
          </p:pic>
          <p:pic>
            <p:nvPicPr>
              <p:cNvPr id="33" name="Graphic 6">
                <a:extLst>
                  <a:ext uri="{FF2B5EF4-FFF2-40B4-BE49-F238E27FC236}">
                    <a16:creationId xmlns:a16="http://schemas.microsoft.com/office/drawing/2014/main" id="{00DABB2C-91C7-DB48-5C1D-F979BC3985C9}"/>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6326069" y="2073422"/>
                <a:ext cx="338328" cy="338328"/>
              </a:xfrm>
              <a:prstGeom prst="rect">
                <a:avLst/>
              </a:prstGeom>
            </p:spPr>
          </p:pic>
        </p:grpSp>
      </p:grpSp>
    </p:spTree>
    <p:extLst>
      <p:ext uri="{BB962C8B-B14F-4D97-AF65-F5344CB8AC3E}">
        <p14:creationId xmlns:p14="http://schemas.microsoft.com/office/powerpoint/2010/main" val="374218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EC078-4F5C-1466-57F0-2399D69A47BE}"/>
              </a:ext>
            </a:extLst>
          </p:cNvPr>
          <p:cNvSpPr>
            <a:spLocks noGrp="1"/>
          </p:cNvSpPr>
          <p:nvPr>
            <p:ph type="title"/>
          </p:nvPr>
        </p:nvSpPr>
        <p:spPr/>
        <p:txBody>
          <a:bodyPr/>
          <a:lstStyle/>
          <a:p>
            <a:r>
              <a:rPr lang="en-US"/>
              <a:t>Unsupervised Machine Learning</a:t>
            </a:r>
            <a:endParaRPr lang="en-US" dirty="0"/>
          </a:p>
        </p:txBody>
      </p:sp>
      <p:sp>
        <p:nvSpPr>
          <p:cNvPr id="3" name="Slide Number Placeholder 2">
            <a:extLst>
              <a:ext uri="{FF2B5EF4-FFF2-40B4-BE49-F238E27FC236}">
                <a16:creationId xmlns:a16="http://schemas.microsoft.com/office/drawing/2014/main" id="{2A5C1C63-2A65-C46B-0779-EBECDF549E3C}"/>
              </a:ext>
            </a:extLst>
          </p:cNvPr>
          <p:cNvSpPr>
            <a:spLocks noGrp="1"/>
          </p:cNvSpPr>
          <p:nvPr>
            <p:ph type="sldNum" sz="quarter" idx="12"/>
          </p:nvPr>
        </p:nvSpPr>
        <p:spPr/>
        <p:txBody>
          <a:bodyPr/>
          <a:lstStyle/>
          <a:p>
            <a:fld id="{A8160BDD-7155-D744-B749-9730458604AD}" type="slidenum">
              <a:rPr lang="en-US" smtClean="0"/>
              <a:t>22</a:t>
            </a:fld>
            <a:endParaRPr lang="en-US" dirty="0"/>
          </a:p>
        </p:txBody>
      </p:sp>
      <p:graphicFrame>
        <p:nvGraphicFramePr>
          <p:cNvPr id="4" name="Table 27">
            <a:extLst>
              <a:ext uri="{FF2B5EF4-FFF2-40B4-BE49-F238E27FC236}">
                <a16:creationId xmlns:a16="http://schemas.microsoft.com/office/drawing/2014/main" id="{0455256D-2E9F-DA6A-D8CC-55B63E45C440}"/>
              </a:ext>
            </a:extLst>
          </p:cNvPr>
          <p:cNvGraphicFramePr>
            <a:graphicFrameLocks noGrp="1"/>
          </p:cNvGraphicFramePr>
          <p:nvPr/>
        </p:nvGraphicFramePr>
        <p:xfrm>
          <a:off x="885826" y="1640238"/>
          <a:ext cx="3595056" cy="4304331"/>
        </p:xfrm>
        <a:graphic>
          <a:graphicData uri="http://schemas.openxmlformats.org/drawingml/2006/table">
            <a:tbl>
              <a:tblPr firstRow="1" bandRow="1">
                <a:tableStyleId>{5C22544A-7EE6-4342-B048-85BDC9FD1C3A}</a:tableStyleId>
              </a:tblPr>
              <a:tblGrid>
                <a:gridCol w="1276349">
                  <a:extLst>
                    <a:ext uri="{9D8B030D-6E8A-4147-A177-3AD203B41FA5}">
                      <a16:colId xmlns:a16="http://schemas.microsoft.com/office/drawing/2014/main" val="1694859642"/>
                    </a:ext>
                  </a:extLst>
                </a:gridCol>
                <a:gridCol w="1120355">
                  <a:extLst>
                    <a:ext uri="{9D8B030D-6E8A-4147-A177-3AD203B41FA5}">
                      <a16:colId xmlns:a16="http://schemas.microsoft.com/office/drawing/2014/main" val="235778487"/>
                    </a:ext>
                  </a:extLst>
                </a:gridCol>
                <a:gridCol w="1198352">
                  <a:extLst>
                    <a:ext uri="{9D8B030D-6E8A-4147-A177-3AD203B41FA5}">
                      <a16:colId xmlns:a16="http://schemas.microsoft.com/office/drawing/2014/main" val="2406345758"/>
                    </a:ext>
                  </a:extLst>
                </a:gridCol>
              </a:tblGrid>
              <a:tr h="478259">
                <a:tc>
                  <a:txBody>
                    <a:bodyPr/>
                    <a:lstStyle/>
                    <a:p>
                      <a:pPr algn="ctr"/>
                      <a:r>
                        <a:rPr lang="en-US" dirty="0"/>
                        <a:t>Customer #</a:t>
                      </a:r>
                    </a:p>
                  </a:txBody>
                  <a:tcPr>
                    <a:solidFill>
                      <a:srgbClr val="009DDC"/>
                    </a:solidFill>
                  </a:tcPr>
                </a:tc>
                <a:tc>
                  <a:txBody>
                    <a:bodyPr/>
                    <a:lstStyle/>
                    <a:p>
                      <a:pPr algn="ctr"/>
                      <a:r>
                        <a:rPr lang="en-US" dirty="0"/>
                        <a:t>Gender</a:t>
                      </a:r>
                    </a:p>
                  </a:txBody>
                  <a:tcPr>
                    <a:solidFill>
                      <a:srgbClr val="009DDC"/>
                    </a:solidFill>
                  </a:tcPr>
                </a:tc>
                <a:tc>
                  <a:txBody>
                    <a:bodyPr/>
                    <a:lstStyle/>
                    <a:p>
                      <a:pPr algn="ctr"/>
                      <a:r>
                        <a:rPr lang="en-US" dirty="0"/>
                        <a:t>Age Group</a:t>
                      </a:r>
                    </a:p>
                  </a:txBody>
                  <a:tcPr>
                    <a:solidFill>
                      <a:srgbClr val="009DDC"/>
                    </a:solidFill>
                  </a:tcPr>
                </a:tc>
                <a:extLst>
                  <a:ext uri="{0D108BD9-81ED-4DB2-BD59-A6C34878D82A}">
                    <a16:rowId xmlns:a16="http://schemas.microsoft.com/office/drawing/2014/main" val="618040876"/>
                  </a:ext>
                </a:extLst>
              </a:tr>
              <a:tr h="478259">
                <a:tc>
                  <a:txBody>
                    <a:bodyPr/>
                    <a:lstStyle/>
                    <a:p>
                      <a:pPr marL="0" algn="ctr" defTabSz="457200" rtl="0" eaLnBrk="1" latinLnBrk="0" hangingPunct="1"/>
                      <a:r>
                        <a:rPr lang="en-US" sz="1800" kern="1200" dirty="0">
                          <a:solidFill>
                            <a:schemeClr val="dk1"/>
                          </a:solidFill>
                          <a:latin typeface="+mn-lt"/>
                          <a:ea typeface="+mn-ea"/>
                          <a:cs typeface="+mn-cs"/>
                        </a:rPr>
                        <a:t>1</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M</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18–24</a:t>
                      </a:r>
                    </a:p>
                  </a:txBody>
                  <a:tcPr>
                    <a:solidFill>
                      <a:srgbClr val="CBDFF2"/>
                    </a:solidFill>
                  </a:tcPr>
                </a:tc>
                <a:extLst>
                  <a:ext uri="{0D108BD9-81ED-4DB2-BD59-A6C34878D82A}">
                    <a16:rowId xmlns:a16="http://schemas.microsoft.com/office/drawing/2014/main" val="1321505820"/>
                  </a:ext>
                </a:extLst>
              </a:tr>
              <a:tr h="478259">
                <a:tc>
                  <a:txBody>
                    <a:bodyPr/>
                    <a:lstStyle/>
                    <a:p>
                      <a:pPr marL="0" algn="ctr" defTabSz="457200" rtl="0" eaLnBrk="1" latinLnBrk="0" hangingPunct="1"/>
                      <a:r>
                        <a:rPr lang="en-US" sz="1800" kern="1200" dirty="0">
                          <a:solidFill>
                            <a:schemeClr val="dk1"/>
                          </a:solidFill>
                          <a:latin typeface="+mn-lt"/>
                          <a:ea typeface="+mn-ea"/>
                          <a:cs typeface="+mn-cs"/>
                        </a:rPr>
                        <a:t>2</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F</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25–34</a:t>
                      </a:r>
                    </a:p>
                  </a:txBody>
                  <a:tcPr>
                    <a:solidFill>
                      <a:srgbClr val="CBDFF2"/>
                    </a:solidFill>
                  </a:tcPr>
                </a:tc>
                <a:extLst>
                  <a:ext uri="{0D108BD9-81ED-4DB2-BD59-A6C34878D82A}">
                    <a16:rowId xmlns:a16="http://schemas.microsoft.com/office/drawing/2014/main" val="907187996"/>
                  </a:ext>
                </a:extLst>
              </a:tr>
              <a:tr h="478259">
                <a:tc>
                  <a:txBody>
                    <a:bodyPr/>
                    <a:lstStyle/>
                    <a:p>
                      <a:pPr marL="0" algn="ctr" defTabSz="457200" rtl="0" eaLnBrk="1" latinLnBrk="0" hangingPunct="1"/>
                      <a:r>
                        <a:rPr lang="en-US" sz="1800" kern="1200" dirty="0">
                          <a:solidFill>
                            <a:schemeClr val="dk1"/>
                          </a:solidFill>
                          <a:latin typeface="+mn-lt"/>
                          <a:ea typeface="+mn-ea"/>
                          <a:cs typeface="+mn-cs"/>
                        </a:rPr>
                        <a:t>3</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F</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18–24</a:t>
                      </a:r>
                    </a:p>
                  </a:txBody>
                  <a:tcPr>
                    <a:solidFill>
                      <a:srgbClr val="CBDFF2"/>
                    </a:solidFill>
                  </a:tcPr>
                </a:tc>
                <a:extLst>
                  <a:ext uri="{0D108BD9-81ED-4DB2-BD59-A6C34878D82A}">
                    <a16:rowId xmlns:a16="http://schemas.microsoft.com/office/drawing/2014/main" val="3924910454"/>
                  </a:ext>
                </a:extLst>
              </a:tr>
              <a:tr h="478259">
                <a:tc>
                  <a:txBody>
                    <a:bodyPr/>
                    <a:lstStyle/>
                    <a:p>
                      <a:pPr marL="0" algn="ctr" defTabSz="457200" rtl="0" eaLnBrk="1" latinLnBrk="0" hangingPunct="1"/>
                      <a:r>
                        <a:rPr lang="en-US" sz="1800" kern="1200" dirty="0">
                          <a:solidFill>
                            <a:schemeClr val="dk1"/>
                          </a:solidFill>
                          <a:latin typeface="+mn-lt"/>
                          <a:ea typeface="+mn-ea"/>
                          <a:cs typeface="+mn-cs"/>
                        </a:rPr>
                        <a:t>4</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M</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55–64</a:t>
                      </a:r>
                    </a:p>
                  </a:txBody>
                  <a:tcPr>
                    <a:solidFill>
                      <a:srgbClr val="CBDFF2"/>
                    </a:solidFill>
                  </a:tcPr>
                </a:tc>
                <a:extLst>
                  <a:ext uri="{0D108BD9-81ED-4DB2-BD59-A6C34878D82A}">
                    <a16:rowId xmlns:a16="http://schemas.microsoft.com/office/drawing/2014/main" val="3860323547"/>
                  </a:ext>
                </a:extLst>
              </a:tr>
              <a:tr h="478259">
                <a:tc>
                  <a:txBody>
                    <a:bodyPr/>
                    <a:lstStyle/>
                    <a:p>
                      <a:pPr marL="0" algn="ctr" defTabSz="457200" rtl="0" eaLnBrk="1" latinLnBrk="0" hangingPunct="1"/>
                      <a:r>
                        <a:rPr lang="en-US" sz="1800" kern="1200" dirty="0">
                          <a:solidFill>
                            <a:schemeClr val="dk1"/>
                          </a:solidFill>
                          <a:latin typeface="+mn-lt"/>
                          <a:ea typeface="+mn-ea"/>
                          <a:cs typeface="+mn-cs"/>
                        </a:rPr>
                        <a:t>5</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M</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18–24</a:t>
                      </a:r>
                    </a:p>
                  </a:txBody>
                  <a:tcPr>
                    <a:solidFill>
                      <a:srgbClr val="CBDFF2"/>
                    </a:solidFill>
                  </a:tcPr>
                </a:tc>
                <a:extLst>
                  <a:ext uri="{0D108BD9-81ED-4DB2-BD59-A6C34878D82A}">
                    <a16:rowId xmlns:a16="http://schemas.microsoft.com/office/drawing/2014/main" val="2499190725"/>
                  </a:ext>
                </a:extLst>
              </a:tr>
              <a:tr h="478259">
                <a:tc>
                  <a:txBody>
                    <a:bodyPr/>
                    <a:lstStyle/>
                    <a:p>
                      <a:pPr marL="0" algn="ctr" defTabSz="457200" rtl="0" eaLnBrk="1" latinLnBrk="0" hangingPunct="1"/>
                      <a:r>
                        <a:rPr lang="en-US" sz="1800" kern="1200" dirty="0">
                          <a:solidFill>
                            <a:schemeClr val="dk1"/>
                          </a:solidFill>
                          <a:latin typeface="+mn-lt"/>
                          <a:ea typeface="+mn-ea"/>
                          <a:cs typeface="+mn-cs"/>
                        </a:rPr>
                        <a:t>6</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F</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45–54</a:t>
                      </a:r>
                    </a:p>
                  </a:txBody>
                  <a:tcPr>
                    <a:solidFill>
                      <a:srgbClr val="CBDFF2"/>
                    </a:solidFill>
                  </a:tcPr>
                </a:tc>
                <a:extLst>
                  <a:ext uri="{0D108BD9-81ED-4DB2-BD59-A6C34878D82A}">
                    <a16:rowId xmlns:a16="http://schemas.microsoft.com/office/drawing/2014/main" val="3319597858"/>
                  </a:ext>
                </a:extLst>
              </a:tr>
              <a:tr h="478259">
                <a:tc>
                  <a:txBody>
                    <a:bodyPr/>
                    <a:lstStyle/>
                    <a:p>
                      <a:pPr marL="0" algn="ctr" defTabSz="457200" rtl="0" eaLnBrk="1" latinLnBrk="0" hangingPunct="1"/>
                      <a:r>
                        <a:rPr lang="en-US" sz="1800" kern="1200" dirty="0">
                          <a:solidFill>
                            <a:schemeClr val="dk1"/>
                          </a:solidFill>
                          <a:latin typeface="+mn-lt"/>
                          <a:ea typeface="+mn-ea"/>
                          <a:cs typeface="+mn-cs"/>
                        </a:rPr>
                        <a:t>7</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M</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25–34</a:t>
                      </a:r>
                    </a:p>
                  </a:txBody>
                  <a:tcPr>
                    <a:solidFill>
                      <a:srgbClr val="CBDFF2"/>
                    </a:solidFill>
                  </a:tcPr>
                </a:tc>
                <a:extLst>
                  <a:ext uri="{0D108BD9-81ED-4DB2-BD59-A6C34878D82A}">
                    <a16:rowId xmlns:a16="http://schemas.microsoft.com/office/drawing/2014/main" val="2742868866"/>
                  </a:ext>
                </a:extLst>
              </a:tr>
              <a:tr h="478259">
                <a:tc>
                  <a:txBody>
                    <a:bodyPr/>
                    <a:lstStyle/>
                    <a:p>
                      <a:pPr marL="0" algn="ctr" defTabSz="457200" rtl="0" eaLnBrk="1" latinLnBrk="0" hangingPunct="1"/>
                      <a:r>
                        <a:rPr lang="en-US" sz="1800" kern="1200" dirty="0">
                          <a:solidFill>
                            <a:schemeClr val="dk1"/>
                          </a:solidFill>
                          <a:latin typeface="+mn-lt"/>
                          <a:ea typeface="+mn-ea"/>
                          <a:cs typeface="+mn-cs"/>
                        </a:rPr>
                        <a:t>8</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F</a:t>
                      </a:r>
                    </a:p>
                  </a:txBody>
                  <a:tcPr>
                    <a:solidFill>
                      <a:srgbClr val="CBDFF2"/>
                    </a:solidFill>
                  </a:tcPr>
                </a:tc>
                <a:tc>
                  <a:txBody>
                    <a:bodyPr/>
                    <a:lstStyle/>
                    <a:p>
                      <a:pPr marL="0" algn="ctr" defTabSz="457200" rtl="0" eaLnBrk="1" latinLnBrk="0" hangingPunct="1"/>
                      <a:r>
                        <a:rPr lang="en-US" sz="1800" kern="1200" dirty="0">
                          <a:solidFill>
                            <a:schemeClr val="dk1"/>
                          </a:solidFill>
                          <a:latin typeface="+mn-lt"/>
                          <a:ea typeface="+mn-ea"/>
                          <a:cs typeface="+mn-cs"/>
                        </a:rPr>
                        <a:t>45–54</a:t>
                      </a:r>
                    </a:p>
                  </a:txBody>
                  <a:tcPr>
                    <a:solidFill>
                      <a:srgbClr val="CBDFF2"/>
                    </a:solidFill>
                  </a:tcPr>
                </a:tc>
                <a:extLst>
                  <a:ext uri="{0D108BD9-81ED-4DB2-BD59-A6C34878D82A}">
                    <a16:rowId xmlns:a16="http://schemas.microsoft.com/office/drawing/2014/main" val="3560469798"/>
                  </a:ext>
                </a:extLst>
              </a:tr>
            </a:tbl>
          </a:graphicData>
        </a:graphic>
      </p:graphicFrame>
      <p:grpSp>
        <p:nvGrpSpPr>
          <p:cNvPr id="51" name="Group 50">
            <a:extLst>
              <a:ext uri="{FF2B5EF4-FFF2-40B4-BE49-F238E27FC236}">
                <a16:creationId xmlns:a16="http://schemas.microsoft.com/office/drawing/2014/main" id="{E8384DAB-79B3-614B-1A11-6D5765F037C4}"/>
              </a:ext>
            </a:extLst>
          </p:cNvPr>
          <p:cNvGrpSpPr/>
          <p:nvPr/>
        </p:nvGrpSpPr>
        <p:grpSpPr>
          <a:xfrm>
            <a:off x="1682679" y="1256331"/>
            <a:ext cx="9604447" cy="4562368"/>
            <a:chOff x="1682679" y="1256331"/>
            <a:chExt cx="9604447" cy="4562368"/>
          </a:xfrm>
        </p:grpSpPr>
        <p:grpSp>
          <p:nvGrpSpPr>
            <p:cNvPr id="48" name="Group 47">
              <a:extLst>
                <a:ext uri="{FF2B5EF4-FFF2-40B4-BE49-F238E27FC236}">
                  <a16:creationId xmlns:a16="http://schemas.microsoft.com/office/drawing/2014/main" id="{8D54AE0D-C3FF-F50E-366F-E4705FD5D4E8}"/>
                </a:ext>
              </a:extLst>
            </p:cNvPr>
            <p:cNvGrpSpPr/>
            <p:nvPr/>
          </p:nvGrpSpPr>
          <p:grpSpPr>
            <a:xfrm>
              <a:off x="1682679" y="1256331"/>
              <a:ext cx="9604447" cy="4562368"/>
              <a:chOff x="1330254" y="1084881"/>
              <a:chExt cx="9604447" cy="4562368"/>
            </a:xfrm>
          </p:grpSpPr>
          <p:sp>
            <p:nvSpPr>
              <p:cNvPr id="5" name="Text Box 307">
                <a:extLst>
                  <a:ext uri="{FF2B5EF4-FFF2-40B4-BE49-F238E27FC236}">
                    <a16:creationId xmlns:a16="http://schemas.microsoft.com/office/drawing/2014/main" id="{F1035ED8-11C6-8B92-D468-039073785BEF}"/>
                  </a:ext>
                </a:extLst>
              </p:cNvPr>
              <p:cNvSpPr txBox="1">
                <a:spLocks noChangeArrowheads="1"/>
              </p:cNvSpPr>
              <p:nvPr/>
            </p:nvSpPr>
            <p:spPr bwMode="auto">
              <a:xfrm>
                <a:off x="1330254" y="1084881"/>
                <a:ext cx="2001349" cy="292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Unlabeled dataset</a:t>
                </a:r>
              </a:p>
            </p:txBody>
          </p:sp>
          <p:sp>
            <p:nvSpPr>
              <p:cNvPr id="6" name="Oval 5">
                <a:extLst>
                  <a:ext uri="{FF2B5EF4-FFF2-40B4-BE49-F238E27FC236}">
                    <a16:creationId xmlns:a16="http://schemas.microsoft.com/office/drawing/2014/main" id="{7ECD5332-CE81-20C5-17E3-E66D1F6B113D}"/>
                  </a:ext>
                </a:extLst>
              </p:cNvPr>
              <p:cNvSpPr/>
              <p:nvPr/>
            </p:nvSpPr>
            <p:spPr>
              <a:xfrm>
                <a:off x="7585291" y="3644713"/>
                <a:ext cx="2001349" cy="2002536"/>
              </a:xfrm>
              <a:prstGeom prst="ellipse">
                <a:avLst/>
              </a:prstGeom>
              <a:solidFill>
                <a:schemeClr val="bg1">
                  <a:lumMod val="95000"/>
                </a:schemeClr>
              </a:solidFill>
              <a:ln w="28575" cap="flat" cmpd="sng" algn="ctr">
                <a:solidFill>
                  <a:schemeClr val="tx1"/>
                </a:solidFill>
                <a:prstDash val="solid"/>
              </a:ln>
              <a:effectLst/>
            </p:spPr>
            <p:txBody>
              <a:bodyPr rtlCol="0" anchor="ctr"/>
              <a:lstStyle/>
              <a:p>
                <a:pPr algn="ctr" defTabSz="914400"/>
                <a:endParaRPr lang="en-US" sz="1100" b="1" kern="0" dirty="0">
                  <a:solidFill>
                    <a:srgbClr val="FF0000"/>
                  </a:solidFill>
                  <a:latin typeface="Arial"/>
                </a:endParaRPr>
              </a:p>
            </p:txBody>
          </p:sp>
          <p:pic>
            <p:nvPicPr>
              <p:cNvPr id="7" name="Graphic 6" descr="Robot with solid fill">
                <a:extLst>
                  <a:ext uri="{FF2B5EF4-FFF2-40B4-BE49-F238E27FC236}">
                    <a16:creationId xmlns:a16="http://schemas.microsoft.com/office/drawing/2014/main" id="{31BF2995-8BB5-893D-E70B-53A64E3C38B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81559" y="2670633"/>
                <a:ext cx="1427087" cy="1427087"/>
              </a:xfrm>
              <a:prstGeom prst="rect">
                <a:avLst/>
              </a:prstGeom>
            </p:spPr>
          </p:pic>
          <p:sp>
            <p:nvSpPr>
              <p:cNvPr id="8" name="Text Box 307">
                <a:extLst>
                  <a:ext uri="{FF2B5EF4-FFF2-40B4-BE49-F238E27FC236}">
                    <a16:creationId xmlns:a16="http://schemas.microsoft.com/office/drawing/2014/main" id="{1079555A-9B1D-04FC-63F4-606490ED527C}"/>
                  </a:ext>
                </a:extLst>
              </p:cNvPr>
              <p:cNvSpPr txBox="1">
                <a:spLocks noChangeArrowheads="1"/>
              </p:cNvSpPr>
              <p:nvPr/>
            </p:nvSpPr>
            <p:spPr bwMode="auto">
              <a:xfrm>
                <a:off x="4994427" y="4025822"/>
                <a:ext cx="2001349"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Model learns patterns from unlabeled data</a:t>
                </a:r>
              </a:p>
            </p:txBody>
          </p:sp>
          <p:pic>
            <p:nvPicPr>
              <p:cNvPr id="9" name="Graphic 8" descr="Network with solid fill">
                <a:extLst>
                  <a:ext uri="{FF2B5EF4-FFF2-40B4-BE49-F238E27FC236}">
                    <a16:creationId xmlns:a16="http://schemas.microsoft.com/office/drawing/2014/main" id="{193730C1-C108-697B-5F7D-F60B52C541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93614" y="1995532"/>
                <a:ext cx="795528" cy="795528"/>
              </a:xfrm>
              <a:prstGeom prst="rect">
                <a:avLst/>
              </a:prstGeom>
            </p:spPr>
          </p:pic>
          <p:sp>
            <p:nvSpPr>
              <p:cNvPr id="10" name="AutoShape 304">
                <a:extLst>
                  <a:ext uri="{FF2B5EF4-FFF2-40B4-BE49-F238E27FC236}">
                    <a16:creationId xmlns:a16="http://schemas.microsoft.com/office/drawing/2014/main" id="{916CDFA9-9294-2ECA-2E91-5418A12705FF}"/>
                  </a:ext>
                </a:extLst>
              </p:cNvPr>
              <p:cNvSpPr>
                <a:spLocks noChangeArrowheads="1"/>
              </p:cNvSpPr>
              <p:nvPr/>
            </p:nvSpPr>
            <p:spPr bwMode="auto">
              <a:xfrm rot="19625149">
                <a:off x="6603171" y="2962024"/>
                <a:ext cx="1081154" cy="252852"/>
              </a:xfrm>
              <a:prstGeom prst="rightArrow">
                <a:avLst>
                  <a:gd name="adj1" fmla="val 52602"/>
                  <a:gd name="adj2" fmla="val 59572"/>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defTabSz="914400">
                  <a:defRPr/>
                </a:pPr>
                <a:endParaRPr lang="en-US" kern="0" dirty="0">
                  <a:solidFill>
                    <a:sysClr val="windowText" lastClr="000000"/>
                  </a:solidFill>
                </a:endParaRPr>
              </a:p>
            </p:txBody>
          </p:sp>
          <p:sp>
            <p:nvSpPr>
              <p:cNvPr id="11" name="AutoShape 304">
                <a:extLst>
                  <a:ext uri="{FF2B5EF4-FFF2-40B4-BE49-F238E27FC236}">
                    <a16:creationId xmlns:a16="http://schemas.microsoft.com/office/drawing/2014/main" id="{45068900-6C3E-C678-9B14-C4B46CDA53DD}"/>
                  </a:ext>
                </a:extLst>
              </p:cNvPr>
              <p:cNvSpPr>
                <a:spLocks noChangeArrowheads="1"/>
              </p:cNvSpPr>
              <p:nvPr/>
            </p:nvSpPr>
            <p:spPr bwMode="auto">
              <a:xfrm>
                <a:off x="4467145" y="3261873"/>
                <a:ext cx="762000" cy="433849"/>
              </a:xfrm>
              <a:prstGeom prst="rightArrow">
                <a:avLst>
                  <a:gd name="adj1" fmla="val 52602"/>
                  <a:gd name="adj2" fmla="val 59572"/>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defTabSz="914400">
                  <a:defRPr/>
                </a:pPr>
                <a:endParaRPr lang="en-US" kern="0" dirty="0">
                  <a:solidFill>
                    <a:sysClr val="windowText" lastClr="000000"/>
                  </a:solidFill>
                </a:endParaRPr>
              </a:p>
            </p:txBody>
          </p:sp>
          <p:sp>
            <p:nvSpPr>
              <p:cNvPr id="13" name="AutoShape 304">
                <a:extLst>
                  <a:ext uri="{FF2B5EF4-FFF2-40B4-BE49-F238E27FC236}">
                    <a16:creationId xmlns:a16="http://schemas.microsoft.com/office/drawing/2014/main" id="{418B467D-52BD-C985-79B3-2A493FB8F6BD}"/>
                  </a:ext>
                </a:extLst>
              </p:cNvPr>
              <p:cNvSpPr>
                <a:spLocks noChangeArrowheads="1"/>
              </p:cNvSpPr>
              <p:nvPr/>
            </p:nvSpPr>
            <p:spPr bwMode="auto">
              <a:xfrm rot="1974851" flipV="1">
                <a:off x="6596379" y="3759166"/>
                <a:ext cx="1090721" cy="252852"/>
              </a:xfrm>
              <a:prstGeom prst="rightArrow">
                <a:avLst>
                  <a:gd name="adj1" fmla="val 52602"/>
                  <a:gd name="adj2" fmla="val 59572"/>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defTabSz="914400">
                  <a:defRPr/>
                </a:pPr>
                <a:endParaRPr lang="en-US" kern="0" dirty="0">
                  <a:solidFill>
                    <a:sysClr val="windowText" lastClr="000000"/>
                  </a:solidFill>
                </a:endParaRPr>
              </a:p>
            </p:txBody>
          </p:sp>
          <p:sp>
            <p:nvSpPr>
              <p:cNvPr id="14" name="Oval 13">
                <a:extLst>
                  <a:ext uri="{FF2B5EF4-FFF2-40B4-BE49-F238E27FC236}">
                    <a16:creationId xmlns:a16="http://schemas.microsoft.com/office/drawing/2014/main" id="{C987D0D1-2000-01BF-BFAE-57C7B89BED2D}"/>
                  </a:ext>
                </a:extLst>
              </p:cNvPr>
              <p:cNvSpPr/>
              <p:nvPr/>
            </p:nvSpPr>
            <p:spPr>
              <a:xfrm>
                <a:off x="7585292" y="1293529"/>
                <a:ext cx="2001349" cy="2002536"/>
              </a:xfrm>
              <a:prstGeom prst="ellipse">
                <a:avLst/>
              </a:prstGeom>
              <a:solidFill>
                <a:schemeClr val="bg1">
                  <a:lumMod val="95000"/>
                </a:schemeClr>
              </a:solidFill>
              <a:ln w="28575" cap="flat" cmpd="sng" algn="ctr">
                <a:solidFill>
                  <a:schemeClr val="tx1"/>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22" name="Text Box 307">
                <a:extLst>
                  <a:ext uri="{FF2B5EF4-FFF2-40B4-BE49-F238E27FC236}">
                    <a16:creationId xmlns:a16="http://schemas.microsoft.com/office/drawing/2014/main" id="{0B1DD547-2046-6A45-20AA-767A766E2467}"/>
                  </a:ext>
                </a:extLst>
              </p:cNvPr>
              <p:cNvSpPr txBox="1">
                <a:spLocks noChangeArrowheads="1"/>
              </p:cNvSpPr>
              <p:nvPr/>
            </p:nvSpPr>
            <p:spPr bwMode="auto">
              <a:xfrm>
                <a:off x="9303961" y="3242101"/>
                <a:ext cx="1630740"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Model clusters similar data</a:t>
                </a:r>
              </a:p>
            </p:txBody>
          </p:sp>
          <p:grpSp>
            <p:nvGrpSpPr>
              <p:cNvPr id="26" name="Group 25">
                <a:extLst>
                  <a:ext uri="{FF2B5EF4-FFF2-40B4-BE49-F238E27FC236}">
                    <a16:creationId xmlns:a16="http://schemas.microsoft.com/office/drawing/2014/main" id="{C669E129-AC32-A1FC-24BF-311EE6DBDC3F}"/>
                  </a:ext>
                </a:extLst>
              </p:cNvPr>
              <p:cNvGrpSpPr/>
              <p:nvPr/>
            </p:nvGrpSpPr>
            <p:grpSpPr>
              <a:xfrm>
                <a:off x="8252101" y="1327130"/>
                <a:ext cx="640080" cy="640080"/>
                <a:chOff x="8252101" y="1327130"/>
                <a:chExt cx="640080" cy="640080"/>
              </a:xfrm>
            </p:grpSpPr>
            <p:pic>
              <p:nvPicPr>
                <p:cNvPr id="17" name="Graphic 16" descr="Male profile with solid fill">
                  <a:extLst>
                    <a:ext uri="{FF2B5EF4-FFF2-40B4-BE49-F238E27FC236}">
                      <a16:creationId xmlns:a16="http://schemas.microsoft.com/office/drawing/2014/main" id="{EF1DC789-8C8A-3112-D314-8D33E0E97AD4}"/>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252101" y="1327130"/>
                  <a:ext cx="640080" cy="640080"/>
                </a:xfrm>
                <a:prstGeom prst="rect">
                  <a:avLst/>
                </a:prstGeom>
              </p:spPr>
            </p:pic>
            <p:sp>
              <p:nvSpPr>
                <p:cNvPr id="25" name="TextBox 24">
                  <a:extLst>
                    <a:ext uri="{FF2B5EF4-FFF2-40B4-BE49-F238E27FC236}">
                      <a16:creationId xmlns:a16="http://schemas.microsoft.com/office/drawing/2014/main" id="{676D601E-4BAE-CD95-8438-F8C949D016B1}"/>
                    </a:ext>
                  </a:extLst>
                </p:cNvPr>
                <p:cNvSpPr txBox="1"/>
                <p:nvPr/>
              </p:nvSpPr>
              <p:spPr>
                <a:xfrm>
                  <a:off x="8476891" y="1582458"/>
                  <a:ext cx="190500" cy="369332"/>
                </a:xfrm>
                <a:prstGeom prst="rect">
                  <a:avLst/>
                </a:prstGeom>
                <a:noFill/>
              </p:spPr>
              <p:txBody>
                <a:bodyPr wrap="square" rtlCol="0">
                  <a:spAutoFit/>
                </a:bodyPr>
                <a:lstStyle/>
                <a:p>
                  <a:pPr algn="ctr"/>
                  <a:r>
                    <a:rPr lang="en-US" dirty="0">
                      <a:solidFill>
                        <a:schemeClr val="bg1"/>
                      </a:solidFill>
                    </a:rPr>
                    <a:t>1</a:t>
                  </a:r>
                </a:p>
              </p:txBody>
            </p:sp>
          </p:grpSp>
          <p:pic>
            <p:nvPicPr>
              <p:cNvPr id="28" name="Graphic 27" descr="Female Profile with solid fill">
                <a:extLst>
                  <a:ext uri="{FF2B5EF4-FFF2-40B4-BE49-F238E27FC236}">
                    <a16:creationId xmlns:a16="http://schemas.microsoft.com/office/drawing/2014/main" id="{EE6CFCE6-1017-9E9D-D7DE-114F2E4E2F19}"/>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662525" y="1957454"/>
                <a:ext cx="640080" cy="640080"/>
              </a:xfrm>
              <a:prstGeom prst="rect">
                <a:avLst/>
              </a:prstGeom>
            </p:spPr>
          </p:pic>
          <p:sp>
            <p:nvSpPr>
              <p:cNvPr id="29" name="TextBox 28">
                <a:extLst>
                  <a:ext uri="{FF2B5EF4-FFF2-40B4-BE49-F238E27FC236}">
                    <a16:creationId xmlns:a16="http://schemas.microsoft.com/office/drawing/2014/main" id="{07B5413D-2DB6-8F98-E627-C3064282A269}"/>
                  </a:ext>
                </a:extLst>
              </p:cNvPr>
              <p:cNvSpPr txBox="1"/>
              <p:nvPr/>
            </p:nvSpPr>
            <p:spPr>
              <a:xfrm>
                <a:off x="7887315" y="2212782"/>
                <a:ext cx="190500" cy="369332"/>
              </a:xfrm>
              <a:prstGeom prst="rect">
                <a:avLst/>
              </a:prstGeom>
              <a:noFill/>
            </p:spPr>
            <p:txBody>
              <a:bodyPr wrap="square" rtlCol="0">
                <a:spAutoFit/>
              </a:bodyPr>
              <a:lstStyle/>
              <a:p>
                <a:pPr algn="ctr"/>
                <a:r>
                  <a:rPr lang="en-US" dirty="0">
                    <a:solidFill>
                      <a:schemeClr val="bg1"/>
                    </a:solidFill>
                  </a:rPr>
                  <a:t>2</a:t>
                </a:r>
              </a:p>
            </p:txBody>
          </p:sp>
          <p:pic>
            <p:nvPicPr>
              <p:cNvPr id="31" name="Graphic 30" descr="Female Profile with solid fill">
                <a:extLst>
                  <a:ext uri="{FF2B5EF4-FFF2-40B4-BE49-F238E27FC236}">
                    <a16:creationId xmlns:a16="http://schemas.microsoft.com/office/drawing/2014/main" id="{266351D1-2762-1F45-D692-9634291438BF}"/>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8252101" y="1957454"/>
                <a:ext cx="640080" cy="640080"/>
              </a:xfrm>
              <a:prstGeom prst="rect">
                <a:avLst/>
              </a:prstGeom>
            </p:spPr>
          </p:pic>
          <p:sp>
            <p:nvSpPr>
              <p:cNvPr id="32" name="TextBox 31">
                <a:extLst>
                  <a:ext uri="{FF2B5EF4-FFF2-40B4-BE49-F238E27FC236}">
                    <a16:creationId xmlns:a16="http://schemas.microsoft.com/office/drawing/2014/main" id="{D0C8951E-B73C-0F45-F9F0-E68B9800D82C}"/>
                  </a:ext>
                </a:extLst>
              </p:cNvPr>
              <p:cNvSpPr txBox="1"/>
              <p:nvPr/>
            </p:nvSpPr>
            <p:spPr>
              <a:xfrm>
                <a:off x="8476891" y="2212782"/>
                <a:ext cx="190500" cy="369332"/>
              </a:xfrm>
              <a:prstGeom prst="rect">
                <a:avLst/>
              </a:prstGeom>
              <a:noFill/>
            </p:spPr>
            <p:txBody>
              <a:bodyPr wrap="square" rtlCol="0">
                <a:spAutoFit/>
              </a:bodyPr>
              <a:lstStyle/>
              <a:p>
                <a:pPr algn="ctr"/>
                <a:r>
                  <a:rPr lang="en-US" dirty="0">
                    <a:solidFill>
                      <a:schemeClr val="bg1"/>
                    </a:solidFill>
                  </a:rPr>
                  <a:t>3</a:t>
                </a:r>
              </a:p>
            </p:txBody>
          </p:sp>
          <p:grpSp>
            <p:nvGrpSpPr>
              <p:cNvPr id="33" name="Group 32">
                <a:extLst>
                  <a:ext uri="{FF2B5EF4-FFF2-40B4-BE49-F238E27FC236}">
                    <a16:creationId xmlns:a16="http://schemas.microsoft.com/office/drawing/2014/main" id="{BB7A90D9-C485-F848-796A-D174158E6739}"/>
                  </a:ext>
                </a:extLst>
              </p:cNvPr>
              <p:cNvGrpSpPr/>
              <p:nvPr/>
            </p:nvGrpSpPr>
            <p:grpSpPr>
              <a:xfrm>
                <a:off x="8836305" y="1957454"/>
                <a:ext cx="640080" cy="640080"/>
                <a:chOff x="8252101" y="1327130"/>
                <a:chExt cx="640080" cy="640080"/>
              </a:xfrm>
            </p:grpSpPr>
            <p:pic>
              <p:nvPicPr>
                <p:cNvPr id="34" name="Graphic 33" descr="Male profile with solid fill">
                  <a:extLst>
                    <a:ext uri="{FF2B5EF4-FFF2-40B4-BE49-F238E27FC236}">
                      <a16:creationId xmlns:a16="http://schemas.microsoft.com/office/drawing/2014/main" id="{297F4ADF-2E53-1B00-7CBA-8A2BCC143EB8}"/>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252101" y="1327130"/>
                  <a:ext cx="640080" cy="640080"/>
                </a:xfrm>
                <a:prstGeom prst="rect">
                  <a:avLst/>
                </a:prstGeom>
              </p:spPr>
            </p:pic>
            <p:sp>
              <p:nvSpPr>
                <p:cNvPr id="35" name="TextBox 34">
                  <a:extLst>
                    <a:ext uri="{FF2B5EF4-FFF2-40B4-BE49-F238E27FC236}">
                      <a16:creationId xmlns:a16="http://schemas.microsoft.com/office/drawing/2014/main" id="{F065DF39-775F-80C1-B08D-999883892BCF}"/>
                    </a:ext>
                  </a:extLst>
                </p:cNvPr>
                <p:cNvSpPr txBox="1"/>
                <p:nvPr/>
              </p:nvSpPr>
              <p:spPr>
                <a:xfrm>
                  <a:off x="8476891" y="1582458"/>
                  <a:ext cx="190500" cy="369332"/>
                </a:xfrm>
                <a:prstGeom prst="rect">
                  <a:avLst/>
                </a:prstGeom>
                <a:noFill/>
              </p:spPr>
              <p:txBody>
                <a:bodyPr wrap="square" rtlCol="0">
                  <a:spAutoFit/>
                </a:bodyPr>
                <a:lstStyle/>
                <a:p>
                  <a:pPr algn="ctr"/>
                  <a:r>
                    <a:rPr lang="en-US" dirty="0">
                      <a:solidFill>
                        <a:schemeClr val="bg1"/>
                      </a:solidFill>
                    </a:rPr>
                    <a:t>5</a:t>
                  </a:r>
                </a:p>
              </p:txBody>
            </p:sp>
          </p:grpSp>
          <p:grpSp>
            <p:nvGrpSpPr>
              <p:cNvPr id="36" name="Group 35">
                <a:extLst>
                  <a:ext uri="{FF2B5EF4-FFF2-40B4-BE49-F238E27FC236}">
                    <a16:creationId xmlns:a16="http://schemas.microsoft.com/office/drawing/2014/main" id="{FD27AF14-D67C-F8FF-93D7-353284DCFDAD}"/>
                  </a:ext>
                </a:extLst>
              </p:cNvPr>
              <p:cNvGrpSpPr/>
              <p:nvPr/>
            </p:nvGrpSpPr>
            <p:grpSpPr>
              <a:xfrm>
                <a:off x="8246729" y="2587778"/>
                <a:ext cx="640080" cy="640080"/>
                <a:chOff x="8252101" y="1327130"/>
                <a:chExt cx="640080" cy="640080"/>
              </a:xfrm>
            </p:grpSpPr>
            <p:pic>
              <p:nvPicPr>
                <p:cNvPr id="37" name="Graphic 36" descr="Male profile with solid fill">
                  <a:extLst>
                    <a:ext uri="{FF2B5EF4-FFF2-40B4-BE49-F238E27FC236}">
                      <a16:creationId xmlns:a16="http://schemas.microsoft.com/office/drawing/2014/main" id="{60527997-51E8-4964-717C-6895260142F7}"/>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252101" y="1327130"/>
                  <a:ext cx="640080" cy="640080"/>
                </a:xfrm>
                <a:prstGeom prst="rect">
                  <a:avLst/>
                </a:prstGeom>
              </p:spPr>
            </p:pic>
            <p:sp>
              <p:nvSpPr>
                <p:cNvPr id="38" name="TextBox 37">
                  <a:extLst>
                    <a:ext uri="{FF2B5EF4-FFF2-40B4-BE49-F238E27FC236}">
                      <a16:creationId xmlns:a16="http://schemas.microsoft.com/office/drawing/2014/main" id="{8F0C54A6-47F3-07D5-22D0-DA52C7D73661}"/>
                    </a:ext>
                  </a:extLst>
                </p:cNvPr>
                <p:cNvSpPr txBox="1"/>
                <p:nvPr/>
              </p:nvSpPr>
              <p:spPr>
                <a:xfrm>
                  <a:off x="8476891" y="1582458"/>
                  <a:ext cx="190500" cy="369332"/>
                </a:xfrm>
                <a:prstGeom prst="rect">
                  <a:avLst/>
                </a:prstGeom>
                <a:noFill/>
              </p:spPr>
              <p:txBody>
                <a:bodyPr wrap="square" rtlCol="0">
                  <a:spAutoFit/>
                </a:bodyPr>
                <a:lstStyle/>
                <a:p>
                  <a:pPr algn="ctr"/>
                  <a:r>
                    <a:rPr lang="en-US" dirty="0">
                      <a:solidFill>
                        <a:schemeClr val="bg1"/>
                      </a:solidFill>
                    </a:rPr>
                    <a:t>7</a:t>
                  </a:r>
                </a:p>
              </p:txBody>
            </p:sp>
          </p:grpSp>
          <p:pic>
            <p:nvPicPr>
              <p:cNvPr id="40" name="Graphic 39" descr="Male profile with solid fill">
                <a:extLst>
                  <a:ext uri="{FF2B5EF4-FFF2-40B4-BE49-F238E27FC236}">
                    <a16:creationId xmlns:a16="http://schemas.microsoft.com/office/drawing/2014/main" id="{1B6296DD-E6EE-B5DB-7835-39F949E797B1}"/>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830887" y="4147141"/>
                <a:ext cx="640080" cy="640080"/>
              </a:xfrm>
              <a:prstGeom prst="rect">
                <a:avLst/>
              </a:prstGeom>
            </p:spPr>
          </p:pic>
          <p:sp>
            <p:nvSpPr>
              <p:cNvPr id="41" name="TextBox 40">
                <a:extLst>
                  <a:ext uri="{FF2B5EF4-FFF2-40B4-BE49-F238E27FC236}">
                    <a16:creationId xmlns:a16="http://schemas.microsoft.com/office/drawing/2014/main" id="{38EABE3E-3D28-304A-69E8-EC3F6301EE34}"/>
                  </a:ext>
                </a:extLst>
              </p:cNvPr>
              <p:cNvSpPr txBox="1"/>
              <p:nvPr/>
            </p:nvSpPr>
            <p:spPr>
              <a:xfrm>
                <a:off x="8055677" y="4402469"/>
                <a:ext cx="190500" cy="369332"/>
              </a:xfrm>
              <a:prstGeom prst="rect">
                <a:avLst/>
              </a:prstGeom>
              <a:noFill/>
            </p:spPr>
            <p:txBody>
              <a:bodyPr wrap="square" rtlCol="0">
                <a:spAutoFit/>
              </a:bodyPr>
              <a:lstStyle/>
              <a:p>
                <a:pPr algn="ctr"/>
                <a:r>
                  <a:rPr lang="en-US" dirty="0">
                    <a:solidFill>
                      <a:schemeClr val="bg1"/>
                    </a:solidFill>
                  </a:rPr>
                  <a:t>4</a:t>
                </a:r>
              </a:p>
            </p:txBody>
          </p:sp>
          <p:pic>
            <p:nvPicPr>
              <p:cNvPr id="43" name="Graphic 42" descr="Female Profile with solid fill">
                <a:extLst>
                  <a:ext uri="{FF2B5EF4-FFF2-40B4-BE49-F238E27FC236}">
                    <a16:creationId xmlns:a16="http://schemas.microsoft.com/office/drawing/2014/main" id="{375B8301-3F7F-451A-983D-7127585772C5}"/>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8258809" y="4518265"/>
                <a:ext cx="640080" cy="640080"/>
              </a:xfrm>
              <a:prstGeom prst="rect">
                <a:avLst/>
              </a:prstGeom>
            </p:spPr>
          </p:pic>
          <p:sp>
            <p:nvSpPr>
              <p:cNvPr id="44" name="TextBox 43">
                <a:extLst>
                  <a:ext uri="{FF2B5EF4-FFF2-40B4-BE49-F238E27FC236}">
                    <a16:creationId xmlns:a16="http://schemas.microsoft.com/office/drawing/2014/main" id="{1ADE6995-CDA2-A750-D46C-9A5A69E76AE2}"/>
                  </a:ext>
                </a:extLst>
              </p:cNvPr>
              <p:cNvSpPr txBox="1"/>
              <p:nvPr/>
            </p:nvSpPr>
            <p:spPr>
              <a:xfrm>
                <a:off x="8483599" y="4773593"/>
                <a:ext cx="190500" cy="369332"/>
              </a:xfrm>
              <a:prstGeom prst="rect">
                <a:avLst/>
              </a:prstGeom>
              <a:noFill/>
            </p:spPr>
            <p:txBody>
              <a:bodyPr wrap="square" rtlCol="0">
                <a:spAutoFit/>
              </a:bodyPr>
              <a:lstStyle/>
              <a:p>
                <a:pPr algn="ctr"/>
                <a:r>
                  <a:rPr lang="en-US" dirty="0">
                    <a:solidFill>
                      <a:schemeClr val="bg1"/>
                    </a:solidFill>
                  </a:rPr>
                  <a:t>8</a:t>
                </a:r>
              </a:p>
            </p:txBody>
          </p:sp>
          <p:pic>
            <p:nvPicPr>
              <p:cNvPr id="46" name="Graphic 45" descr="Female Profile with solid fill">
                <a:extLst>
                  <a:ext uri="{FF2B5EF4-FFF2-40B4-BE49-F238E27FC236}">
                    <a16:creationId xmlns:a16="http://schemas.microsoft.com/office/drawing/2014/main" id="{49DD4C2E-9870-7843-F564-AB89C154BE80}"/>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8677547" y="4147141"/>
                <a:ext cx="640080" cy="640080"/>
              </a:xfrm>
              <a:prstGeom prst="rect">
                <a:avLst/>
              </a:prstGeom>
            </p:spPr>
          </p:pic>
          <p:sp>
            <p:nvSpPr>
              <p:cNvPr id="47" name="TextBox 46">
                <a:extLst>
                  <a:ext uri="{FF2B5EF4-FFF2-40B4-BE49-F238E27FC236}">
                    <a16:creationId xmlns:a16="http://schemas.microsoft.com/office/drawing/2014/main" id="{2BE9B798-D679-7974-DD17-A35F0E84A25E}"/>
                  </a:ext>
                </a:extLst>
              </p:cNvPr>
              <p:cNvSpPr txBox="1"/>
              <p:nvPr/>
            </p:nvSpPr>
            <p:spPr>
              <a:xfrm>
                <a:off x="8902337" y="4402469"/>
                <a:ext cx="190500" cy="369332"/>
              </a:xfrm>
              <a:prstGeom prst="rect">
                <a:avLst/>
              </a:prstGeom>
              <a:noFill/>
            </p:spPr>
            <p:txBody>
              <a:bodyPr wrap="square" rtlCol="0">
                <a:spAutoFit/>
              </a:bodyPr>
              <a:lstStyle/>
              <a:p>
                <a:pPr algn="ctr"/>
                <a:r>
                  <a:rPr lang="en-US" dirty="0">
                    <a:solidFill>
                      <a:schemeClr val="bg1"/>
                    </a:solidFill>
                  </a:rPr>
                  <a:t>6</a:t>
                </a:r>
              </a:p>
            </p:txBody>
          </p:sp>
        </p:grpSp>
        <p:sp>
          <p:nvSpPr>
            <p:cNvPr id="49" name="Rounded Rectangle 143">
              <a:extLst>
                <a:ext uri="{FF2B5EF4-FFF2-40B4-BE49-F238E27FC236}">
                  <a16:creationId xmlns:a16="http://schemas.microsoft.com/office/drawing/2014/main" id="{F9E1C0F9-65AA-2950-4833-9C9CDECFAC01}"/>
                </a:ext>
              </a:extLst>
            </p:cNvPr>
            <p:cNvSpPr/>
            <p:nvPr/>
          </p:nvSpPr>
          <p:spPr>
            <a:xfrm>
              <a:off x="10107980" y="2246913"/>
              <a:ext cx="936814"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algn="ctr" defTabSz="914400">
                <a:defRPr/>
              </a:pPr>
              <a:r>
                <a:rPr lang="en-US" sz="1300" b="1" kern="0" dirty="0">
                  <a:solidFill>
                    <a:srgbClr val="FFFFFF"/>
                  </a:solidFill>
                  <a:latin typeface="Calibri"/>
                  <a:cs typeface="Calibri"/>
                </a:rPr>
                <a:t>Cluster A</a:t>
              </a:r>
            </a:p>
          </p:txBody>
        </p:sp>
        <p:sp>
          <p:nvSpPr>
            <p:cNvPr id="50" name="Rounded Rectangle 143">
              <a:extLst>
                <a:ext uri="{FF2B5EF4-FFF2-40B4-BE49-F238E27FC236}">
                  <a16:creationId xmlns:a16="http://schemas.microsoft.com/office/drawing/2014/main" id="{43408D8D-8052-E7B3-D64A-71922503FFA1}"/>
                </a:ext>
              </a:extLst>
            </p:cNvPr>
            <p:cNvSpPr/>
            <p:nvPr/>
          </p:nvSpPr>
          <p:spPr>
            <a:xfrm>
              <a:off x="10101692" y="4652545"/>
              <a:ext cx="936814"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algn="ctr" defTabSz="914400">
                <a:defRPr/>
              </a:pPr>
              <a:r>
                <a:rPr lang="en-US" sz="1300" b="1" kern="0" dirty="0">
                  <a:solidFill>
                    <a:srgbClr val="FFFFFF"/>
                  </a:solidFill>
                  <a:latin typeface="Calibri"/>
                  <a:cs typeface="Calibri"/>
                </a:rPr>
                <a:t>Cluster B</a:t>
              </a:r>
            </a:p>
          </p:txBody>
        </p:sp>
      </p:grpSp>
    </p:spTree>
    <p:extLst>
      <p:ext uri="{BB962C8B-B14F-4D97-AF65-F5344CB8AC3E}">
        <p14:creationId xmlns:p14="http://schemas.microsoft.com/office/powerpoint/2010/main" val="2537479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1A000-1392-A355-FAF2-20285166DD07}"/>
              </a:ext>
            </a:extLst>
          </p:cNvPr>
          <p:cNvSpPr>
            <a:spLocks noGrp="1"/>
          </p:cNvSpPr>
          <p:nvPr>
            <p:ph type="title"/>
          </p:nvPr>
        </p:nvSpPr>
        <p:spPr/>
        <p:txBody>
          <a:bodyPr/>
          <a:lstStyle/>
          <a:p>
            <a:r>
              <a:rPr lang="en-US" dirty="0"/>
              <a:t>Reinforcement Learning</a:t>
            </a:r>
          </a:p>
        </p:txBody>
      </p:sp>
      <p:sp>
        <p:nvSpPr>
          <p:cNvPr id="3" name="Slide Number Placeholder 2">
            <a:extLst>
              <a:ext uri="{FF2B5EF4-FFF2-40B4-BE49-F238E27FC236}">
                <a16:creationId xmlns:a16="http://schemas.microsoft.com/office/drawing/2014/main" id="{E2F92B08-73FA-3DD8-BAB3-29E02A06408D}"/>
              </a:ext>
            </a:extLst>
          </p:cNvPr>
          <p:cNvSpPr>
            <a:spLocks noGrp="1"/>
          </p:cNvSpPr>
          <p:nvPr>
            <p:ph type="sldNum" sz="quarter" idx="12"/>
          </p:nvPr>
        </p:nvSpPr>
        <p:spPr/>
        <p:txBody>
          <a:bodyPr/>
          <a:lstStyle/>
          <a:p>
            <a:fld id="{A8160BDD-7155-D744-B749-9730458604AD}" type="slidenum">
              <a:rPr lang="en-US" smtClean="0"/>
              <a:t>23</a:t>
            </a:fld>
            <a:endParaRPr lang="en-US" dirty="0"/>
          </a:p>
        </p:txBody>
      </p:sp>
      <p:grpSp>
        <p:nvGrpSpPr>
          <p:cNvPr id="48" name="Group 47">
            <a:extLst>
              <a:ext uri="{FF2B5EF4-FFF2-40B4-BE49-F238E27FC236}">
                <a16:creationId xmlns:a16="http://schemas.microsoft.com/office/drawing/2014/main" id="{3379358E-4115-EB65-A0C4-949F021E17BF}"/>
              </a:ext>
            </a:extLst>
          </p:cNvPr>
          <p:cNvGrpSpPr/>
          <p:nvPr/>
        </p:nvGrpSpPr>
        <p:grpSpPr>
          <a:xfrm>
            <a:off x="2747981" y="1031277"/>
            <a:ext cx="6696039" cy="5475310"/>
            <a:chOff x="2747981" y="1031277"/>
            <a:chExt cx="6696039" cy="5475310"/>
          </a:xfrm>
        </p:grpSpPr>
        <p:grpSp>
          <p:nvGrpSpPr>
            <p:cNvPr id="42" name="Group 41">
              <a:extLst>
                <a:ext uri="{FF2B5EF4-FFF2-40B4-BE49-F238E27FC236}">
                  <a16:creationId xmlns:a16="http://schemas.microsoft.com/office/drawing/2014/main" id="{4B5E5756-A100-7387-300D-EF5613BB90C9}"/>
                </a:ext>
              </a:extLst>
            </p:cNvPr>
            <p:cNvGrpSpPr/>
            <p:nvPr/>
          </p:nvGrpSpPr>
          <p:grpSpPr>
            <a:xfrm>
              <a:off x="2747981" y="1031277"/>
              <a:ext cx="6696039" cy="5475310"/>
              <a:chOff x="2747981" y="1031277"/>
              <a:chExt cx="6696039" cy="5475310"/>
            </a:xfrm>
          </p:grpSpPr>
          <p:sp>
            <p:nvSpPr>
              <p:cNvPr id="18" name="Rectangle 17">
                <a:extLst>
                  <a:ext uri="{FF2B5EF4-FFF2-40B4-BE49-F238E27FC236}">
                    <a16:creationId xmlns:a16="http://schemas.microsoft.com/office/drawing/2014/main" id="{F6D46FD2-8A14-35DA-EE17-09DB3F6D43F6}"/>
                  </a:ext>
                </a:extLst>
              </p:cNvPr>
              <p:cNvSpPr/>
              <p:nvPr/>
            </p:nvSpPr>
            <p:spPr>
              <a:xfrm>
                <a:off x="2747984" y="4388698"/>
                <a:ext cx="6694514" cy="1001503"/>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9" name="Rectangle 18">
                <a:extLst>
                  <a:ext uri="{FF2B5EF4-FFF2-40B4-BE49-F238E27FC236}">
                    <a16:creationId xmlns:a16="http://schemas.microsoft.com/office/drawing/2014/main" id="{2CC0CA7B-E0A1-E206-9B7B-C94BA2CA9DEC}"/>
                  </a:ext>
                </a:extLst>
              </p:cNvPr>
              <p:cNvSpPr/>
              <p:nvPr/>
            </p:nvSpPr>
            <p:spPr>
              <a:xfrm>
                <a:off x="2747981" y="5505084"/>
                <a:ext cx="6694515" cy="1001503"/>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20" name="Rectangle 19">
                <a:extLst>
                  <a:ext uri="{FF2B5EF4-FFF2-40B4-BE49-F238E27FC236}">
                    <a16:creationId xmlns:a16="http://schemas.microsoft.com/office/drawing/2014/main" id="{62494CA3-9611-6841-AB68-91B830FF3D1A}"/>
                  </a:ext>
                </a:extLst>
              </p:cNvPr>
              <p:cNvSpPr/>
              <p:nvPr/>
            </p:nvSpPr>
            <p:spPr>
              <a:xfrm>
                <a:off x="2749505" y="3273818"/>
                <a:ext cx="6694515" cy="1001503"/>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21" name="Rectangle 20">
                <a:extLst>
                  <a:ext uri="{FF2B5EF4-FFF2-40B4-BE49-F238E27FC236}">
                    <a16:creationId xmlns:a16="http://schemas.microsoft.com/office/drawing/2014/main" id="{710692E3-F9DA-FB3F-B6A9-66B9A8933757}"/>
                  </a:ext>
                </a:extLst>
              </p:cNvPr>
              <p:cNvSpPr/>
              <p:nvPr/>
            </p:nvSpPr>
            <p:spPr>
              <a:xfrm>
                <a:off x="2749505" y="2149526"/>
                <a:ext cx="6694515" cy="1001503"/>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22" name="Rectangle 21">
                <a:extLst>
                  <a:ext uri="{FF2B5EF4-FFF2-40B4-BE49-F238E27FC236}">
                    <a16:creationId xmlns:a16="http://schemas.microsoft.com/office/drawing/2014/main" id="{DC0437D1-A790-ADEF-C826-93535562A27F}"/>
                  </a:ext>
                </a:extLst>
              </p:cNvPr>
              <p:cNvSpPr/>
              <p:nvPr/>
            </p:nvSpPr>
            <p:spPr>
              <a:xfrm>
                <a:off x="2749505" y="1038495"/>
                <a:ext cx="6694515" cy="1001503"/>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pic>
            <p:nvPicPr>
              <p:cNvPr id="23" name="Graphic 22" descr="Robot">
                <a:extLst>
                  <a:ext uri="{FF2B5EF4-FFF2-40B4-BE49-F238E27FC236}">
                    <a16:creationId xmlns:a16="http://schemas.microsoft.com/office/drawing/2014/main" id="{87E12277-C541-A37A-7CEB-3998F8CF455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87304" y="1031277"/>
                <a:ext cx="1011511" cy="1011511"/>
              </a:xfrm>
              <a:prstGeom prst="rect">
                <a:avLst/>
              </a:prstGeom>
            </p:spPr>
          </p:pic>
          <p:pic>
            <p:nvPicPr>
              <p:cNvPr id="24" name="Graphic 23" descr="Present">
                <a:extLst>
                  <a:ext uri="{FF2B5EF4-FFF2-40B4-BE49-F238E27FC236}">
                    <a16:creationId xmlns:a16="http://schemas.microsoft.com/office/drawing/2014/main" id="{7A19A6CB-AF68-4F79-F919-F2444F961C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38356" y="4527163"/>
                <a:ext cx="709402" cy="709402"/>
              </a:xfrm>
              <a:prstGeom prst="rect">
                <a:avLst/>
              </a:prstGeom>
            </p:spPr>
          </p:pic>
          <p:pic>
            <p:nvPicPr>
              <p:cNvPr id="25" name="Graphic 24" descr="Robot">
                <a:extLst>
                  <a:ext uri="{FF2B5EF4-FFF2-40B4-BE49-F238E27FC236}">
                    <a16:creationId xmlns:a16="http://schemas.microsoft.com/office/drawing/2014/main" id="{3A937B07-E8A1-8C53-088E-A41242DD69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54666" y="4415824"/>
                <a:ext cx="1011511" cy="1011511"/>
              </a:xfrm>
              <a:prstGeom prst="rect">
                <a:avLst/>
              </a:prstGeom>
            </p:spPr>
          </p:pic>
          <p:pic>
            <p:nvPicPr>
              <p:cNvPr id="26" name="Graphic 25" descr="Robot">
                <a:extLst>
                  <a:ext uri="{FF2B5EF4-FFF2-40B4-BE49-F238E27FC236}">
                    <a16:creationId xmlns:a16="http://schemas.microsoft.com/office/drawing/2014/main" id="{9775A510-AC13-088C-8C00-969F592041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87302" y="5487640"/>
                <a:ext cx="1011511" cy="1011511"/>
              </a:xfrm>
              <a:prstGeom prst="rect">
                <a:avLst/>
              </a:prstGeom>
            </p:spPr>
          </p:pic>
          <p:sp>
            <p:nvSpPr>
              <p:cNvPr id="27" name="Rounded Rectangle 144">
                <a:extLst>
                  <a:ext uri="{FF2B5EF4-FFF2-40B4-BE49-F238E27FC236}">
                    <a16:creationId xmlns:a16="http://schemas.microsoft.com/office/drawing/2014/main" id="{E2745170-4E23-2AB9-D9BA-28EE2488CFAD}"/>
                  </a:ext>
                </a:extLst>
              </p:cNvPr>
              <p:cNvSpPr/>
              <p:nvPr/>
            </p:nvSpPr>
            <p:spPr>
              <a:xfrm>
                <a:off x="2809851" y="1307076"/>
                <a:ext cx="307975" cy="435445"/>
              </a:xfrm>
              <a:prstGeom prst="roundRect">
                <a:avLst/>
              </a:prstGeom>
              <a:solidFill>
                <a:srgbClr val="009DDC"/>
              </a:solidFill>
              <a:ln w="25400" cap="flat" cmpd="sng" algn="ctr">
                <a:noFill/>
                <a:prstDash val="solid"/>
              </a:ln>
              <a:effectLst/>
            </p:spPr>
            <p:txBody>
              <a:bodyPr anchor="ctr"/>
              <a:lstStyle/>
              <a:p>
                <a:pPr algn="ctr" defTabSz="914400"/>
                <a:r>
                  <a:rPr lang="en-US" sz="2400" b="1" kern="0" dirty="0">
                    <a:solidFill>
                      <a:srgbClr val="FFFFFF"/>
                    </a:solidFill>
                    <a:latin typeface="Calibri"/>
                    <a:cs typeface="Calibri"/>
                  </a:rPr>
                  <a:t>1</a:t>
                </a:r>
              </a:p>
            </p:txBody>
          </p:sp>
          <p:sp>
            <p:nvSpPr>
              <p:cNvPr id="28" name="Rounded Rectangle 144">
                <a:extLst>
                  <a:ext uri="{FF2B5EF4-FFF2-40B4-BE49-F238E27FC236}">
                    <a16:creationId xmlns:a16="http://schemas.microsoft.com/office/drawing/2014/main" id="{843CD3BA-D3A9-59EB-938D-2A9050AC0B4B}"/>
                  </a:ext>
                </a:extLst>
              </p:cNvPr>
              <p:cNvSpPr/>
              <p:nvPr/>
            </p:nvSpPr>
            <p:spPr>
              <a:xfrm>
                <a:off x="2809850" y="2437157"/>
                <a:ext cx="307975" cy="435445"/>
              </a:xfrm>
              <a:prstGeom prst="roundRect">
                <a:avLst/>
              </a:prstGeom>
              <a:solidFill>
                <a:srgbClr val="009DDC"/>
              </a:solidFill>
              <a:ln w="25400" cap="flat" cmpd="sng" algn="ctr">
                <a:noFill/>
                <a:prstDash val="solid"/>
              </a:ln>
              <a:effectLst/>
            </p:spPr>
            <p:txBody>
              <a:bodyPr anchor="ctr"/>
              <a:lstStyle/>
              <a:p>
                <a:pPr algn="ctr" defTabSz="914400"/>
                <a:r>
                  <a:rPr lang="en-US" sz="2400" b="1" kern="0" dirty="0">
                    <a:solidFill>
                      <a:srgbClr val="FFFFFF"/>
                    </a:solidFill>
                    <a:latin typeface="Calibri"/>
                    <a:cs typeface="Calibri"/>
                  </a:rPr>
                  <a:t>2</a:t>
                </a:r>
              </a:p>
            </p:txBody>
          </p:sp>
          <p:sp>
            <p:nvSpPr>
              <p:cNvPr id="29" name="Rounded Rectangle 144">
                <a:extLst>
                  <a:ext uri="{FF2B5EF4-FFF2-40B4-BE49-F238E27FC236}">
                    <a16:creationId xmlns:a16="http://schemas.microsoft.com/office/drawing/2014/main" id="{10AB90A6-9764-8CD9-A971-D17B4CF61341}"/>
                  </a:ext>
                </a:extLst>
              </p:cNvPr>
              <p:cNvSpPr/>
              <p:nvPr/>
            </p:nvSpPr>
            <p:spPr>
              <a:xfrm>
                <a:off x="2806285" y="3554819"/>
                <a:ext cx="307975" cy="435445"/>
              </a:xfrm>
              <a:prstGeom prst="roundRect">
                <a:avLst/>
              </a:prstGeom>
              <a:solidFill>
                <a:srgbClr val="009DDC"/>
              </a:solidFill>
              <a:ln w="25400" cap="flat" cmpd="sng" algn="ctr">
                <a:noFill/>
                <a:prstDash val="solid"/>
              </a:ln>
              <a:effectLst/>
            </p:spPr>
            <p:txBody>
              <a:bodyPr anchor="ctr"/>
              <a:lstStyle/>
              <a:p>
                <a:pPr algn="ctr" defTabSz="914400"/>
                <a:r>
                  <a:rPr lang="en-US" sz="2400" b="1" kern="0" dirty="0">
                    <a:solidFill>
                      <a:srgbClr val="FFFFFF"/>
                    </a:solidFill>
                    <a:latin typeface="Calibri"/>
                    <a:cs typeface="Calibri"/>
                  </a:rPr>
                  <a:t>3</a:t>
                </a:r>
              </a:p>
            </p:txBody>
          </p:sp>
          <p:sp>
            <p:nvSpPr>
              <p:cNvPr id="30" name="Rounded Rectangle 144">
                <a:extLst>
                  <a:ext uri="{FF2B5EF4-FFF2-40B4-BE49-F238E27FC236}">
                    <a16:creationId xmlns:a16="http://schemas.microsoft.com/office/drawing/2014/main" id="{BA3BA637-8F1B-5986-724A-77AC209EF804}"/>
                  </a:ext>
                </a:extLst>
              </p:cNvPr>
              <p:cNvSpPr/>
              <p:nvPr/>
            </p:nvSpPr>
            <p:spPr>
              <a:xfrm>
                <a:off x="2806284" y="4703856"/>
                <a:ext cx="307975" cy="435445"/>
              </a:xfrm>
              <a:prstGeom prst="roundRect">
                <a:avLst/>
              </a:prstGeom>
              <a:solidFill>
                <a:srgbClr val="009DDC"/>
              </a:solidFill>
              <a:ln w="25400" cap="flat" cmpd="sng" algn="ctr">
                <a:noFill/>
                <a:prstDash val="solid"/>
              </a:ln>
              <a:effectLst/>
            </p:spPr>
            <p:txBody>
              <a:bodyPr anchor="ctr"/>
              <a:lstStyle/>
              <a:p>
                <a:pPr algn="ctr" defTabSz="914400"/>
                <a:r>
                  <a:rPr lang="en-US" sz="2400" b="1" kern="0" dirty="0">
                    <a:solidFill>
                      <a:srgbClr val="FFFFFF"/>
                    </a:solidFill>
                    <a:latin typeface="Calibri"/>
                    <a:cs typeface="Calibri"/>
                  </a:rPr>
                  <a:t>4</a:t>
                </a:r>
              </a:p>
            </p:txBody>
          </p:sp>
          <p:sp>
            <p:nvSpPr>
              <p:cNvPr id="31" name="Rounded Rectangle 144">
                <a:extLst>
                  <a:ext uri="{FF2B5EF4-FFF2-40B4-BE49-F238E27FC236}">
                    <a16:creationId xmlns:a16="http://schemas.microsoft.com/office/drawing/2014/main" id="{8A428966-1C75-A7A4-5C86-DED6DF325C6A}"/>
                  </a:ext>
                </a:extLst>
              </p:cNvPr>
              <p:cNvSpPr/>
              <p:nvPr/>
            </p:nvSpPr>
            <p:spPr>
              <a:xfrm>
                <a:off x="2806283" y="5829089"/>
                <a:ext cx="307975" cy="435445"/>
              </a:xfrm>
              <a:prstGeom prst="roundRect">
                <a:avLst/>
              </a:prstGeom>
              <a:solidFill>
                <a:srgbClr val="009DDC"/>
              </a:solidFill>
              <a:ln w="25400" cap="flat" cmpd="sng" algn="ctr">
                <a:noFill/>
                <a:prstDash val="solid"/>
              </a:ln>
              <a:effectLst/>
            </p:spPr>
            <p:txBody>
              <a:bodyPr anchor="ctr"/>
              <a:lstStyle/>
              <a:p>
                <a:pPr algn="ctr" defTabSz="914400"/>
                <a:r>
                  <a:rPr lang="en-US" sz="2400" b="1" kern="0" dirty="0">
                    <a:solidFill>
                      <a:srgbClr val="FFFFFF"/>
                    </a:solidFill>
                    <a:latin typeface="Calibri"/>
                    <a:cs typeface="Calibri"/>
                  </a:rPr>
                  <a:t>5</a:t>
                </a:r>
              </a:p>
            </p:txBody>
          </p:sp>
          <p:sp>
            <p:nvSpPr>
              <p:cNvPr id="32" name="Rounded Rectangle 144">
                <a:extLst>
                  <a:ext uri="{FF2B5EF4-FFF2-40B4-BE49-F238E27FC236}">
                    <a16:creationId xmlns:a16="http://schemas.microsoft.com/office/drawing/2014/main" id="{B65604CA-282D-E262-2559-A2316AF8BC4A}"/>
                  </a:ext>
                </a:extLst>
              </p:cNvPr>
              <p:cNvSpPr/>
              <p:nvPr/>
            </p:nvSpPr>
            <p:spPr>
              <a:xfrm>
                <a:off x="3240895" y="1313018"/>
                <a:ext cx="1879670" cy="435445"/>
              </a:xfrm>
              <a:prstGeom prst="roundRect">
                <a:avLst/>
              </a:prstGeom>
              <a:solidFill>
                <a:srgbClr val="009DDC"/>
              </a:solidFill>
              <a:ln w="25400" cap="flat" cmpd="sng" algn="ctr">
                <a:noFill/>
                <a:prstDash val="solid"/>
              </a:ln>
              <a:effectLst/>
            </p:spPr>
            <p:txBody>
              <a:bodyPr anchor="ctr"/>
              <a:lstStyle/>
              <a:p>
                <a:pPr algn="ctr" defTabSz="914400"/>
                <a:r>
                  <a:rPr lang="en-US" sz="1600" b="1" kern="0" dirty="0">
                    <a:solidFill>
                      <a:srgbClr val="FFFFFF"/>
                    </a:solidFill>
                    <a:latin typeface="Calibri"/>
                    <a:cs typeface="Calibri"/>
                  </a:rPr>
                  <a:t>Action selected</a:t>
                </a:r>
              </a:p>
            </p:txBody>
          </p:sp>
          <p:sp>
            <p:nvSpPr>
              <p:cNvPr id="33" name="Rounded Rectangle 144">
                <a:extLst>
                  <a:ext uri="{FF2B5EF4-FFF2-40B4-BE49-F238E27FC236}">
                    <a16:creationId xmlns:a16="http://schemas.microsoft.com/office/drawing/2014/main" id="{E7B5ECA4-D992-373B-39B7-D603C5650209}"/>
                  </a:ext>
                </a:extLst>
              </p:cNvPr>
              <p:cNvSpPr/>
              <p:nvPr/>
            </p:nvSpPr>
            <p:spPr>
              <a:xfrm>
                <a:off x="3240895" y="2437157"/>
                <a:ext cx="1879670" cy="435445"/>
              </a:xfrm>
              <a:prstGeom prst="roundRect">
                <a:avLst/>
              </a:prstGeom>
              <a:solidFill>
                <a:srgbClr val="009DDC"/>
              </a:solidFill>
              <a:ln w="25400" cap="flat" cmpd="sng" algn="ctr">
                <a:noFill/>
                <a:prstDash val="solid"/>
              </a:ln>
              <a:effectLst/>
            </p:spPr>
            <p:txBody>
              <a:bodyPr anchor="ctr"/>
              <a:lstStyle/>
              <a:p>
                <a:pPr algn="ctr" defTabSz="914400"/>
                <a:r>
                  <a:rPr lang="en-US" sz="1600" b="1" kern="0" dirty="0">
                    <a:solidFill>
                      <a:srgbClr val="FFFFFF"/>
                    </a:solidFill>
                    <a:latin typeface="Calibri"/>
                    <a:cs typeface="Calibri"/>
                  </a:rPr>
                  <a:t>Action performed</a:t>
                </a:r>
              </a:p>
            </p:txBody>
          </p:sp>
          <p:sp>
            <p:nvSpPr>
              <p:cNvPr id="34" name="Rounded Rectangle 144">
                <a:extLst>
                  <a:ext uri="{FF2B5EF4-FFF2-40B4-BE49-F238E27FC236}">
                    <a16:creationId xmlns:a16="http://schemas.microsoft.com/office/drawing/2014/main" id="{E0E80670-1B75-2F86-812E-78AD7B069591}"/>
                  </a:ext>
                </a:extLst>
              </p:cNvPr>
              <p:cNvSpPr/>
              <p:nvPr/>
            </p:nvSpPr>
            <p:spPr>
              <a:xfrm>
                <a:off x="3240895" y="3548188"/>
                <a:ext cx="1879670" cy="435445"/>
              </a:xfrm>
              <a:prstGeom prst="roundRect">
                <a:avLst/>
              </a:prstGeom>
              <a:solidFill>
                <a:srgbClr val="009DDC"/>
              </a:solidFill>
              <a:ln w="25400" cap="flat" cmpd="sng" algn="ctr">
                <a:noFill/>
                <a:prstDash val="solid"/>
              </a:ln>
              <a:effectLst/>
            </p:spPr>
            <p:txBody>
              <a:bodyPr anchor="ctr"/>
              <a:lstStyle/>
              <a:p>
                <a:pPr algn="ctr" defTabSz="914400"/>
                <a:r>
                  <a:rPr lang="en-US" sz="1400" b="1" kern="0" dirty="0">
                    <a:solidFill>
                      <a:srgbClr val="FFFFFF"/>
                    </a:solidFill>
                    <a:latin typeface="Calibri"/>
                    <a:cs typeface="Calibri"/>
                  </a:rPr>
                  <a:t>Environment changed</a:t>
                </a:r>
              </a:p>
            </p:txBody>
          </p:sp>
          <p:sp>
            <p:nvSpPr>
              <p:cNvPr id="35" name="Rounded Rectangle 144">
                <a:extLst>
                  <a:ext uri="{FF2B5EF4-FFF2-40B4-BE49-F238E27FC236}">
                    <a16:creationId xmlns:a16="http://schemas.microsoft.com/office/drawing/2014/main" id="{20B5D97E-C41D-F442-C53C-89D6FF3C931E}"/>
                  </a:ext>
                </a:extLst>
              </p:cNvPr>
              <p:cNvSpPr/>
              <p:nvPr/>
            </p:nvSpPr>
            <p:spPr>
              <a:xfrm>
                <a:off x="3240895" y="4703856"/>
                <a:ext cx="1879670" cy="435445"/>
              </a:xfrm>
              <a:prstGeom prst="roundRect">
                <a:avLst/>
              </a:prstGeom>
              <a:solidFill>
                <a:srgbClr val="009DDC"/>
              </a:solidFill>
              <a:ln w="25400" cap="flat" cmpd="sng" algn="ctr">
                <a:noFill/>
                <a:prstDash val="solid"/>
              </a:ln>
              <a:effectLst/>
            </p:spPr>
            <p:txBody>
              <a:bodyPr anchor="ctr"/>
              <a:lstStyle/>
              <a:p>
                <a:pPr algn="ctr" defTabSz="914400"/>
                <a:r>
                  <a:rPr lang="en-US" sz="1600" b="1" kern="0" dirty="0">
                    <a:solidFill>
                      <a:srgbClr val="FFFFFF"/>
                    </a:solidFill>
                    <a:latin typeface="Calibri"/>
                    <a:cs typeface="Calibri"/>
                  </a:rPr>
                  <a:t>Reward given</a:t>
                </a:r>
              </a:p>
            </p:txBody>
          </p:sp>
          <p:sp>
            <p:nvSpPr>
              <p:cNvPr id="36" name="Rounded Rectangle 144">
                <a:extLst>
                  <a:ext uri="{FF2B5EF4-FFF2-40B4-BE49-F238E27FC236}">
                    <a16:creationId xmlns:a16="http://schemas.microsoft.com/office/drawing/2014/main" id="{AA18139E-5D67-FFD3-B351-E7C6C2F0B56D}"/>
                  </a:ext>
                </a:extLst>
              </p:cNvPr>
              <p:cNvSpPr/>
              <p:nvPr/>
            </p:nvSpPr>
            <p:spPr>
              <a:xfrm>
                <a:off x="3237850" y="5829088"/>
                <a:ext cx="1879670" cy="435445"/>
              </a:xfrm>
              <a:prstGeom prst="roundRect">
                <a:avLst/>
              </a:prstGeom>
              <a:solidFill>
                <a:srgbClr val="009DDC"/>
              </a:solidFill>
              <a:ln w="25400" cap="flat" cmpd="sng" algn="ctr">
                <a:noFill/>
                <a:prstDash val="solid"/>
              </a:ln>
              <a:effectLst/>
            </p:spPr>
            <p:txBody>
              <a:bodyPr anchor="ctr"/>
              <a:lstStyle/>
              <a:p>
                <a:pPr algn="ctr" defTabSz="914400"/>
                <a:r>
                  <a:rPr lang="en-US" sz="1600" b="1" kern="0" dirty="0">
                    <a:solidFill>
                      <a:srgbClr val="FFFFFF"/>
                    </a:solidFill>
                    <a:latin typeface="Calibri"/>
                    <a:cs typeface="Calibri"/>
                  </a:rPr>
                  <a:t>Process repeats</a:t>
                </a:r>
              </a:p>
            </p:txBody>
          </p:sp>
          <p:pic>
            <p:nvPicPr>
              <p:cNvPr id="6" name="Graphic 5">
                <a:extLst>
                  <a:ext uri="{FF2B5EF4-FFF2-40B4-BE49-F238E27FC236}">
                    <a16:creationId xmlns:a16="http://schemas.microsoft.com/office/drawing/2014/main" id="{36C4FE51-BF2B-1C22-80F2-F11D59F3C34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00315" y="3298935"/>
                <a:ext cx="941832" cy="941832"/>
              </a:xfrm>
              <a:prstGeom prst="rect">
                <a:avLst/>
              </a:prstGeom>
            </p:spPr>
          </p:pic>
          <p:pic>
            <p:nvPicPr>
              <p:cNvPr id="7" name="Graphic 6">
                <a:extLst>
                  <a:ext uri="{FF2B5EF4-FFF2-40B4-BE49-F238E27FC236}">
                    <a16:creationId xmlns:a16="http://schemas.microsoft.com/office/drawing/2014/main" id="{87A4976E-E64F-35CC-31BB-846742AFFDB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34648" y="2174643"/>
                <a:ext cx="941832" cy="941832"/>
              </a:xfrm>
              <a:prstGeom prst="rect">
                <a:avLst/>
              </a:prstGeom>
            </p:spPr>
          </p:pic>
          <p:pic>
            <p:nvPicPr>
              <p:cNvPr id="8" name="Graphic 7">
                <a:extLst>
                  <a:ext uri="{FF2B5EF4-FFF2-40B4-BE49-F238E27FC236}">
                    <a16:creationId xmlns:a16="http://schemas.microsoft.com/office/drawing/2014/main" id="{86EA14AD-BFCF-2D9C-08DC-4BC882BECA9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21829" y="3312035"/>
                <a:ext cx="941832" cy="941832"/>
              </a:xfrm>
              <a:prstGeom prst="rect">
                <a:avLst/>
              </a:prstGeom>
            </p:spPr>
          </p:pic>
          <p:pic>
            <p:nvPicPr>
              <p:cNvPr id="9" name="Graphic 8">
                <a:extLst>
                  <a:ext uri="{FF2B5EF4-FFF2-40B4-BE49-F238E27FC236}">
                    <a16:creationId xmlns:a16="http://schemas.microsoft.com/office/drawing/2014/main" id="{EDE35202-BA4A-E04E-E56C-3EB096C3338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778997" y="1397672"/>
                <a:ext cx="277929" cy="384048"/>
              </a:xfrm>
              <a:prstGeom prst="rect">
                <a:avLst/>
              </a:prstGeom>
            </p:spPr>
          </p:pic>
          <p:pic>
            <p:nvPicPr>
              <p:cNvPr id="10" name="Graphic 9">
                <a:extLst>
                  <a:ext uri="{FF2B5EF4-FFF2-40B4-BE49-F238E27FC236}">
                    <a16:creationId xmlns:a16="http://schemas.microsoft.com/office/drawing/2014/main" id="{42281E74-BCDC-4BAC-C4AC-54FFAAE19F3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86175" y="2342250"/>
                <a:ext cx="383807" cy="530352"/>
              </a:xfrm>
              <a:prstGeom prst="rect">
                <a:avLst/>
              </a:prstGeom>
            </p:spPr>
          </p:pic>
          <p:pic>
            <p:nvPicPr>
              <p:cNvPr id="11" name="Graphic 10">
                <a:extLst>
                  <a:ext uri="{FF2B5EF4-FFF2-40B4-BE49-F238E27FC236}">
                    <a16:creationId xmlns:a16="http://schemas.microsoft.com/office/drawing/2014/main" id="{79FAAD69-072A-879A-2AE0-30FF6BD3EF1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555660" y="1292881"/>
                <a:ext cx="411570" cy="581952"/>
              </a:xfrm>
              <a:prstGeom prst="rect">
                <a:avLst/>
              </a:prstGeom>
            </p:spPr>
          </p:pic>
          <p:pic>
            <p:nvPicPr>
              <p:cNvPr id="12" name="Graphic 11">
                <a:extLst>
                  <a:ext uri="{FF2B5EF4-FFF2-40B4-BE49-F238E27FC236}">
                    <a16:creationId xmlns:a16="http://schemas.microsoft.com/office/drawing/2014/main" id="{877B76A2-A3A1-8E48-282E-144ADD99DE5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079390" y="1117535"/>
                <a:ext cx="412924" cy="402336"/>
              </a:xfrm>
              <a:prstGeom prst="rect">
                <a:avLst/>
              </a:prstGeom>
            </p:spPr>
          </p:pic>
          <p:pic>
            <p:nvPicPr>
              <p:cNvPr id="13" name="Graphic 12">
                <a:extLst>
                  <a:ext uri="{FF2B5EF4-FFF2-40B4-BE49-F238E27FC236}">
                    <a16:creationId xmlns:a16="http://schemas.microsoft.com/office/drawing/2014/main" id="{592FCE31-F272-4B30-2FCA-C2AB3504E46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120272" y="1588402"/>
                <a:ext cx="416438" cy="384048"/>
              </a:xfrm>
              <a:prstGeom prst="rect">
                <a:avLst/>
              </a:prstGeom>
            </p:spPr>
          </p:pic>
          <p:pic>
            <p:nvPicPr>
              <p:cNvPr id="14" name="Graphic 13">
                <a:extLst>
                  <a:ext uri="{FF2B5EF4-FFF2-40B4-BE49-F238E27FC236}">
                    <a16:creationId xmlns:a16="http://schemas.microsoft.com/office/drawing/2014/main" id="{3D8C27DD-0B89-BF90-F2D1-FB2E2EB302B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785046" y="5869448"/>
                <a:ext cx="277929" cy="384048"/>
              </a:xfrm>
              <a:prstGeom prst="rect">
                <a:avLst/>
              </a:prstGeom>
            </p:spPr>
          </p:pic>
          <p:pic>
            <p:nvPicPr>
              <p:cNvPr id="15" name="Graphic 14">
                <a:extLst>
                  <a:ext uri="{FF2B5EF4-FFF2-40B4-BE49-F238E27FC236}">
                    <a16:creationId xmlns:a16="http://schemas.microsoft.com/office/drawing/2014/main" id="{873A756E-52FF-A177-499B-F5BC60C887D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561709" y="5764657"/>
                <a:ext cx="411570" cy="581952"/>
              </a:xfrm>
              <a:prstGeom prst="rect">
                <a:avLst/>
              </a:prstGeom>
            </p:spPr>
          </p:pic>
          <p:pic>
            <p:nvPicPr>
              <p:cNvPr id="16" name="Graphic 15">
                <a:extLst>
                  <a:ext uri="{FF2B5EF4-FFF2-40B4-BE49-F238E27FC236}">
                    <a16:creationId xmlns:a16="http://schemas.microsoft.com/office/drawing/2014/main" id="{FA691A8A-5C2F-C36C-F617-11FBFCC82F9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085439" y="5589311"/>
                <a:ext cx="412924" cy="402336"/>
              </a:xfrm>
              <a:prstGeom prst="rect">
                <a:avLst/>
              </a:prstGeom>
            </p:spPr>
          </p:pic>
          <p:pic>
            <p:nvPicPr>
              <p:cNvPr id="17" name="Graphic 16">
                <a:extLst>
                  <a:ext uri="{FF2B5EF4-FFF2-40B4-BE49-F238E27FC236}">
                    <a16:creationId xmlns:a16="http://schemas.microsoft.com/office/drawing/2014/main" id="{B5E82C9F-D126-C02A-0F38-B84416629CB9}"/>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126321" y="6060178"/>
                <a:ext cx="416438" cy="384048"/>
              </a:xfrm>
              <a:prstGeom prst="rect">
                <a:avLst/>
              </a:prstGeom>
            </p:spPr>
          </p:pic>
        </p:grpSp>
        <p:sp>
          <p:nvSpPr>
            <p:cNvPr id="43" name="AutoShape 304">
              <a:extLst>
                <a:ext uri="{FF2B5EF4-FFF2-40B4-BE49-F238E27FC236}">
                  <a16:creationId xmlns:a16="http://schemas.microsoft.com/office/drawing/2014/main" id="{E7635E5C-8A3F-38F9-FAF4-78C77B0AE6B7}"/>
                </a:ext>
              </a:extLst>
            </p:cNvPr>
            <p:cNvSpPr>
              <a:spLocks noChangeArrowheads="1"/>
            </p:cNvSpPr>
            <p:nvPr/>
          </p:nvSpPr>
          <p:spPr bwMode="auto">
            <a:xfrm>
              <a:off x="6826539" y="1453615"/>
              <a:ext cx="762000" cy="196736"/>
            </a:xfrm>
            <a:prstGeom prst="rightArrow">
              <a:avLst>
                <a:gd name="adj1" fmla="val 52602"/>
                <a:gd name="adj2" fmla="val 59572"/>
              </a:avLst>
            </a:prstGeom>
            <a:solidFill>
              <a:srgbClr val="009DDC"/>
            </a:solidFill>
            <a:ln w="9525">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AutoShape 304">
              <a:extLst>
                <a:ext uri="{FF2B5EF4-FFF2-40B4-BE49-F238E27FC236}">
                  <a16:creationId xmlns:a16="http://schemas.microsoft.com/office/drawing/2014/main" id="{C6580F11-90A9-536E-9C27-CC9ED5D4EC7C}"/>
                </a:ext>
              </a:extLst>
            </p:cNvPr>
            <p:cNvSpPr>
              <a:spLocks noChangeArrowheads="1"/>
            </p:cNvSpPr>
            <p:nvPr/>
          </p:nvSpPr>
          <p:spPr bwMode="auto">
            <a:xfrm>
              <a:off x="6826539" y="2503602"/>
              <a:ext cx="762000" cy="196736"/>
            </a:xfrm>
            <a:prstGeom prst="rightArrow">
              <a:avLst>
                <a:gd name="adj1" fmla="val 52602"/>
                <a:gd name="adj2" fmla="val 59572"/>
              </a:avLst>
            </a:prstGeom>
            <a:solidFill>
              <a:srgbClr val="009DDC"/>
            </a:solidFill>
            <a:ln w="9525">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AutoShape 304">
              <a:extLst>
                <a:ext uri="{FF2B5EF4-FFF2-40B4-BE49-F238E27FC236}">
                  <a16:creationId xmlns:a16="http://schemas.microsoft.com/office/drawing/2014/main" id="{A000D55B-C379-9018-C804-40351A9A678A}"/>
                </a:ext>
              </a:extLst>
            </p:cNvPr>
            <p:cNvSpPr>
              <a:spLocks noChangeArrowheads="1"/>
            </p:cNvSpPr>
            <p:nvPr/>
          </p:nvSpPr>
          <p:spPr bwMode="auto">
            <a:xfrm>
              <a:off x="6826536" y="3640248"/>
              <a:ext cx="762000" cy="196736"/>
            </a:xfrm>
            <a:prstGeom prst="rightArrow">
              <a:avLst>
                <a:gd name="adj1" fmla="val 52602"/>
                <a:gd name="adj2" fmla="val 59572"/>
              </a:avLst>
            </a:prstGeom>
            <a:solidFill>
              <a:srgbClr val="009DDC"/>
            </a:solidFill>
            <a:ln w="9525">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 name="AutoShape 304">
              <a:extLst>
                <a:ext uri="{FF2B5EF4-FFF2-40B4-BE49-F238E27FC236}">
                  <a16:creationId xmlns:a16="http://schemas.microsoft.com/office/drawing/2014/main" id="{27E69B7E-17D1-46CB-BE4E-16EB26F81A28}"/>
                </a:ext>
              </a:extLst>
            </p:cNvPr>
            <p:cNvSpPr>
              <a:spLocks noChangeArrowheads="1"/>
            </p:cNvSpPr>
            <p:nvPr/>
          </p:nvSpPr>
          <p:spPr bwMode="auto">
            <a:xfrm>
              <a:off x="6823727" y="4849873"/>
              <a:ext cx="762000" cy="196736"/>
            </a:xfrm>
            <a:prstGeom prst="rightArrow">
              <a:avLst>
                <a:gd name="adj1" fmla="val 52602"/>
                <a:gd name="adj2" fmla="val 59572"/>
              </a:avLst>
            </a:prstGeom>
            <a:solidFill>
              <a:srgbClr val="009DDC"/>
            </a:solidFill>
            <a:ln w="9525">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 name="AutoShape 304">
              <a:extLst>
                <a:ext uri="{FF2B5EF4-FFF2-40B4-BE49-F238E27FC236}">
                  <a16:creationId xmlns:a16="http://schemas.microsoft.com/office/drawing/2014/main" id="{7176B946-5E6F-EF8F-2015-DDA0316513C8}"/>
                </a:ext>
              </a:extLst>
            </p:cNvPr>
            <p:cNvSpPr>
              <a:spLocks noChangeArrowheads="1"/>
            </p:cNvSpPr>
            <p:nvPr/>
          </p:nvSpPr>
          <p:spPr bwMode="auto">
            <a:xfrm>
              <a:off x="6829286" y="5911787"/>
              <a:ext cx="762000" cy="196736"/>
            </a:xfrm>
            <a:prstGeom prst="rightArrow">
              <a:avLst>
                <a:gd name="adj1" fmla="val 52602"/>
                <a:gd name="adj2" fmla="val 59572"/>
              </a:avLst>
            </a:prstGeom>
            <a:solidFill>
              <a:srgbClr val="009DDC"/>
            </a:solidFill>
            <a:ln w="9525">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Tree>
    <p:extLst>
      <p:ext uri="{BB962C8B-B14F-4D97-AF65-F5344CB8AC3E}">
        <p14:creationId xmlns:p14="http://schemas.microsoft.com/office/powerpoint/2010/main" val="1574420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05A851-7826-D9AA-11AF-5F386B16FC44}"/>
              </a:ext>
            </a:extLst>
          </p:cNvPr>
          <p:cNvSpPr>
            <a:spLocks noGrp="1"/>
          </p:cNvSpPr>
          <p:nvPr>
            <p:ph type="sldNum" sz="quarter" idx="12"/>
          </p:nvPr>
        </p:nvSpPr>
        <p:spPr/>
        <p:txBody>
          <a:bodyPr/>
          <a:lstStyle/>
          <a:p>
            <a:fld id="{A8160BDD-7155-D744-B749-9730458604AD}" type="slidenum">
              <a:rPr lang="en-US" smtClean="0"/>
              <a:t>24</a:t>
            </a:fld>
            <a:endParaRPr lang="en-US" dirty="0"/>
          </a:p>
        </p:txBody>
      </p:sp>
      <p:sp>
        <p:nvSpPr>
          <p:cNvPr id="4" name="Text Placeholder 3">
            <a:extLst>
              <a:ext uri="{FF2B5EF4-FFF2-40B4-BE49-F238E27FC236}">
                <a16:creationId xmlns:a16="http://schemas.microsoft.com/office/drawing/2014/main" id="{443B5F39-614B-D1E5-1EC1-12D8FA3A0215}"/>
              </a:ext>
            </a:extLst>
          </p:cNvPr>
          <p:cNvSpPr>
            <a:spLocks noGrp="1"/>
          </p:cNvSpPr>
          <p:nvPr>
            <p:ph idx="1"/>
          </p:nvPr>
        </p:nvSpPr>
        <p:spPr/>
        <p:txBody>
          <a:bodyPr/>
          <a:lstStyle/>
          <a:p>
            <a:pPr>
              <a:buFont typeface="+mj-lt"/>
              <a:buAutoNum type="arabicPeriod"/>
            </a:pPr>
            <a:r>
              <a:rPr lang="en-US" dirty="0"/>
              <a:t>Read the question scenario in the text. Which technique, traditional machine learning or deep learning, would be most suitable to achieving this business objective? Why did you make this choice and not the other?</a:t>
            </a:r>
          </a:p>
          <a:p>
            <a:pPr>
              <a:buFont typeface="+mj-lt"/>
              <a:buAutoNum type="arabicPeriod"/>
            </a:pPr>
            <a:endParaRPr lang="en-US" dirty="0"/>
          </a:p>
          <a:p>
            <a:pPr>
              <a:buFont typeface="+mj-lt"/>
              <a:buAutoNum type="arabicPeriod"/>
            </a:pPr>
            <a:r>
              <a:rPr lang="en-US" dirty="0"/>
              <a:t>Read the question scenario in the text. Is this an example of supervised, unsupervised, or reinforcement learning? Explain why.</a:t>
            </a:r>
          </a:p>
        </p:txBody>
      </p:sp>
      <p:sp>
        <p:nvSpPr>
          <p:cNvPr id="2" name="Title 1">
            <a:extLst>
              <a:ext uri="{FF2B5EF4-FFF2-40B4-BE49-F238E27FC236}">
                <a16:creationId xmlns:a16="http://schemas.microsoft.com/office/drawing/2014/main" id="{7C2B6696-FC86-490C-B0C4-AFA1623B7BF8}"/>
              </a:ext>
            </a:extLst>
          </p:cNvPr>
          <p:cNvSpPr>
            <a:spLocks noGrp="1"/>
          </p:cNvSpPr>
          <p:nvPr>
            <p:ph type="title"/>
          </p:nvPr>
        </p:nvSpPr>
        <p:spPr/>
        <p:txBody>
          <a:bodyPr/>
          <a:lstStyle/>
          <a:p>
            <a:r>
              <a:rPr lang="en-US" dirty="0"/>
              <a:t>Activity: Discussing AI Concepts</a:t>
            </a:r>
          </a:p>
        </p:txBody>
      </p:sp>
    </p:spTree>
    <p:extLst>
      <p:ext uri="{BB962C8B-B14F-4D97-AF65-F5344CB8AC3E}">
        <p14:creationId xmlns:p14="http://schemas.microsoft.com/office/powerpoint/2010/main" val="7912528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66C9B1-39AE-C744-9CCB-B1B902A6F342}"/>
              </a:ext>
            </a:extLst>
          </p:cNvPr>
          <p:cNvSpPr>
            <a:spLocks noGrp="1"/>
          </p:cNvSpPr>
          <p:nvPr>
            <p:ph type="sldNum" sz="quarter" idx="12"/>
          </p:nvPr>
        </p:nvSpPr>
        <p:spPr/>
        <p:txBody>
          <a:bodyPr/>
          <a:lstStyle/>
          <a:p>
            <a:fld id="{A8160BDD-7155-D744-B749-9730458604AD}" type="slidenum">
              <a:rPr lang="en-US" smtClean="0"/>
              <a:pPr/>
              <a:t>25</a:t>
            </a:fld>
            <a:endParaRPr lang="en-US" dirty="0"/>
          </a:p>
        </p:txBody>
      </p:sp>
      <p:sp>
        <p:nvSpPr>
          <p:cNvPr id="3" name="Text Placeholder 2">
            <a:extLst>
              <a:ext uri="{FF2B5EF4-FFF2-40B4-BE49-F238E27FC236}">
                <a16:creationId xmlns:a16="http://schemas.microsoft.com/office/drawing/2014/main" id="{17BE0E2B-4E33-CB49-95F1-AC0E74888D2F}"/>
              </a:ext>
            </a:extLst>
          </p:cNvPr>
          <p:cNvSpPr>
            <a:spLocks noGrp="1"/>
          </p:cNvSpPr>
          <p:nvPr>
            <p:ph type="body" sz="quarter" idx="13"/>
          </p:nvPr>
        </p:nvSpPr>
        <p:spPr/>
        <p:txBody>
          <a:bodyPr/>
          <a:lstStyle/>
          <a:p>
            <a:r>
              <a:rPr lang="en-US" dirty="0"/>
              <a:t>What sort of additional research, if any, do you plan on doing to learn more about the concepts behind AI?</a:t>
            </a:r>
          </a:p>
          <a:p>
            <a:r>
              <a:rPr lang="en-US" dirty="0"/>
              <a:t>Does your organization currently use, or plan to use, machine learning or deep learning techniques? How? What about you personally—how are you affected by AI in your daily life?</a:t>
            </a:r>
          </a:p>
        </p:txBody>
      </p:sp>
    </p:spTree>
    <p:extLst>
      <p:ext uri="{BB962C8B-B14F-4D97-AF65-F5344CB8AC3E}">
        <p14:creationId xmlns:p14="http://schemas.microsoft.com/office/powerpoint/2010/main" val="4093992310"/>
      </p:ext>
    </p:extLst>
  </p:cSld>
  <p:clrMapOvr>
    <a:masterClrMapping/>
  </p:clrMapOvr>
</p:sld>
</file>

<file path=ppt/theme/theme1.xml><?xml version="1.0" encoding="utf-8"?>
<a:theme xmlns:a="http://schemas.openxmlformats.org/drawingml/2006/main" name="CNX">
  <a:themeElements>
    <a:clrScheme name="CNX 1">
      <a:dk1>
        <a:srgbClr val="000000"/>
      </a:dk1>
      <a:lt1>
        <a:srgbClr val="FFFFFF"/>
      </a:lt1>
      <a:dk2>
        <a:srgbClr val="000000"/>
      </a:dk2>
      <a:lt2>
        <a:srgbClr val="FFFFFF"/>
      </a:lt2>
      <a:accent1>
        <a:srgbClr val="009DDC"/>
      </a:accent1>
      <a:accent2>
        <a:srgbClr val="1D76BB"/>
      </a:accent2>
      <a:accent3>
        <a:srgbClr val="F05323"/>
      </a:accent3>
      <a:accent4>
        <a:srgbClr val="1D3764"/>
      </a:accent4>
      <a:accent5>
        <a:srgbClr val="C1C5C9"/>
      </a:accent5>
      <a:accent6>
        <a:srgbClr val="009DDC"/>
      </a:accent6>
      <a:hlink>
        <a:srgbClr val="009DDC"/>
      </a:hlink>
      <a:folHlink>
        <a:srgbClr val="009DD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NX_OV_Template_BIZ_1.1.potx" id="{3F606734-24ED-44F4-AF39-A80BB4CDD828}" vid="{DA8138EA-2326-4EF5-918C-5DC2501FD4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A3E69E70E30E468993238898FCF574" ma:contentTypeVersion="4" ma:contentTypeDescription="Create a new document." ma:contentTypeScope="" ma:versionID="dc0a16b6a225e328636b89082a0fd4a9">
  <xsd:schema xmlns:xsd="http://www.w3.org/2001/XMLSchema" xmlns:xs="http://www.w3.org/2001/XMLSchema" xmlns:p="http://schemas.microsoft.com/office/2006/metadata/properties" xmlns:ns2="64dd2cb5-7863-47d4-b3f2-5b70c1925be2" targetNamespace="http://schemas.microsoft.com/office/2006/metadata/properties" ma:root="true" ma:fieldsID="b5d20a745309770a795a0694b6cd691c" ns2:_="">
    <xsd:import namespace="64dd2cb5-7863-47d4-b3f2-5b70c1925be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dd2cb5-7863-47d4-b3f2-5b70c1925b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5412840-34B3-43D0-9071-24C4F0CCE5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4dd2cb5-7863-47d4-b3f2-5b70c1925b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77BBCB1-D0C3-46F8-A7FC-B2722C0802BF}">
  <ds:schemaRefs>
    <ds:schemaRef ds:uri="http://schemas.microsoft.com/sharepoint/v3/contenttype/forms"/>
  </ds:schemaRefs>
</ds:datastoreItem>
</file>

<file path=customXml/itemProps3.xml><?xml version="1.0" encoding="utf-8"?>
<ds:datastoreItem xmlns:ds="http://schemas.openxmlformats.org/officeDocument/2006/customXml" ds:itemID="{9EE0D89E-233E-41F5-B369-92342F4EEEF8}">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CNX_OV_Template_BIZ_1.2</Template>
  <TotalTime>6</TotalTime>
  <Words>973</Words>
  <Application>Microsoft Office PowerPoint</Application>
  <PresentationFormat>Widescreen</PresentationFormat>
  <Paragraphs>288</Paragraphs>
  <Slides>25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CNX</vt:lpstr>
      <vt:lpstr>AI Fundamentals</vt:lpstr>
      <vt:lpstr>AI Fundamentals</vt:lpstr>
      <vt:lpstr>PowerPoint Presentation</vt:lpstr>
      <vt:lpstr>What Is Artificial Intelligence (AI)?</vt:lpstr>
      <vt:lpstr>Timeline of AI</vt:lpstr>
      <vt:lpstr>PowerPoint Presentation</vt:lpstr>
      <vt:lpstr>PowerPoint Presentation</vt:lpstr>
      <vt:lpstr>PowerPoint Presentation</vt:lpstr>
      <vt:lpstr>Activity: Discussing the History of AI</vt:lpstr>
      <vt:lpstr>PowerPoint Presentation</vt:lpstr>
      <vt:lpstr>General AI and Narrow AI</vt:lpstr>
      <vt:lpstr>Machine Learning</vt:lpstr>
      <vt:lpstr>Machine Learning Datasets</vt:lpstr>
      <vt:lpstr>Deep Learning</vt:lpstr>
      <vt:lpstr>Deep Learning Applications</vt:lpstr>
      <vt:lpstr>Generative AI</vt:lpstr>
      <vt:lpstr>Machine Learning vs. Deep Learning</vt:lpstr>
      <vt:lpstr>The Choice Between Machine Learning and Deep Learning</vt:lpstr>
      <vt:lpstr>How AI Concepts Relate</vt:lpstr>
      <vt:lpstr>Machine Learning Approaches</vt:lpstr>
      <vt:lpstr>Supervised Machine Learning</vt:lpstr>
      <vt:lpstr>Unsupervised Machine Learning</vt:lpstr>
      <vt:lpstr>Reinforcement Learning</vt:lpstr>
      <vt:lpstr>Activity: Discussing AI Concepts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Fundamentals</dc:title>
  <dc:creator>Jason Nufryk</dc:creator>
  <cp:lastModifiedBy>Michelle Farney</cp:lastModifiedBy>
  <cp:revision>3</cp:revision>
  <dcterms:created xsi:type="dcterms:W3CDTF">2023-03-30T18:53:07Z</dcterms:created>
  <dcterms:modified xsi:type="dcterms:W3CDTF">2023-11-17T16:48:57Z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0x0101000FA3E69E70E30E468993238898FCF574</vt:lpwstr>
  </property>
</Properties>
</file>
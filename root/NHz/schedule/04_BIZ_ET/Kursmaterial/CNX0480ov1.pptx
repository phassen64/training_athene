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62"/>
  </p:notesMasterIdLst>
  <p:handoutMasterIdLst>
    <p:handoutMasterId r:id="rId63"/>
  </p:handoutMasterIdLst>
  <p:sldIdLst>
    <p:sldId id="275" r:id="rId5"/>
    <p:sldId id="272" r:id="rId6"/>
    <p:sldId id="264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73" r:id="rId25"/>
    <p:sldId id="296" r:id="rId26"/>
    <p:sldId id="294" r:id="rId27"/>
    <p:sldId id="293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274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20" r:id="rId50"/>
    <p:sldId id="321" r:id="rId51"/>
    <p:sldId id="319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763"/>
    <a:srgbClr val="009DDC"/>
    <a:srgbClr val="F0F0F0"/>
    <a:srgbClr val="1D3764"/>
    <a:srgbClr val="E71854"/>
    <a:srgbClr val="FAD02C"/>
    <a:srgbClr val="FAAF41"/>
    <a:srgbClr val="198CA8"/>
    <a:srgbClr val="2466AC"/>
    <a:srgbClr val="D1D2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69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181091300355699E-2"/>
          <c:y val="2.9071757224417901E-2"/>
          <c:w val="0.96981890869964404"/>
          <c:h val="0.715924201098351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Computerization</c:v>
                </c:pt>
                <c:pt idx="1">
                  <c:v>Connectivity</c:v>
                </c:pt>
                <c:pt idx="2">
                  <c:v>Visibility</c:v>
                </c:pt>
                <c:pt idx="3">
                  <c:v>Transparency</c:v>
                </c:pt>
                <c:pt idx="4">
                  <c:v>Predictive Capacity</c:v>
                </c:pt>
                <c:pt idx="5">
                  <c:v>Adaptability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30-43F4-9558-CF60D6686E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Computerization</c:v>
                </c:pt>
                <c:pt idx="1">
                  <c:v>Connectivity</c:v>
                </c:pt>
                <c:pt idx="2">
                  <c:v>Visibility</c:v>
                </c:pt>
                <c:pt idx="3">
                  <c:v>Transparency</c:v>
                </c:pt>
                <c:pt idx="4">
                  <c:v>Predictive Capacity</c:v>
                </c:pt>
                <c:pt idx="5">
                  <c:v>Adaptability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D830-43F4-9558-CF60D6686E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Computerization</c:v>
                </c:pt>
                <c:pt idx="1">
                  <c:v>Connectivity</c:v>
                </c:pt>
                <c:pt idx="2">
                  <c:v>Visibility</c:v>
                </c:pt>
                <c:pt idx="3">
                  <c:v>Transparency</c:v>
                </c:pt>
                <c:pt idx="4">
                  <c:v>Predictive Capacity</c:v>
                </c:pt>
                <c:pt idx="5">
                  <c:v>Adaptability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D830-43F4-9558-CF60D668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09093944"/>
        <c:axId val="2109090168"/>
      </c:barChart>
      <c:catAx>
        <c:axId val="2109093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lnSpc>
                <a:spcPts val="2160"/>
              </a:lnSpc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9090168"/>
        <c:crosses val="autoZero"/>
        <c:auto val="0"/>
        <c:lblAlgn val="ctr"/>
        <c:lblOffset val="100"/>
        <c:noMultiLvlLbl val="0"/>
      </c:catAx>
      <c:valAx>
        <c:axId val="210909016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109093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7B072D-6A1B-41EE-B6B9-05335681F2EB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66D47D-70B5-45C6-8B93-4B6BB0585934}">
      <dgm:prSet phldrT="[Text]"/>
      <dgm:spPr/>
      <dgm:t>
        <a:bodyPr/>
        <a:lstStyle/>
        <a:p>
          <a:r>
            <a:rPr lang="en-US" dirty="0"/>
            <a:t>1970s</a:t>
          </a:r>
        </a:p>
      </dgm:t>
    </dgm:pt>
    <dgm:pt modelId="{8FC216CF-F5B0-4142-8784-8B9D7940B1CA}" type="parTrans" cxnId="{2CEEF6E9-638F-46D4-AE2F-44D1EFCC2BA4}">
      <dgm:prSet/>
      <dgm:spPr/>
      <dgm:t>
        <a:bodyPr/>
        <a:lstStyle/>
        <a:p>
          <a:endParaRPr lang="en-US"/>
        </a:p>
      </dgm:t>
    </dgm:pt>
    <dgm:pt modelId="{97E6BDC3-8D78-4AA3-BE44-3992A7CC8307}" type="sibTrans" cxnId="{2CEEF6E9-638F-46D4-AE2F-44D1EFCC2BA4}">
      <dgm:prSet/>
      <dgm:spPr/>
      <dgm:t>
        <a:bodyPr/>
        <a:lstStyle/>
        <a:p>
          <a:endParaRPr lang="en-US"/>
        </a:p>
      </dgm:t>
    </dgm:pt>
    <dgm:pt modelId="{4A8E1EB1-3B1E-4F97-AFB2-9EE5DCD98A63}">
      <dgm:prSet phldrT="[Text]"/>
      <dgm:spPr/>
      <dgm:t>
        <a:bodyPr/>
        <a:lstStyle/>
        <a:p>
          <a:r>
            <a:rPr lang="en-US" dirty="0"/>
            <a:t>1980s</a:t>
          </a:r>
        </a:p>
      </dgm:t>
    </dgm:pt>
    <dgm:pt modelId="{94DF235A-3E13-4168-9817-D9FD86087985}" type="parTrans" cxnId="{74214B68-1D8E-46C5-AD47-DAB31F4775D3}">
      <dgm:prSet/>
      <dgm:spPr/>
      <dgm:t>
        <a:bodyPr/>
        <a:lstStyle/>
        <a:p>
          <a:endParaRPr lang="en-US"/>
        </a:p>
      </dgm:t>
    </dgm:pt>
    <dgm:pt modelId="{3142409F-440D-4955-B688-6E24ED675E52}" type="sibTrans" cxnId="{74214B68-1D8E-46C5-AD47-DAB31F4775D3}">
      <dgm:prSet/>
      <dgm:spPr/>
      <dgm:t>
        <a:bodyPr/>
        <a:lstStyle/>
        <a:p>
          <a:endParaRPr lang="en-US"/>
        </a:p>
      </dgm:t>
    </dgm:pt>
    <dgm:pt modelId="{92BCA309-56F9-41E0-BF03-7FB37D05665B}">
      <dgm:prSet phldrT="[Text]"/>
      <dgm:spPr/>
      <dgm:t>
        <a:bodyPr/>
        <a:lstStyle/>
        <a:p>
          <a:r>
            <a:rPr lang="en-US" dirty="0"/>
            <a:t>1990s</a:t>
          </a:r>
        </a:p>
      </dgm:t>
    </dgm:pt>
    <dgm:pt modelId="{03B5DB7F-AA8D-4DA1-AB74-3A8BAFE0A234}" type="parTrans" cxnId="{36139D94-8B09-4977-9B1D-3CCC8054661B}">
      <dgm:prSet/>
      <dgm:spPr/>
      <dgm:t>
        <a:bodyPr/>
        <a:lstStyle/>
        <a:p>
          <a:endParaRPr lang="en-US"/>
        </a:p>
      </dgm:t>
    </dgm:pt>
    <dgm:pt modelId="{B9D5E02F-25A4-4E29-9FF6-60B07F633E39}" type="sibTrans" cxnId="{36139D94-8B09-4977-9B1D-3CCC8054661B}">
      <dgm:prSet/>
      <dgm:spPr/>
      <dgm:t>
        <a:bodyPr/>
        <a:lstStyle/>
        <a:p>
          <a:endParaRPr lang="en-US"/>
        </a:p>
      </dgm:t>
    </dgm:pt>
    <dgm:pt modelId="{16A9F0FE-FED0-4E10-8AD4-3C8B7C156DFB}">
      <dgm:prSet phldrT="[Text]"/>
      <dgm:spPr/>
      <dgm:t>
        <a:bodyPr/>
        <a:lstStyle/>
        <a:p>
          <a:r>
            <a:rPr lang="en-US" dirty="0"/>
            <a:t>2000s</a:t>
          </a:r>
        </a:p>
      </dgm:t>
    </dgm:pt>
    <dgm:pt modelId="{EB7A1A09-9F86-4490-8D92-8BDF94887972}" type="parTrans" cxnId="{5C6CA901-715B-43FE-B156-53447A6AD2F3}">
      <dgm:prSet/>
      <dgm:spPr/>
      <dgm:t>
        <a:bodyPr/>
        <a:lstStyle/>
        <a:p>
          <a:endParaRPr lang="en-US"/>
        </a:p>
      </dgm:t>
    </dgm:pt>
    <dgm:pt modelId="{8304BCF8-C1A5-4DE8-93C8-A83B26DA1D4D}" type="sibTrans" cxnId="{5C6CA901-715B-43FE-B156-53447A6AD2F3}">
      <dgm:prSet/>
      <dgm:spPr/>
      <dgm:t>
        <a:bodyPr/>
        <a:lstStyle/>
        <a:p>
          <a:endParaRPr lang="en-US"/>
        </a:p>
      </dgm:t>
    </dgm:pt>
    <dgm:pt modelId="{AD3920B8-83A5-49F7-803F-B3A454B0465F}">
      <dgm:prSet phldrT="[Text]"/>
      <dgm:spPr/>
      <dgm:t>
        <a:bodyPr/>
        <a:lstStyle/>
        <a:p>
          <a:r>
            <a:rPr lang="en-US" dirty="0"/>
            <a:t>2010s</a:t>
          </a:r>
        </a:p>
      </dgm:t>
    </dgm:pt>
    <dgm:pt modelId="{8D80C5A8-12F0-4783-8C2D-D5B6D85A5AF0}" type="parTrans" cxnId="{A4FFB3B7-F774-4BB1-885D-357CE08E5FD2}">
      <dgm:prSet/>
      <dgm:spPr/>
      <dgm:t>
        <a:bodyPr/>
        <a:lstStyle/>
        <a:p>
          <a:endParaRPr lang="en-US"/>
        </a:p>
      </dgm:t>
    </dgm:pt>
    <dgm:pt modelId="{BC3C7944-F665-442C-8744-5EB7086CDF08}" type="sibTrans" cxnId="{A4FFB3B7-F774-4BB1-885D-357CE08E5FD2}">
      <dgm:prSet/>
      <dgm:spPr/>
      <dgm:t>
        <a:bodyPr/>
        <a:lstStyle/>
        <a:p>
          <a:endParaRPr lang="en-US"/>
        </a:p>
      </dgm:t>
    </dgm:pt>
    <dgm:pt modelId="{F90E81F1-D2A8-485E-BE16-B3C6AD5739EF}">
      <dgm:prSet phldrT="[Text]"/>
      <dgm:spPr/>
      <dgm:t>
        <a:bodyPr/>
        <a:lstStyle/>
        <a:p>
          <a:r>
            <a:rPr lang="en-US" dirty="0"/>
            <a:t>PLCs</a:t>
          </a:r>
        </a:p>
      </dgm:t>
    </dgm:pt>
    <dgm:pt modelId="{694F9750-EBE2-460F-8B06-4E938A3C741D}" type="parTrans" cxnId="{40063741-20AA-4D86-B87A-E8FB5D8A1D7B}">
      <dgm:prSet/>
      <dgm:spPr/>
      <dgm:t>
        <a:bodyPr/>
        <a:lstStyle/>
        <a:p>
          <a:endParaRPr lang="en-US"/>
        </a:p>
      </dgm:t>
    </dgm:pt>
    <dgm:pt modelId="{E26DEA08-4E8E-4C01-A864-A27EF4EC0F24}" type="sibTrans" cxnId="{40063741-20AA-4D86-B87A-E8FB5D8A1D7B}">
      <dgm:prSet/>
      <dgm:spPr/>
      <dgm:t>
        <a:bodyPr/>
        <a:lstStyle/>
        <a:p>
          <a:endParaRPr lang="en-US"/>
        </a:p>
      </dgm:t>
    </dgm:pt>
    <dgm:pt modelId="{8D7BA837-94AA-4C6A-948E-5DBA0F9480E6}">
      <dgm:prSet phldrT="[Text]"/>
      <dgm:spPr/>
      <dgm:t>
        <a:bodyPr/>
        <a:lstStyle/>
        <a:p>
          <a:r>
            <a:rPr lang="en-US" dirty="0"/>
            <a:t>M2M data communication</a:t>
          </a:r>
        </a:p>
      </dgm:t>
    </dgm:pt>
    <dgm:pt modelId="{A9421A95-1F8D-4625-AFC0-062F74CDD919}" type="parTrans" cxnId="{6FF87938-3D0F-4266-A09E-A3443EE7F66C}">
      <dgm:prSet/>
      <dgm:spPr/>
      <dgm:t>
        <a:bodyPr/>
        <a:lstStyle/>
        <a:p>
          <a:endParaRPr lang="en-US"/>
        </a:p>
      </dgm:t>
    </dgm:pt>
    <dgm:pt modelId="{A177C71E-F584-4B22-81C8-859A6C5B858E}" type="sibTrans" cxnId="{6FF87938-3D0F-4266-A09E-A3443EE7F66C}">
      <dgm:prSet/>
      <dgm:spPr/>
      <dgm:t>
        <a:bodyPr/>
        <a:lstStyle/>
        <a:p>
          <a:endParaRPr lang="en-US"/>
        </a:p>
      </dgm:t>
    </dgm:pt>
    <dgm:pt modelId="{A8665180-DDAB-45EA-A38F-B6901A617578}">
      <dgm:prSet phldrT="[Text]"/>
      <dgm:spPr/>
      <dgm:t>
        <a:bodyPr/>
        <a:lstStyle/>
        <a:p>
          <a:r>
            <a:rPr lang="en-US" dirty="0"/>
            <a:t>SCADA</a:t>
          </a:r>
        </a:p>
      </dgm:t>
    </dgm:pt>
    <dgm:pt modelId="{2EA0B189-93AC-4DDC-8781-792CF062E47F}" type="parTrans" cxnId="{E9C31DBB-B994-4B87-8239-94685222002E}">
      <dgm:prSet/>
      <dgm:spPr/>
      <dgm:t>
        <a:bodyPr/>
        <a:lstStyle/>
        <a:p>
          <a:endParaRPr lang="en-US"/>
        </a:p>
      </dgm:t>
    </dgm:pt>
    <dgm:pt modelId="{6116C1D4-CC94-4CBE-834C-9820CDFA3431}" type="sibTrans" cxnId="{E9C31DBB-B994-4B87-8239-94685222002E}">
      <dgm:prSet/>
      <dgm:spPr/>
      <dgm:t>
        <a:bodyPr/>
        <a:lstStyle/>
        <a:p>
          <a:endParaRPr lang="en-US"/>
        </a:p>
      </dgm:t>
    </dgm:pt>
    <dgm:pt modelId="{40B44A92-9FC6-479C-9356-317752221097}">
      <dgm:prSet phldrT="[Text]"/>
      <dgm:spPr/>
      <dgm:t>
        <a:bodyPr/>
        <a:lstStyle/>
        <a:p>
          <a:r>
            <a:rPr lang="en-US" dirty="0"/>
            <a:t>PCs</a:t>
          </a:r>
        </a:p>
      </dgm:t>
    </dgm:pt>
    <dgm:pt modelId="{AB2972E3-71D2-4058-AAE5-9940052F46B6}" type="parTrans" cxnId="{0784D1C9-11DA-4AF9-9E21-CA9C3C8E2956}">
      <dgm:prSet/>
      <dgm:spPr/>
      <dgm:t>
        <a:bodyPr/>
        <a:lstStyle/>
        <a:p>
          <a:endParaRPr lang="en-US"/>
        </a:p>
      </dgm:t>
    </dgm:pt>
    <dgm:pt modelId="{50D884D6-D750-4DEE-BCA0-AA8A9989F8E0}" type="sibTrans" cxnId="{0784D1C9-11DA-4AF9-9E21-CA9C3C8E2956}">
      <dgm:prSet/>
      <dgm:spPr/>
      <dgm:t>
        <a:bodyPr/>
        <a:lstStyle/>
        <a:p>
          <a:endParaRPr lang="en-US"/>
        </a:p>
      </dgm:t>
    </dgm:pt>
    <dgm:pt modelId="{F4117BC7-9ADF-4E78-B5FE-37FD67AF57EA}">
      <dgm:prSet phldrT="[Text]"/>
      <dgm:spPr/>
      <dgm:t>
        <a:bodyPr/>
        <a:lstStyle/>
        <a:p>
          <a:r>
            <a:rPr lang="en-US" dirty="0"/>
            <a:t>Client–server networks</a:t>
          </a:r>
        </a:p>
      </dgm:t>
    </dgm:pt>
    <dgm:pt modelId="{2C588A21-E432-419B-B883-AE7A901D8512}" type="parTrans" cxnId="{21E46047-494D-4A9D-9F47-CF4FCCF7911F}">
      <dgm:prSet/>
      <dgm:spPr/>
      <dgm:t>
        <a:bodyPr/>
        <a:lstStyle/>
        <a:p>
          <a:endParaRPr lang="en-US"/>
        </a:p>
      </dgm:t>
    </dgm:pt>
    <dgm:pt modelId="{28DC084E-8C68-4BC6-AB49-E9DD1BBB4AEB}" type="sibTrans" cxnId="{21E46047-494D-4A9D-9F47-CF4FCCF7911F}">
      <dgm:prSet/>
      <dgm:spPr/>
      <dgm:t>
        <a:bodyPr/>
        <a:lstStyle/>
        <a:p>
          <a:endParaRPr lang="en-US"/>
        </a:p>
      </dgm:t>
    </dgm:pt>
    <dgm:pt modelId="{4CF1339A-8B57-4FFF-8527-0C845C5290E7}">
      <dgm:prSet phldrT="[Text]"/>
      <dgm:spPr/>
      <dgm:t>
        <a:bodyPr/>
        <a:lstStyle/>
        <a:p>
          <a:r>
            <a:rPr lang="en-US" dirty="0"/>
            <a:t>SCADA interfaced with PCs</a:t>
          </a:r>
        </a:p>
      </dgm:t>
    </dgm:pt>
    <dgm:pt modelId="{3D500C21-5C5E-4B6D-8B24-4DF96EA7F188}" type="parTrans" cxnId="{FE320434-A8E6-4753-8D2F-D5B1C6FFFDA4}">
      <dgm:prSet/>
      <dgm:spPr/>
      <dgm:t>
        <a:bodyPr/>
        <a:lstStyle/>
        <a:p>
          <a:endParaRPr lang="en-US"/>
        </a:p>
      </dgm:t>
    </dgm:pt>
    <dgm:pt modelId="{5F31271D-DADA-4C99-AF6D-218F0D13ECAD}" type="sibTrans" cxnId="{FE320434-A8E6-4753-8D2F-D5B1C6FFFDA4}">
      <dgm:prSet/>
      <dgm:spPr/>
      <dgm:t>
        <a:bodyPr/>
        <a:lstStyle/>
        <a:p>
          <a:endParaRPr lang="en-US"/>
        </a:p>
      </dgm:t>
    </dgm:pt>
    <dgm:pt modelId="{81175C67-CFDB-4629-BA62-2720E68B8522}">
      <dgm:prSet phldrT="[Text]"/>
      <dgm:spPr/>
      <dgm:t>
        <a:bodyPr/>
        <a:lstStyle/>
        <a:p>
          <a:r>
            <a:rPr lang="en-US" dirty="0"/>
            <a:t>PLCs connect to Internet</a:t>
          </a:r>
        </a:p>
      </dgm:t>
    </dgm:pt>
    <dgm:pt modelId="{19A8A0F3-87F4-49BB-AC5E-9C92F66E6CE7}" type="parTrans" cxnId="{934B2468-9BC1-4FA1-8397-46B0BDF11F14}">
      <dgm:prSet/>
      <dgm:spPr/>
      <dgm:t>
        <a:bodyPr/>
        <a:lstStyle/>
        <a:p>
          <a:endParaRPr lang="en-US"/>
        </a:p>
      </dgm:t>
    </dgm:pt>
    <dgm:pt modelId="{739A5633-145C-4DED-938A-40A5F2ACD20D}" type="sibTrans" cxnId="{934B2468-9BC1-4FA1-8397-46B0BDF11F14}">
      <dgm:prSet/>
      <dgm:spPr/>
      <dgm:t>
        <a:bodyPr/>
        <a:lstStyle/>
        <a:p>
          <a:endParaRPr lang="en-US"/>
        </a:p>
      </dgm:t>
    </dgm:pt>
    <dgm:pt modelId="{BFAFD2C7-4F89-43C3-B8AB-BB6A0B9888B5}">
      <dgm:prSet phldrT="[Text]"/>
      <dgm:spPr/>
      <dgm:t>
        <a:bodyPr/>
        <a:lstStyle/>
        <a:p>
          <a:r>
            <a:rPr lang="en-US" dirty="0"/>
            <a:t>SCADA starts using open architecture and protocols</a:t>
          </a:r>
        </a:p>
      </dgm:t>
    </dgm:pt>
    <dgm:pt modelId="{1E834F58-B950-4EA0-B0F4-341B89D531D5}" type="parTrans" cxnId="{41F12AF6-6959-47BC-9B4B-74255A1383F7}">
      <dgm:prSet/>
      <dgm:spPr/>
      <dgm:t>
        <a:bodyPr/>
        <a:lstStyle/>
        <a:p>
          <a:endParaRPr lang="en-US"/>
        </a:p>
      </dgm:t>
    </dgm:pt>
    <dgm:pt modelId="{B0D6B1E4-82FB-42BD-A136-F84D848E2E32}" type="sibTrans" cxnId="{41F12AF6-6959-47BC-9B4B-74255A1383F7}">
      <dgm:prSet/>
      <dgm:spPr/>
      <dgm:t>
        <a:bodyPr/>
        <a:lstStyle/>
        <a:p>
          <a:endParaRPr lang="en-US"/>
        </a:p>
      </dgm:t>
    </dgm:pt>
    <dgm:pt modelId="{8504BDDE-5E7A-402C-AA2E-D2F8BC196A15}">
      <dgm:prSet phldrT="[Text]"/>
      <dgm:spPr/>
      <dgm:t>
        <a:bodyPr/>
        <a:lstStyle/>
        <a:p>
          <a:r>
            <a:rPr lang="en-US" dirty="0"/>
            <a:t>OPC</a:t>
          </a:r>
        </a:p>
      </dgm:t>
    </dgm:pt>
    <dgm:pt modelId="{5B193097-F67D-417C-A5DC-341C9A978740}" type="parTrans" cxnId="{1B8D5DD0-F68D-417E-8B18-F7C2ABB3F0FE}">
      <dgm:prSet/>
      <dgm:spPr/>
      <dgm:t>
        <a:bodyPr/>
        <a:lstStyle/>
        <a:p>
          <a:endParaRPr lang="en-US"/>
        </a:p>
      </dgm:t>
    </dgm:pt>
    <dgm:pt modelId="{F4AD3081-CCFA-4CD3-868F-79DC7C33154C}" type="sibTrans" cxnId="{1B8D5DD0-F68D-417E-8B18-F7C2ABB3F0FE}">
      <dgm:prSet/>
      <dgm:spPr/>
      <dgm:t>
        <a:bodyPr/>
        <a:lstStyle/>
        <a:p>
          <a:endParaRPr lang="en-US"/>
        </a:p>
      </dgm:t>
    </dgm:pt>
    <dgm:pt modelId="{24BC48F2-F675-4CBD-BD50-A77097F904EA}">
      <dgm:prSet phldrT="[Text]"/>
      <dgm:spPr/>
      <dgm:t>
        <a:bodyPr/>
        <a:lstStyle/>
        <a:p>
          <a:r>
            <a:rPr lang="en-US" dirty="0"/>
            <a:t>Cloud technologies</a:t>
          </a:r>
        </a:p>
      </dgm:t>
    </dgm:pt>
    <dgm:pt modelId="{4CAFBC55-ACDE-465C-9B28-0F0E07269E5C}" type="parTrans" cxnId="{7764D4E3-B5C1-44F2-9211-45B5DE59456F}">
      <dgm:prSet/>
      <dgm:spPr/>
      <dgm:t>
        <a:bodyPr/>
        <a:lstStyle/>
        <a:p>
          <a:endParaRPr lang="en-US"/>
        </a:p>
      </dgm:t>
    </dgm:pt>
    <dgm:pt modelId="{67B1DAD1-67F5-42D4-A7FD-D8AB627A1771}" type="sibTrans" cxnId="{7764D4E3-B5C1-44F2-9211-45B5DE59456F}">
      <dgm:prSet/>
      <dgm:spPr/>
      <dgm:t>
        <a:bodyPr/>
        <a:lstStyle/>
        <a:p>
          <a:endParaRPr lang="en-US"/>
        </a:p>
      </dgm:t>
    </dgm:pt>
    <dgm:pt modelId="{8DF40858-FFA4-4722-B3FA-7527C890B5D9}">
      <dgm:prSet phldrT="[Text]"/>
      <dgm:spPr/>
      <dgm:t>
        <a:bodyPr/>
        <a:lstStyle/>
        <a:p>
          <a:r>
            <a:rPr lang="en-US" dirty="0"/>
            <a:t>Ubiquitous computing</a:t>
          </a:r>
        </a:p>
      </dgm:t>
    </dgm:pt>
    <dgm:pt modelId="{31988F8E-DC50-4F92-BECE-1127F02361AC}" type="parTrans" cxnId="{F2AE901B-5797-4D51-8083-2B81DA2E538F}">
      <dgm:prSet/>
      <dgm:spPr/>
      <dgm:t>
        <a:bodyPr/>
        <a:lstStyle/>
        <a:p>
          <a:endParaRPr lang="en-US"/>
        </a:p>
      </dgm:t>
    </dgm:pt>
    <dgm:pt modelId="{A905098A-6F80-4BD3-B362-68587065E1DD}" type="sibTrans" cxnId="{F2AE901B-5797-4D51-8083-2B81DA2E538F}">
      <dgm:prSet/>
      <dgm:spPr/>
      <dgm:t>
        <a:bodyPr/>
        <a:lstStyle/>
        <a:p>
          <a:endParaRPr lang="en-US"/>
        </a:p>
      </dgm:t>
    </dgm:pt>
    <dgm:pt modelId="{D486652D-F35F-40E2-B502-D3B81E1FC74A}">
      <dgm:prSet phldrT="[Text]"/>
      <dgm:spPr/>
      <dgm:t>
        <a:bodyPr/>
        <a:lstStyle/>
        <a:p>
          <a:r>
            <a:rPr lang="en-US" dirty="0"/>
            <a:t>Low-cost microcontrollers, sensors, actuators</a:t>
          </a:r>
        </a:p>
      </dgm:t>
    </dgm:pt>
    <dgm:pt modelId="{63839161-B1B3-4602-845C-EA961FD6F6F5}" type="parTrans" cxnId="{D0073740-659D-417F-B56F-A283515529C9}">
      <dgm:prSet/>
      <dgm:spPr/>
      <dgm:t>
        <a:bodyPr/>
        <a:lstStyle/>
        <a:p>
          <a:endParaRPr lang="en-US"/>
        </a:p>
      </dgm:t>
    </dgm:pt>
    <dgm:pt modelId="{7DAB287B-57B1-40ED-8D2D-8204B55B0B06}" type="sibTrans" cxnId="{D0073740-659D-417F-B56F-A283515529C9}">
      <dgm:prSet/>
      <dgm:spPr/>
      <dgm:t>
        <a:bodyPr/>
        <a:lstStyle/>
        <a:p>
          <a:endParaRPr lang="en-US"/>
        </a:p>
      </dgm:t>
    </dgm:pt>
    <dgm:pt modelId="{BBC4F7D2-FCFD-4787-A273-3561C93BE346}">
      <dgm:prSet phldrT="[Text]"/>
      <dgm:spPr/>
      <dgm:t>
        <a:bodyPr/>
        <a:lstStyle/>
        <a:p>
          <a:r>
            <a:rPr lang="en-US" dirty="0"/>
            <a:t>High-performing batteries</a:t>
          </a:r>
        </a:p>
      </dgm:t>
    </dgm:pt>
    <dgm:pt modelId="{4E091910-BB5A-4328-A6AA-C1FC2890A893}" type="parTrans" cxnId="{44E7D21B-502D-4F26-BB12-29AADBA69B74}">
      <dgm:prSet/>
      <dgm:spPr/>
      <dgm:t>
        <a:bodyPr/>
        <a:lstStyle/>
        <a:p>
          <a:endParaRPr lang="en-US"/>
        </a:p>
      </dgm:t>
    </dgm:pt>
    <dgm:pt modelId="{8623A5AB-9F24-45A3-AC47-EBF78445A3DA}" type="sibTrans" cxnId="{44E7D21B-502D-4F26-BB12-29AADBA69B74}">
      <dgm:prSet/>
      <dgm:spPr/>
      <dgm:t>
        <a:bodyPr/>
        <a:lstStyle/>
        <a:p>
          <a:endParaRPr lang="en-US"/>
        </a:p>
      </dgm:t>
    </dgm:pt>
    <dgm:pt modelId="{7F2684B8-698F-4997-AED9-172AFC7D5F9E}">
      <dgm:prSet phldrT="[Text]"/>
      <dgm:spPr/>
      <dgm:t>
        <a:bodyPr/>
        <a:lstStyle/>
        <a:p>
          <a:r>
            <a:rPr lang="en-US" dirty="0"/>
            <a:t>Industry drives IoT development</a:t>
          </a:r>
        </a:p>
      </dgm:t>
    </dgm:pt>
    <dgm:pt modelId="{5DC2E779-2903-4FFB-AFE4-3797C5924006}" type="parTrans" cxnId="{9FB01C22-29B9-4D2E-A279-C7C59B95FB58}">
      <dgm:prSet/>
      <dgm:spPr/>
      <dgm:t>
        <a:bodyPr/>
        <a:lstStyle/>
        <a:p>
          <a:endParaRPr lang="en-US"/>
        </a:p>
      </dgm:t>
    </dgm:pt>
    <dgm:pt modelId="{401DBCB8-A11D-4059-BCD1-D4F70A44797A}" type="sibTrans" cxnId="{9FB01C22-29B9-4D2E-A279-C7C59B95FB58}">
      <dgm:prSet/>
      <dgm:spPr/>
      <dgm:t>
        <a:bodyPr/>
        <a:lstStyle/>
        <a:p>
          <a:endParaRPr lang="en-US"/>
        </a:p>
      </dgm:t>
    </dgm:pt>
    <dgm:pt modelId="{08515D90-ACB8-4738-9E2C-F53D00AF58B5}">
      <dgm:prSet phldrT="[Text]"/>
      <dgm:spPr/>
      <dgm:t>
        <a:bodyPr/>
        <a:lstStyle/>
        <a:p>
          <a:r>
            <a:rPr lang="en-US" dirty="0"/>
            <a:t>Mobile management of manufacturing processes</a:t>
          </a:r>
        </a:p>
      </dgm:t>
    </dgm:pt>
    <dgm:pt modelId="{37707A25-6072-4D14-B821-41B0A4A0C998}" type="parTrans" cxnId="{487CD4A2-DCEE-4D7A-A0B6-525433E846BD}">
      <dgm:prSet/>
      <dgm:spPr/>
      <dgm:t>
        <a:bodyPr/>
        <a:lstStyle/>
        <a:p>
          <a:endParaRPr lang="en-US"/>
        </a:p>
      </dgm:t>
    </dgm:pt>
    <dgm:pt modelId="{CD65F965-4A08-46D2-AE65-2E1C2DF3F8DC}" type="sibTrans" cxnId="{487CD4A2-DCEE-4D7A-A0B6-525433E846BD}">
      <dgm:prSet/>
      <dgm:spPr/>
      <dgm:t>
        <a:bodyPr/>
        <a:lstStyle/>
        <a:p>
          <a:endParaRPr lang="en-US"/>
        </a:p>
      </dgm:t>
    </dgm:pt>
    <dgm:pt modelId="{04739756-B663-44CD-A0D2-D5882C114139}" type="pres">
      <dgm:prSet presAssocID="{DE7B072D-6A1B-41EE-B6B9-05335681F2EB}" presName="Name0" presStyleCnt="0">
        <dgm:presLayoutVars>
          <dgm:dir/>
          <dgm:animLvl val="lvl"/>
          <dgm:resizeHandles val="exact"/>
        </dgm:presLayoutVars>
      </dgm:prSet>
      <dgm:spPr/>
    </dgm:pt>
    <dgm:pt modelId="{A1EB7B52-D29E-4007-A935-CD3EA794B7B5}" type="pres">
      <dgm:prSet presAssocID="{D866D47D-70B5-45C6-8B93-4B6BB0585934}" presName="vertFlow" presStyleCnt="0"/>
      <dgm:spPr/>
    </dgm:pt>
    <dgm:pt modelId="{1DFC3F95-3EE2-47A8-B758-056A4C08DC11}" type="pres">
      <dgm:prSet presAssocID="{D866D47D-70B5-45C6-8B93-4B6BB0585934}" presName="header" presStyleLbl="node1" presStyleIdx="0" presStyleCnt="5"/>
      <dgm:spPr/>
    </dgm:pt>
    <dgm:pt modelId="{7B04462A-B502-4D84-B4CF-2A78E903BBBB}" type="pres">
      <dgm:prSet presAssocID="{694F9750-EBE2-460F-8B06-4E938A3C741D}" presName="parTrans" presStyleLbl="sibTrans2D1" presStyleIdx="0" presStyleCnt="15"/>
      <dgm:spPr/>
    </dgm:pt>
    <dgm:pt modelId="{A8FA58B3-D73A-4B64-A21C-D9461BD66ACE}" type="pres">
      <dgm:prSet presAssocID="{F90E81F1-D2A8-485E-BE16-B3C6AD5739EF}" presName="child" presStyleLbl="alignAccFollowNode1" presStyleIdx="0" presStyleCnt="15">
        <dgm:presLayoutVars>
          <dgm:chMax val="0"/>
          <dgm:bulletEnabled val="1"/>
        </dgm:presLayoutVars>
      </dgm:prSet>
      <dgm:spPr/>
    </dgm:pt>
    <dgm:pt modelId="{09F99DF3-CC87-4E0D-909D-9BA1EE9EF522}" type="pres">
      <dgm:prSet presAssocID="{E26DEA08-4E8E-4C01-A864-A27EF4EC0F24}" presName="sibTrans" presStyleLbl="sibTrans2D1" presStyleIdx="1" presStyleCnt="15"/>
      <dgm:spPr/>
    </dgm:pt>
    <dgm:pt modelId="{083112F6-35BA-4285-8F6A-2132C5F78936}" type="pres">
      <dgm:prSet presAssocID="{8D7BA837-94AA-4C6A-948E-5DBA0F9480E6}" presName="child" presStyleLbl="alignAccFollowNode1" presStyleIdx="1" presStyleCnt="15">
        <dgm:presLayoutVars>
          <dgm:chMax val="0"/>
          <dgm:bulletEnabled val="1"/>
        </dgm:presLayoutVars>
      </dgm:prSet>
      <dgm:spPr/>
    </dgm:pt>
    <dgm:pt modelId="{ADF61F71-8E6D-4BB5-AEED-B5F85B9B2939}" type="pres">
      <dgm:prSet presAssocID="{A177C71E-F584-4B22-81C8-859A6C5B858E}" presName="sibTrans" presStyleLbl="sibTrans2D1" presStyleIdx="2" presStyleCnt="15"/>
      <dgm:spPr/>
    </dgm:pt>
    <dgm:pt modelId="{46B23924-A657-408F-8D47-3E8A638F8229}" type="pres">
      <dgm:prSet presAssocID="{A8665180-DDAB-45EA-A38F-B6901A617578}" presName="child" presStyleLbl="alignAccFollowNode1" presStyleIdx="2" presStyleCnt="15">
        <dgm:presLayoutVars>
          <dgm:chMax val="0"/>
          <dgm:bulletEnabled val="1"/>
        </dgm:presLayoutVars>
      </dgm:prSet>
      <dgm:spPr/>
    </dgm:pt>
    <dgm:pt modelId="{3A227E14-DBC3-4090-8FE3-3BFB7371AB9E}" type="pres">
      <dgm:prSet presAssocID="{D866D47D-70B5-45C6-8B93-4B6BB0585934}" presName="hSp" presStyleCnt="0"/>
      <dgm:spPr/>
    </dgm:pt>
    <dgm:pt modelId="{F0A325CD-CF06-419D-ADA9-C34045325C58}" type="pres">
      <dgm:prSet presAssocID="{4A8E1EB1-3B1E-4F97-AFB2-9EE5DCD98A63}" presName="vertFlow" presStyleCnt="0"/>
      <dgm:spPr/>
    </dgm:pt>
    <dgm:pt modelId="{DFE3EEF4-15FC-464A-BE5E-9E5A6BE4F1B6}" type="pres">
      <dgm:prSet presAssocID="{4A8E1EB1-3B1E-4F97-AFB2-9EE5DCD98A63}" presName="header" presStyleLbl="node1" presStyleIdx="1" presStyleCnt="5"/>
      <dgm:spPr/>
    </dgm:pt>
    <dgm:pt modelId="{55D24ED1-0971-4157-B934-11B8F0946C4B}" type="pres">
      <dgm:prSet presAssocID="{AB2972E3-71D2-4058-AAE5-9940052F46B6}" presName="parTrans" presStyleLbl="sibTrans2D1" presStyleIdx="3" presStyleCnt="15"/>
      <dgm:spPr/>
    </dgm:pt>
    <dgm:pt modelId="{71EC0D92-258E-4C57-9E75-7E1491062A5E}" type="pres">
      <dgm:prSet presAssocID="{40B44A92-9FC6-479C-9356-317752221097}" presName="child" presStyleLbl="alignAccFollowNode1" presStyleIdx="3" presStyleCnt="15">
        <dgm:presLayoutVars>
          <dgm:chMax val="0"/>
          <dgm:bulletEnabled val="1"/>
        </dgm:presLayoutVars>
      </dgm:prSet>
      <dgm:spPr/>
    </dgm:pt>
    <dgm:pt modelId="{1138952F-C699-4C1A-81C2-8BE4D9FEED24}" type="pres">
      <dgm:prSet presAssocID="{50D884D6-D750-4DEE-BCA0-AA8A9989F8E0}" presName="sibTrans" presStyleLbl="sibTrans2D1" presStyleIdx="4" presStyleCnt="15"/>
      <dgm:spPr/>
    </dgm:pt>
    <dgm:pt modelId="{29E675DD-239D-4941-99FA-FD89A0D0F4EC}" type="pres">
      <dgm:prSet presAssocID="{F4117BC7-9ADF-4E78-B5FE-37FD67AF57EA}" presName="child" presStyleLbl="alignAccFollowNode1" presStyleIdx="4" presStyleCnt="15">
        <dgm:presLayoutVars>
          <dgm:chMax val="0"/>
          <dgm:bulletEnabled val="1"/>
        </dgm:presLayoutVars>
      </dgm:prSet>
      <dgm:spPr/>
    </dgm:pt>
    <dgm:pt modelId="{4A8FD30D-E7EE-48E8-9F70-D2318A84350A}" type="pres">
      <dgm:prSet presAssocID="{28DC084E-8C68-4BC6-AB49-E9DD1BBB4AEB}" presName="sibTrans" presStyleLbl="sibTrans2D1" presStyleIdx="5" presStyleCnt="15"/>
      <dgm:spPr/>
    </dgm:pt>
    <dgm:pt modelId="{B624EFB1-3991-4F99-AAAD-82898130680F}" type="pres">
      <dgm:prSet presAssocID="{4CF1339A-8B57-4FFF-8527-0C845C5290E7}" presName="child" presStyleLbl="alignAccFollowNode1" presStyleIdx="5" presStyleCnt="15">
        <dgm:presLayoutVars>
          <dgm:chMax val="0"/>
          <dgm:bulletEnabled val="1"/>
        </dgm:presLayoutVars>
      </dgm:prSet>
      <dgm:spPr/>
    </dgm:pt>
    <dgm:pt modelId="{C35598B4-FD57-4EAF-820C-AB8420E61AA2}" type="pres">
      <dgm:prSet presAssocID="{4A8E1EB1-3B1E-4F97-AFB2-9EE5DCD98A63}" presName="hSp" presStyleCnt="0"/>
      <dgm:spPr/>
    </dgm:pt>
    <dgm:pt modelId="{7108D496-F412-43EE-914D-20F2036E506F}" type="pres">
      <dgm:prSet presAssocID="{92BCA309-56F9-41E0-BF03-7FB37D05665B}" presName="vertFlow" presStyleCnt="0"/>
      <dgm:spPr/>
    </dgm:pt>
    <dgm:pt modelId="{1845DFB9-9A79-4DBB-9902-CBAA5F531FC6}" type="pres">
      <dgm:prSet presAssocID="{92BCA309-56F9-41E0-BF03-7FB37D05665B}" presName="header" presStyleLbl="node1" presStyleIdx="2" presStyleCnt="5"/>
      <dgm:spPr/>
    </dgm:pt>
    <dgm:pt modelId="{98C6F6E8-B8C8-4B44-8F29-56BCB7DF3384}" type="pres">
      <dgm:prSet presAssocID="{19A8A0F3-87F4-49BB-AC5E-9C92F66E6CE7}" presName="parTrans" presStyleLbl="sibTrans2D1" presStyleIdx="6" presStyleCnt="15"/>
      <dgm:spPr/>
    </dgm:pt>
    <dgm:pt modelId="{B247835D-1267-40DB-83D8-DF0FF6559A9D}" type="pres">
      <dgm:prSet presAssocID="{81175C67-CFDB-4629-BA62-2720E68B8522}" presName="child" presStyleLbl="alignAccFollowNode1" presStyleIdx="6" presStyleCnt="15">
        <dgm:presLayoutVars>
          <dgm:chMax val="0"/>
          <dgm:bulletEnabled val="1"/>
        </dgm:presLayoutVars>
      </dgm:prSet>
      <dgm:spPr/>
    </dgm:pt>
    <dgm:pt modelId="{173929C5-3244-4C9E-93B2-BE48979FF030}" type="pres">
      <dgm:prSet presAssocID="{739A5633-145C-4DED-938A-40A5F2ACD20D}" presName="sibTrans" presStyleLbl="sibTrans2D1" presStyleIdx="7" presStyleCnt="15"/>
      <dgm:spPr/>
    </dgm:pt>
    <dgm:pt modelId="{89164BDC-6565-4661-8865-25A39757CE70}" type="pres">
      <dgm:prSet presAssocID="{BFAFD2C7-4F89-43C3-B8AB-BB6A0B9888B5}" presName="child" presStyleLbl="alignAccFollowNode1" presStyleIdx="7" presStyleCnt="15">
        <dgm:presLayoutVars>
          <dgm:chMax val="0"/>
          <dgm:bulletEnabled val="1"/>
        </dgm:presLayoutVars>
      </dgm:prSet>
      <dgm:spPr/>
    </dgm:pt>
    <dgm:pt modelId="{FACF71CA-0DD9-408D-9943-6409EB929971}" type="pres">
      <dgm:prSet presAssocID="{B0D6B1E4-82FB-42BD-A136-F84D848E2E32}" presName="sibTrans" presStyleLbl="sibTrans2D1" presStyleIdx="8" presStyleCnt="15"/>
      <dgm:spPr/>
    </dgm:pt>
    <dgm:pt modelId="{855FCBA8-B76C-48C5-96AF-FBE3DA4B948F}" type="pres">
      <dgm:prSet presAssocID="{8504BDDE-5E7A-402C-AA2E-D2F8BC196A15}" presName="child" presStyleLbl="alignAccFollowNode1" presStyleIdx="8" presStyleCnt="15">
        <dgm:presLayoutVars>
          <dgm:chMax val="0"/>
          <dgm:bulletEnabled val="1"/>
        </dgm:presLayoutVars>
      </dgm:prSet>
      <dgm:spPr/>
    </dgm:pt>
    <dgm:pt modelId="{CC248E68-D0A6-46A5-AB42-21B6F44BAD57}" type="pres">
      <dgm:prSet presAssocID="{92BCA309-56F9-41E0-BF03-7FB37D05665B}" presName="hSp" presStyleCnt="0"/>
      <dgm:spPr/>
    </dgm:pt>
    <dgm:pt modelId="{30E2726D-6410-4652-9190-01F4CCE82119}" type="pres">
      <dgm:prSet presAssocID="{16A9F0FE-FED0-4E10-8AD4-3C8B7C156DFB}" presName="vertFlow" presStyleCnt="0"/>
      <dgm:spPr/>
    </dgm:pt>
    <dgm:pt modelId="{4DA980DA-88CD-41A3-A781-5FB521E31D49}" type="pres">
      <dgm:prSet presAssocID="{16A9F0FE-FED0-4E10-8AD4-3C8B7C156DFB}" presName="header" presStyleLbl="node1" presStyleIdx="3" presStyleCnt="5"/>
      <dgm:spPr/>
    </dgm:pt>
    <dgm:pt modelId="{38E21ABB-368E-459E-B983-CF2F272EC38E}" type="pres">
      <dgm:prSet presAssocID="{4CAFBC55-ACDE-465C-9B28-0F0E07269E5C}" presName="parTrans" presStyleLbl="sibTrans2D1" presStyleIdx="9" presStyleCnt="15"/>
      <dgm:spPr/>
    </dgm:pt>
    <dgm:pt modelId="{D6676516-4101-4470-929C-D8074FE84942}" type="pres">
      <dgm:prSet presAssocID="{24BC48F2-F675-4CBD-BD50-A77097F904EA}" presName="child" presStyleLbl="alignAccFollowNode1" presStyleIdx="9" presStyleCnt="15">
        <dgm:presLayoutVars>
          <dgm:chMax val="0"/>
          <dgm:bulletEnabled val="1"/>
        </dgm:presLayoutVars>
      </dgm:prSet>
      <dgm:spPr/>
    </dgm:pt>
    <dgm:pt modelId="{04A1C55A-8129-43BA-9023-B15843D1D35C}" type="pres">
      <dgm:prSet presAssocID="{67B1DAD1-67F5-42D4-A7FD-D8AB627A1771}" presName="sibTrans" presStyleLbl="sibTrans2D1" presStyleIdx="10" presStyleCnt="15"/>
      <dgm:spPr/>
    </dgm:pt>
    <dgm:pt modelId="{62411042-0D47-4E8C-A3E1-993E4957D38A}" type="pres">
      <dgm:prSet presAssocID="{8DF40858-FFA4-4722-B3FA-7527C890B5D9}" presName="child" presStyleLbl="alignAccFollowNode1" presStyleIdx="10" presStyleCnt="15">
        <dgm:presLayoutVars>
          <dgm:chMax val="0"/>
          <dgm:bulletEnabled val="1"/>
        </dgm:presLayoutVars>
      </dgm:prSet>
      <dgm:spPr/>
    </dgm:pt>
    <dgm:pt modelId="{C8CBE69F-8006-450D-8102-7FFF49ECD1F0}" type="pres">
      <dgm:prSet presAssocID="{A905098A-6F80-4BD3-B362-68587065E1DD}" presName="sibTrans" presStyleLbl="sibTrans2D1" presStyleIdx="11" presStyleCnt="15"/>
      <dgm:spPr/>
    </dgm:pt>
    <dgm:pt modelId="{853EBE1A-EA19-40CE-89F9-A0026ADD3E6D}" type="pres">
      <dgm:prSet presAssocID="{08515D90-ACB8-4738-9E2C-F53D00AF58B5}" presName="child" presStyleLbl="alignAccFollowNode1" presStyleIdx="11" presStyleCnt="15">
        <dgm:presLayoutVars>
          <dgm:chMax val="0"/>
          <dgm:bulletEnabled val="1"/>
        </dgm:presLayoutVars>
      </dgm:prSet>
      <dgm:spPr/>
    </dgm:pt>
    <dgm:pt modelId="{A622FA85-AC6A-4BC9-B669-0B364AD542D1}" type="pres">
      <dgm:prSet presAssocID="{16A9F0FE-FED0-4E10-8AD4-3C8B7C156DFB}" presName="hSp" presStyleCnt="0"/>
      <dgm:spPr/>
    </dgm:pt>
    <dgm:pt modelId="{FBF9EB12-F358-4A89-9DCB-DA2FB97C8F4F}" type="pres">
      <dgm:prSet presAssocID="{AD3920B8-83A5-49F7-803F-B3A454B0465F}" presName="vertFlow" presStyleCnt="0"/>
      <dgm:spPr/>
    </dgm:pt>
    <dgm:pt modelId="{63FD2F72-F928-4016-BEA9-E4C602DBF7AF}" type="pres">
      <dgm:prSet presAssocID="{AD3920B8-83A5-49F7-803F-B3A454B0465F}" presName="header" presStyleLbl="node1" presStyleIdx="4" presStyleCnt="5"/>
      <dgm:spPr/>
    </dgm:pt>
    <dgm:pt modelId="{E6124E28-B67F-4C4D-82D3-34D03075A3BB}" type="pres">
      <dgm:prSet presAssocID="{63839161-B1B3-4602-845C-EA961FD6F6F5}" presName="parTrans" presStyleLbl="sibTrans2D1" presStyleIdx="12" presStyleCnt="15"/>
      <dgm:spPr/>
    </dgm:pt>
    <dgm:pt modelId="{E18008CB-7FE1-4EDE-A8E4-7A402B06C17A}" type="pres">
      <dgm:prSet presAssocID="{D486652D-F35F-40E2-B502-D3B81E1FC74A}" presName="child" presStyleLbl="alignAccFollowNode1" presStyleIdx="12" presStyleCnt="15">
        <dgm:presLayoutVars>
          <dgm:chMax val="0"/>
          <dgm:bulletEnabled val="1"/>
        </dgm:presLayoutVars>
      </dgm:prSet>
      <dgm:spPr/>
    </dgm:pt>
    <dgm:pt modelId="{7E81F263-F520-49E8-9B8F-1B0D930F429A}" type="pres">
      <dgm:prSet presAssocID="{7DAB287B-57B1-40ED-8D2D-8204B55B0B06}" presName="sibTrans" presStyleLbl="sibTrans2D1" presStyleIdx="13" presStyleCnt="15"/>
      <dgm:spPr/>
    </dgm:pt>
    <dgm:pt modelId="{9CB045F5-A5E3-4E51-BEFF-554265164B0F}" type="pres">
      <dgm:prSet presAssocID="{BBC4F7D2-FCFD-4787-A273-3561C93BE346}" presName="child" presStyleLbl="alignAccFollowNode1" presStyleIdx="13" presStyleCnt="15">
        <dgm:presLayoutVars>
          <dgm:chMax val="0"/>
          <dgm:bulletEnabled val="1"/>
        </dgm:presLayoutVars>
      </dgm:prSet>
      <dgm:spPr/>
    </dgm:pt>
    <dgm:pt modelId="{8CCD98DE-C21A-4FFE-96A3-0149BC7D4D99}" type="pres">
      <dgm:prSet presAssocID="{8623A5AB-9F24-45A3-AC47-EBF78445A3DA}" presName="sibTrans" presStyleLbl="sibTrans2D1" presStyleIdx="14" presStyleCnt="15"/>
      <dgm:spPr/>
    </dgm:pt>
    <dgm:pt modelId="{01E61B88-CF9C-4D74-ABE1-EA110A271184}" type="pres">
      <dgm:prSet presAssocID="{7F2684B8-698F-4997-AED9-172AFC7D5F9E}" presName="child" presStyleLbl="alignAccFollowNode1" presStyleIdx="14" presStyleCnt="15">
        <dgm:presLayoutVars>
          <dgm:chMax val="0"/>
          <dgm:bulletEnabled val="1"/>
        </dgm:presLayoutVars>
      </dgm:prSet>
      <dgm:spPr/>
    </dgm:pt>
  </dgm:ptLst>
  <dgm:cxnLst>
    <dgm:cxn modelId="{B6C91401-4C28-47CD-B49A-735CFB327620}" type="presOf" srcId="{A8665180-DDAB-45EA-A38F-B6901A617578}" destId="{46B23924-A657-408F-8D47-3E8A638F8229}" srcOrd="0" destOrd="0" presId="urn:microsoft.com/office/officeart/2005/8/layout/lProcess1"/>
    <dgm:cxn modelId="{5C6CA901-715B-43FE-B156-53447A6AD2F3}" srcId="{DE7B072D-6A1B-41EE-B6B9-05335681F2EB}" destId="{16A9F0FE-FED0-4E10-8AD4-3C8B7C156DFB}" srcOrd="3" destOrd="0" parTransId="{EB7A1A09-9F86-4490-8D92-8BDF94887972}" sibTransId="{8304BCF8-C1A5-4DE8-93C8-A83B26DA1D4D}"/>
    <dgm:cxn modelId="{E8B1410D-C403-4D49-A22C-0F89A6788233}" type="presOf" srcId="{8DF40858-FFA4-4722-B3FA-7527C890B5D9}" destId="{62411042-0D47-4E8C-A3E1-993E4957D38A}" srcOrd="0" destOrd="0" presId="urn:microsoft.com/office/officeart/2005/8/layout/lProcess1"/>
    <dgm:cxn modelId="{A13B1F17-C91A-4414-B9DF-D8EE7E068858}" type="presOf" srcId="{AB2972E3-71D2-4058-AAE5-9940052F46B6}" destId="{55D24ED1-0971-4157-B934-11B8F0946C4B}" srcOrd="0" destOrd="0" presId="urn:microsoft.com/office/officeart/2005/8/layout/lProcess1"/>
    <dgm:cxn modelId="{2DFD4017-785C-4A2A-BF56-1C64CA15BC93}" type="presOf" srcId="{8504BDDE-5E7A-402C-AA2E-D2F8BC196A15}" destId="{855FCBA8-B76C-48C5-96AF-FBE3DA4B948F}" srcOrd="0" destOrd="0" presId="urn:microsoft.com/office/officeart/2005/8/layout/lProcess1"/>
    <dgm:cxn modelId="{F2AE901B-5797-4D51-8083-2B81DA2E538F}" srcId="{16A9F0FE-FED0-4E10-8AD4-3C8B7C156DFB}" destId="{8DF40858-FFA4-4722-B3FA-7527C890B5D9}" srcOrd="1" destOrd="0" parTransId="{31988F8E-DC50-4F92-BECE-1127F02361AC}" sibTransId="{A905098A-6F80-4BD3-B362-68587065E1DD}"/>
    <dgm:cxn modelId="{44E7D21B-502D-4F26-BB12-29AADBA69B74}" srcId="{AD3920B8-83A5-49F7-803F-B3A454B0465F}" destId="{BBC4F7D2-FCFD-4787-A273-3561C93BE346}" srcOrd="1" destOrd="0" parTransId="{4E091910-BB5A-4328-A6AA-C1FC2890A893}" sibTransId="{8623A5AB-9F24-45A3-AC47-EBF78445A3DA}"/>
    <dgm:cxn modelId="{9FB01C22-29B9-4D2E-A279-C7C59B95FB58}" srcId="{AD3920B8-83A5-49F7-803F-B3A454B0465F}" destId="{7F2684B8-698F-4997-AED9-172AFC7D5F9E}" srcOrd="2" destOrd="0" parTransId="{5DC2E779-2903-4FFB-AFE4-3797C5924006}" sibTransId="{401DBCB8-A11D-4059-BCD1-D4F70A44797A}"/>
    <dgm:cxn modelId="{2E0FAA33-2FFF-4BC2-B522-C2AD361AACAA}" type="presOf" srcId="{50D884D6-D750-4DEE-BCA0-AA8A9989F8E0}" destId="{1138952F-C699-4C1A-81C2-8BE4D9FEED24}" srcOrd="0" destOrd="0" presId="urn:microsoft.com/office/officeart/2005/8/layout/lProcess1"/>
    <dgm:cxn modelId="{FE320434-A8E6-4753-8D2F-D5B1C6FFFDA4}" srcId="{4A8E1EB1-3B1E-4F97-AFB2-9EE5DCD98A63}" destId="{4CF1339A-8B57-4FFF-8527-0C845C5290E7}" srcOrd="2" destOrd="0" parTransId="{3D500C21-5C5E-4B6D-8B24-4DF96EA7F188}" sibTransId="{5F31271D-DADA-4C99-AF6D-218F0D13ECAD}"/>
    <dgm:cxn modelId="{C903EC36-52A9-4E7D-9E48-432381E22369}" type="presOf" srcId="{16A9F0FE-FED0-4E10-8AD4-3C8B7C156DFB}" destId="{4DA980DA-88CD-41A3-A781-5FB521E31D49}" srcOrd="0" destOrd="0" presId="urn:microsoft.com/office/officeart/2005/8/layout/lProcess1"/>
    <dgm:cxn modelId="{6FF87938-3D0F-4266-A09E-A3443EE7F66C}" srcId="{D866D47D-70B5-45C6-8B93-4B6BB0585934}" destId="{8D7BA837-94AA-4C6A-948E-5DBA0F9480E6}" srcOrd="1" destOrd="0" parTransId="{A9421A95-1F8D-4625-AFC0-062F74CDD919}" sibTransId="{A177C71E-F584-4B22-81C8-859A6C5B858E}"/>
    <dgm:cxn modelId="{D0073740-659D-417F-B56F-A283515529C9}" srcId="{AD3920B8-83A5-49F7-803F-B3A454B0465F}" destId="{D486652D-F35F-40E2-B502-D3B81E1FC74A}" srcOrd="0" destOrd="0" parTransId="{63839161-B1B3-4602-845C-EA961FD6F6F5}" sibTransId="{7DAB287B-57B1-40ED-8D2D-8204B55B0B06}"/>
    <dgm:cxn modelId="{92C44B5B-55D8-4602-BB7B-1185E74035E5}" type="presOf" srcId="{694F9750-EBE2-460F-8B06-4E938A3C741D}" destId="{7B04462A-B502-4D84-B4CF-2A78E903BBBB}" srcOrd="0" destOrd="0" presId="urn:microsoft.com/office/officeart/2005/8/layout/lProcess1"/>
    <dgm:cxn modelId="{3E6D8C5E-C530-4FA2-AAB8-56CFC03F0B8F}" type="presOf" srcId="{19A8A0F3-87F4-49BB-AC5E-9C92F66E6CE7}" destId="{98C6F6E8-B8C8-4B44-8F29-56BCB7DF3384}" srcOrd="0" destOrd="0" presId="urn:microsoft.com/office/officeart/2005/8/layout/lProcess1"/>
    <dgm:cxn modelId="{40063741-20AA-4D86-B87A-E8FB5D8A1D7B}" srcId="{D866D47D-70B5-45C6-8B93-4B6BB0585934}" destId="{F90E81F1-D2A8-485E-BE16-B3C6AD5739EF}" srcOrd="0" destOrd="0" parTransId="{694F9750-EBE2-460F-8B06-4E938A3C741D}" sibTransId="{E26DEA08-4E8E-4C01-A864-A27EF4EC0F24}"/>
    <dgm:cxn modelId="{56E34341-E43E-4CF4-AC81-7D31E97A1B55}" type="presOf" srcId="{7F2684B8-698F-4997-AED9-172AFC7D5F9E}" destId="{01E61B88-CF9C-4D74-ABE1-EA110A271184}" srcOrd="0" destOrd="0" presId="urn:microsoft.com/office/officeart/2005/8/layout/lProcess1"/>
    <dgm:cxn modelId="{21E46047-494D-4A9D-9F47-CF4FCCF7911F}" srcId="{4A8E1EB1-3B1E-4F97-AFB2-9EE5DCD98A63}" destId="{F4117BC7-9ADF-4E78-B5FE-37FD67AF57EA}" srcOrd="1" destOrd="0" parTransId="{2C588A21-E432-419B-B883-AE7A901D8512}" sibTransId="{28DC084E-8C68-4BC6-AB49-E9DD1BBB4AEB}"/>
    <dgm:cxn modelId="{934B2468-9BC1-4FA1-8397-46B0BDF11F14}" srcId="{92BCA309-56F9-41E0-BF03-7FB37D05665B}" destId="{81175C67-CFDB-4629-BA62-2720E68B8522}" srcOrd="0" destOrd="0" parTransId="{19A8A0F3-87F4-49BB-AC5E-9C92F66E6CE7}" sibTransId="{739A5633-145C-4DED-938A-40A5F2ACD20D}"/>
    <dgm:cxn modelId="{74214B68-1D8E-46C5-AD47-DAB31F4775D3}" srcId="{DE7B072D-6A1B-41EE-B6B9-05335681F2EB}" destId="{4A8E1EB1-3B1E-4F97-AFB2-9EE5DCD98A63}" srcOrd="1" destOrd="0" parTransId="{94DF235A-3E13-4168-9817-D9FD86087985}" sibTransId="{3142409F-440D-4955-B688-6E24ED675E52}"/>
    <dgm:cxn modelId="{56BE0F6A-F611-48A7-80F0-64263427FAF1}" type="presOf" srcId="{92BCA309-56F9-41E0-BF03-7FB37D05665B}" destId="{1845DFB9-9A79-4DBB-9902-CBAA5F531FC6}" srcOrd="0" destOrd="0" presId="urn:microsoft.com/office/officeart/2005/8/layout/lProcess1"/>
    <dgm:cxn modelId="{AD5E816A-FF7E-4B5A-A0C9-FC0E4A9F679B}" type="presOf" srcId="{AD3920B8-83A5-49F7-803F-B3A454B0465F}" destId="{63FD2F72-F928-4016-BEA9-E4C602DBF7AF}" srcOrd="0" destOrd="0" presId="urn:microsoft.com/office/officeart/2005/8/layout/lProcess1"/>
    <dgm:cxn modelId="{99EFF24B-56EE-4F28-A304-FD53B66B8D8E}" type="presOf" srcId="{A905098A-6F80-4BD3-B362-68587065E1DD}" destId="{C8CBE69F-8006-450D-8102-7FFF49ECD1F0}" srcOrd="0" destOrd="0" presId="urn:microsoft.com/office/officeart/2005/8/layout/lProcess1"/>
    <dgm:cxn modelId="{90B5E64E-0106-4CC3-9CAB-4A5E18A3FE23}" type="presOf" srcId="{739A5633-145C-4DED-938A-40A5F2ACD20D}" destId="{173929C5-3244-4C9E-93B2-BE48979FF030}" srcOrd="0" destOrd="0" presId="urn:microsoft.com/office/officeart/2005/8/layout/lProcess1"/>
    <dgm:cxn modelId="{66BCF871-1AF7-427D-BF10-EF62FAF21AB2}" type="presOf" srcId="{8D7BA837-94AA-4C6A-948E-5DBA0F9480E6}" destId="{083112F6-35BA-4285-8F6A-2132C5F78936}" srcOrd="0" destOrd="0" presId="urn:microsoft.com/office/officeart/2005/8/layout/lProcess1"/>
    <dgm:cxn modelId="{CCB70E74-4206-4D8F-8257-B5CF90F2174B}" type="presOf" srcId="{81175C67-CFDB-4629-BA62-2720E68B8522}" destId="{B247835D-1267-40DB-83D8-DF0FF6559A9D}" srcOrd="0" destOrd="0" presId="urn:microsoft.com/office/officeart/2005/8/layout/lProcess1"/>
    <dgm:cxn modelId="{1AF39D7D-D0F6-4BDC-9262-F51EB79B6F79}" type="presOf" srcId="{4CAFBC55-ACDE-465C-9B28-0F0E07269E5C}" destId="{38E21ABB-368E-459E-B983-CF2F272EC38E}" srcOrd="0" destOrd="0" presId="urn:microsoft.com/office/officeart/2005/8/layout/lProcess1"/>
    <dgm:cxn modelId="{1422D083-77DF-4BE6-A51B-723A2EA0892C}" type="presOf" srcId="{28DC084E-8C68-4BC6-AB49-E9DD1BBB4AEB}" destId="{4A8FD30D-E7EE-48E8-9F70-D2318A84350A}" srcOrd="0" destOrd="0" presId="urn:microsoft.com/office/officeart/2005/8/layout/lProcess1"/>
    <dgm:cxn modelId="{43B85884-A258-4302-9E35-2502B8834ADF}" type="presOf" srcId="{08515D90-ACB8-4738-9E2C-F53D00AF58B5}" destId="{853EBE1A-EA19-40CE-89F9-A0026ADD3E6D}" srcOrd="0" destOrd="0" presId="urn:microsoft.com/office/officeart/2005/8/layout/lProcess1"/>
    <dgm:cxn modelId="{24C2E492-CEA8-4ED2-9D1F-4689641B72AA}" type="presOf" srcId="{7DAB287B-57B1-40ED-8D2D-8204B55B0B06}" destId="{7E81F263-F520-49E8-9B8F-1B0D930F429A}" srcOrd="0" destOrd="0" presId="urn:microsoft.com/office/officeart/2005/8/layout/lProcess1"/>
    <dgm:cxn modelId="{36139D94-8B09-4977-9B1D-3CCC8054661B}" srcId="{DE7B072D-6A1B-41EE-B6B9-05335681F2EB}" destId="{92BCA309-56F9-41E0-BF03-7FB37D05665B}" srcOrd="2" destOrd="0" parTransId="{03B5DB7F-AA8D-4DA1-AB74-3A8BAFE0A234}" sibTransId="{B9D5E02F-25A4-4E29-9FF6-60B07F633E39}"/>
    <dgm:cxn modelId="{748DCB99-CEF8-4718-BE11-CC65553B3394}" type="presOf" srcId="{40B44A92-9FC6-479C-9356-317752221097}" destId="{71EC0D92-258E-4C57-9E75-7E1491062A5E}" srcOrd="0" destOrd="0" presId="urn:microsoft.com/office/officeart/2005/8/layout/lProcess1"/>
    <dgm:cxn modelId="{1D4D81A1-3AC2-4900-B1DF-628FCBEBCBE3}" type="presOf" srcId="{F4117BC7-9ADF-4E78-B5FE-37FD67AF57EA}" destId="{29E675DD-239D-4941-99FA-FD89A0D0F4EC}" srcOrd="0" destOrd="0" presId="urn:microsoft.com/office/officeart/2005/8/layout/lProcess1"/>
    <dgm:cxn modelId="{487CD4A2-DCEE-4D7A-A0B6-525433E846BD}" srcId="{16A9F0FE-FED0-4E10-8AD4-3C8B7C156DFB}" destId="{08515D90-ACB8-4738-9E2C-F53D00AF58B5}" srcOrd="2" destOrd="0" parTransId="{37707A25-6072-4D14-B821-41B0A4A0C998}" sibTransId="{CD65F965-4A08-46D2-AE65-2E1C2DF3F8DC}"/>
    <dgm:cxn modelId="{E974AEB1-F91B-4470-B00C-B2AB537E22C1}" type="presOf" srcId="{BFAFD2C7-4F89-43C3-B8AB-BB6A0B9888B5}" destId="{89164BDC-6565-4661-8865-25A39757CE70}" srcOrd="0" destOrd="0" presId="urn:microsoft.com/office/officeart/2005/8/layout/lProcess1"/>
    <dgm:cxn modelId="{A4FFB3B7-F774-4BB1-885D-357CE08E5FD2}" srcId="{DE7B072D-6A1B-41EE-B6B9-05335681F2EB}" destId="{AD3920B8-83A5-49F7-803F-B3A454B0465F}" srcOrd="4" destOrd="0" parTransId="{8D80C5A8-12F0-4783-8C2D-D5B6D85A5AF0}" sibTransId="{BC3C7944-F665-442C-8744-5EB7086CDF08}"/>
    <dgm:cxn modelId="{E9C31DBB-B994-4B87-8239-94685222002E}" srcId="{D866D47D-70B5-45C6-8B93-4B6BB0585934}" destId="{A8665180-DDAB-45EA-A38F-B6901A617578}" srcOrd="2" destOrd="0" parTransId="{2EA0B189-93AC-4DDC-8781-792CF062E47F}" sibTransId="{6116C1D4-CC94-4CBE-834C-9820CDFA3431}"/>
    <dgm:cxn modelId="{1DA36DBB-3CF8-49D3-B15B-254C9EC3338D}" type="presOf" srcId="{DE7B072D-6A1B-41EE-B6B9-05335681F2EB}" destId="{04739756-B663-44CD-A0D2-D5882C114139}" srcOrd="0" destOrd="0" presId="urn:microsoft.com/office/officeart/2005/8/layout/lProcess1"/>
    <dgm:cxn modelId="{1099DEBB-6048-4FAD-9C68-CA827DD4FA4C}" type="presOf" srcId="{D866D47D-70B5-45C6-8B93-4B6BB0585934}" destId="{1DFC3F95-3EE2-47A8-B758-056A4C08DC11}" srcOrd="0" destOrd="0" presId="urn:microsoft.com/office/officeart/2005/8/layout/lProcess1"/>
    <dgm:cxn modelId="{48BB6ABD-A7B7-47B1-BBCF-378888855B85}" type="presOf" srcId="{4A8E1EB1-3B1E-4F97-AFB2-9EE5DCD98A63}" destId="{DFE3EEF4-15FC-464A-BE5E-9E5A6BE4F1B6}" srcOrd="0" destOrd="0" presId="urn:microsoft.com/office/officeart/2005/8/layout/lProcess1"/>
    <dgm:cxn modelId="{86EE83BE-1B82-4484-9E32-0DC69EAE7049}" type="presOf" srcId="{4CF1339A-8B57-4FFF-8527-0C845C5290E7}" destId="{B624EFB1-3991-4F99-AAAD-82898130680F}" srcOrd="0" destOrd="0" presId="urn:microsoft.com/office/officeart/2005/8/layout/lProcess1"/>
    <dgm:cxn modelId="{EBCE22C4-645A-46DB-91D6-824C01A48366}" type="presOf" srcId="{67B1DAD1-67F5-42D4-A7FD-D8AB627A1771}" destId="{04A1C55A-8129-43BA-9023-B15843D1D35C}" srcOrd="0" destOrd="0" presId="urn:microsoft.com/office/officeart/2005/8/layout/lProcess1"/>
    <dgm:cxn modelId="{0784D1C9-11DA-4AF9-9E21-CA9C3C8E2956}" srcId="{4A8E1EB1-3B1E-4F97-AFB2-9EE5DCD98A63}" destId="{40B44A92-9FC6-479C-9356-317752221097}" srcOrd="0" destOrd="0" parTransId="{AB2972E3-71D2-4058-AAE5-9940052F46B6}" sibTransId="{50D884D6-D750-4DEE-BCA0-AA8A9989F8E0}"/>
    <dgm:cxn modelId="{869825CD-3BED-47E0-80F1-B0D549B1A886}" type="presOf" srcId="{B0D6B1E4-82FB-42BD-A136-F84D848E2E32}" destId="{FACF71CA-0DD9-408D-9943-6409EB929971}" srcOrd="0" destOrd="0" presId="urn:microsoft.com/office/officeart/2005/8/layout/lProcess1"/>
    <dgm:cxn modelId="{D93E40CD-1364-4914-A940-BF8530154E9B}" type="presOf" srcId="{63839161-B1B3-4602-845C-EA961FD6F6F5}" destId="{E6124E28-B67F-4C4D-82D3-34D03075A3BB}" srcOrd="0" destOrd="0" presId="urn:microsoft.com/office/officeart/2005/8/layout/lProcess1"/>
    <dgm:cxn modelId="{1B8D5DD0-F68D-417E-8B18-F7C2ABB3F0FE}" srcId="{92BCA309-56F9-41E0-BF03-7FB37D05665B}" destId="{8504BDDE-5E7A-402C-AA2E-D2F8BC196A15}" srcOrd="2" destOrd="0" parTransId="{5B193097-F67D-417C-A5DC-341C9A978740}" sibTransId="{F4AD3081-CCFA-4CD3-868F-79DC7C33154C}"/>
    <dgm:cxn modelId="{0A6F44D0-919B-4FDB-B3E2-14CECB98FB86}" type="presOf" srcId="{D486652D-F35F-40E2-B502-D3B81E1FC74A}" destId="{E18008CB-7FE1-4EDE-A8E4-7A402B06C17A}" srcOrd="0" destOrd="0" presId="urn:microsoft.com/office/officeart/2005/8/layout/lProcess1"/>
    <dgm:cxn modelId="{FB98F6D5-F85A-4948-9F36-08C993F5CF65}" type="presOf" srcId="{E26DEA08-4E8E-4C01-A864-A27EF4EC0F24}" destId="{09F99DF3-CC87-4E0D-909D-9BA1EE9EF522}" srcOrd="0" destOrd="0" presId="urn:microsoft.com/office/officeart/2005/8/layout/lProcess1"/>
    <dgm:cxn modelId="{A28B5DDC-B7E1-4F20-AE9A-507C7D7DF232}" type="presOf" srcId="{F90E81F1-D2A8-485E-BE16-B3C6AD5739EF}" destId="{A8FA58B3-D73A-4B64-A21C-D9461BD66ACE}" srcOrd="0" destOrd="0" presId="urn:microsoft.com/office/officeart/2005/8/layout/lProcess1"/>
    <dgm:cxn modelId="{973ED5DC-C22D-4CAC-8273-8E547836712D}" type="presOf" srcId="{8623A5AB-9F24-45A3-AC47-EBF78445A3DA}" destId="{8CCD98DE-C21A-4FFE-96A3-0149BC7D4D99}" srcOrd="0" destOrd="0" presId="urn:microsoft.com/office/officeart/2005/8/layout/lProcess1"/>
    <dgm:cxn modelId="{3EC08BE2-996B-428E-899C-33DF1023E74C}" type="presOf" srcId="{BBC4F7D2-FCFD-4787-A273-3561C93BE346}" destId="{9CB045F5-A5E3-4E51-BEFF-554265164B0F}" srcOrd="0" destOrd="0" presId="urn:microsoft.com/office/officeart/2005/8/layout/lProcess1"/>
    <dgm:cxn modelId="{EF1ECBE3-07DD-41ED-909F-EDB4A634E9AF}" type="presOf" srcId="{A177C71E-F584-4B22-81C8-859A6C5B858E}" destId="{ADF61F71-8E6D-4BB5-AEED-B5F85B9B2939}" srcOrd="0" destOrd="0" presId="urn:microsoft.com/office/officeart/2005/8/layout/lProcess1"/>
    <dgm:cxn modelId="{7764D4E3-B5C1-44F2-9211-45B5DE59456F}" srcId="{16A9F0FE-FED0-4E10-8AD4-3C8B7C156DFB}" destId="{24BC48F2-F675-4CBD-BD50-A77097F904EA}" srcOrd="0" destOrd="0" parTransId="{4CAFBC55-ACDE-465C-9B28-0F0E07269E5C}" sibTransId="{67B1DAD1-67F5-42D4-A7FD-D8AB627A1771}"/>
    <dgm:cxn modelId="{2CEEF6E9-638F-46D4-AE2F-44D1EFCC2BA4}" srcId="{DE7B072D-6A1B-41EE-B6B9-05335681F2EB}" destId="{D866D47D-70B5-45C6-8B93-4B6BB0585934}" srcOrd="0" destOrd="0" parTransId="{8FC216CF-F5B0-4142-8784-8B9D7940B1CA}" sibTransId="{97E6BDC3-8D78-4AA3-BE44-3992A7CC8307}"/>
    <dgm:cxn modelId="{5EC427EB-80DB-4ADD-B7B3-F5D1425F5331}" type="presOf" srcId="{24BC48F2-F675-4CBD-BD50-A77097F904EA}" destId="{D6676516-4101-4470-929C-D8074FE84942}" srcOrd="0" destOrd="0" presId="urn:microsoft.com/office/officeart/2005/8/layout/lProcess1"/>
    <dgm:cxn modelId="{41F12AF6-6959-47BC-9B4B-74255A1383F7}" srcId="{92BCA309-56F9-41E0-BF03-7FB37D05665B}" destId="{BFAFD2C7-4F89-43C3-B8AB-BB6A0B9888B5}" srcOrd="1" destOrd="0" parTransId="{1E834F58-B950-4EA0-B0F4-341B89D531D5}" sibTransId="{B0D6B1E4-82FB-42BD-A136-F84D848E2E32}"/>
    <dgm:cxn modelId="{BBE578E0-E771-4D2E-9041-E5AC80C1367C}" type="presParOf" srcId="{04739756-B663-44CD-A0D2-D5882C114139}" destId="{A1EB7B52-D29E-4007-A935-CD3EA794B7B5}" srcOrd="0" destOrd="0" presId="urn:microsoft.com/office/officeart/2005/8/layout/lProcess1"/>
    <dgm:cxn modelId="{D51539E7-DD89-4792-AF4D-BBC43FFC6227}" type="presParOf" srcId="{A1EB7B52-D29E-4007-A935-CD3EA794B7B5}" destId="{1DFC3F95-3EE2-47A8-B758-056A4C08DC11}" srcOrd="0" destOrd="0" presId="urn:microsoft.com/office/officeart/2005/8/layout/lProcess1"/>
    <dgm:cxn modelId="{112AB5D8-1739-4BBC-9242-5AB1DFCB5F23}" type="presParOf" srcId="{A1EB7B52-D29E-4007-A935-CD3EA794B7B5}" destId="{7B04462A-B502-4D84-B4CF-2A78E903BBBB}" srcOrd="1" destOrd="0" presId="urn:microsoft.com/office/officeart/2005/8/layout/lProcess1"/>
    <dgm:cxn modelId="{A264B617-1720-4618-A3BB-4773B4A1462D}" type="presParOf" srcId="{A1EB7B52-D29E-4007-A935-CD3EA794B7B5}" destId="{A8FA58B3-D73A-4B64-A21C-D9461BD66ACE}" srcOrd="2" destOrd="0" presId="urn:microsoft.com/office/officeart/2005/8/layout/lProcess1"/>
    <dgm:cxn modelId="{74642086-B8CB-4B69-8BB8-DCF33EC04A40}" type="presParOf" srcId="{A1EB7B52-D29E-4007-A935-CD3EA794B7B5}" destId="{09F99DF3-CC87-4E0D-909D-9BA1EE9EF522}" srcOrd="3" destOrd="0" presId="urn:microsoft.com/office/officeart/2005/8/layout/lProcess1"/>
    <dgm:cxn modelId="{A541994F-6DDF-4D9A-A2AC-29BC88ADA4A4}" type="presParOf" srcId="{A1EB7B52-D29E-4007-A935-CD3EA794B7B5}" destId="{083112F6-35BA-4285-8F6A-2132C5F78936}" srcOrd="4" destOrd="0" presId="urn:microsoft.com/office/officeart/2005/8/layout/lProcess1"/>
    <dgm:cxn modelId="{750FE7AD-E309-45A9-B782-E4299C28A0FB}" type="presParOf" srcId="{A1EB7B52-D29E-4007-A935-CD3EA794B7B5}" destId="{ADF61F71-8E6D-4BB5-AEED-B5F85B9B2939}" srcOrd="5" destOrd="0" presId="urn:microsoft.com/office/officeart/2005/8/layout/lProcess1"/>
    <dgm:cxn modelId="{B5F33702-5A9C-4FD3-BE90-54A1A78D1973}" type="presParOf" srcId="{A1EB7B52-D29E-4007-A935-CD3EA794B7B5}" destId="{46B23924-A657-408F-8D47-3E8A638F8229}" srcOrd="6" destOrd="0" presId="urn:microsoft.com/office/officeart/2005/8/layout/lProcess1"/>
    <dgm:cxn modelId="{A756185F-A05B-4DDF-A344-5FFE012FDC51}" type="presParOf" srcId="{04739756-B663-44CD-A0D2-D5882C114139}" destId="{3A227E14-DBC3-4090-8FE3-3BFB7371AB9E}" srcOrd="1" destOrd="0" presId="urn:microsoft.com/office/officeart/2005/8/layout/lProcess1"/>
    <dgm:cxn modelId="{FE0BC6E8-CBDC-4713-B715-E82D65DC492C}" type="presParOf" srcId="{04739756-B663-44CD-A0D2-D5882C114139}" destId="{F0A325CD-CF06-419D-ADA9-C34045325C58}" srcOrd="2" destOrd="0" presId="urn:microsoft.com/office/officeart/2005/8/layout/lProcess1"/>
    <dgm:cxn modelId="{598618B0-4065-4B3B-889A-E1E7A813AFF4}" type="presParOf" srcId="{F0A325CD-CF06-419D-ADA9-C34045325C58}" destId="{DFE3EEF4-15FC-464A-BE5E-9E5A6BE4F1B6}" srcOrd="0" destOrd="0" presId="urn:microsoft.com/office/officeart/2005/8/layout/lProcess1"/>
    <dgm:cxn modelId="{E4C59589-5566-474E-B82B-8080F9E8B53F}" type="presParOf" srcId="{F0A325CD-CF06-419D-ADA9-C34045325C58}" destId="{55D24ED1-0971-4157-B934-11B8F0946C4B}" srcOrd="1" destOrd="0" presId="urn:microsoft.com/office/officeart/2005/8/layout/lProcess1"/>
    <dgm:cxn modelId="{D6F75839-01C2-48C6-9240-E262347C53F2}" type="presParOf" srcId="{F0A325CD-CF06-419D-ADA9-C34045325C58}" destId="{71EC0D92-258E-4C57-9E75-7E1491062A5E}" srcOrd="2" destOrd="0" presId="urn:microsoft.com/office/officeart/2005/8/layout/lProcess1"/>
    <dgm:cxn modelId="{97494FC9-EDD6-4775-97F2-1BB75042569C}" type="presParOf" srcId="{F0A325CD-CF06-419D-ADA9-C34045325C58}" destId="{1138952F-C699-4C1A-81C2-8BE4D9FEED24}" srcOrd="3" destOrd="0" presId="urn:microsoft.com/office/officeart/2005/8/layout/lProcess1"/>
    <dgm:cxn modelId="{EAFB482D-926C-4979-A0EB-6061ED6474C1}" type="presParOf" srcId="{F0A325CD-CF06-419D-ADA9-C34045325C58}" destId="{29E675DD-239D-4941-99FA-FD89A0D0F4EC}" srcOrd="4" destOrd="0" presId="urn:microsoft.com/office/officeart/2005/8/layout/lProcess1"/>
    <dgm:cxn modelId="{13115235-2E82-4201-A538-5ADD7901E8BC}" type="presParOf" srcId="{F0A325CD-CF06-419D-ADA9-C34045325C58}" destId="{4A8FD30D-E7EE-48E8-9F70-D2318A84350A}" srcOrd="5" destOrd="0" presId="urn:microsoft.com/office/officeart/2005/8/layout/lProcess1"/>
    <dgm:cxn modelId="{A9B80967-6437-4093-BDFD-A1151B680F28}" type="presParOf" srcId="{F0A325CD-CF06-419D-ADA9-C34045325C58}" destId="{B624EFB1-3991-4F99-AAAD-82898130680F}" srcOrd="6" destOrd="0" presId="urn:microsoft.com/office/officeart/2005/8/layout/lProcess1"/>
    <dgm:cxn modelId="{4E2E26CB-8DD8-430A-B9A2-8DF3CB5A6080}" type="presParOf" srcId="{04739756-B663-44CD-A0D2-D5882C114139}" destId="{C35598B4-FD57-4EAF-820C-AB8420E61AA2}" srcOrd="3" destOrd="0" presId="urn:microsoft.com/office/officeart/2005/8/layout/lProcess1"/>
    <dgm:cxn modelId="{DF4B7146-32E4-4CD7-82BD-EB651BA0CE18}" type="presParOf" srcId="{04739756-B663-44CD-A0D2-D5882C114139}" destId="{7108D496-F412-43EE-914D-20F2036E506F}" srcOrd="4" destOrd="0" presId="urn:microsoft.com/office/officeart/2005/8/layout/lProcess1"/>
    <dgm:cxn modelId="{A8FFDA85-05B1-4A7E-A3FF-3E52FC59C50D}" type="presParOf" srcId="{7108D496-F412-43EE-914D-20F2036E506F}" destId="{1845DFB9-9A79-4DBB-9902-CBAA5F531FC6}" srcOrd="0" destOrd="0" presId="urn:microsoft.com/office/officeart/2005/8/layout/lProcess1"/>
    <dgm:cxn modelId="{02749D7F-6A54-463E-B91F-75236F2D0B66}" type="presParOf" srcId="{7108D496-F412-43EE-914D-20F2036E506F}" destId="{98C6F6E8-B8C8-4B44-8F29-56BCB7DF3384}" srcOrd="1" destOrd="0" presId="urn:microsoft.com/office/officeart/2005/8/layout/lProcess1"/>
    <dgm:cxn modelId="{87A27369-5B21-44DD-8008-67C141312FEF}" type="presParOf" srcId="{7108D496-F412-43EE-914D-20F2036E506F}" destId="{B247835D-1267-40DB-83D8-DF0FF6559A9D}" srcOrd="2" destOrd="0" presId="urn:microsoft.com/office/officeart/2005/8/layout/lProcess1"/>
    <dgm:cxn modelId="{F3C9E1C7-B7AD-4563-AAFF-4D1A40294755}" type="presParOf" srcId="{7108D496-F412-43EE-914D-20F2036E506F}" destId="{173929C5-3244-4C9E-93B2-BE48979FF030}" srcOrd="3" destOrd="0" presId="urn:microsoft.com/office/officeart/2005/8/layout/lProcess1"/>
    <dgm:cxn modelId="{20ACA90C-7C77-4435-94D2-0E1FA24B1EA4}" type="presParOf" srcId="{7108D496-F412-43EE-914D-20F2036E506F}" destId="{89164BDC-6565-4661-8865-25A39757CE70}" srcOrd="4" destOrd="0" presId="urn:microsoft.com/office/officeart/2005/8/layout/lProcess1"/>
    <dgm:cxn modelId="{E906353E-50DA-485B-87E0-59291E4B9B1C}" type="presParOf" srcId="{7108D496-F412-43EE-914D-20F2036E506F}" destId="{FACF71CA-0DD9-408D-9943-6409EB929971}" srcOrd="5" destOrd="0" presId="urn:microsoft.com/office/officeart/2005/8/layout/lProcess1"/>
    <dgm:cxn modelId="{2CD92A98-0FC0-4EF5-8BAC-B78F39EB4800}" type="presParOf" srcId="{7108D496-F412-43EE-914D-20F2036E506F}" destId="{855FCBA8-B76C-48C5-96AF-FBE3DA4B948F}" srcOrd="6" destOrd="0" presId="urn:microsoft.com/office/officeart/2005/8/layout/lProcess1"/>
    <dgm:cxn modelId="{4DE791BA-BEEE-44C9-AD15-0CD8B0330D88}" type="presParOf" srcId="{04739756-B663-44CD-A0D2-D5882C114139}" destId="{CC248E68-D0A6-46A5-AB42-21B6F44BAD57}" srcOrd="5" destOrd="0" presId="urn:microsoft.com/office/officeart/2005/8/layout/lProcess1"/>
    <dgm:cxn modelId="{F28039E3-8FC0-41C9-8FBA-CD1722321156}" type="presParOf" srcId="{04739756-B663-44CD-A0D2-D5882C114139}" destId="{30E2726D-6410-4652-9190-01F4CCE82119}" srcOrd="6" destOrd="0" presId="urn:microsoft.com/office/officeart/2005/8/layout/lProcess1"/>
    <dgm:cxn modelId="{9A8C6C8F-7E9A-47FC-BF40-F79C68EA5DA1}" type="presParOf" srcId="{30E2726D-6410-4652-9190-01F4CCE82119}" destId="{4DA980DA-88CD-41A3-A781-5FB521E31D49}" srcOrd="0" destOrd="0" presId="urn:microsoft.com/office/officeart/2005/8/layout/lProcess1"/>
    <dgm:cxn modelId="{77FBF615-DBA0-4609-B2DA-DD717157890F}" type="presParOf" srcId="{30E2726D-6410-4652-9190-01F4CCE82119}" destId="{38E21ABB-368E-459E-B983-CF2F272EC38E}" srcOrd="1" destOrd="0" presId="urn:microsoft.com/office/officeart/2005/8/layout/lProcess1"/>
    <dgm:cxn modelId="{1B4B7A36-2FCD-4681-A724-052257B2688A}" type="presParOf" srcId="{30E2726D-6410-4652-9190-01F4CCE82119}" destId="{D6676516-4101-4470-929C-D8074FE84942}" srcOrd="2" destOrd="0" presId="urn:microsoft.com/office/officeart/2005/8/layout/lProcess1"/>
    <dgm:cxn modelId="{AAF164B1-E983-4076-9B47-D1543B040FEB}" type="presParOf" srcId="{30E2726D-6410-4652-9190-01F4CCE82119}" destId="{04A1C55A-8129-43BA-9023-B15843D1D35C}" srcOrd="3" destOrd="0" presId="urn:microsoft.com/office/officeart/2005/8/layout/lProcess1"/>
    <dgm:cxn modelId="{FD9943BB-1C52-4194-8207-EB2C332F0E5E}" type="presParOf" srcId="{30E2726D-6410-4652-9190-01F4CCE82119}" destId="{62411042-0D47-4E8C-A3E1-993E4957D38A}" srcOrd="4" destOrd="0" presId="urn:microsoft.com/office/officeart/2005/8/layout/lProcess1"/>
    <dgm:cxn modelId="{99AA34D0-D55A-436E-B8CD-9CA4EF5A687C}" type="presParOf" srcId="{30E2726D-6410-4652-9190-01F4CCE82119}" destId="{C8CBE69F-8006-450D-8102-7FFF49ECD1F0}" srcOrd="5" destOrd="0" presId="urn:microsoft.com/office/officeart/2005/8/layout/lProcess1"/>
    <dgm:cxn modelId="{105BCA17-F13F-4474-B380-4D110BB6FC25}" type="presParOf" srcId="{30E2726D-6410-4652-9190-01F4CCE82119}" destId="{853EBE1A-EA19-40CE-89F9-A0026ADD3E6D}" srcOrd="6" destOrd="0" presId="urn:microsoft.com/office/officeart/2005/8/layout/lProcess1"/>
    <dgm:cxn modelId="{954D73F3-BA0C-409C-A514-3FAE4318C896}" type="presParOf" srcId="{04739756-B663-44CD-A0D2-D5882C114139}" destId="{A622FA85-AC6A-4BC9-B669-0B364AD542D1}" srcOrd="7" destOrd="0" presId="urn:microsoft.com/office/officeart/2005/8/layout/lProcess1"/>
    <dgm:cxn modelId="{DEFC8DD5-C713-4A92-9ECF-03EF86030AED}" type="presParOf" srcId="{04739756-B663-44CD-A0D2-D5882C114139}" destId="{FBF9EB12-F358-4A89-9DCB-DA2FB97C8F4F}" srcOrd="8" destOrd="0" presId="urn:microsoft.com/office/officeart/2005/8/layout/lProcess1"/>
    <dgm:cxn modelId="{CCE4B862-BD3F-4133-8B04-F35FDA242C25}" type="presParOf" srcId="{FBF9EB12-F358-4A89-9DCB-DA2FB97C8F4F}" destId="{63FD2F72-F928-4016-BEA9-E4C602DBF7AF}" srcOrd="0" destOrd="0" presId="urn:microsoft.com/office/officeart/2005/8/layout/lProcess1"/>
    <dgm:cxn modelId="{26528D9D-5D32-44D0-819A-ECF51BCB3083}" type="presParOf" srcId="{FBF9EB12-F358-4A89-9DCB-DA2FB97C8F4F}" destId="{E6124E28-B67F-4C4D-82D3-34D03075A3BB}" srcOrd="1" destOrd="0" presId="urn:microsoft.com/office/officeart/2005/8/layout/lProcess1"/>
    <dgm:cxn modelId="{44FCC454-41E7-4984-977E-0C3527424C5B}" type="presParOf" srcId="{FBF9EB12-F358-4A89-9DCB-DA2FB97C8F4F}" destId="{E18008CB-7FE1-4EDE-A8E4-7A402B06C17A}" srcOrd="2" destOrd="0" presId="urn:microsoft.com/office/officeart/2005/8/layout/lProcess1"/>
    <dgm:cxn modelId="{CA2B4153-CB99-4BB6-9EE1-8D26237C5952}" type="presParOf" srcId="{FBF9EB12-F358-4A89-9DCB-DA2FB97C8F4F}" destId="{7E81F263-F520-49E8-9B8F-1B0D930F429A}" srcOrd="3" destOrd="0" presId="urn:microsoft.com/office/officeart/2005/8/layout/lProcess1"/>
    <dgm:cxn modelId="{D8B85969-CCFD-4257-9FC0-164A8B756058}" type="presParOf" srcId="{FBF9EB12-F358-4A89-9DCB-DA2FB97C8F4F}" destId="{9CB045F5-A5E3-4E51-BEFF-554265164B0F}" srcOrd="4" destOrd="0" presId="urn:microsoft.com/office/officeart/2005/8/layout/lProcess1"/>
    <dgm:cxn modelId="{211032E4-0BD6-4D4B-9E20-0054A78EBEF5}" type="presParOf" srcId="{FBF9EB12-F358-4A89-9DCB-DA2FB97C8F4F}" destId="{8CCD98DE-C21A-4FFE-96A3-0149BC7D4D99}" srcOrd="5" destOrd="0" presId="urn:microsoft.com/office/officeart/2005/8/layout/lProcess1"/>
    <dgm:cxn modelId="{EDF04F35-80EA-4415-9794-3DA7F1DA6D18}" type="presParOf" srcId="{FBF9EB12-F358-4A89-9DCB-DA2FB97C8F4F}" destId="{01E61B88-CF9C-4D74-ABE1-EA110A271184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4D864D-8FEE-45CA-BB59-FFA89ADD2C5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C30CB6-E6D7-433E-8B42-8CA1151485C9}">
      <dgm:prSet/>
      <dgm:spPr/>
      <dgm:t>
        <a:bodyPr/>
        <a:lstStyle/>
        <a:p>
          <a:r>
            <a:rPr lang="en-US" dirty="0"/>
            <a:t>Miniaturization </a:t>
          </a:r>
        </a:p>
      </dgm:t>
    </dgm:pt>
    <dgm:pt modelId="{28A8EBBD-6206-4C10-99DA-FDBB52B6B6DE}" type="parTrans" cxnId="{44C6B907-A002-48BA-892C-B371BAE3E30D}">
      <dgm:prSet/>
      <dgm:spPr/>
      <dgm:t>
        <a:bodyPr/>
        <a:lstStyle/>
        <a:p>
          <a:endParaRPr lang="en-US"/>
        </a:p>
      </dgm:t>
    </dgm:pt>
    <dgm:pt modelId="{7F28B22B-6ECA-46CE-9266-735547623746}" type="sibTrans" cxnId="{44C6B907-A002-48BA-892C-B371BAE3E30D}">
      <dgm:prSet/>
      <dgm:spPr/>
      <dgm:t>
        <a:bodyPr/>
        <a:lstStyle/>
        <a:p>
          <a:endParaRPr lang="en-US"/>
        </a:p>
      </dgm:t>
    </dgm:pt>
    <dgm:pt modelId="{37C299D8-F016-4018-A516-1035587D71F9}">
      <dgm:prSet/>
      <dgm:spPr/>
      <dgm:t>
        <a:bodyPr/>
        <a:lstStyle/>
        <a:p>
          <a:r>
            <a:rPr lang="en-US" dirty="0"/>
            <a:t>Connectivity</a:t>
          </a:r>
        </a:p>
      </dgm:t>
    </dgm:pt>
    <dgm:pt modelId="{114A49C3-A002-4CC9-9063-2FE2EC1320AF}" type="parTrans" cxnId="{816816CC-6572-4253-9F76-83D4F08CF5EC}">
      <dgm:prSet/>
      <dgm:spPr/>
      <dgm:t>
        <a:bodyPr/>
        <a:lstStyle/>
        <a:p>
          <a:endParaRPr lang="en-US"/>
        </a:p>
      </dgm:t>
    </dgm:pt>
    <dgm:pt modelId="{230303B8-65A1-4F32-B69C-13F19EA05C18}" type="sibTrans" cxnId="{816816CC-6572-4253-9F76-83D4F08CF5EC}">
      <dgm:prSet/>
      <dgm:spPr/>
      <dgm:t>
        <a:bodyPr/>
        <a:lstStyle/>
        <a:p>
          <a:endParaRPr lang="en-US"/>
        </a:p>
      </dgm:t>
    </dgm:pt>
    <dgm:pt modelId="{350D790B-A072-47E4-B48C-70DE3AEDE07A}">
      <dgm:prSet/>
      <dgm:spPr/>
      <dgm:t>
        <a:bodyPr/>
        <a:lstStyle/>
        <a:p>
          <a:r>
            <a:rPr lang="en-US" dirty="0"/>
            <a:t>Advanced power sources</a:t>
          </a:r>
        </a:p>
      </dgm:t>
    </dgm:pt>
    <dgm:pt modelId="{2BB309E3-2681-4CE7-BD29-93AE910F99E1}" type="parTrans" cxnId="{1A235301-6F80-44CF-A86E-25D332BF9663}">
      <dgm:prSet/>
      <dgm:spPr/>
      <dgm:t>
        <a:bodyPr/>
        <a:lstStyle/>
        <a:p>
          <a:endParaRPr lang="en-US"/>
        </a:p>
      </dgm:t>
    </dgm:pt>
    <dgm:pt modelId="{7725558E-CF5A-4C5B-BBB2-A8BA97F4275B}" type="sibTrans" cxnId="{1A235301-6F80-44CF-A86E-25D332BF9663}">
      <dgm:prSet/>
      <dgm:spPr/>
      <dgm:t>
        <a:bodyPr/>
        <a:lstStyle/>
        <a:p>
          <a:endParaRPr lang="en-US"/>
        </a:p>
      </dgm:t>
    </dgm:pt>
    <dgm:pt modelId="{C325092E-ECAF-449F-98E9-9AAF12DC82F8}">
      <dgm:prSet/>
      <dgm:spPr/>
      <dgm:t>
        <a:bodyPr/>
        <a:lstStyle/>
        <a:p>
          <a:r>
            <a:rPr lang="en-US" dirty="0"/>
            <a:t>Inexpensive parts</a:t>
          </a:r>
        </a:p>
      </dgm:t>
    </dgm:pt>
    <dgm:pt modelId="{529814D5-7DE9-485D-BDC7-6636EDAFA429}" type="parTrans" cxnId="{FEB3CED1-0486-4992-9424-1476E57EDF24}">
      <dgm:prSet/>
      <dgm:spPr/>
      <dgm:t>
        <a:bodyPr/>
        <a:lstStyle/>
        <a:p>
          <a:endParaRPr lang="en-US"/>
        </a:p>
      </dgm:t>
    </dgm:pt>
    <dgm:pt modelId="{FF00465A-E839-4D02-A3CC-4FE3E81040F3}" type="sibTrans" cxnId="{FEB3CED1-0486-4992-9424-1476E57EDF24}">
      <dgm:prSet/>
      <dgm:spPr/>
      <dgm:t>
        <a:bodyPr/>
        <a:lstStyle/>
        <a:p>
          <a:endParaRPr lang="en-US"/>
        </a:p>
      </dgm:t>
    </dgm:pt>
    <dgm:pt modelId="{15BE5CE1-0DB4-4E12-9046-50606D023C02}">
      <dgm:prSet/>
      <dgm:spPr/>
      <dgm:t>
        <a:bodyPr/>
        <a:lstStyle/>
        <a:p>
          <a:r>
            <a:rPr lang="en-US" dirty="0"/>
            <a:t>Cloud-based processing</a:t>
          </a:r>
        </a:p>
      </dgm:t>
    </dgm:pt>
    <dgm:pt modelId="{ADCC79D8-C439-4FE9-9EC5-9E5F4DC89D83}" type="parTrans" cxnId="{0D3979DF-F9FA-4863-AEF9-0C96160D3C5F}">
      <dgm:prSet/>
      <dgm:spPr/>
      <dgm:t>
        <a:bodyPr/>
        <a:lstStyle/>
        <a:p>
          <a:endParaRPr lang="en-US"/>
        </a:p>
      </dgm:t>
    </dgm:pt>
    <dgm:pt modelId="{1FD62879-EC21-4620-936B-35023FCD825F}" type="sibTrans" cxnId="{0D3979DF-F9FA-4863-AEF9-0C96160D3C5F}">
      <dgm:prSet/>
      <dgm:spPr/>
      <dgm:t>
        <a:bodyPr/>
        <a:lstStyle/>
        <a:p>
          <a:endParaRPr lang="en-US"/>
        </a:p>
      </dgm:t>
    </dgm:pt>
    <dgm:pt modelId="{EA1A01E5-11A3-451F-BC51-3439344A8BB8}">
      <dgm:prSet/>
      <dgm:spPr/>
      <dgm:t>
        <a:bodyPr/>
        <a:lstStyle/>
        <a:p>
          <a:r>
            <a:rPr lang="en-US" dirty="0"/>
            <a:t>Ubiquitous computing</a:t>
          </a:r>
        </a:p>
      </dgm:t>
    </dgm:pt>
    <dgm:pt modelId="{5CBC1302-3EA3-4E59-BC02-D6EC8163054B}" type="parTrans" cxnId="{004408C6-8258-4D52-86BB-C6F556441378}">
      <dgm:prSet/>
      <dgm:spPr/>
      <dgm:t>
        <a:bodyPr/>
        <a:lstStyle/>
        <a:p>
          <a:endParaRPr lang="en-US"/>
        </a:p>
      </dgm:t>
    </dgm:pt>
    <dgm:pt modelId="{DAE5B1DB-ABEF-479F-917C-F27CA2F3425E}" type="sibTrans" cxnId="{004408C6-8258-4D52-86BB-C6F556441378}">
      <dgm:prSet/>
      <dgm:spPr/>
      <dgm:t>
        <a:bodyPr/>
        <a:lstStyle/>
        <a:p>
          <a:endParaRPr lang="en-US"/>
        </a:p>
      </dgm:t>
    </dgm:pt>
    <dgm:pt modelId="{9865F4F5-5B25-4D3F-B792-9D88A8E57AE6}" type="pres">
      <dgm:prSet presAssocID="{B74D864D-8FEE-45CA-BB59-FFA89ADD2C5C}" presName="diagram" presStyleCnt="0">
        <dgm:presLayoutVars>
          <dgm:dir/>
          <dgm:resizeHandles val="exact"/>
        </dgm:presLayoutVars>
      </dgm:prSet>
      <dgm:spPr/>
    </dgm:pt>
    <dgm:pt modelId="{11DF90AB-FB56-4356-8D67-BA60163D7627}" type="pres">
      <dgm:prSet presAssocID="{BCC30CB6-E6D7-433E-8B42-8CA1151485C9}" presName="node" presStyleLbl="node1" presStyleIdx="0" presStyleCnt="6">
        <dgm:presLayoutVars>
          <dgm:bulletEnabled val="1"/>
        </dgm:presLayoutVars>
      </dgm:prSet>
      <dgm:spPr/>
    </dgm:pt>
    <dgm:pt modelId="{E2C53FFC-9F1D-42BD-B795-0EC4DEC34A2D}" type="pres">
      <dgm:prSet presAssocID="{7F28B22B-6ECA-46CE-9266-735547623746}" presName="sibTrans" presStyleCnt="0"/>
      <dgm:spPr/>
    </dgm:pt>
    <dgm:pt modelId="{A55B3E52-38D5-4C1C-BA3A-2F93FFDA43BC}" type="pres">
      <dgm:prSet presAssocID="{37C299D8-F016-4018-A516-1035587D71F9}" presName="node" presStyleLbl="node1" presStyleIdx="1" presStyleCnt="6">
        <dgm:presLayoutVars>
          <dgm:bulletEnabled val="1"/>
        </dgm:presLayoutVars>
      </dgm:prSet>
      <dgm:spPr/>
    </dgm:pt>
    <dgm:pt modelId="{001F15AF-DBBC-42D8-AB3E-4AA16AE4A475}" type="pres">
      <dgm:prSet presAssocID="{230303B8-65A1-4F32-B69C-13F19EA05C18}" presName="sibTrans" presStyleCnt="0"/>
      <dgm:spPr/>
    </dgm:pt>
    <dgm:pt modelId="{231A18F4-EF83-48EB-9199-CA7C5DA65714}" type="pres">
      <dgm:prSet presAssocID="{350D790B-A072-47E4-B48C-70DE3AEDE07A}" presName="node" presStyleLbl="node1" presStyleIdx="2" presStyleCnt="6">
        <dgm:presLayoutVars>
          <dgm:bulletEnabled val="1"/>
        </dgm:presLayoutVars>
      </dgm:prSet>
      <dgm:spPr/>
    </dgm:pt>
    <dgm:pt modelId="{FB03CCB7-E3D2-481D-9ADE-6202B5B477FB}" type="pres">
      <dgm:prSet presAssocID="{7725558E-CF5A-4C5B-BBB2-A8BA97F4275B}" presName="sibTrans" presStyleCnt="0"/>
      <dgm:spPr/>
    </dgm:pt>
    <dgm:pt modelId="{4B186CDD-E270-4434-AF56-704846BA46FF}" type="pres">
      <dgm:prSet presAssocID="{C325092E-ECAF-449F-98E9-9AAF12DC82F8}" presName="node" presStyleLbl="node1" presStyleIdx="3" presStyleCnt="6">
        <dgm:presLayoutVars>
          <dgm:bulletEnabled val="1"/>
        </dgm:presLayoutVars>
      </dgm:prSet>
      <dgm:spPr/>
    </dgm:pt>
    <dgm:pt modelId="{5C71AD96-C121-472F-8266-5633ED863D10}" type="pres">
      <dgm:prSet presAssocID="{FF00465A-E839-4D02-A3CC-4FE3E81040F3}" presName="sibTrans" presStyleCnt="0"/>
      <dgm:spPr/>
    </dgm:pt>
    <dgm:pt modelId="{7CC9EBBA-6847-4623-B568-9AEC17F0B2AF}" type="pres">
      <dgm:prSet presAssocID="{15BE5CE1-0DB4-4E12-9046-50606D023C02}" presName="node" presStyleLbl="node1" presStyleIdx="4" presStyleCnt="6">
        <dgm:presLayoutVars>
          <dgm:bulletEnabled val="1"/>
        </dgm:presLayoutVars>
      </dgm:prSet>
      <dgm:spPr/>
    </dgm:pt>
    <dgm:pt modelId="{DF0C01E3-C629-4DC1-BF34-3E1BEE5C975B}" type="pres">
      <dgm:prSet presAssocID="{1FD62879-EC21-4620-936B-35023FCD825F}" presName="sibTrans" presStyleCnt="0"/>
      <dgm:spPr/>
    </dgm:pt>
    <dgm:pt modelId="{7704713C-3A62-45F4-8D4A-5A9066B1D6A2}" type="pres">
      <dgm:prSet presAssocID="{EA1A01E5-11A3-451F-BC51-3439344A8BB8}" presName="node" presStyleLbl="node1" presStyleIdx="5" presStyleCnt="6">
        <dgm:presLayoutVars>
          <dgm:bulletEnabled val="1"/>
        </dgm:presLayoutVars>
      </dgm:prSet>
      <dgm:spPr/>
    </dgm:pt>
  </dgm:ptLst>
  <dgm:cxnLst>
    <dgm:cxn modelId="{1A235301-6F80-44CF-A86E-25D332BF9663}" srcId="{B74D864D-8FEE-45CA-BB59-FFA89ADD2C5C}" destId="{350D790B-A072-47E4-B48C-70DE3AEDE07A}" srcOrd="2" destOrd="0" parTransId="{2BB309E3-2681-4CE7-BD29-93AE910F99E1}" sibTransId="{7725558E-CF5A-4C5B-BBB2-A8BA97F4275B}"/>
    <dgm:cxn modelId="{44C6B907-A002-48BA-892C-B371BAE3E30D}" srcId="{B74D864D-8FEE-45CA-BB59-FFA89ADD2C5C}" destId="{BCC30CB6-E6D7-433E-8B42-8CA1151485C9}" srcOrd="0" destOrd="0" parTransId="{28A8EBBD-6206-4C10-99DA-FDBB52B6B6DE}" sibTransId="{7F28B22B-6ECA-46CE-9266-735547623746}"/>
    <dgm:cxn modelId="{5EE63311-4DA5-4141-A704-DE52B66C9070}" type="presOf" srcId="{B74D864D-8FEE-45CA-BB59-FFA89ADD2C5C}" destId="{9865F4F5-5B25-4D3F-B792-9D88A8E57AE6}" srcOrd="0" destOrd="0" presId="urn:microsoft.com/office/officeart/2005/8/layout/default"/>
    <dgm:cxn modelId="{B8FA9636-8F31-4176-AB43-B2E2D8407B31}" type="presOf" srcId="{350D790B-A072-47E4-B48C-70DE3AEDE07A}" destId="{231A18F4-EF83-48EB-9199-CA7C5DA65714}" srcOrd="0" destOrd="0" presId="urn:microsoft.com/office/officeart/2005/8/layout/default"/>
    <dgm:cxn modelId="{79859F69-34C5-4DA9-933C-2C43D1E94D02}" type="presOf" srcId="{BCC30CB6-E6D7-433E-8B42-8CA1151485C9}" destId="{11DF90AB-FB56-4356-8D67-BA60163D7627}" srcOrd="0" destOrd="0" presId="urn:microsoft.com/office/officeart/2005/8/layout/default"/>
    <dgm:cxn modelId="{4CED7752-FCE9-44F4-A9F9-608CA7BF8D9F}" type="presOf" srcId="{15BE5CE1-0DB4-4E12-9046-50606D023C02}" destId="{7CC9EBBA-6847-4623-B568-9AEC17F0B2AF}" srcOrd="0" destOrd="0" presId="urn:microsoft.com/office/officeart/2005/8/layout/default"/>
    <dgm:cxn modelId="{6AFA8B72-2C9E-4F36-9216-BB5F8B349A85}" type="presOf" srcId="{C325092E-ECAF-449F-98E9-9AAF12DC82F8}" destId="{4B186CDD-E270-4434-AF56-704846BA46FF}" srcOrd="0" destOrd="0" presId="urn:microsoft.com/office/officeart/2005/8/layout/default"/>
    <dgm:cxn modelId="{D7F8699E-C70B-4771-AE4F-B1B381C1E86C}" type="presOf" srcId="{37C299D8-F016-4018-A516-1035587D71F9}" destId="{A55B3E52-38D5-4C1C-BA3A-2F93FFDA43BC}" srcOrd="0" destOrd="0" presId="urn:microsoft.com/office/officeart/2005/8/layout/default"/>
    <dgm:cxn modelId="{BA72E8B2-762A-4ECB-BE52-CE1F308673F8}" type="presOf" srcId="{EA1A01E5-11A3-451F-BC51-3439344A8BB8}" destId="{7704713C-3A62-45F4-8D4A-5A9066B1D6A2}" srcOrd="0" destOrd="0" presId="urn:microsoft.com/office/officeart/2005/8/layout/default"/>
    <dgm:cxn modelId="{004408C6-8258-4D52-86BB-C6F556441378}" srcId="{B74D864D-8FEE-45CA-BB59-FFA89ADD2C5C}" destId="{EA1A01E5-11A3-451F-BC51-3439344A8BB8}" srcOrd="5" destOrd="0" parTransId="{5CBC1302-3EA3-4E59-BC02-D6EC8163054B}" sibTransId="{DAE5B1DB-ABEF-479F-917C-F27CA2F3425E}"/>
    <dgm:cxn modelId="{816816CC-6572-4253-9F76-83D4F08CF5EC}" srcId="{B74D864D-8FEE-45CA-BB59-FFA89ADD2C5C}" destId="{37C299D8-F016-4018-A516-1035587D71F9}" srcOrd="1" destOrd="0" parTransId="{114A49C3-A002-4CC9-9063-2FE2EC1320AF}" sibTransId="{230303B8-65A1-4F32-B69C-13F19EA05C18}"/>
    <dgm:cxn modelId="{FEB3CED1-0486-4992-9424-1476E57EDF24}" srcId="{B74D864D-8FEE-45CA-BB59-FFA89ADD2C5C}" destId="{C325092E-ECAF-449F-98E9-9AAF12DC82F8}" srcOrd="3" destOrd="0" parTransId="{529814D5-7DE9-485D-BDC7-6636EDAFA429}" sibTransId="{FF00465A-E839-4D02-A3CC-4FE3E81040F3}"/>
    <dgm:cxn modelId="{0D3979DF-F9FA-4863-AEF9-0C96160D3C5F}" srcId="{B74D864D-8FEE-45CA-BB59-FFA89ADD2C5C}" destId="{15BE5CE1-0DB4-4E12-9046-50606D023C02}" srcOrd="4" destOrd="0" parTransId="{ADCC79D8-C439-4FE9-9EC5-9E5F4DC89D83}" sibTransId="{1FD62879-EC21-4620-936B-35023FCD825F}"/>
    <dgm:cxn modelId="{53E43C5F-D44B-44A1-88D5-4D11DFFDC3A3}" type="presParOf" srcId="{9865F4F5-5B25-4D3F-B792-9D88A8E57AE6}" destId="{11DF90AB-FB56-4356-8D67-BA60163D7627}" srcOrd="0" destOrd="0" presId="urn:microsoft.com/office/officeart/2005/8/layout/default"/>
    <dgm:cxn modelId="{F94BB513-2D4C-47AA-9FA8-8B755A0B13B8}" type="presParOf" srcId="{9865F4F5-5B25-4D3F-B792-9D88A8E57AE6}" destId="{E2C53FFC-9F1D-42BD-B795-0EC4DEC34A2D}" srcOrd="1" destOrd="0" presId="urn:microsoft.com/office/officeart/2005/8/layout/default"/>
    <dgm:cxn modelId="{B1B5F169-FA88-4E69-8E98-F98DD21A9661}" type="presParOf" srcId="{9865F4F5-5B25-4D3F-B792-9D88A8E57AE6}" destId="{A55B3E52-38D5-4C1C-BA3A-2F93FFDA43BC}" srcOrd="2" destOrd="0" presId="urn:microsoft.com/office/officeart/2005/8/layout/default"/>
    <dgm:cxn modelId="{06774EC4-6596-450F-8C9B-01B89A9CF6C7}" type="presParOf" srcId="{9865F4F5-5B25-4D3F-B792-9D88A8E57AE6}" destId="{001F15AF-DBBC-42D8-AB3E-4AA16AE4A475}" srcOrd="3" destOrd="0" presId="urn:microsoft.com/office/officeart/2005/8/layout/default"/>
    <dgm:cxn modelId="{7AB11A69-330D-4B35-A59A-9E2C79527340}" type="presParOf" srcId="{9865F4F5-5B25-4D3F-B792-9D88A8E57AE6}" destId="{231A18F4-EF83-48EB-9199-CA7C5DA65714}" srcOrd="4" destOrd="0" presId="urn:microsoft.com/office/officeart/2005/8/layout/default"/>
    <dgm:cxn modelId="{E7E27499-9F98-4409-9BC9-9A061E4F5941}" type="presParOf" srcId="{9865F4F5-5B25-4D3F-B792-9D88A8E57AE6}" destId="{FB03CCB7-E3D2-481D-9ADE-6202B5B477FB}" srcOrd="5" destOrd="0" presId="urn:microsoft.com/office/officeart/2005/8/layout/default"/>
    <dgm:cxn modelId="{3E6DD526-ABF7-4470-A208-5A734E896E1E}" type="presParOf" srcId="{9865F4F5-5B25-4D3F-B792-9D88A8E57AE6}" destId="{4B186CDD-E270-4434-AF56-704846BA46FF}" srcOrd="6" destOrd="0" presId="urn:microsoft.com/office/officeart/2005/8/layout/default"/>
    <dgm:cxn modelId="{10216075-D0BA-4561-B034-321BB8605DD0}" type="presParOf" srcId="{9865F4F5-5B25-4D3F-B792-9D88A8E57AE6}" destId="{5C71AD96-C121-472F-8266-5633ED863D10}" srcOrd="7" destOrd="0" presId="urn:microsoft.com/office/officeart/2005/8/layout/default"/>
    <dgm:cxn modelId="{F2A2FDC8-2857-40FE-ADF7-945A8F800172}" type="presParOf" srcId="{9865F4F5-5B25-4D3F-B792-9D88A8E57AE6}" destId="{7CC9EBBA-6847-4623-B568-9AEC17F0B2AF}" srcOrd="8" destOrd="0" presId="urn:microsoft.com/office/officeart/2005/8/layout/default"/>
    <dgm:cxn modelId="{C79E1A03-CBF7-40B7-9D09-06647037E050}" type="presParOf" srcId="{9865F4F5-5B25-4D3F-B792-9D88A8E57AE6}" destId="{DF0C01E3-C629-4DC1-BF34-3E1BEE5C975B}" srcOrd="9" destOrd="0" presId="urn:microsoft.com/office/officeart/2005/8/layout/default"/>
    <dgm:cxn modelId="{A5DFA376-6CE1-4E7B-B436-5A58FF67B6CF}" type="presParOf" srcId="{9865F4F5-5B25-4D3F-B792-9D88A8E57AE6}" destId="{7704713C-3A62-45F4-8D4A-5A9066B1D6A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5301DD-7C8A-453A-8243-224F4AB3973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D6793F2-9E22-4D07-9868-CDC5799ECE1E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rgbClr val="1D3763"/>
              </a:solidFill>
            </a:rPr>
            <a:t>Digitization</a:t>
          </a:r>
        </a:p>
      </dgm:t>
    </dgm:pt>
    <dgm:pt modelId="{769AC313-930F-482D-A5DB-4954ADF56E58}" type="parTrans" cxnId="{F1B078BD-3514-490E-8B75-0F68A9C79D05}">
      <dgm:prSet/>
      <dgm:spPr/>
      <dgm:t>
        <a:bodyPr/>
        <a:lstStyle/>
        <a:p>
          <a:endParaRPr lang="en-US"/>
        </a:p>
      </dgm:t>
    </dgm:pt>
    <dgm:pt modelId="{06E8F15C-D2C5-4C0F-BB33-3429385ABF4D}" type="sibTrans" cxnId="{F1B078BD-3514-490E-8B75-0F68A9C79D05}">
      <dgm:prSet/>
      <dgm:spPr/>
      <dgm:t>
        <a:bodyPr/>
        <a:lstStyle/>
        <a:p>
          <a:endParaRPr lang="en-US"/>
        </a:p>
      </dgm:t>
    </dgm:pt>
    <dgm:pt modelId="{5F4500A2-61F8-4339-9341-CD872914AD96}">
      <dgm:prSet phldrT="[Text]"/>
      <dgm:spPr/>
      <dgm:t>
        <a:bodyPr/>
        <a:lstStyle/>
        <a:p>
          <a:r>
            <a:rPr lang="en-US" dirty="0">
              <a:solidFill>
                <a:schemeClr val="accent4"/>
              </a:solidFill>
            </a:rPr>
            <a:t>Industry 4.0</a:t>
          </a:r>
        </a:p>
      </dgm:t>
    </dgm:pt>
    <dgm:pt modelId="{E16184D8-404A-4456-B61D-F7021AA22977}" type="parTrans" cxnId="{B8286012-2679-41EF-8654-B2B7B9193182}">
      <dgm:prSet/>
      <dgm:spPr/>
      <dgm:t>
        <a:bodyPr/>
        <a:lstStyle/>
        <a:p>
          <a:endParaRPr lang="en-US"/>
        </a:p>
      </dgm:t>
    </dgm:pt>
    <dgm:pt modelId="{BD90431D-C67F-4E6F-80CD-02AC25AEDCEA}" type="sibTrans" cxnId="{B8286012-2679-41EF-8654-B2B7B9193182}">
      <dgm:prSet/>
      <dgm:spPr/>
      <dgm:t>
        <a:bodyPr/>
        <a:lstStyle/>
        <a:p>
          <a:endParaRPr lang="en-US"/>
        </a:p>
      </dgm:t>
    </dgm:pt>
    <dgm:pt modelId="{F519ADAC-7CFB-4B98-9119-F371E963402D}" type="pres">
      <dgm:prSet presAssocID="{0E5301DD-7C8A-453A-8243-224F4AB39730}" presName="Name0" presStyleCnt="0">
        <dgm:presLayoutVars>
          <dgm:dir/>
          <dgm:animLvl val="lvl"/>
          <dgm:resizeHandles val="exact"/>
        </dgm:presLayoutVars>
      </dgm:prSet>
      <dgm:spPr/>
    </dgm:pt>
    <dgm:pt modelId="{29FBE6CA-5001-4787-95A8-CD364078F691}" type="pres">
      <dgm:prSet presAssocID="{BD6793F2-9E22-4D07-9868-CDC5799ECE1E}" presName="parTxOnly" presStyleLbl="node1" presStyleIdx="0" presStyleCnt="2" custScaleX="76376" custLinFactNeighborX="-514" custLinFactNeighborY="-1351">
        <dgm:presLayoutVars>
          <dgm:chMax val="0"/>
          <dgm:chPref val="0"/>
          <dgm:bulletEnabled val="1"/>
        </dgm:presLayoutVars>
      </dgm:prSet>
      <dgm:spPr/>
    </dgm:pt>
    <dgm:pt modelId="{EB6CE3E1-DC9E-418C-9308-83637630C85C}" type="pres">
      <dgm:prSet presAssocID="{06E8F15C-D2C5-4C0F-BB33-3429385ABF4D}" presName="parTxOnlySpace" presStyleCnt="0"/>
      <dgm:spPr/>
    </dgm:pt>
    <dgm:pt modelId="{2604F3CC-EDD7-49D5-BFA9-85696CECF2E9}" type="pres">
      <dgm:prSet presAssocID="{5F4500A2-61F8-4339-9341-CD872914AD96}" presName="parTxOnly" presStyleLbl="node1" presStyleIdx="1" presStyleCnt="2" custLinFactY="-38023" custLinFactNeighborX="640" custLinFactNeighborY="-100000">
        <dgm:presLayoutVars>
          <dgm:chMax val="0"/>
          <dgm:chPref val="0"/>
          <dgm:bulletEnabled val="1"/>
        </dgm:presLayoutVars>
      </dgm:prSet>
      <dgm:spPr/>
    </dgm:pt>
  </dgm:ptLst>
  <dgm:cxnLst>
    <dgm:cxn modelId="{B8286012-2679-41EF-8654-B2B7B9193182}" srcId="{0E5301DD-7C8A-453A-8243-224F4AB39730}" destId="{5F4500A2-61F8-4339-9341-CD872914AD96}" srcOrd="1" destOrd="0" parTransId="{E16184D8-404A-4456-B61D-F7021AA22977}" sibTransId="{BD90431D-C67F-4E6F-80CD-02AC25AEDCEA}"/>
    <dgm:cxn modelId="{CA204666-4260-4F31-B854-85E77DA08C05}" type="presOf" srcId="{0E5301DD-7C8A-453A-8243-224F4AB39730}" destId="{F519ADAC-7CFB-4B98-9119-F371E963402D}" srcOrd="0" destOrd="0" presId="urn:microsoft.com/office/officeart/2005/8/layout/chevron1"/>
    <dgm:cxn modelId="{F1B078BD-3514-490E-8B75-0F68A9C79D05}" srcId="{0E5301DD-7C8A-453A-8243-224F4AB39730}" destId="{BD6793F2-9E22-4D07-9868-CDC5799ECE1E}" srcOrd="0" destOrd="0" parTransId="{769AC313-930F-482D-A5DB-4954ADF56E58}" sibTransId="{06E8F15C-D2C5-4C0F-BB33-3429385ABF4D}"/>
    <dgm:cxn modelId="{FA2F74E3-63D1-461B-921C-F2EFBD93EBF8}" type="presOf" srcId="{5F4500A2-61F8-4339-9341-CD872914AD96}" destId="{2604F3CC-EDD7-49D5-BFA9-85696CECF2E9}" srcOrd="0" destOrd="0" presId="urn:microsoft.com/office/officeart/2005/8/layout/chevron1"/>
    <dgm:cxn modelId="{B28827EB-AE1F-4FAF-AD18-6674B38E819D}" type="presOf" srcId="{BD6793F2-9E22-4D07-9868-CDC5799ECE1E}" destId="{29FBE6CA-5001-4787-95A8-CD364078F691}" srcOrd="0" destOrd="0" presId="urn:microsoft.com/office/officeart/2005/8/layout/chevron1"/>
    <dgm:cxn modelId="{420006DD-721E-4336-8439-ADA43614AA65}" type="presParOf" srcId="{F519ADAC-7CFB-4B98-9119-F371E963402D}" destId="{29FBE6CA-5001-4787-95A8-CD364078F691}" srcOrd="0" destOrd="0" presId="urn:microsoft.com/office/officeart/2005/8/layout/chevron1"/>
    <dgm:cxn modelId="{76EF8269-8D95-45EF-96BC-7D99D7B890A8}" type="presParOf" srcId="{F519ADAC-7CFB-4B98-9119-F371E963402D}" destId="{EB6CE3E1-DC9E-418C-9308-83637630C85C}" srcOrd="1" destOrd="0" presId="urn:microsoft.com/office/officeart/2005/8/layout/chevron1"/>
    <dgm:cxn modelId="{037E13F2-1938-496F-BFD5-275CC63BC6FA}" type="presParOf" srcId="{F519ADAC-7CFB-4B98-9119-F371E963402D}" destId="{2604F3CC-EDD7-49D5-BFA9-85696CECF2E9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B256AD-9DE8-452D-9EAF-2DADFE109FA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43F774-2D08-481C-826A-8DE051E3B4FE}">
      <dgm:prSet phldrT="[Text]"/>
      <dgm:spPr/>
      <dgm:t>
        <a:bodyPr/>
        <a:lstStyle/>
        <a:p>
          <a:r>
            <a:rPr lang="en-US" b="1" dirty="0"/>
            <a:t>Requirements analysis</a:t>
          </a:r>
        </a:p>
      </dgm:t>
    </dgm:pt>
    <dgm:pt modelId="{6C807E8C-60A8-4016-9AE2-AF86329E6A08}" type="parTrans" cxnId="{DD1DA496-79A5-43D8-B7A0-8B5511ECE830}">
      <dgm:prSet/>
      <dgm:spPr/>
      <dgm:t>
        <a:bodyPr/>
        <a:lstStyle/>
        <a:p>
          <a:endParaRPr lang="en-US"/>
        </a:p>
      </dgm:t>
    </dgm:pt>
    <dgm:pt modelId="{8D62B853-F079-434E-A629-F609CD36383B}" type="sibTrans" cxnId="{DD1DA496-79A5-43D8-B7A0-8B5511ECE830}">
      <dgm:prSet/>
      <dgm:spPr/>
      <dgm:t>
        <a:bodyPr/>
        <a:lstStyle/>
        <a:p>
          <a:endParaRPr lang="en-US" dirty="0"/>
        </a:p>
      </dgm:t>
    </dgm:pt>
    <dgm:pt modelId="{00AA1B16-204D-4F02-9453-C2129FCA5478}">
      <dgm:prSet phldrT="[Text]"/>
      <dgm:spPr/>
      <dgm:t>
        <a:bodyPr/>
        <a:lstStyle/>
        <a:p>
          <a:r>
            <a:rPr lang="en-US" b="1" dirty="0"/>
            <a:t>Design</a:t>
          </a:r>
        </a:p>
      </dgm:t>
    </dgm:pt>
    <dgm:pt modelId="{5CB09751-BC52-4FF2-92ED-913F40618917}" type="parTrans" cxnId="{6838BD6B-E705-425A-B6FF-8DFF9E282E49}">
      <dgm:prSet/>
      <dgm:spPr/>
      <dgm:t>
        <a:bodyPr/>
        <a:lstStyle/>
        <a:p>
          <a:endParaRPr lang="en-US"/>
        </a:p>
      </dgm:t>
    </dgm:pt>
    <dgm:pt modelId="{695A8E7D-0A8F-4DCC-A989-281E547183C3}" type="sibTrans" cxnId="{6838BD6B-E705-425A-B6FF-8DFF9E282E49}">
      <dgm:prSet/>
      <dgm:spPr/>
      <dgm:t>
        <a:bodyPr/>
        <a:lstStyle/>
        <a:p>
          <a:endParaRPr lang="en-US" dirty="0"/>
        </a:p>
      </dgm:t>
    </dgm:pt>
    <dgm:pt modelId="{2CA1DD48-3226-4D1C-BF8E-263E32015409}">
      <dgm:prSet phldrT="[Text]"/>
      <dgm:spPr/>
      <dgm:t>
        <a:bodyPr/>
        <a:lstStyle/>
        <a:p>
          <a:r>
            <a:rPr lang="en-US" b="1" dirty="0"/>
            <a:t>Implementation</a:t>
          </a:r>
        </a:p>
      </dgm:t>
    </dgm:pt>
    <dgm:pt modelId="{4407C190-8C34-4112-8720-8191D2392BE4}" type="parTrans" cxnId="{0FFD4890-A489-4DEF-BC17-4B802BE4A6DF}">
      <dgm:prSet/>
      <dgm:spPr/>
      <dgm:t>
        <a:bodyPr/>
        <a:lstStyle/>
        <a:p>
          <a:endParaRPr lang="en-US"/>
        </a:p>
      </dgm:t>
    </dgm:pt>
    <dgm:pt modelId="{A668337D-49F7-4E77-8E89-835C3562E850}" type="sibTrans" cxnId="{0FFD4890-A489-4DEF-BC17-4B802BE4A6DF}">
      <dgm:prSet/>
      <dgm:spPr/>
      <dgm:t>
        <a:bodyPr/>
        <a:lstStyle/>
        <a:p>
          <a:endParaRPr lang="en-US" dirty="0"/>
        </a:p>
      </dgm:t>
    </dgm:pt>
    <dgm:pt modelId="{A7F7F362-1744-4AE4-9535-489C578A183A}">
      <dgm:prSet phldrT="[Text]"/>
      <dgm:spPr/>
      <dgm:t>
        <a:bodyPr/>
        <a:lstStyle/>
        <a:p>
          <a:r>
            <a:rPr lang="en-US" b="1" dirty="0"/>
            <a:t>Testing</a:t>
          </a:r>
        </a:p>
      </dgm:t>
    </dgm:pt>
    <dgm:pt modelId="{B271C228-19FA-4197-8C56-62BC0EDC5B66}" type="parTrans" cxnId="{5537B4D9-E17C-4071-9FAC-690C98808F4F}">
      <dgm:prSet/>
      <dgm:spPr/>
      <dgm:t>
        <a:bodyPr/>
        <a:lstStyle/>
        <a:p>
          <a:endParaRPr lang="en-US"/>
        </a:p>
      </dgm:t>
    </dgm:pt>
    <dgm:pt modelId="{3D925741-6538-4710-A439-3D4ED87F1E34}" type="sibTrans" cxnId="{5537B4D9-E17C-4071-9FAC-690C98808F4F}">
      <dgm:prSet/>
      <dgm:spPr/>
      <dgm:t>
        <a:bodyPr/>
        <a:lstStyle/>
        <a:p>
          <a:endParaRPr lang="en-US" dirty="0"/>
        </a:p>
      </dgm:t>
    </dgm:pt>
    <dgm:pt modelId="{D9ED0B07-E733-43C3-9A75-269134A145AD}">
      <dgm:prSet phldrT="[Text]"/>
      <dgm:spPr/>
      <dgm:t>
        <a:bodyPr/>
        <a:lstStyle/>
        <a:p>
          <a:r>
            <a:rPr lang="en-US" b="1" dirty="0"/>
            <a:t>Evolution</a:t>
          </a:r>
        </a:p>
      </dgm:t>
    </dgm:pt>
    <dgm:pt modelId="{AA95D5B8-82E0-4AE9-B6BC-76154A040B62}" type="parTrans" cxnId="{D499EE5E-B0CB-4641-8A81-39A110135994}">
      <dgm:prSet/>
      <dgm:spPr/>
      <dgm:t>
        <a:bodyPr/>
        <a:lstStyle/>
        <a:p>
          <a:endParaRPr lang="en-US"/>
        </a:p>
      </dgm:t>
    </dgm:pt>
    <dgm:pt modelId="{1208CC4D-E4A5-4072-BB97-8FAD0430F2F1}" type="sibTrans" cxnId="{D499EE5E-B0CB-4641-8A81-39A110135994}">
      <dgm:prSet/>
      <dgm:spPr/>
      <dgm:t>
        <a:bodyPr/>
        <a:lstStyle/>
        <a:p>
          <a:endParaRPr lang="en-US" dirty="0"/>
        </a:p>
      </dgm:t>
    </dgm:pt>
    <dgm:pt modelId="{CA322BF0-C09C-444F-8800-46EB943CD53B}" type="pres">
      <dgm:prSet presAssocID="{9AB256AD-9DE8-452D-9EAF-2DADFE109FA9}" presName="cycle" presStyleCnt="0">
        <dgm:presLayoutVars>
          <dgm:dir/>
          <dgm:resizeHandles val="exact"/>
        </dgm:presLayoutVars>
      </dgm:prSet>
      <dgm:spPr/>
    </dgm:pt>
    <dgm:pt modelId="{D2C8DD87-C116-433B-8696-8AE62D0307FF}" type="pres">
      <dgm:prSet presAssocID="{5043F774-2D08-481C-826A-8DE051E3B4FE}" presName="node" presStyleLbl="node1" presStyleIdx="0" presStyleCnt="5">
        <dgm:presLayoutVars>
          <dgm:bulletEnabled val="1"/>
        </dgm:presLayoutVars>
      </dgm:prSet>
      <dgm:spPr/>
    </dgm:pt>
    <dgm:pt modelId="{225DCB13-2259-4F2F-9560-71A130AE7B33}" type="pres">
      <dgm:prSet presAssocID="{8D62B853-F079-434E-A629-F609CD36383B}" presName="sibTrans" presStyleLbl="sibTrans2D1" presStyleIdx="0" presStyleCnt="5"/>
      <dgm:spPr/>
    </dgm:pt>
    <dgm:pt modelId="{CD783479-20D4-4436-95B4-E8509CD1ABBD}" type="pres">
      <dgm:prSet presAssocID="{8D62B853-F079-434E-A629-F609CD36383B}" presName="connectorText" presStyleLbl="sibTrans2D1" presStyleIdx="0" presStyleCnt="5"/>
      <dgm:spPr/>
    </dgm:pt>
    <dgm:pt modelId="{E5A335A2-86E4-43E4-A779-A95DEE719F62}" type="pres">
      <dgm:prSet presAssocID="{00AA1B16-204D-4F02-9453-C2129FCA5478}" presName="node" presStyleLbl="node1" presStyleIdx="1" presStyleCnt="5">
        <dgm:presLayoutVars>
          <dgm:bulletEnabled val="1"/>
        </dgm:presLayoutVars>
      </dgm:prSet>
      <dgm:spPr/>
    </dgm:pt>
    <dgm:pt modelId="{407CCC45-E312-4FE0-8DF5-6D470605019B}" type="pres">
      <dgm:prSet presAssocID="{695A8E7D-0A8F-4DCC-A989-281E547183C3}" presName="sibTrans" presStyleLbl="sibTrans2D1" presStyleIdx="1" presStyleCnt="5"/>
      <dgm:spPr/>
    </dgm:pt>
    <dgm:pt modelId="{B27C2554-17CF-4B16-A2D2-46849612E27D}" type="pres">
      <dgm:prSet presAssocID="{695A8E7D-0A8F-4DCC-A989-281E547183C3}" presName="connectorText" presStyleLbl="sibTrans2D1" presStyleIdx="1" presStyleCnt="5"/>
      <dgm:spPr/>
    </dgm:pt>
    <dgm:pt modelId="{5738B095-D5F0-4D50-BC0E-394AE1EEE1A1}" type="pres">
      <dgm:prSet presAssocID="{2CA1DD48-3226-4D1C-BF8E-263E32015409}" presName="node" presStyleLbl="node1" presStyleIdx="2" presStyleCnt="5" custRadScaleRad="101044" custRadScaleInc="2278">
        <dgm:presLayoutVars>
          <dgm:bulletEnabled val="1"/>
        </dgm:presLayoutVars>
      </dgm:prSet>
      <dgm:spPr/>
    </dgm:pt>
    <dgm:pt modelId="{F70684E2-69DE-4C55-A318-1DFC36E4B275}" type="pres">
      <dgm:prSet presAssocID="{A668337D-49F7-4E77-8E89-835C3562E850}" presName="sibTrans" presStyleLbl="sibTrans2D1" presStyleIdx="2" presStyleCnt="5"/>
      <dgm:spPr/>
    </dgm:pt>
    <dgm:pt modelId="{DCD73F74-18B2-45DF-8D43-A4BEB7E19B6E}" type="pres">
      <dgm:prSet presAssocID="{A668337D-49F7-4E77-8E89-835C3562E850}" presName="connectorText" presStyleLbl="sibTrans2D1" presStyleIdx="2" presStyleCnt="5"/>
      <dgm:spPr/>
    </dgm:pt>
    <dgm:pt modelId="{F0EB3217-41F3-43D9-9E3D-258D76ECFDB9}" type="pres">
      <dgm:prSet presAssocID="{A7F7F362-1744-4AE4-9535-489C578A183A}" presName="node" presStyleLbl="node1" presStyleIdx="3" presStyleCnt="5">
        <dgm:presLayoutVars>
          <dgm:bulletEnabled val="1"/>
        </dgm:presLayoutVars>
      </dgm:prSet>
      <dgm:spPr/>
    </dgm:pt>
    <dgm:pt modelId="{6A80CE6E-FEBF-45FC-92BD-875137CE72C9}" type="pres">
      <dgm:prSet presAssocID="{3D925741-6538-4710-A439-3D4ED87F1E34}" presName="sibTrans" presStyleLbl="sibTrans2D1" presStyleIdx="3" presStyleCnt="5"/>
      <dgm:spPr/>
    </dgm:pt>
    <dgm:pt modelId="{A896DD02-002A-46D1-94D4-90BEFC7F6AD7}" type="pres">
      <dgm:prSet presAssocID="{3D925741-6538-4710-A439-3D4ED87F1E34}" presName="connectorText" presStyleLbl="sibTrans2D1" presStyleIdx="3" presStyleCnt="5"/>
      <dgm:spPr/>
    </dgm:pt>
    <dgm:pt modelId="{1474525C-46D4-44D6-8669-5DC9292AA81E}" type="pres">
      <dgm:prSet presAssocID="{D9ED0B07-E733-43C3-9A75-269134A145AD}" presName="node" presStyleLbl="node1" presStyleIdx="4" presStyleCnt="5">
        <dgm:presLayoutVars>
          <dgm:bulletEnabled val="1"/>
        </dgm:presLayoutVars>
      </dgm:prSet>
      <dgm:spPr/>
    </dgm:pt>
    <dgm:pt modelId="{2082A579-7C08-45B5-9423-3DD7FFD46C20}" type="pres">
      <dgm:prSet presAssocID="{1208CC4D-E4A5-4072-BB97-8FAD0430F2F1}" presName="sibTrans" presStyleLbl="sibTrans2D1" presStyleIdx="4" presStyleCnt="5"/>
      <dgm:spPr/>
    </dgm:pt>
    <dgm:pt modelId="{69BFEDCB-DB50-4899-8217-27D2B76F4E91}" type="pres">
      <dgm:prSet presAssocID="{1208CC4D-E4A5-4072-BB97-8FAD0430F2F1}" presName="connectorText" presStyleLbl="sibTrans2D1" presStyleIdx="4" presStyleCnt="5"/>
      <dgm:spPr/>
    </dgm:pt>
  </dgm:ptLst>
  <dgm:cxnLst>
    <dgm:cxn modelId="{CEE99506-6465-43BE-AB08-125B9515D9D5}" type="presOf" srcId="{A668337D-49F7-4E77-8E89-835C3562E850}" destId="{DCD73F74-18B2-45DF-8D43-A4BEB7E19B6E}" srcOrd="1" destOrd="0" presId="urn:microsoft.com/office/officeart/2005/8/layout/cycle2"/>
    <dgm:cxn modelId="{D499EE5E-B0CB-4641-8A81-39A110135994}" srcId="{9AB256AD-9DE8-452D-9EAF-2DADFE109FA9}" destId="{D9ED0B07-E733-43C3-9A75-269134A145AD}" srcOrd="4" destOrd="0" parTransId="{AA95D5B8-82E0-4AE9-B6BC-76154A040B62}" sibTransId="{1208CC4D-E4A5-4072-BB97-8FAD0430F2F1}"/>
    <dgm:cxn modelId="{96E13149-AA9A-4BE9-82B3-7E61FD43430A}" type="presOf" srcId="{8D62B853-F079-434E-A629-F609CD36383B}" destId="{CD783479-20D4-4436-95B4-E8509CD1ABBD}" srcOrd="1" destOrd="0" presId="urn:microsoft.com/office/officeart/2005/8/layout/cycle2"/>
    <dgm:cxn modelId="{6838BD6B-E705-425A-B6FF-8DFF9E282E49}" srcId="{9AB256AD-9DE8-452D-9EAF-2DADFE109FA9}" destId="{00AA1B16-204D-4F02-9453-C2129FCA5478}" srcOrd="1" destOrd="0" parTransId="{5CB09751-BC52-4FF2-92ED-913F40618917}" sibTransId="{695A8E7D-0A8F-4DCC-A989-281E547183C3}"/>
    <dgm:cxn modelId="{8A394C6C-5CD3-45D3-B1B3-0A029F5D691E}" type="presOf" srcId="{8D62B853-F079-434E-A629-F609CD36383B}" destId="{225DCB13-2259-4F2F-9560-71A130AE7B33}" srcOrd="0" destOrd="0" presId="urn:microsoft.com/office/officeart/2005/8/layout/cycle2"/>
    <dgm:cxn modelId="{EF0C576E-5490-41F5-973B-0713B4D0EF31}" type="presOf" srcId="{2CA1DD48-3226-4D1C-BF8E-263E32015409}" destId="{5738B095-D5F0-4D50-BC0E-394AE1EEE1A1}" srcOrd="0" destOrd="0" presId="urn:microsoft.com/office/officeart/2005/8/layout/cycle2"/>
    <dgm:cxn modelId="{4F15935A-46A5-41E7-8E10-1C2E4BA17F4B}" type="presOf" srcId="{1208CC4D-E4A5-4072-BB97-8FAD0430F2F1}" destId="{2082A579-7C08-45B5-9423-3DD7FFD46C20}" srcOrd="0" destOrd="0" presId="urn:microsoft.com/office/officeart/2005/8/layout/cycle2"/>
    <dgm:cxn modelId="{C46CA086-A233-48C5-998E-4AC83E4C01BF}" type="presOf" srcId="{00AA1B16-204D-4F02-9453-C2129FCA5478}" destId="{E5A335A2-86E4-43E4-A779-A95DEE719F62}" srcOrd="0" destOrd="0" presId="urn:microsoft.com/office/officeart/2005/8/layout/cycle2"/>
    <dgm:cxn modelId="{0FFD4890-A489-4DEF-BC17-4B802BE4A6DF}" srcId="{9AB256AD-9DE8-452D-9EAF-2DADFE109FA9}" destId="{2CA1DD48-3226-4D1C-BF8E-263E32015409}" srcOrd="2" destOrd="0" parTransId="{4407C190-8C34-4112-8720-8191D2392BE4}" sibTransId="{A668337D-49F7-4E77-8E89-835C3562E850}"/>
    <dgm:cxn modelId="{294D6C90-BD5B-44E1-B47A-E9FD1A034D2B}" type="presOf" srcId="{A7F7F362-1744-4AE4-9535-489C578A183A}" destId="{F0EB3217-41F3-43D9-9E3D-258D76ECFDB9}" srcOrd="0" destOrd="0" presId="urn:microsoft.com/office/officeart/2005/8/layout/cycle2"/>
    <dgm:cxn modelId="{E6718E90-9BEA-4F16-B0B4-CA15D9C32115}" type="presOf" srcId="{3D925741-6538-4710-A439-3D4ED87F1E34}" destId="{6A80CE6E-FEBF-45FC-92BD-875137CE72C9}" srcOrd="0" destOrd="0" presId="urn:microsoft.com/office/officeart/2005/8/layout/cycle2"/>
    <dgm:cxn modelId="{DD1DA496-79A5-43D8-B7A0-8B5511ECE830}" srcId="{9AB256AD-9DE8-452D-9EAF-2DADFE109FA9}" destId="{5043F774-2D08-481C-826A-8DE051E3B4FE}" srcOrd="0" destOrd="0" parTransId="{6C807E8C-60A8-4016-9AE2-AF86329E6A08}" sibTransId="{8D62B853-F079-434E-A629-F609CD36383B}"/>
    <dgm:cxn modelId="{86AC2AA8-58CF-491A-9468-AD3D8ED5AC93}" type="presOf" srcId="{9AB256AD-9DE8-452D-9EAF-2DADFE109FA9}" destId="{CA322BF0-C09C-444F-8800-46EB943CD53B}" srcOrd="0" destOrd="0" presId="urn:microsoft.com/office/officeart/2005/8/layout/cycle2"/>
    <dgm:cxn modelId="{C341FFBE-71B1-47DC-80FF-C4B6CE5AFE76}" type="presOf" srcId="{D9ED0B07-E733-43C3-9A75-269134A145AD}" destId="{1474525C-46D4-44D6-8669-5DC9292AA81E}" srcOrd="0" destOrd="0" presId="urn:microsoft.com/office/officeart/2005/8/layout/cycle2"/>
    <dgm:cxn modelId="{BD6BCBC5-658C-45CD-A959-BF4D3C799D6D}" type="presOf" srcId="{1208CC4D-E4A5-4072-BB97-8FAD0430F2F1}" destId="{69BFEDCB-DB50-4899-8217-27D2B76F4E91}" srcOrd="1" destOrd="0" presId="urn:microsoft.com/office/officeart/2005/8/layout/cycle2"/>
    <dgm:cxn modelId="{5537B4D9-E17C-4071-9FAC-690C98808F4F}" srcId="{9AB256AD-9DE8-452D-9EAF-2DADFE109FA9}" destId="{A7F7F362-1744-4AE4-9535-489C578A183A}" srcOrd="3" destOrd="0" parTransId="{B271C228-19FA-4197-8C56-62BC0EDC5B66}" sibTransId="{3D925741-6538-4710-A439-3D4ED87F1E34}"/>
    <dgm:cxn modelId="{033D2DE1-B0C0-4BD2-B3E6-6F8B606D0576}" type="presOf" srcId="{695A8E7D-0A8F-4DCC-A989-281E547183C3}" destId="{407CCC45-E312-4FE0-8DF5-6D470605019B}" srcOrd="0" destOrd="0" presId="urn:microsoft.com/office/officeart/2005/8/layout/cycle2"/>
    <dgm:cxn modelId="{424D66E5-34C1-48C9-A107-A365932C149D}" type="presOf" srcId="{3D925741-6538-4710-A439-3D4ED87F1E34}" destId="{A896DD02-002A-46D1-94D4-90BEFC7F6AD7}" srcOrd="1" destOrd="0" presId="urn:microsoft.com/office/officeart/2005/8/layout/cycle2"/>
    <dgm:cxn modelId="{102250F2-8838-4A1D-B7A9-D4B99209AF8F}" type="presOf" srcId="{5043F774-2D08-481C-826A-8DE051E3B4FE}" destId="{D2C8DD87-C116-433B-8696-8AE62D0307FF}" srcOrd="0" destOrd="0" presId="urn:microsoft.com/office/officeart/2005/8/layout/cycle2"/>
    <dgm:cxn modelId="{8A4FE7F8-21BF-471A-8931-EAAC0FEA3034}" type="presOf" srcId="{695A8E7D-0A8F-4DCC-A989-281E547183C3}" destId="{B27C2554-17CF-4B16-A2D2-46849612E27D}" srcOrd="1" destOrd="0" presId="urn:microsoft.com/office/officeart/2005/8/layout/cycle2"/>
    <dgm:cxn modelId="{051C4AFA-F7F1-401B-B9C7-FC6E9D762F42}" type="presOf" srcId="{A668337D-49F7-4E77-8E89-835C3562E850}" destId="{F70684E2-69DE-4C55-A318-1DFC36E4B275}" srcOrd="0" destOrd="0" presId="urn:microsoft.com/office/officeart/2005/8/layout/cycle2"/>
    <dgm:cxn modelId="{6C66503C-77DE-4E90-B458-F8DC67A8E9BE}" type="presParOf" srcId="{CA322BF0-C09C-444F-8800-46EB943CD53B}" destId="{D2C8DD87-C116-433B-8696-8AE62D0307FF}" srcOrd="0" destOrd="0" presId="urn:microsoft.com/office/officeart/2005/8/layout/cycle2"/>
    <dgm:cxn modelId="{C02BEDB4-992F-4A55-A900-F31EE6FDA96F}" type="presParOf" srcId="{CA322BF0-C09C-444F-8800-46EB943CD53B}" destId="{225DCB13-2259-4F2F-9560-71A130AE7B33}" srcOrd="1" destOrd="0" presId="urn:microsoft.com/office/officeart/2005/8/layout/cycle2"/>
    <dgm:cxn modelId="{305329EE-6C38-4F08-AD6F-2B7E528C516A}" type="presParOf" srcId="{225DCB13-2259-4F2F-9560-71A130AE7B33}" destId="{CD783479-20D4-4436-95B4-E8509CD1ABBD}" srcOrd="0" destOrd="0" presId="urn:microsoft.com/office/officeart/2005/8/layout/cycle2"/>
    <dgm:cxn modelId="{D1407758-4A48-478E-90DD-044BC71AB1F0}" type="presParOf" srcId="{CA322BF0-C09C-444F-8800-46EB943CD53B}" destId="{E5A335A2-86E4-43E4-A779-A95DEE719F62}" srcOrd="2" destOrd="0" presId="urn:microsoft.com/office/officeart/2005/8/layout/cycle2"/>
    <dgm:cxn modelId="{83986640-F72C-441D-B759-EF879A5B617C}" type="presParOf" srcId="{CA322BF0-C09C-444F-8800-46EB943CD53B}" destId="{407CCC45-E312-4FE0-8DF5-6D470605019B}" srcOrd="3" destOrd="0" presId="urn:microsoft.com/office/officeart/2005/8/layout/cycle2"/>
    <dgm:cxn modelId="{9F19064E-7C28-4A36-9869-3B68DBE33CA7}" type="presParOf" srcId="{407CCC45-E312-4FE0-8DF5-6D470605019B}" destId="{B27C2554-17CF-4B16-A2D2-46849612E27D}" srcOrd="0" destOrd="0" presId="urn:microsoft.com/office/officeart/2005/8/layout/cycle2"/>
    <dgm:cxn modelId="{844E1F5C-6B31-4102-8D21-2A1498ADA9DC}" type="presParOf" srcId="{CA322BF0-C09C-444F-8800-46EB943CD53B}" destId="{5738B095-D5F0-4D50-BC0E-394AE1EEE1A1}" srcOrd="4" destOrd="0" presId="urn:microsoft.com/office/officeart/2005/8/layout/cycle2"/>
    <dgm:cxn modelId="{06108747-1744-4D71-82DE-5F4D8CA51CD5}" type="presParOf" srcId="{CA322BF0-C09C-444F-8800-46EB943CD53B}" destId="{F70684E2-69DE-4C55-A318-1DFC36E4B275}" srcOrd="5" destOrd="0" presId="urn:microsoft.com/office/officeart/2005/8/layout/cycle2"/>
    <dgm:cxn modelId="{94D8B584-E1C6-43B5-9FA9-3867840FEF81}" type="presParOf" srcId="{F70684E2-69DE-4C55-A318-1DFC36E4B275}" destId="{DCD73F74-18B2-45DF-8D43-A4BEB7E19B6E}" srcOrd="0" destOrd="0" presId="urn:microsoft.com/office/officeart/2005/8/layout/cycle2"/>
    <dgm:cxn modelId="{08EAC1FE-5172-4F13-AB5B-44F9B47540E9}" type="presParOf" srcId="{CA322BF0-C09C-444F-8800-46EB943CD53B}" destId="{F0EB3217-41F3-43D9-9E3D-258D76ECFDB9}" srcOrd="6" destOrd="0" presId="urn:microsoft.com/office/officeart/2005/8/layout/cycle2"/>
    <dgm:cxn modelId="{C0C3E9E3-5FDF-4315-9BE4-9AFB39C16211}" type="presParOf" srcId="{CA322BF0-C09C-444F-8800-46EB943CD53B}" destId="{6A80CE6E-FEBF-45FC-92BD-875137CE72C9}" srcOrd="7" destOrd="0" presId="urn:microsoft.com/office/officeart/2005/8/layout/cycle2"/>
    <dgm:cxn modelId="{877C1BD4-2C4F-4B22-A262-391F3C025193}" type="presParOf" srcId="{6A80CE6E-FEBF-45FC-92BD-875137CE72C9}" destId="{A896DD02-002A-46D1-94D4-90BEFC7F6AD7}" srcOrd="0" destOrd="0" presId="urn:microsoft.com/office/officeart/2005/8/layout/cycle2"/>
    <dgm:cxn modelId="{4D1D816E-5602-493D-86CE-B72097DD5FCF}" type="presParOf" srcId="{CA322BF0-C09C-444F-8800-46EB943CD53B}" destId="{1474525C-46D4-44D6-8669-5DC9292AA81E}" srcOrd="8" destOrd="0" presId="urn:microsoft.com/office/officeart/2005/8/layout/cycle2"/>
    <dgm:cxn modelId="{2D87ED2F-21A9-4E8C-8526-8BCE216AA9DE}" type="presParOf" srcId="{CA322BF0-C09C-444F-8800-46EB943CD53B}" destId="{2082A579-7C08-45B5-9423-3DD7FFD46C20}" srcOrd="9" destOrd="0" presId="urn:microsoft.com/office/officeart/2005/8/layout/cycle2"/>
    <dgm:cxn modelId="{AA01DFF4-B48C-4239-B08D-A70D7B81053E}" type="presParOf" srcId="{2082A579-7C08-45B5-9423-3DD7FFD46C20}" destId="{69BFEDCB-DB50-4899-8217-27D2B76F4E9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C3F95-3EE2-47A8-B758-056A4C08DC11}">
      <dsp:nvSpPr>
        <dsp:cNvPr id="0" name=""/>
        <dsp:cNvSpPr/>
      </dsp:nvSpPr>
      <dsp:spPr>
        <a:xfrm>
          <a:off x="3082" y="264650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1970s</a:t>
          </a:r>
        </a:p>
      </dsp:txBody>
      <dsp:txXfrm>
        <a:off x="13686" y="275254"/>
        <a:ext cx="1427024" cy="340850"/>
      </dsp:txXfrm>
    </dsp:sp>
    <dsp:sp modelId="{7B04462A-B502-4D84-B4CF-2A78E903BBBB}">
      <dsp:nvSpPr>
        <dsp:cNvPr id="0" name=""/>
        <dsp:cNvSpPr/>
      </dsp:nvSpPr>
      <dsp:spPr>
        <a:xfrm rot="5400000">
          <a:off x="695519" y="658388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A58B3-D73A-4B64-A21C-D9461BD66ACE}">
      <dsp:nvSpPr>
        <dsp:cNvPr id="0" name=""/>
        <dsp:cNvSpPr/>
      </dsp:nvSpPr>
      <dsp:spPr>
        <a:xfrm>
          <a:off x="3082" y="753429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PLCs</a:t>
          </a:r>
        </a:p>
      </dsp:txBody>
      <dsp:txXfrm>
        <a:off x="13686" y="764033"/>
        <a:ext cx="1427024" cy="340850"/>
      </dsp:txXfrm>
    </dsp:sp>
    <dsp:sp modelId="{09F99DF3-CC87-4E0D-909D-9BA1EE9EF522}">
      <dsp:nvSpPr>
        <dsp:cNvPr id="0" name=""/>
        <dsp:cNvSpPr/>
      </dsp:nvSpPr>
      <dsp:spPr>
        <a:xfrm rot="5400000">
          <a:off x="695519" y="1147167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112F6-35BA-4285-8F6A-2132C5F78936}">
      <dsp:nvSpPr>
        <dsp:cNvPr id="0" name=""/>
        <dsp:cNvSpPr/>
      </dsp:nvSpPr>
      <dsp:spPr>
        <a:xfrm>
          <a:off x="3082" y="1242207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M2M data communication</a:t>
          </a:r>
        </a:p>
      </dsp:txBody>
      <dsp:txXfrm>
        <a:off x="13686" y="1252811"/>
        <a:ext cx="1427024" cy="340850"/>
      </dsp:txXfrm>
    </dsp:sp>
    <dsp:sp modelId="{ADF61F71-8E6D-4BB5-AEED-B5F85B9B2939}">
      <dsp:nvSpPr>
        <dsp:cNvPr id="0" name=""/>
        <dsp:cNvSpPr/>
      </dsp:nvSpPr>
      <dsp:spPr>
        <a:xfrm rot="5400000">
          <a:off x="695519" y="1635945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23924-A657-408F-8D47-3E8A638F8229}">
      <dsp:nvSpPr>
        <dsp:cNvPr id="0" name=""/>
        <dsp:cNvSpPr/>
      </dsp:nvSpPr>
      <dsp:spPr>
        <a:xfrm>
          <a:off x="3082" y="1730986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SCADA</a:t>
          </a:r>
        </a:p>
      </dsp:txBody>
      <dsp:txXfrm>
        <a:off x="13686" y="1741590"/>
        <a:ext cx="1427024" cy="340850"/>
      </dsp:txXfrm>
    </dsp:sp>
    <dsp:sp modelId="{DFE3EEF4-15FC-464A-BE5E-9E5A6BE4F1B6}">
      <dsp:nvSpPr>
        <dsp:cNvPr id="0" name=""/>
        <dsp:cNvSpPr/>
      </dsp:nvSpPr>
      <dsp:spPr>
        <a:xfrm>
          <a:off x="1654068" y="264650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1980s</a:t>
          </a:r>
        </a:p>
      </dsp:txBody>
      <dsp:txXfrm>
        <a:off x="1664672" y="275254"/>
        <a:ext cx="1427024" cy="340850"/>
      </dsp:txXfrm>
    </dsp:sp>
    <dsp:sp modelId="{55D24ED1-0971-4157-B934-11B8F0946C4B}">
      <dsp:nvSpPr>
        <dsp:cNvPr id="0" name=""/>
        <dsp:cNvSpPr/>
      </dsp:nvSpPr>
      <dsp:spPr>
        <a:xfrm rot="5400000">
          <a:off x="2346504" y="658388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C0D92-258E-4C57-9E75-7E1491062A5E}">
      <dsp:nvSpPr>
        <dsp:cNvPr id="0" name=""/>
        <dsp:cNvSpPr/>
      </dsp:nvSpPr>
      <dsp:spPr>
        <a:xfrm>
          <a:off x="1654068" y="753429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PCs</a:t>
          </a:r>
        </a:p>
      </dsp:txBody>
      <dsp:txXfrm>
        <a:off x="1664672" y="764033"/>
        <a:ext cx="1427024" cy="340850"/>
      </dsp:txXfrm>
    </dsp:sp>
    <dsp:sp modelId="{1138952F-C699-4C1A-81C2-8BE4D9FEED24}">
      <dsp:nvSpPr>
        <dsp:cNvPr id="0" name=""/>
        <dsp:cNvSpPr/>
      </dsp:nvSpPr>
      <dsp:spPr>
        <a:xfrm rot="5400000">
          <a:off x="2346504" y="1147167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675DD-239D-4941-99FA-FD89A0D0F4EC}">
      <dsp:nvSpPr>
        <dsp:cNvPr id="0" name=""/>
        <dsp:cNvSpPr/>
      </dsp:nvSpPr>
      <dsp:spPr>
        <a:xfrm>
          <a:off x="1654068" y="1242207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Client–server networks</a:t>
          </a:r>
        </a:p>
      </dsp:txBody>
      <dsp:txXfrm>
        <a:off x="1664672" y="1252811"/>
        <a:ext cx="1427024" cy="340850"/>
      </dsp:txXfrm>
    </dsp:sp>
    <dsp:sp modelId="{4A8FD30D-E7EE-48E8-9F70-D2318A84350A}">
      <dsp:nvSpPr>
        <dsp:cNvPr id="0" name=""/>
        <dsp:cNvSpPr/>
      </dsp:nvSpPr>
      <dsp:spPr>
        <a:xfrm rot="5400000">
          <a:off x="2346504" y="1635945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4EFB1-3991-4F99-AAAD-82898130680F}">
      <dsp:nvSpPr>
        <dsp:cNvPr id="0" name=""/>
        <dsp:cNvSpPr/>
      </dsp:nvSpPr>
      <dsp:spPr>
        <a:xfrm>
          <a:off x="1654068" y="1730986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SCADA interfaced with PCs</a:t>
          </a:r>
        </a:p>
      </dsp:txBody>
      <dsp:txXfrm>
        <a:off x="1664672" y="1741590"/>
        <a:ext cx="1427024" cy="340850"/>
      </dsp:txXfrm>
    </dsp:sp>
    <dsp:sp modelId="{1845DFB9-9A79-4DBB-9902-CBAA5F531FC6}">
      <dsp:nvSpPr>
        <dsp:cNvPr id="0" name=""/>
        <dsp:cNvSpPr/>
      </dsp:nvSpPr>
      <dsp:spPr>
        <a:xfrm>
          <a:off x="3305053" y="264650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1990s</a:t>
          </a:r>
        </a:p>
      </dsp:txBody>
      <dsp:txXfrm>
        <a:off x="3315657" y="275254"/>
        <a:ext cx="1427024" cy="340850"/>
      </dsp:txXfrm>
    </dsp:sp>
    <dsp:sp modelId="{98C6F6E8-B8C8-4B44-8F29-56BCB7DF3384}">
      <dsp:nvSpPr>
        <dsp:cNvPr id="0" name=""/>
        <dsp:cNvSpPr/>
      </dsp:nvSpPr>
      <dsp:spPr>
        <a:xfrm rot="5400000">
          <a:off x="3997489" y="658388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7835D-1267-40DB-83D8-DF0FF6559A9D}">
      <dsp:nvSpPr>
        <dsp:cNvPr id="0" name=""/>
        <dsp:cNvSpPr/>
      </dsp:nvSpPr>
      <dsp:spPr>
        <a:xfrm>
          <a:off x="3305053" y="753429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PLCs connect to Internet</a:t>
          </a:r>
        </a:p>
      </dsp:txBody>
      <dsp:txXfrm>
        <a:off x="3315657" y="764033"/>
        <a:ext cx="1427024" cy="340850"/>
      </dsp:txXfrm>
    </dsp:sp>
    <dsp:sp modelId="{173929C5-3244-4C9E-93B2-BE48979FF030}">
      <dsp:nvSpPr>
        <dsp:cNvPr id="0" name=""/>
        <dsp:cNvSpPr/>
      </dsp:nvSpPr>
      <dsp:spPr>
        <a:xfrm rot="5400000">
          <a:off x="3997489" y="1147167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64BDC-6565-4661-8865-25A39757CE70}">
      <dsp:nvSpPr>
        <dsp:cNvPr id="0" name=""/>
        <dsp:cNvSpPr/>
      </dsp:nvSpPr>
      <dsp:spPr>
        <a:xfrm>
          <a:off x="3305053" y="1242207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SCADA starts using open architecture and protocols</a:t>
          </a:r>
        </a:p>
      </dsp:txBody>
      <dsp:txXfrm>
        <a:off x="3315657" y="1252811"/>
        <a:ext cx="1427024" cy="340850"/>
      </dsp:txXfrm>
    </dsp:sp>
    <dsp:sp modelId="{FACF71CA-0DD9-408D-9943-6409EB929971}">
      <dsp:nvSpPr>
        <dsp:cNvPr id="0" name=""/>
        <dsp:cNvSpPr/>
      </dsp:nvSpPr>
      <dsp:spPr>
        <a:xfrm rot="5400000">
          <a:off x="3997489" y="1635945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FCBA8-B76C-48C5-96AF-FBE3DA4B948F}">
      <dsp:nvSpPr>
        <dsp:cNvPr id="0" name=""/>
        <dsp:cNvSpPr/>
      </dsp:nvSpPr>
      <dsp:spPr>
        <a:xfrm>
          <a:off x="3305053" y="1730986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OPC</a:t>
          </a:r>
        </a:p>
      </dsp:txBody>
      <dsp:txXfrm>
        <a:off x="3315657" y="1741590"/>
        <a:ext cx="1427024" cy="340850"/>
      </dsp:txXfrm>
    </dsp:sp>
    <dsp:sp modelId="{4DA980DA-88CD-41A3-A781-5FB521E31D49}">
      <dsp:nvSpPr>
        <dsp:cNvPr id="0" name=""/>
        <dsp:cNvSpPr/>
      </dsp:nvSpPr>
      <dsp:spPr>
        <a:xfrm>
          <a:off x="4956038" y="264650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2000s</a:t>
          </a:r>
        </a:p>
      </dsp:txBody>
      <dsp:txXfrm>
        <a:off x="4966642" y="275254"/>
        <a:ext cx="1427024" cy="340850"/>
      </dsp:txXfrm>
    </dsp:sp>
    <dsp:sp modelId="{38E21ABB-368E-459E-B983-CF2F272EC38E}">
      <dsp:nvSpPr>
        <dsp:cNvPr id="0" name=""/>
        <dsp:cNvSpPr/>
      </dsp:nvSpPr>
      <dsp:spPr>
        <a:xfrm rot="5400000">
          <a:off x="5648474" y="658388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76516-4101-4470-929C-D8074FE84942}">
      <dsp:nvSpPr>
        <dsp:cNvPr id="0" name=""/>
        <dsp:cNvSpPr/>
      </dsp:nvSpPr>
      <dsp:spPr>
        <a:xfrm>
          <a:off x="4956038" y="753429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Cloud technologies</a:t>
          </a:r>
        </a:p>
      </dsp:txBody>
      <dsp:txXfrm>
        <a:off x="4966642" y="764033"/>
        <a:ext cx="1427024" cy="340850"/>
      </dsp:txXfrm>
    </dsp:sp>
    <dsp:sp modelId="{04A1C55A-8129-43BA-9023-B15843D1D35C}">
      <dsp:nvSpPr>
        <dsp:cNvPr id="0" name=""/>
        <dsp:cNvSpPr/>
      </dsp:nvSpPr>
      <dsp:spPr>
        <a:xfrm rot="5400000">
          <a:off x="5648474" y="1147167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11042-0D47-4E8C-A3E1-993E4957D38A}">
      <dsp:nvSpPr>
        <dsp:cNvPr id="0" name=""/>
        <dsp:cNvSpPr/>
      </dsp:nvSpPr>
      <dsp:spPr>
        <a:xfrm>
          <a:off x="4956038" y="1242207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Ubiquitous computing</a:t>
          </a:r>
        </a:p>
      </dsp:txBody>
      <dsp:txXfrm>
        <a:off x="4966642" y="1252811"/>
        <a:ext cx="1427024" cy="340850"/>
      </dsp:txXfrm>
    </dsp:sp>
    <dsp:sp modelId="{C8CBE69F-8006-450D-8102-7FFF49ECD1F0}">
      <dsp:nvSpPr>
        <dsp:cNvPr id="0" name=""/>
        <dsp:cNvSpPr/>
      </dsp:nvSpPr>
      <dsp:spPr>
        <a:xfrm rot="5400000">
          <a:off x="5648474" y="1635945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EBE1A-EA19-40CE-89F9-A0026ADD3E6D}">
      <dsp:nvSpPr>
        <dsp:cNvPr id="0" name=""/>
        <dsp:cNvSpPr/>
      </dsp:nvSpPr>
      <dsp:spPr>
        <a:xfrm>
          <a:off x="4956038" y="1730986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Mobile management of manufacturing processes</a:t>
          </a:r>
        </a:p>
      </dsp:txBody>
      <dsp:txXfrm>
        <a:off x="4966642" y="1741590"/>
        <a:ext cx="1427024" cy="340850"/>
      </dsp:txXfrm>
    </dsp:sp>
    <dsp:sp modelId="{63FD2F72-F928-4016-BEA9-E4C602DBF7AF}">
      <dsp:nvSpPr>
        <dsp:cNvPr id="0" name=""/>
        <dsp:cNvSpPr/>
      </dsp:nvSpPr>
      <dsp:spPr>
        <a:xfrm>
          <a:off x="6607023" y="264650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2010s</a:t>
          </a:r>
        </a:p>
      </dsp:txBody>
      <dsp:txXfrm>
        <a:off x="6617627" y="275254"/>
        <a:ext cx="1427024" cy="340850"/>
      </dsp:txXfrm>
    </dsp:sp>
    <dsp:sp modelId="{E6124E28-B67F-4C4D-82D3-34D03075A3BB}">
      <dsp:nvSpPr>
        <dsp:cNvPr id="0" name=""/>
        <dsp:cNvSpPr/>
      </dsp:nvSpPr>
      <dsp:spPr>
        <a:xfrm rot="5400000">
          <a:off x="7299459" y="658388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008CB-7FE1-4EDE-A8E4-7A402B06C17A}">
      <dsp:nvSpPr>
        <dsp:cNvPr id="0" name=""/>
        <dsp:cNvSpPr/>
      </dsp:nvSpPr>
      <dsp:spPr>
        <a:xfrm>
          <a:off x="6607023" y="753429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Low-cost microcontrollers, sensors, actuators</a:t>
          </a:r>
        </a:p>
      </dsp:txBody>
      <dsp:txXfrm>
        <a:off x="6617627" y="764033"/>
        <a:ext cx="1427024" cy="340850"/>
      </dsp:txXfrm>
    </dsp:sp>
    <dsp:sp modelId="{7E81F263-F520-49E8-9B8F-1B0D930F429A}">
      <dsp:nvSpPr>
        <dsp:cNvPr id="0" name=""/>
        <dsp:cNvSpPr/>
      </dsp:nvSpPr>
      <dsp:spPr>
        <a:xfrm rot="5400000">
          <a:off x="7299459" y="1147167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045F5-A5E3-4E51-BEFF-554265164B0F}">
      <dsp:nvSpPr>
        <dsp:cNvPr id="0" name=""/>
        <dsp:cNvSpPr/>
      </dsp:nvSpPr>
      <dsp:spPr>
        <a:xfrm>
          <a:off x="6607023" y="1242207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High-performing batteries</a:t>
          </a:r>
        </a:p>
      </dsp:txBody>
      <dsp:txXfrm>
        <a:off x="6617627" y="1252811"/>
        <a:ext cx="1427024" cy="340850"/>
      </dsp:txXfrm>
    </dsp:sp>
    <dsp:sp modelId="{8CCD98DE-C21A-4FFE-96A3-0149BC7D4D99}">
      <dsp:nvSpPr>
        <dsp:cNvPr id="0" name=""/>
        <dsp:cNvSpPr/>
      </dsp:nvSpPr>
      <dsp:spPr>
        <a:xfrm rot="5400000">
          <a:off x="7299459" y="1635945"/>
          <a:ext cx="63360" cy="63360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61B88-CF9C-4D74-ABE1-EA110A271184}">
      <dsp:nvSpPr>
        <dsp:cNvPr id="0" name=""/>
        <dsp:cNvSpPr/>
      </dsp:nvSpPr>
      <dsp:spPr>
        <a:xfrm>
          <a:off x="6607023" y="1730986"/>
          <a:ext cx="1448232" cy="3620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Industry drives IoT development</a:t>
          </a:r>
        </a:p>
      </dsp:txBody>
      <dsp:txXfrm>
        <a:off x="6617627" y="1741590"/>
        <a:ext cx="1427024" cy="3408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F90AB-FB56-4356-8D67-BA60163D7627}">
      <dsp:nvSpPr>
        <dsp:cNvPr id="0" name=""/>
        <dsp:cNvSpPr/>
      </dsp:nvSpPr>
      <dsp:spPr>
        <a:xfrm>
          <a:off x="464" y="135513"/>
          <a:ext cx="1812106" cy="1087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Miniaturization </a:t>
          </a:r>
        </a:p>
      </dsp:txBody>
      <dsp:txXfrm>
        <a:off x="464" y="135513"/>
        <a:ext cx="1812106" cy="1087263"/>
      </dsp:txXfrm>
    </dsp:sp>
    <dsp:sp modelId="{A55B3E52-38D5-4C1C-BA3A-2F93FFDA43BC}">
      <dsp:nvSpPr>
        <dsp:cNvPr id="0" name=""/>
        <dsp:cNvSpPr/>
      </dsp:nvSpPr>
      <dsp:spPr>
        <a:xfrm>
          <a:off x="1993781" y="135513"/>
          <a:ext cx="1812106" cy="1087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Connectivity</a:t>
          </a:r>
        </a:p>
      </dsp:txBody>
      <dsp:txXfrm>
        <a:off x="1993781" y="135513"/>
        <a:ext cx="1812106" cy="1087263"/>
      </dsp:txXfrm>
    </dsp:sp>
    <dsp:sp modelId="{231A18F4-EF83-48EB-9199-CA7C5DA65714}">
      <dsp:nvSpPr>
        <dsp:cNvPr id="0" name=""/>
        <dsp:cNvSpPr/>
      </dsp:nvSpPr>
      <dsp:spPr>
        <a:xfrm>
          <a:off x="464" y="1403987"/>
          <a:ext cx="1812106" cy="1087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Advanced power sources</a:t>
          </a:r>
        </a:p>
      </dsp:txBody>
      <dsp:txXfrm>
        <a:off x="464" y="1403987"/>
        <a:ext cx="1812106" cy="1087263"/>
      </dsp:txXfrm>
    </dsp:sp>
    <dsp:sp modelId="{4B186CDD-E270-4434-AF56-704846BA46FF}">
      <dsp:nvSpPr>
        <dsp:cNvPr id="0" name=""/>
        <dsp:cNvSpPr/>
      </dsp:nvSpPr>
      <dsp:spPr>
        <a:xfrm>
          <a:off x="1993781" y="1403987"/>
          <a:ext cx="1812106" cy="1087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Inexpensive parts</a:t>
          </a:r>
        </a:p>
      </dsp:txBody>
      <dsp:txXfrm>
        <a:off x="1993781" y="1403987"/>
        <a:ext cx="1812106" cy="1087263"/>
      </dsp:txXfrm>
    </dsp:sp>
    <dsp:sp modelId="{7CC9EBBA-6847-4623-B568-9AEC17F0B2AF}">
      <dsp:nvSpPr>
        <dsp:cNvPr id="0" name=""/>
        <dsp:cNvSpPr/>
      </dsp:nvSpPr>
      <dsp:spPr>
        <a:xfrm>
          <a:off x="464" y="2672461"/>
          <a:ext cx="1812106" cy="1087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Cloud-based processing</a:t>
          </a:r>
        </a:p>
      </dsp:txBody>
      <dsp:txXfrm>
        <a:off x="464" y="2672461"/>
        <a:ext cx="1812106" cy="1087263"/>
      </dsp:txXfrm>
    </dsp:sp>
    <dsp:sp modelId="{7704713C-3A62-45F4-8D4A-5A9066B1D6A2}">
      <dsp:nvSpPr>
        <dsp:cNvPr id="0" name=""/>
        <dsp:cNvSpPr/>
      </dsp:nvSpPr>
      <dsp:spPr>
        <a:xfrm>
          <a:off x="1993781" y="2672461"/>
          <a:ext cx="1812106" cy="10872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Ubiquitous computing</a:t>
          </a:r>
        </a:p>
      </dsp:txBody>
      <dsp:txXfrm>
        <a:off x="1993781" y="2672461"/>
        <a:ext cx="1812106" cy="10872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BE6CA-5001-4787-95A8-CD364078F691}">
      <dsp:nvSpPr>
        <dsp:cNvPr id="0" name=""/>
        <dsp:cNvSpPr/>
      </dsp:nvSpPr>
      <dsp:spPr>
        <a:xfrm>
          <a:off x="625" y="0"/>
          <a:ext cx="3779785" cy="390379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1D3763"/>
              </a:solidFill>
            </a:rPr>
            <a:t>Digitization</a:t>
          </a:r>
        </a:p>
      </dsp:txBody>
      <dsp:txXfrm>
        <a:off x="195815" y="0"/>
        <a:ext cx="3389406" cy="390379"/>
      </dsp:txXfrm>
    </dsp:sp>
    <dsp:sp modelId="{2604F3CC-EDD7-49D5-BFA9-85696CECF2E9}">
      <dsp:nvSpPr>
        <dsp:cNvPr id="0" name=""/>
        <dsp:cNvSpPr/>
      </dsp:nvSpPr>
      <dsp:spPr>
        <a:xfrm>
          <a:off x="3291230" y="0"/>
          <a:ext cx="4948918" cy="39037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accent4"/>
              </a:solidFill>
            </a:rPr>
            <a:t>Industry 4.0</a:t>
          </a:r>
        </a:p>
      </dsp:txBody>
      <dsp:txXfrm>
        <a:off x="3486420" y="0"/>
        <a:ext cx="4558539" cy="3903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8DD87-C116-433B-8696-8AE62D0307FF}">
      <dsp:nvSpPr>
        <dsp:cNvPr id="0" name=""/>
        <dsp:cNvSpPr/>
      </dsp:nvSpPr>
      <dsp:spPr>
        <a:xfrm>
          <a:off x="1835422" y="356"/>
          <a:ext cx="1324431" cy="13244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Requirements analysis</a:t>
          </a:r>
        </a:p>
      </dsp:txBody>
      <dsp:txXfrm>
        <a:off x="2029380" y="194314"/>
        <a:ext cx="936515" cy="936515"/>
      </dsp:txXfrm>
    </dsp:sp>
    <dsp:sp modelId="{225DCB13-2259-4F2F-9560-71A130AE7B33}">
      <dsp:nvSpPr>
        <dsp:cNvPr id="0" name=""/>
        <dsp:cNvSpPr/>
      </dsp:nvSpPr>
      <dsp:spPr>
        <a:xfrm rot="2160000">
          <a:off x="3118372" y="1018534"/>
          <a:ext cx="353646" cy="4469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3128503" y="1076753"/>
        <a:ext cx="247552" cy="268197"/>
      </dsp:txXfrm>
    </dsp:sp>
    <dsp:sp modelId="{E5A335A2-86E4-43E4-A779-A95DEE719F62}">
      <dsp:nvSpPr>
        <dsp:cNvPr id="0" name=""/>
        <dsp:cNvSpPr/>
      </dsp:nvSpPr>
      <dsp:spPr>
        <a:xfrm>
          <a:off x="3446732" y="1171041"/>
          <a:ext cx="1324431" cy="13244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Design</a:t>
          </a:r>
        </a:p>
      </dsp:txBody>
      <dsp:txXfrm>
        <a:off x="3640690" y="1364999"/>
        <a:ext cx="936515" cy="936515"/>
      </dsp:txXfrm>
    </dsp:sp>
    <dsp:sp modelId="{407CCC45-E312-4FE0-8DF5-6D470605019B}">
      <dsp:nvSpPr>
        <dsp:cNvPr id="0" name=""/>
        <dsp:cNvSpPr/>
      </dsp:nvSpPr>
      <dsp:spPr>
        <a:xfrm rot="6495427">
          <a:off x="3621903" y="2547490"/>
          <a:ext cx="355397" cy="4469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 rot="10800000">
        <a:off x="3691913" y="2586263"/>
        <a:ext cx="248778" cy="268197"/>
      </dsp:txXfrm>
    </dsp:sp>
    <dsp:sp modelId="{5738B095-D5F0-4D50-BC0E-394AE1EEE1A1}">
      <dsp:nvSpPr>
        <dsp:cNvPr id="0" name=""/>
        <dsp:cNvSpPr/>
      </dsp:nvSpPr>
      <dsp:spPr>
        <a:xfrm>
          <a:off x="2821737" y="3065606"/>
          <a:ext cx="1324431" cy="13244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Implementation</a:t>
          </a:r>
        </a:p>
      </dsp:txBody>
      <dsp:txXfrm>
        <a:off x="3015695" y="3259564"/>
        <a:ext cx="936515" cy="936515"/>
      </dsp:txXfrm>
    </dsp:sp>
    <dsp:sp modelId="{F70684E2-69DE-4C55-A318-1DFC36E4B275}">
      <dsp:nvSpPr>
        <dsp:cNvPr id="0" name=""/>
        <dsp:cNvSpPr/>
      </dsp:nvSpPr>
      <dsp:spPr>
        <a:xfrm rot="10800619">
          <a:off x="2328442" y="3504147"/>
          <a:ext cx="348595" cy="4469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 rot="10800000">
        <a:off x="2433020" y="3593555"/>
        <a:ext cx="244017" cy="268197"/>
      </dsp:txXfrm>
    </dsp:sp>
    <dsp:sp modelId="{F0EB3217-41F3-43D9-9E3D-258D76ECFDB9}">
      <dsp:nvSpPr>
        <dsp:cNvPr id="0" name=""/>
        <dsp:cNvSpPr/>
      </dsp:nvSpPr>
      <dsp:spPr>
        <a:xfrm>
          <a:off x="839578" y="3065249"/>
          <a:ext cx="1324431" cy="13244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Testing</a:t>
          </a:r>
        </a:p>
      </dsp:txBody>
      <dsp:txXfrm>
        <a:off x="1033536" y="3259207"/>
        <a:ext cx="936515" cy="936515"/>
      </dsp:txXfrm>
    </dsp:sp>
    <dsp:sp modelId="{6A80CE6E-FEBF-45FC-92BD-875137CE72C9}">
      <dsp:nvSpPr>
        <dsp:cNvPr id="0" name=""/>
        <dsp:cNvSpPr/>
      </dsp:nvSpPr>
      <dsp:spPr>
        <a:xfrm rot="15120000">
          <a:off x="1020331" y="2566382"/>
          <a:ext cx="353646" cy="4469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 rot="10800000">
        <a:off x="1089770" y="2706232"/>
        <a:ext cx="247552" cy="268197"/>
      </dsp:txXfrm>
    </dsp:sp>
    <dsp:sp modelId="{1474525C-46D4-44D6-8669-5DC9292AA81E}">
      <dsp:nvSpPr>
        <dsp:cNvPr id="0" name=""/>
        <dsp:cNvSpPr/>
      </dsp:nvSpPr>
      <dsp:spPr>
        <a:xfrm>
          <a:off x="224113" y="1171041"/>
          <a:ext cx="1324431" cy="13244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Evolution</a:t>
          </a:r>
        </a:p>
      </dsp:txBody>
      <dsp:txXfrm>
        <a:off x="418071" y="1364999"/>
        <a:ext cx="936515" cy="936515"/>
      </dsp:txXfrm>
    </dsp:sp>
    <dsp:sp modelId="{2082A579-7C08-45B5-9423-3DD7FFD46C20}">
      <dsp:nvSpPr>
        <dsp:cNvPr id="0" name=""/>
        <dsp:cNvSpPr/>
      </dsp:nvSpPr>
      <dsp:spPr>
        <a:xfrm rot="19440000">
          <a:off x="1507063" y="1030300"/>
          <a:ext cx="353646" cy="4469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1517194" y="1150879"/>
        <a:ext cx="247552" cy="268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0.22449</cdr:x>
      <cdr:y>0.45496</cdr:y>
    </cdr:from>
    <cdr:to>
      <cdr:x>0.34772</cdr:x>
      <cdr:y>0.56185</cdr:y>
    </cdr:to>
    <cdr:sp macro="" textlink="">
      <cdr:nvSpPr>
        <cdr:cNvPr id="2" name="Callout: Bent Line 1">
          <a:extLst xmlns:a="http://schemas.openxmlformats.org/drawingml/2006/main">
            <a:ext uri="{FF2B5EF4-FFF2-40B4-BE49-F238E27FC236}">
              <a16:creationId xmlns:a16="http://schemas.microsoft.com/office/drawing/2014/main" id="{5CCCFEBF-32FB-4698-B6B7-B092767DC6A3}"/>
            </a:ext>
          </a:extLst>
        </cdr:cNvPr>
        <cdr:cNvSpPr/>
      </cdr:nvSpPr>
      <cdr:spPr>
        <a:xfrm xmlns:a="http://schemas.openxmlformats.org/drawingml/2006/main" flipH="1">
          <a:off x="1889436" y="2682880"/>
          <a:ext cx="1037172" cy="630352"/>
        </a:xfrm>
        <a:prstGeom xmlns:a="http://schemas.openxmlformats.org/drawingml/2006/main" prst="borderCallout2">
          <a:avLst/>
        </a:prstGeom>
        <a:solidFill xmlns:a="http://schemas.openxmlformats.org/drawingml/2006/main">
          <a:srgbClr val="FFC000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en-US" sz="1400" b="1" dirty="0">
              <a:solidFill>
                <a:srgbClr val="1D3763"/>
              </a:solidFill>
            </a:rPr>
            <a:t>What happened?</a:t>
          </a:r>
        </a:p>
      </cdr:txBody>
    </cdr:sp>
  </cdr:relSizeAnchor>
  <cdr:relSizeAnchor xmlns:cdr="http://schemas.openxmlformats.org/drawingml/2006/chartDrawing">
    <cdr:from>
      <cdr:x>0.38349</cdr:x>
      <cdr:y>0.36352</cdr:y>
    </cdr:from>
    <cdr:to>
      <cdr:x>0.51014</cdr:x>
      <cdr:y>0.47195</cdr:y>
    </cdr:to>
    <cdr:sp macro="" textlink="">
      <cdr:nvSpPr>
        <cdr:cNvPr id="3" name="Callout: Bent Line 2">
          <a:extLst xmlns:a="http://schemas.openxmlformats.org/drawingml/2006/main">
            <a:ext uri="{FF2B5EF4-FFF2-40B4-BE49-F238E27FC236}">
              <a16:creationId xmlns:a16="http://schemas.microsoft.com/office/drawing/2014/main" id="{D2C445EA-9DEC-4036-9588-4CF7B76CCF54}"/>
            </a:ext>
          </a:extLst>
        </cdr:cNvPr>
        <cdr:cNvSpPr/>
      </cdr:nvSpPr>
      <cdr:spPr>
        <a:xfrm xmlns:a="http://schemas.openxmlformats.org/drawingml/2006/main" flipH="1">
          <a:off x="3227629" y="2143685"/>
          <a:ext cx="1065938" cy="639429"/>
        </a:xfrm>
        <a:prstGeom xmlns:a="http://schemas.openxmlformats.org/drawingml/2006/main" prst="borderCallout2">
          <a:avLst/>
        </a:prstGeom>
        <a:solidFill xmlns:a="http://schemas.openxmlformats.org/drawingml/2006/main">
          <a:srgbClr val="FFC000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400" b="1" dirty="0">
              <a:solidFill>
                <a:srgbClr val="1D3763"/>
              </a:solidFill>
            </a:rPr>
            <a:t>What is happening?</a:t>
          </a:r>
        </a:p>
      </cdr:txBody>
    </cdr:sp>
  </cdr:relSizeAnchor>
  <cdr:relSizeAnchor xmlns:cdr="http://schemas.openxmlformats.org/drawingml/2006/chartDrawing">
    <cdr:from>
      <cdr:x>0.5555</cdr:x>
      <cdr:y>0.25229</cdr:y>
    </cdr:from>
    <cdr:to>
      <cdr:x>0.66683</cdr:x>
      <cdr:y>0.35514</cdr:y>
    </cdr:to>
    <cdr:sp macro="" textlink="">
      <cdr:nvSpPr>
        <cdr:cNvPr id="4" name="Callout: Bent Line 3">
          <a:extLst xmlns:a="http://schemas.openxmlformats.org/drawingml/2006/main">
            <a:ext uri="{FF2B5EF4-FFF2-40B4-BE49-F238E27FC236}">
              <a16:creationId xmlns:a16="http://schemas.microsoft.com/office/drawing/2014/main" id="{D2C445EA-9DEC-4036-9588-4CF7B76CCF54}"/>
            </a:ext>
          </a:extLst>
        </cdr:cNvPr>
        <cdr:cNvSpPr/>
      </cdr:nvSpPr>
      <cdr:spPr>
        <a:xfrm xmlns:a="http://schemas.openxmlformats.org/drawingml/2006/main" flipH="1">
          <a:off x="4675413" y="1487738"/>
          <a:ext cx="937012" cy="606518"/>
        </a:xfrm>
        <a:prstGeom xmlns:a="http://schemas.openxmlformats.org/drawingml/2006/main" prst="borderCallout2">
          <a:avLst/>
        </a:prstGeom>
        <a:solidFill xmlns:a="http://schemas.openxmlformats.org/drawingml/2006/main">
          <a:srgbClr val="FFC000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400" b="1" dirty="0">
              <a:solidFill>
                <a:srgbClr val="1D3763"/>
              </a:solidFill>
            </a:rPr>
            <a:t>What will  happen?</a:t>
          </a:r>
        </a:p>
      </cdr:txBody>
    </cdr:sp>
  </cdr:relSizeAnchor>
  <cdr:relSizeAnchor xmlns:cdr="http://schemas.openxmlformats.org/drawingml/2006/chartDrawing">
    <cdr:from>
      <cdr:x>0.60816</cdr:x>
      <cdr:y>0.10049</cdr:y>
    </cdr:from>
    <cdr:to>
      <cdr:x>0.82027</cdr:x>
      <cdr:y>0.1864</cdr:y>
    </cdr:to>
    <cdr:sp macro="" textlink="">
      <cdr:nvSpPr>
        <cdr:cNvPr id="5" name="Callout: Bent Line 4">
          <a:extLst xmlns:a="http://schemas.openxmlformats.org/drawingml/2006/main">
            <a:ext uri="{FF2B5EF4-FFF2-40B4-BE49-F238E27FC236}">
              <a16:creationId xmlns:a16="http://schemas.microsoft.com/office/drawing/2014/main" id="{FCA21FEA-7225-4693-AC73-748D97072F33}"/>
            </a:ext>
          </a:extLst>
        </cdr:cNvPr>
        <cdr:cNvSpPr/>
      </cdr:nvSpPr>
      <cdr:spPr>
        <a:xfrm xmlns:a="http://schemas.openxmlformats.org/drawingml/2006/main" flipH="1">
          <a:off x="5118592" y="592580"/>
          <a:ext cx="1785257" cy="506605"/>
        </a:xfrm>
        <a:prstGeom xmlns:a="http://schemas.openxmlformats.org/drawingml/2006/main" prst="borderCallout2">
          <a:avLst>
            <a:gd name="adj1" fmla="val 18750"/>
            <a:gd name="adj2" fmla="val -8333"/>
            <a:gd name="adj3" fmla="val 18750"/>
            <a:gd name="adj4" fmla="val -16667"/>
            <a:gd name="adj5" fmla="val 77664"/>
            <a:gd name="adj6" fmla="val -30066"/>
          </a:avLst>
        </a:prstGeom>
        <a:solidFill xmlns:a="http://schemas.openxmlformats.org/drawingml/2006/main">
          <a:srgbClr val="FFC000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b="1" dirty="0">
              <a:solidFill>
                <a:srgbClr val="1D3763"/>
              </a:solidFill>
            </a:rPr>
            <a:t>How can an autonomous response be achieved? </a:t>
          </a:r>
        </a:p>
      </cdr:txBody>
    </cdr:sp>
  </cdr:relSizeAnchor>
  <cdr:relSizeAnchor xmlns:cdr="http://schemas.openxmlformats.org/drawingml/2006/chartDrawing">
    <cdr:from>
      <cdr:x>0.41894</cdr:x>
      <cdr:y>0.51668</cdr:y>
    </cdr:from>
    <cdr:to>
      <cdr:x>0.45605</cdr:x>
      <cdr:y>0.70468</cdr:y>
    </cdr:to>
    <cdr:sp macro="" textlink="">
      <cdr:nvSpPr>
        <cdr:cNvPr id="6" name="TextBox 5">
          <a:extLst xmlns:a="http://schemas.openxmlformats.org/drawingml/2006/main">
            <a:ext uri="{FF2B5EF4-FFF2-40B4-BE49-F238E27FC236}">
              <a16:creationId xmlns:a16="http://schemas.microsoft.com/office/drawing/2014/main" id="{2D6E305F-FC39-49D1-BD91-A5D77A74F318}"/>
            </a:ext>
          </a:extLst>
        </cdr:cNvPr>
        <cdr:cNvSpPr txBox="1"/>
      </cdr:nvSpPr>
      <cdr:spPr>
        <a:xfrm xmlns:a="http://schemas.openxmlformats.org/drawingml/2006/main" rot="16200000">
          <a:off x="3127882" y="3445005"/>
          <a:ext cx="1108636" cy="31233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400" dirty="0">
              <a:solidFill>
                <a:schemeClr val="bg1"/>
              </a:solidFill>
            </a:rPr>
            <a:t>Seeing</a:t>
          </a:r>
        </a:p>
      </cdr:txBody>
    </cdr:sp>
  </cdr:relSizeAnchor>
  <cdr:relSizeAnchor xmlns:cdr="http://schemas.openxmlformats.org/drawingml/2006/chartDrawing">
    <cdr:from>
      <cdr:x>0.57663</cdr:x>
      <cdr:y>0.5</cdr:y>
    </cdr:from>
    <cdr:to>
      <cdr:x>0.61374</cdr:x>
      <cdr:y>0.68801</cdr:y>
    </cdr:to>
    <cdr:sp macro="" textlink="">
      <cdr:nvSpPr>
        <cdr:cNvPr id="7" name="TextBox 6">
          <a:extLst xmlns:a="http://schemas.openxmlformats.org/drawingml/2006/main">
            <a:ext uri="{FF2B5EF4-FFF2-40B4-BE49-F238E27FC236}">
              <a16:creationId xmlns:a16="http://schemas.microsoft.com/office/drawing/2014/main" id="{171FC3BD-7071-4096-911E-E8099AF81EEB}"/>
            </a:ext>
          </a:extLst>
        </cdr:cNvPr>
        <cdr:cNvSpPr txBox="1"/>
      </cdr:nvSpPr>
      <cdr:spPr>
        <a:xfrm xmlns:a="http://schemas.openxmlformats.org/drawingml/2006/main" rot="16200000">
          <a:off x="4486113" y="3150197"/>
          <a:ext cx="1046507" cy="31233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400" dirty="0">
              <a:solidFill>
                <a:schemeClr val="bg1"/>
              </a:solidFill>
            </a:rPr>
            <a:t>Understanding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4/24/2023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4/24/2023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 err="1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2023 CertNexus,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51" r:id="rId10"/>
    <p:sldLayoutId id="2147483936" r:id="rId11"/>
    <p:sldLayoutId id="2147483937" r:id="rId12"/>
    <p:sldLayoutId id="2147483934" r:id="rId13"/>
    <p:sldLayoutId id="2147483935" r:id="rId14"/>
    <p:sldLayoutId id="2147483939" r:id="rId15"/>
    <p:sldLayoutId id="2147483940" r:id="rId16"/>
    <p:sldLayoutId id="2147483955" r:id="rId17"/>
    <p:sldLayoutId id="2147483950" r:id="rId18"/>
    <p:sldLayoutId id="2147483942" r:id="rId19"/>
    <p:sldLayoutId id="2147483943" r:id="rId20"/>
    <p:sldLayoutId id="2147483944" r:id="rId21"/>
    <p:sldLayoutId id="2147483945" r:id="rId22"/>
    <p:sldLayoutId id="2147483946" r:id="rId23"/>
    <p:sldLayoutId id="2147483947" r:id="rId2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30.png"/><Relationship Id="rId9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30.png"/><Relationship Id="rId9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30.png"/><Relationship Id="rId9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2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52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6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95423D-0789-4A53-BB2E-464A6EBD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an IoT Implementation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AEF56-AB4B-D58A-D0BF-30787068B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13">
            <a:extLst>
              <a:ext uri="{FF2B5EF4-FFF2-40B4-BE49-F238E27FC236}">
                <a16:creationId xmlns:a16="http://schemas.microsoft.com/office/drawing/2014/main" id="{54E7EDF6-A27C-88BB-4CD0-1FB2AF78B3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5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IoT</a:t>
            </a:r>
          </a:p>
          <a:p>
            <a:r>
              <a:rPr lang="en-US" dirty="0"/>
              <a:t>IoT Infrastructure</a:t>
            </a:r>
          </a:p>
          <a:p>
            <a:r>
              <a:rPr lang="en-US" dirty="0"/>
              <a:t>Business Benefits and Challenges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an IoT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Define I</a:t>
            </a:r>
            <a:r>
              <a:rPr lang="en-US" cap="none" dirty="0"/>
              <a:t>o</a:t>
            </a:r>
            <a:r>
              <a:rPr lang="en-US" dirty="0"/>
              <a:t>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6313262-417C-03BD-063A-6D1E083ECA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236129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29F708-F52F-DEEC-F9DC-993AC2FC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Dawn of a New Day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C13758-5C4C-CA08-EE49-B54F3F7F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52A2B1-C2A2-20F4-4A9A-2B3E50CBAD9C}"/>
              </a:ext>
            </a:extLst>
          </p:cNvPr>
          <p:cNvGrpSpPr/>
          <p:nvPr/>
        </p:nvGrpSpPr>
        <p:grpSpPr>
          <a:xfrm>
            <a:off x="1866900" y="1102848"/>
            <a:ext cx="8458200" cy="5258960"/>
            <a:chOff x="342900" y="1102848"/>
            <a:chExt cx="8458200" cy="525896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56B94C3-5139-7A1C-5B29-3952ABF40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0278" y="1102848"/>
              <a:ext cx="2944945" cy="294494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FCFF422-5BE8-8C70-BCD7-756CA819A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5527" r="-1" b="15530"/>
            <a:stretch/>
          </p:blipFill>
          <p:spPr>
            <a:xfrm>
              <a:off x="342900" y="4161327"/>
              <a:ext cx="4861998" cy="205308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8703EF4-4509-8E2B-0F1F-5B1730667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337" r="24377" b="5"/>
            <a:stretch/>
          </p:blipFill>
          <p:spPr>
            <a:xfrm>
              <a:off x="7317027" y="1229340"/>
              <a:ext cx="1333541" cy="245479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8C6B2BE-8AA0-C5D8-0A36-15332D3131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584" r="22410" b="-4"/>
            <a:stretch/>
          </p:blipFill>
          <p:spPr>
            <a:xfrm>
              <a:off x="1107996" y="1670131"/>
              <a:ext cx="1768262" cy="154404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12366FE-177F-35D7-6DF6-0714B4B6E6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1865" r="16383" b="-5"/>
            <a:stretch/>
          </p:blipFill>
          <p:spPr>
            <a:xfrm>
              <a:off x="7017198" y="4265388"/>
              <a:ext cx="1783902" cy="156017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22758ED-2D59-FEBF-F81E-6E43AC73BD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2" b="11895"/>
            <a:stretch/>
          </p:blipFill>
          <p:spPr>
            <a:xfrm>
              <a:off x="5438445" y="4565158"/>
              <a:ext cx="1312121" cy="1161682"/>
            </a:xfrm>
            <a:prstGeom prst="rect">
              <a:avLst/>
            </a:prstGeom>
          </p:spPr>
        </p:pic>
        <p:sp>
          <p:nvSpPr>
            <p:cNvPr id="27" name="Text Placeholder 3">
              <a:extLst>
                <a:ext uri="{FF2B5EF4-FFF2-40B4-BE49-F238E27FC236}">
                  <a16:creationId xmlns:a16="http://schemas.microsoft.com/office/drawing/2014/main" id="{7A7EAF84-4E8E-751E-6EEB-7AF525C4800C}"/>
                </a:ext>
              </a:extLst>
            </p:cNvPr>
            <p:cNvSpPr txBox="1">
              <a:spLocks/>
            </p:cNvSpPr>
            <p:nvPr/>
          </p:nvSpPr>
          <p:spPr>
            <a:xfrm>
              <a:off x="1250953" y="3095985"/>
              <a:ext cx="1482349" cy="463451"/>
            </a:xfrm>
            <a:prstGeom prst="rect">
              <a:avLst/>
            </a:prstGeom>
          </p:spPr>
          <p:txBody>
            <a:bodyPr vert="horz" lIns="51435" tIns="25718" rIns="51435" bIns="25718" rtlCol="0" anchor="b">
              <a:norm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6:34 A.M.</a:t>
              </a:r>
            </a:p>
          </p:txBody>
        </p:sp>
        <p:sp>
          <p:nvSpPr>
            <p:cNvPr id="28" name="Text Placeholder 3">
              <a:extLst>
                <a:ext uri="{FF2B5EF4-FFF2-40B4-BE49-F238E27FC236}">
                  <a16:creationId xmlns:a16="http://schemas.microsoft.com/office/drawing/2014/main" id="{8F6107BB-20DE-C1E1-E639-228546315FDF}"/>
                </a:ext>
              </a:extLst>
            </p:cNvPr>
            <p:cNvSpPr txBox="1">
              <a:spLocks/>
            </p:cNvSpPr>
            <p:nvPr/>
          </p:nvSpPr>
          <p:spPr>
            <a:xfrm>
              <a:off x="4321576" y="3874899"/>
              <a:ext cx="1482349" cy="463451"/>
            </a:xfrm>
            <a:prstGeom prst="rect">
              <a:avLst/>
            </a:prstGeom>
          </p:spPr>
          <p:txBody>
            <a:bodyPr vert="horz" lIns="51435" tIns="25718" rIns="51435" bIns="25718" rtlCol="0" anchor="b">
              <a:norm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6:52 A.M.</a:t>
              </a:r>
            </a:p>
          </p:txBody>
        </p:sp>
        <p:sp>
          <p:nvSpPr>
            <p:cNvPr id="29" name="Text Placeholder 3">
              <a:extLst>
                <a:ext uri="{FF2B5EF4-FFF2-40B4-BE49-F238E27FC236}">
                  <a16:creationId xmlns:a16="http://schemas.microsoft.com/office/drawing/2014/main" id="{45734571-0120-E639-B733-4CC89844BB54}"/>
                </a:ext>
              </a:extLst>
            </p:cNvPr>
            <p:cNvSpPr txBox="1">
              <a:spLocks/>
            </p:cNvSpPr>
            <p:nvPr/>
          </p:nvSpPr>
          <p:spPr>
            <a:xfrm>
              <a:off x="7242623" y="3411448"/>
              <a:ext cx="1482349" cy="463451"/>
            </a:xfrm>
            <a:prstGeom prst="rect">
              <a:avLst/>
            </a:prstGeom>
          </p:spPr>
          <p:txBody>
            <a:bodyPr vert="horz" lIns="51435" tIns="25718" rIns="51435" bIns="25718" rtlCol="0" anchor="b">
              <a:norm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6:53 A.M.</a:t>
              </a:r>
            </a:p>
          </p:txBody>
        </p:sp>
        <p:sp>
          <p:nvSpPr>
            <p:cNvPr id="30" name="Text Placeholder 3">
              <a:extLst>
                <a:ext uri="{FF2B5EF4-FFF2-40B4-BE49-F238E27FC236}">
                  <a16:creationId xmlns:a16="http://schemas.microsoft.com/office/drawing/2014/main" id="{44175AD1-F99C-122B-1927-37BBB2A5A53B}"/>
                </a:ext>
              </a:extLst>
            </p:cNvPr>
            <p:cNvSpPr txBox="1">
              <a:spLocks/>
            </p:cNvSpPr>
            <p:nvPr/>
          </p:nvSpPr>
          <p:spPr>
            <a:xfrm>
              <a:off x="2032725" y="5898357"/>
              <a:ext cx="1482349" cy="463451"/>
            </a:xfrm>
            <a:prstGeom prst="rect">
              <a:avLst/>
            </a:prstGeom>
          </p:spPr>
          <p:txBody>
            <a:bodyPr vert="horz" lIns="51435" tIns="25718" rIns="51435" bIns="25718" rtlCol="0" anchor="b">
              <a:norm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7:12 A.M.</a:t>
              </a:r>
            </a:p>
          </p:txBody>
        </p:sp>
        <p:sp>
          <p:nvSpPr>
            <p:cNvPr id="31" name="Text Placeholder 3">
              <a:extLst>
                <a:ext uri="{FF2B5EF4-FFF2-40B4-BE49-F238E27FC236}">
                  <a16:creationId xmlns:a16="http://schemas.microsoft.com/office/drawing/2014/main" id="{D878D308-61BF-AAA0-B777-FD7BE30A24ED}"/>
                </a:ext>
              </a:extLst>
            </p:cNvPr>
            <p:cNvSpPr txBox="1">
              <a:spLocks/>
            </p:cNvSpPr>
            <p:nvPr/>
          </p:nvSpPr>
          <p:spPr>
            <a:xfrm>
              <a:off x="5353331" y="5825561"/>
              <a:ext cx="1482349" cy="463451"/>
            </a:xfrm>
            <a:prstGeom prst="rect">
              <a:avLst/>
            </a:prstGeom>
          </p:spPr>
          <p:txBody>
            <a:bodyPr vert="horz" lIns="51435" tIns="25718" rIns="51435" bIns="25718" rtlCol="0" anchor="b">
              <a:norm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8:50 A.M.</a:t>
              </a:r>
            </a:p>
          </p:txBody>
        </p:sp>
        <p:sp>
          <p:nvSpPr>
            <p:cNvPr id="32" name="Text Placeholder 3">
              <a:extLst>
                <a:ext uri="{FF2B5EF4-FFF2-40B4-BE49-F238E27FC236}">
                  <a16:creationId xmlns:a16="http://schemas.microsoft.com/office/drawing/2014/main" id="{0792FBF3-CE76-C2B3-18FE-AE2E92A65CB6}"/>
                </a:ext>
              </a:extLst>
            </p:cNvPr>
            <p:cNvSpPr txBox="1">
              <a:spLocks/>
            </p:cNvSpPr>
            <p:nvPr/>
          </p:nvSpPr>
          <p:spPr>
            <a:xfrm>
              <a:off x="7167975" y="5815001"/>
              <a:ext cx="1482349" cy="463451"/>
            </a:xfrm>
            <a:prstGeom prst="rect">
              <a:avLst/>
            </a:prstGeom>
          </p:spPr>
          <p:txBody>
            <a:bodyPr vert="horz" lIns="51435" tIns="25718" rIns="51435" bIns="25718" rtlCol="0" anchor="b">
              <a:norm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8:51 A.M.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3693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1BC7-E513-8B38-8736-1C95EA45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IoT?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454F0-B690-09F6-A856-93AF0BFD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FB3B38-51AD-B51F-8975-6711A135A0EA}"/>
              </a:ext>
            </a:extLst>
          </p:cNvPr>
          <p:cNvGrpSpPr>
            <a:grpSpLocks noChangeAspect="1"/>
          </p:cNvGrpSpPr>
          <p:nvPr/>
        </p:nvGrpSpPr>
        <p:grpSpPr>
          <a:xfrm>
            <a:off x="1284401" y="1614171"/>
            <a:ext cx="9623199" cy="4015104"/>
            <a:chOff x="643038" y="1804671"/>
            <a:chExt cx="8041665" cy="3355238"/>
          </a:xfrm>
        </p:grpSpPr>
        <p:pic>
          <p:nvPicPr>
            <p:cNvPr id="4" name="Picture 2" descr="Iot, Internet Of Things, Network, Cloud Computing">
              <a:extLst>
                <a:ext uri="{FF2B5EF4-FFF2-40B4-BE49-F238E27FC236}">
                  <a16:creationId xmlns:a16="http://schemas.microsoft.com/office/drawing/2014/main" id="{FE8C0B26-5C53-DB8F-9E21-4D38266425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7" r="2784"/>
            <a:stretch/>
          </p:blipFill>
          <p:spPr bwMode="auto">
            <a:xfrm>
              <a:off x="4025450" y="1804671"/>
              <a:ext cx="4659253" cy="3355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16B9A9-DE4C-A3F8-278A-22494FD57675}"/>
                </a:ext>
              </a:extLst>
            </p:cNvPr>
            <p:cNvGrpSpPr/>
            <p:nvPr/>
          </p:nvGrpSpPr>
          <p:grpSpPr>
            <a:xfrm>
              <a:off x="643038" y="2118873"/>
              <a:ext cx="2728192" cy="2259403"/>
              <a:chOff x="5066514" y="1428824"/>
              <a:chExt cx="3637590" cy="301253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F26E89-614E-7E1A-34F7-035E37A0F9FC}"/>
                  </a:ext>
                </a:extLst>
              </p:cNvPr>
              <p:cNvSpPr/>
              <p:nvPr/>
            </p:nvSpPr>
            <p:spPr>
              <a:xfrm>
                <a:off x="5066514" y="1428824"/>
                <a:ext cx="3637590" cy="762001"/>
              </a:xfrm>
              <a:prstGeom prst="rect">
                <a:avLst/>
              </a:prstGeom>
              <a:solidFill>
                <a:srgbClr val="1D3763"/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411480" tIns="34290" rIns="68580" bIns="3429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Everyday things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Network connected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Data processed in the cloud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endParaRPr lang="en-US" sz="1050" kern="0" dirty="0">
                  <a:solidFill>
                    <a:schemeClr val="bg1"/>
                  </a:solidFill>
                  <a:latin typeface="Arial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88F84BD-189C-D598-7D14-2B46D6E93EEE}"/>
                  </a:ext>
                </a:extLst>
              </p:cNvPr>
              <p:cNvSpPr/>
              <p:nvPr/>
            </p:nvSpPr>
            <p:spPr>
              <a:xfrm>
                <a:off x="5066514" y="2242279"/>
                <a:ext cx="3637590" cy="1037603"/>
              </a:xfrm>
              <a:prstGeom prst="rect">
                <a:avLst/>
              </a:prstGeom>
              <a:solidFill>
                <a:srgbClr val="1D3763"/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411480" tIns="34290" rIns="68580" bIns="3429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Collect data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Share data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Interpret data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Control remote devices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B50272-4970-724C-B426-316A40D2A976}"/>
                  </a:ext>
                </a:extLst>
              </p:cNvPr>
              <p:cNvSpPr/>
              <p:nvPr/>
            </p:nvSpPr>
            <p:spPr>
              <a:xfrm>
                <a:off x="5066514" y="3336748"/>
                <a:ext cx="3637590" cy="1104613"/>
              </a:xfrm>
              <a:prstGeom prst="rect">
                <a:avLst/>
              </a:prstGeom>
              <a:solidFill>
                <a:srgbClr val="1D3763"/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411480" tIns="34290" rIns="68580" bIns="3429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Increase global food production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Promote safety and security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Improve the quality of life in our cities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Create new markets and opportunities</a:t>
                </a:r>
              </a:p>
              <a:p>
                <a:pPr marL="128588" indent="-128588"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bg1"/>
                    </a:solidFill>
                    <a:latin typeface="Arial"/>
                  </a:rPr>
                  <a:t>Conserve natural resources</a:t>
                </a:r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A8F78C12-AC49-0852-01B0-E04CABA0E1E1}"/>
                  </a:ext>
                </a:extLst>
              </p:cNvPr>
              <p:cNvSpPr/>
              <p:nvPr/>
            </p:nvSpPr>
            <p:spPr>
              <a:xfrm rot="10800000">
                <a:off x="5116965" y="3025251"/>
                <a:ext cx="327646" cy="442925"/>
              </a:xfrm>
              <a:prstGeom prst="triangle">
                <a:avLst/>
              </a:prstGeom>
              <a:solidFill>
                <a:srgbClr val="1C89DA"/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9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</p:grpSp>
      </p:grp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CAE2E6C-FF06-9206-A65B-7C8D9937A7A8}"/>
              </a:ext>
            </a:extLst>
          </p:cNvPr>
          <p:cNvSpPr/>
          <p:nvPr/>
        </p:nvSpPr>
        <p:spPr>
          <a:xfrm rot="10800000">
            <a:off x="1329680" y="2445060"/>
            <a:ext cx="294062" cy="397525"/>
          </a:xfrm>
          <a:prstGeom prst="triangle">
            <a:avLst/>
          </a:prstGeom>
          <a:solidFill>
            <a:srgbClr val="1C89DA"/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en-US" sz="900" b="1" kern="0" dirty="0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1886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14F7-7789-C272-4017-2FEAB3F4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6</a:t>
            </a:fld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7E7C5D7-9512-F667-3371-D337F3F1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devices</a:t>
            </a:r>
          </a:p>
          <a:p>
            <a:pPr lvl="1"/>
            <a:r>
              <a:rPr lang="en-US" dirty="0"/>
              <a:t>Sensing</a:t>
            </a:r>
          </a:p>
          <a:p>
            <a:pPr lvl="1"/>
            <a:r>
              <a:rPr lang="en-US" dirty="0"/>
              <a:t>Active</a:t>
            </a:r>
          </a:p>
          <a:p>
            <a:pPr lvl="1"/>
            <a:r>
              <a:rPr lang="en-US" dirty="0"/>
              <a:t>Connected</a:t>
            </a:r>
          </a:p>
          <a:p>
            <a:pPr lvl="1"/>
            <a:r>
              <a:rPr lang="en-US" dirty="0"/>
              <a:t>Smart</a:t>
            </a:r>
          </a:p>
          <a:p>
            <a:r>
              <a:rPr lang="en-US" dirty="0"/>
              <a:t>The cloud</a:t>
            </a:r>
          </a:p>
          <a:p>
            <a:pPr lvl="1"/>
            <a:r>
              <a:rPr lang="en-US" dirty="0"/>
              <a:t>Collect data from IoT devices</a:t>
            </a:r>
          </a:p>
          <a:p>
            <a:pPr lvl="1"/>
            <a:r>
              <a:rPr lang="en-US" dirty="0"/>
              <a:t>Combine with data from </a:t>
            </a:r>
            <a:br>
              <a:rPr lang="en-US" dirty="0"/>
            </a:br>
            <a:r>
              <a:rPr lang="en-US" dirty="0"/>
              <a:t>other sources</a:t>
            </a:r>
          </a:p>
          <a:p>
            <a:pPr lvl="1"/>
            <a:r>
              <a:rPr lang="en-US" dirty="0"/>
              <a:t>Perform data analytics</a:t>
            </a:r>
          </a:p>
          <a:p>
            <a:r>
              <a:rPr lang="en-US" dirty="0"/>
              <a:t>Client applications</a:t>
            </a:r>
          </a:p>
          <a:p>
            <a:pPr lvl="1"/>
            <a:r>
              <a:rPr lang="en-US" dirty="0"/>
              <a:t>Access and view data</a:t>
            </a:r>
          </a:p>
          <a:p>
            <a:pPr lvl="1"/>
            <a:r>
              <a:rPr lang="en-US" dirty="0"/>
              <a:t>Command IoT devices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4CC739C8-6C20-0628-0D68-6CCCAA26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Ingredients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E0EA4EB-E0F2-E6FF-BF1A-10FD2B1EF6F9}"/>
              </a:ext>
            </a:extLst>
          </p:cNvPr>
          <p:cNvGrpSpPr/>
          <p:nvPr/>
        </p:nvGrpSpPr>
        <p:grpSpPr>
          <a:xfrm>
            <a:off x="6346432" y="1348497"/>
            <a:ext cx="3847862" cy="4542885"/>
            <a:chOff x="6346432" y="1348497"/>
            <a:chExt cx="3847862" cy="45428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62DC53-7F38-04D3-EE93-52E222F280C3}"/>
                </a:ext>
              </a:extLst>
            </p:cNvPr>
            <p:cNvGrpSpPr/>
            <p:nvPr/>
          </p:nvGrpSpPr>
          <p:grpSpPr>
            <a:xfrm>
              <a:off x="8594094" y="2307468"/>
              <a:ext cx="1600200" cy="2654362"/>
              <a:chOff x="3111867" y="2959180"/>
              <a:chExt cx="1644843" cy="2728414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C826101-26DB-599B-134B-CE198537D8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1867" y="2959180"/>
                <a:ext cx="1644843" cy="2728414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0C645CD-B146-D213-7528-CCC175D5C287}"/>
                  </a:ext>
                </a:extLst>
              </p:cNvPr>
              <p:cNvSpPr/>
              <p:nvPr/>
            </p:nvSpPr>
            <p:spPr>
              <a:xfrm>
                <a:off x="3245461" y="3358033"/>
                <a:ext cx="1447800" cy="396682"/>
              </a:xfrm>
              <a:prstGeom prst="rect">
                <a:avLst/>
              </a:prstGeom>
              <a:noFill/>
            </p:spPr>
            <p:txBody>
              <a:bodyPr wrap="none" lIns="68580" tIns="34290" rIns="68580" bIns="34290" numCol="1">
                <a:prstTxWarp prst="textCanDown">
                  <a:avLst>
                    <a:gd name="adj" fmla="val 29009"/>
                  </a:avLst>
                </a:prstTxWarp>
                <a:spAutoFit/>
              </a:bodyPr>
              <a:lstStyle/>
              <a:p>
                <a:pPr algn="ctr"/>
                <a:r>
                  <a:rPr lang="en-US" sz="825" dirty="0">
                    <a:ln w="9525">
                      <a:solidFill>
                        <a:schemeClr val="bg1"/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rPr>
                  <a:t>Internet Of Things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C679026-1146-D622-CF7F-CDCF4458DBE0}"/>
                  </a:ext>
                </a:extLst>
              </p:cNvPr>
              <p:cNvSpPr/>
              <p:nvPr/>
            </p:nvSpPr>
            <p:spPr>
              <a:xfrm>
                <a:off x="3300800" y="4702838"/>
                <a:ext cx="1358020" cy="397200"/>
              </a:xfrm>
              <a:prstGeom prst="rect">
                <a:avLst/>
              </a:prstGeom>
              <a:noFill/>
            </p:spPr>
            <p:txBody>
              <a:bodyPr wrap="none" lIns="68580" tIns="34290" rIns="68580" bIns="34290" numCol="1">
                <a:prstTxWarp prst="textCanDown">
                  <a:avLst>
                    <a:gd name="adj" fmla="val 33333"/>
                  </a:avLst>
                </a:prstTxWarp>
                <a:spAutoFit/>
              </a:bodyPr>
              <a:lstStyle/>
              <a:p>
                <a:pPr algn="ctr"/>
                <a:r>
                  <a:rPr lang="en-US" sz="825" b="1" dirty="0">
                    <a:ln w="9525">
                      <a:noFill/>
                      <a:prstDash val="solid"/>
                    </a:ln>
                    <a:solidFill>
                      <a:srgbClr val="BF1128"/>
                    </a:solidFill>
                  </a:rPr>
                  <a:t> TECHNOLOGY 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92EFA1D-3046-8871-3F1D-7C9BFA16B1E2}"/>
                  </a:ext>
                </a:extLst>
              </p:cNvPr>
              <p:cNvSpPr/>
              <p:nvPr/>
            </p:nvSpPr>
            <p:spPr>
              <a:xfrm>
                <a:off x="3506206" y="3954619"/>
                <a:ext cx="894471" cy="165449"/>
              </a:xfrm>
              <a:prstGeom prst="rect">
                <a:avLst/>
              </a:prstGeom>
              <a:noFill/>
            </p:spPr>
            <p:txBody>
              <a:bodyPr wrap="none" lIns="68580" tIns="34290" rIns="68580" bIns="34290" numCol="1">
                <a:prstTxWarp prst="textCanDown">
                  <a:avLst>
                    <a:gd name="adj" fmla="val 25775"/>
                  </a:avLst>
                </a:prstTxWarp>
                <a:spAutoFit/>
              </a:bodyPr>
              <a:lstStyle/>
              <a:p>
                <a:pPr algn="ctr"/>
                <a:r>
                  <a:rPr lang="en-US" sz="825" b="1" dirty="0">
                    <a:ln w="3175">
                      <a:solidFill>
                        <a:schemeClr val="tx1"/>
                      </a:solidFill>
                      <a:prstDash val="solid"/>
                    </a:ln>
                    <a:solidFill>
                      <a:srgbClr val="BF6E35"/>
                    </a:solidFill>
                  </a:rPr>
                  <a:t>CONDENSED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E63645A-C39A-511C-F40D-563E517B1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79420" y="1508571"/>
              <a:ext cx="576517" cy="392976"/>
            </a:xfrm>
            <a:prstGeom prst="rect">
              <a:avLst/>
            </a:prstGeom>
          </p:spPr>
        </p:pic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851003C4-11CC-454A-5B13-CC7BFDAE97DA}"/>
                </a:ext>
              </a:extLst>
            </p:cNvPr>
            <p:cNvSpPr/>
            <p:nvPr/>
          </p:nvSpPr>
          <p:spPr>
            <a:xfrm flipV="1">
              <a:off x="7234338" y="3397554"/>
              <a:ext cx="1223435" cy="489410"/>
            </a:xfrm>
            <a:prstGeom prst="rightArrow">
              <a:avLst>
                <a:gd name="adj1" fmla="val 41611"/>
                <a:gd name="adj2" fmla="val 65390"/>
              </a:avLst>
            </a:prstGeom>
            <a:solidFill>
              <a:schemeClr val="bg1">
                <a:lumMod val="85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9B5341E-735E-FA18-7EAC-B9AC3205CEC6}"/>
                </a:ext>
              </a:extLst>
            </p:cNvPr>
            <p:cNvGrpSpPr/>
            <p:nvPr/>
          </p:nvGrpSpPr>
          <p:grpSpPr>
            <a:xfrm>
              <a:off x="6596731" y="3142226"/>
              <a:ext cx="1261226" cy="984842"/>
              <a:chOff x="5334000" y="3779768"/>
              <a:chExt cx="1740281" cy="1358918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1276FCB-9170-CCC0-47EC-268E50762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34000" y="3830424"/>
                <a:ext cx="1740281" cy="1131682"/>
              </a:xfrm>
              <a:prstGeom prst="rect">
                <a:avLst/>
              </a:prstGeom>
              <a:effectLst>
                <a:outerShdw blurRad="101600" dist="50800" dir="342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1" name="Picture 14" descr="Image result for cloud gears png">
                <a:extLst>
                  <a:ext uri="{FF2B5EF4-FFF2-40B4-BE49-F238E27FC236}">
                    <a16:creationId xmlns:a16="http://schemas.microsoft.com/office/drawing/2014/main" id="{26047002-1800-2710-E7E3-B8C5CC01F6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6206" y="3779768"/>
                <a:ext cx="1358918" cy="13589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Arrow: Circular 31">
              <a:extLst>
                <a:ext uri="{FF2B5EF4-FFF2-40B4-BE49-F238E27FC236}">
                  <a16:creationId xmlns:a16="http://schemas.microsoft.com/office/drawing/2014/main" id="{7F2B95C6-D374-49C4-B3F5-7AF8162049FC}"/>
                </a:ext>
              </a:extLst>
            </p:cNvPr>
            <p:cNvSpPr/>
            <p:nvPr/>
          </p:nvSpPr>
          <p:spPr>
            <a:xfrm rot="900000" flipV="1">
              <a:off x="6780955" y="3407683"/>
              <a:ext cx="2483703" cy="2483699"/>
            </a:xfrm>
            <a:prstGeom prst="circularArrow">
              <a:avLst>
                <a:gd name="adj1" fmla="val 6660"/>
                <a:gd name="adj2" fmla="val 1142319"/>
                <a:gd name="adj3" fmla="val 19436207"/>
                <a:gd name="adj4" fmla="val 14249140"/>
                <a:gd name="adj5" fmla="val 12500"/>
              </a:avLst>
            </a:prstGeom>
            <a:solidFill>
              <a:schemeClr val="bg1">
                <a:lumMod val="85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A4951BC-1491-1937-C110-A63C7D365B6F}"/>
                </a:ext>
              </a:extLst>
            </p:cNvPr>
            <p:cNvGrpSpPr/>
            <p:nvPr/>
          </p:nvGrpSpPr>
          <p:grpSpPr>
            <a:xfrm>
              <a:off x="6863904" y="4577144"/>
              <a:ext cx="1013405" cy="984842"/>
              <a:chOff x="7468569" y="4396265"/>
              <a:chExt cx="1250729" cy="1215476"/>
            </a:xfrm>
          </p:grpSpPr>
          <p:pic>
            <p:nvPicPr>
              <p:cNvPr id="34" name="Picture 33" descr="Datei:IPhone 4S No shadow.png">
                <a:extLst>
                  <a:ext uri="{FF2B5EF4-FFF2-40B4-BE49-F238E27FC236}">
                    <a16:creationId xmlns:a16="http://schemas.microsoft.com/office/drawing/2014/main" id="{8EFE84B4-F56A-9BFE-4747-6EE5D955C3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569" y="4396265"/>
                <a:ext cx="609238" cy="1056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Picture 2" descr="http://icons.iconarchive.com/icons/visualpharm/must-have/256/User-icon.png">
                <a:extLst>
                  <a:ext uri="{FF2B5EF4-FFF2-40B4-BE49-F238E27FC236}">
                    <a16:creationId xmlns:a16="http://schemas.microsoft.com/office/drawing/2014/main" id="{89E0C17B-5D59-39C6-44DA-31DF5FA5B0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3188" y="4665631"/>
                <a:ext cx="946110" cy="946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6" name="Arrow: Circular 35">
              <a:extLst>
                <a:ext uri="{FF2B5EF4-FFF2-40B4-BE49-F238E27FC236}">
                  <a16:creationId xmlns:a16="http://schemas.microsoft.com/office/drawing/2014/main" id="{98835308-6D58-89E6-12BA-05987BEF5F2C}"/>
                </a:ext>
              </a:extLst>
            </p:cNvPr>
            <p:cNvSpPr/>
            <p:nvPr/>
          </p:nvSpPr>
          <p:spPr>
            <a:xfrm rot="20700000">
              <a:off x="6780956" y="1348497"/>
              <a:ext cx="2483703" cy="2483699"/>
            </a:xfrm>
            <a:prstGeom prst="circularArrow">
              <a:avLst>
                <a:gd name="adj1" fmla="val 6660"/>
                <a:gd name="adj2" fmla="val 1142319"/>
                <a:gd name="adj3" fmla="val 19436207"/>
                <a:gd name="adj4" fmla="val 14249140"/>
                <a:gd name="adj5" fmla="val 12500"/>
              </a:avLst>
            </a:prstGeom>
            <a:solidFill>
              <a:schemeClr val="bg1">
                <a:lumMod val="85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08FA26D-DAF3-A426-6B73-671224878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364036">
              <a:off x="7274542" y="1698043"/>
              <a:ext cx="385177" cy="711938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ADD98B4-6602-6456-90CB-3979AEE9F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9814915">
              <a:off x="6346432" y="1956119"/>
              <a:ext cx="1024108" cy="742145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064720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D7C32-31ED-B50E-049C-75E28BA9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F2DCFD-AC9E-EFF6-0008-69427EA25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"Things" in IoT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F8372-E667-CD52-8ED9-1AF9E40AE5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Devices that are network connected, include embedded processors, and may include sensors and actuators that interact with the physical world around the devices.</a:t>
            </a:r>
          </a:p>
        </p:txBody>
      </p:sp>
    </p:spTree>
    <p:extLst>
      <p:ext uri="{BB962C8B-B14F-4D97-AF65-F5344CB8AC3E}">
        <p14:creationId xmlns:p14="http://schemas.microsoft.com/office/powerpoint/2010/main" val="78252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C1C9BE-8CB0-7F6C-1F85-09D8FB44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IoT Devices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8C29C9-6CEA-98AF-3E25-E84F9D3E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5E7046-DD21-B946-059D-4C4FFEAA7576}"/>
              </a:ext>
            </a:extLst>
          </p:cNvPr>
          <p:cNvGrpSpPr>
            <a:grpSpLocks noChangeAspect="1"/>
          </p:cNvGrpSpPr>
          <p:nvPr/>
        </p:nvGrpSpPr>
        <p:grpSpPr>
          <a:xfrm>
            <a:off x="2124721" y="1204279"/>
            <a:ext cx="7942559" cy="5012635"/>
            <a:chOff x="657994" y="1545476"/>
            <a:chExt cx="7026867" cy="4434732"/>
          </a:xfrm>
        </p:grpSpPr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82FFAA26-FF65-DFC3-54AD-68C793A5D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994" y="2409480"/>
              <a:ext cx="1739900" cy="1335088"/>
            </a:xfrm>
            <a:prstGeom prst="rect">
              <a:avLst/>
            </a:prstGeom>
          </p:spPr>
        </p:pic>
        <p:pic>
          <p:nvPicPr>
            <p:cNvPr id="7" name="Content Placeholder 10">
              <a:extLst>
                <a:ext uri="{FF2B5EF4-FFF2-40B4-BE49-F238E27FC236}">
                  <a16:creationId xmlns:a16="http://schemas.microsoft.com/office/drawing/2014/main" id="{D110E85F-2C2E-B443-1621-E4B5282D1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7340" y="2409996"/>
              <a:ext cx="1414463" cy="141763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ABB310F-FB4F-AA55-4AC5-54BAE770C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8993" y="3924613"/>
              <a:ext cx="1492167" cy="1492167"/>
            </a:xfrm>
            <a:prstGeom prst="rect">
              <a:avLst/>
            </a:prstGeom>
          </p:spPr>
        </p:pic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8B769FEA-DB71-8F04-6CBB-6B1FBFCA1D21}"/>
                </a:ext>
              </a:extLst>
            </p:cNvPr>
            <p:cNvSpPr txBox="1">
              <a:spLocks/>
            </p:cNvSpPr>
            <p:nvPr/>
          </p:nvSpPr>
          <p:spPr>
            <a:xfrm>
              <a:off x="5348000" y="1545476"/>
              <a:ext cx="1482349" cy="463451"/>
            </a:xfrm>
            <a:prstGeom prst="rect">
              <a:avLst/>
            </a:prstGeom>
          </p:spPr>
          <p:txBody>
            <a:bodyPr vert="horz" lIns="51435" tIns="25718" rIns="51435" bIns="25718" rtlCol="0" anchor="ctr">
              <a:norm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Industry</a:t>
              </a:r>
            </a:p>
          </p:txBody>
        </p:sp>
        <p:sp>
          <p:nvSpPr>
            <p:cNvPr id="10" name="Content Placeholder 4">
              <a:extLst>
                <a:ext uri="{FF2B5EF4-FFF2-40B4-BE49-F238E27FC236}">
                  <a16:creationId xmlns:a16="http://schemas.microsoft.com/office/drawing/2014/main" id="{85FFBBE9-0679-4FEB-B544-6ED7D14C8C13}"/>
                </a:ext>
              </a:extLst>
            </p:cNvPr>
            <p:cNvSpPr txBox="1">
              <a:spLocks/>
            </p:cNvSpPr>
            <p:nvPr/>
          </p:nvSpPr>
          <p:spPr>
            <a:xfrm>
              <a:off x="5082524" y="2639690"/>
              <a:ext cx="1482349" cy="2308246"/>
            </a:xfrm>
            <a:prstGeom prst="rect">
              <a:avLst/>
            </a:prstGeom>
          </p:spPr>
          <p:txBody>
            <a:bodyPr vert="horz" lIns="51435" tIns="25718" rIns="51435" bIns="25718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Clr>
                  <a:srgbClr val="00AEE3"/>
                </a:buClr>
                <a:buFont typeface="Arial" panose="020B0604020202020204" pitchFamily="34" charset="0"/>
                <a:buChar char="•"/>
                <a:defRPr sz="2100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00AEE3"/>
                </a:buClr>
                <a:buFont typeface="Arial" panose="020B0604020202020204" pitchFamily="34" charset="0"/>
                <a:buChar char="•"/>
                <a:defRPr sz="1800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00AEE3"/>
                </a:buClr>
                <a:buFont typeface="Arial" panose="020B0604020202020204" pitchFamily="34" charset="0"/>
                <a:buChar char="•"/>
                <a:defRPr sz="1500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00AEE3"/>
                </a:buClr>
                <a:buFont typeface="Arial" panose="020B0604020202020204" pitchFamily="34" charset="0"/>
                <a:buChar char="•"/>
                <a:defRPr sz="1350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Clr>
                  <a:srgbClr val="00AEE3"/>
                </a:buClr>
                <a:buFont typeface="Arial" panose="020B0604020202020204" pitchFamily="34" charset="0"/>
                <a:buChar char="•"/>
                <a:defRPr sz="1350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181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463BF7E-DBC6-70E6-7811-EDDEBE65E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3531" y="2320739"/>
              <a:ext cx="2851330" cy="1603874"/>
            </a:xfrm>
            <a:prstGeom prst="rect">
              <a:avLst/>
            </a:prstGeom>
          </p:spPr>
        </p:pic>
        <p:sp>
          <p:nvSpPr>
            <p:cNvPr id="12" name="Text Placeholder 3">
              <a:extLst>
                <a:ext uri="{FF2B5EF4-FFF2-40B4-BE49-F238E27FC236}">
                  <a16:creationId xmlns:a16="http://schemas.microsoft.com/office/drawing/2014/main" id="{709E029D-3339-A6F6-F109-A397AAC0F412}"/>
                </a:ext>
              </a:extLst>
            </p:cNvPr>
            <p:cNvSpPr txBox="1">
              <a:spLocks/>
            </p:cNvSpPr>
            <p:nvPr/>
          </p:nvSpPr>
          <p:spPr>
            <a:xfrm>
              <a:off x="1449830" y="1545476"/>
              <a:ext cx="1482349" cy="463451"/>
            </a:xfrm>
            <a:prstGeom prst="rect">
              <a:avLst/>
            </a:prstGeom>
          </p:spPr>
          <p:txBody>
            <a:bodyPr vert="horz" lIns="51435" tIns="25718" rIns="51435" bIns="25718" rtlCol="0" anchor="ctr">
              <a:norm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1D3763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Consumer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5DFE0F-FCBE-DF63-0F7C-50916F529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3531" y="4078392"/>
              <a:ext cx="2851330" cy="19018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8759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ECC9-7E9A-CB29-0098-EEF240B1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in Industry: Automation Milestones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3A156-CAEE-8C4E-F372-1C105A68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4E4DBC-DB7E-A435-D712-7A7F2D64FFF4}"/>
              </a:ext>
            </a:extLst>
          </p:cNvPr>
          <p:cNvGrpSpPr>
            <a:grpSpLocks noChangeAspect="1"/>
          </p:cNvGrpSpPr>
          <p:nvPr/>
        </p:nvGrpSpPr>
        <p:grpSpPr>
          <a:xfrm>
            <a:off x="1840766" y="1254994"/>
            <a:ext cx="8510468" cy="5200648"/>
            <a:chOff x="1257300" y="1657352"/>
            <a:chExt cx="6601338" cy="4034001"/>
          </a:xfrm>
        </p:grpSpPr>
        <p:pic>
          <p:nvPicPr>
            <p:cNvPr id="4" name="Picture 2" descr="Image result for industry plc">
              <a:extLst>
                <a:ext uri="{FF2B5EF4-FFF2-40B4-BE49-F238E27FC236}">
                  <a16:creationId xmlns:a16="http://schemas.microsoft.com/office/drawing/2014/main" id="{36181BDF-0FAA-342B-C1DE-0265577FD5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55" b="5933"/>
            <a:stretch/>
          </p:blipFill>
          <p:spPr bwMode="auto">
            <a:xfrm>
              <a:off x="1386794" y="1657352"/>
              <a:ext cx="6394833" cy="3429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0995893-1B40-ABFD-80CC-81853E18993C}"/>
                </a:ext>
              </a:extLst>
            </p:cNvPr>
            <p:cNvSpPr/>
            <p:nvPr/>
          </p:nvSpPr>
          <p:spPr>
            <a:xfrm>
              <a:off x="1257300" y="3486153"/>
              <a:ext cx="6601338" cy="193135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39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528583FE-D4CC-96BD-DA78-1E260A5C1E5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2395255"/>
                </p:ext>
              </p:extLst>
            </p:nvPr>
          </p:nvGraphicFramePr>
          <p:xfrm>
            <a:off x="1458896" y="3862553"/>
            <a:ext cx="6250634" cy="18288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26316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4976D1-ED73-FF0E-073D-97376172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Evolution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5C1974-245B-6E89-D54B-BB0389F8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BB461B-4AF4-4986-E2E3-73A41DB9A0BE}"/>
              </a:ext>
            </a:extLst>
          </p:cNvPr>
          <p:cNvGrpSpPr/>
          <p:nvPr/>
        </p:nvGrpSpPr>
        <p:grpSpPr>
          <a:xfrm>
            <a:off x="282309" y="2026079"/>
            <a:ext cx="11627382" cy="2925118"/>
            <a:chOff x="282309" y="2026079"/>
            <a:chExt cx="11627382" cy="292511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6F98B26-DCCD-79CD-7AA3-D83789FBA48D}"/>
                </a:ext>
              </a:extLst>
            </p:cNvPr>
            <p:cNvGrpSpPr/>
            <p:nvPr/>
          </p:nvGrpSpPr>
          <p:grpSpPr>
            <a:xfrm>
              <a:off x="282309" y="2026079"/>
              <a:ext cx="11627382" cy="2279222"/>
              <a:chOff x="295416" y="2026079"/>
              <a:chExt cx="11627382" cy="2279222"/>
            </a:xfrm>
          </p:grpSpPr>
          <p:pic>
            <p:nvPicPr>
              <p:cNvPr id="7" name="Picture 6" descr="A black and white photo of a car with smoke coming out of it&#10;&#10;Description automatically generated with low confidence">
                <a:extLst>
                  <a:ext uri="{FF2B5EF4-FFF2-40B4-BE49-F238E27FC236}">
                    <a16:creationId xmlns:a16="http://schemas.microsoft.com/office/drawing/2014/main" id="{8087652E-5104-5B96-166A-A0420B96148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22539"/>
              <a:stretch/>
            </p:blipFill>
            <p:spPr>
              <a:xfrm>
                <a:off x="295416" y="2026079"/>
                <a:ext cx="2674382" cy="2279222"/>
              </a:xfrm>
              <a:prstGeom prst="rect">
                <a:avLst/>
              </a:prstGeom>
            </p:spPr>
          </p:pic>
          <p:pic>
            <p:nvPicPr>
              <p:cNvPr id="9" name="Picture 8" descr="A picture containing indoor, station, roof&#10;&#10;Description automatically generated">
                <a:extLst>
                  <a:ext uri="{FF2B5EF4-FFF2-40B4-BE49-F238E27FC236}">
                    <a16:creationId xmlns:a16="http://schemas.microsoft.com/office/drawing/2014/main" id="{DA6AB0D7-9B48-85CF-A340-D867F7B736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21805"/>
              <a:stretch/>
            </p:blipFill>
            <p:spPr>
              <a:xfrm>
                <a:off x="3236767" y="2026079"/>
                <a:ext cx="2671607" cy="2276856"/>
              </a:xfrm>
              <a:prstGeom prst="rect">
                <a:avLst/>
              </a:prstGeom>
            </p:spPr>
          </p:pic>
          <p:pic>
            <p:nvPicPr>
              <p:cNvPr id="13" name="Picture 12" descr="A picture containing text, computer, vending machine&#10;&#10;Description automatically generated">
                <a:extLst>
                  <a:ext uri="{FF2B5EF4-FFF2-40B4-BE49-F238E27FC236}">
                    <a16:creationId xmlns:a16="http://schemas.microsoft.com/office/drawing/2014/main" id="{A46194FD-3950-8E1E-4251-C8847F8DC3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12344"/>
              <a:stretch/>
            </p:blipFill>
            <p:spPr>
              <a:xfrm>
                <a:off x="6175343" y="2026079"/>
                <a:ext cx="2661086" cy="2276856"/>
              </a:xfrm>
              <a:prstGeom prst="rect">
                <a:avLst/>
              </a:prstGeom>
            </p:spPr>
          </p:pic>
          <p:pic>
            <p:nvPicPr>
              <p:cNvPr id="17" name="Picture 16" descr="A picture containing text&#10;&#10;Description automatically generated">
                <a:extLst>
                  <a:ext uri="{FF2B5EF4-FFF2-40B4-BE49-F238E27FC236}">
                    <a16:creationId xmlns:a16="http://schemas.microsoft.com/office/drawing/2014/main" id="{1DB54934-6B0F-FEC9-0D93-9885190113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685" r="4925"/>
              <a:stretch/>
            </p:blipFill>
            <p:spPr>
              <a:xfrm>
                <a:off x="9103398" y="2026079"/>
                <a:ext cx="2819400" cy="2276856"/>
              </a:xfrm>
              <a:prstGeom prst="rect">
                <a:avLst/>
              </a:prstGeom>
            </p:spPr>
          </p:pic>
        </p:grpSp>
        <p:sp>
          <p:nvSpPr>
            <p:cNvPr id="19" name="Text Box 307">
              <a:extLst>
                <a:ext uri="{FF2B5EF4-FFF2-40B4-BE49-F238E27FC236}">
                  <a16:creationId xmlns:a16="http://schemas.microsoft.com/office/drawing/2014/main" id="{A8EFE0A0-F6CF-3A08-C673-0A15DD859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01" y="4489532"/>
              <a:ext cx="18607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24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Industry 1.0</a:t>
              </a:r>
            </a:p>
          </p:txBody>
        </p:sp>
        <p:sp>
          <p:nvSpPr>
            <p:cNvPr id="20" name="Text Box 307">
              <a:extLst>
                <a:ext uri="{FF2B5EF4-FFF2-40B4-BE49-F238E27FC236}">
                  <a16:creationId xmlns:a16="http://schemas.microsoft.com/office/drawing/2014/main" id="{B2E610C3-6B9E-7718-5B4D-6E0AB7002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9064" y="4489532"/>
              <a:ext cx="18607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24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Industry 2.0</a:t>
              </a:r>
            </a:p>
          </p:txBody>
        </p:sp>
        <p:sp>
          <p:nvSpPr>
            <p:cNvPr id="21" name="Text Box 307">
              <a:extLst>
                <a:ext uri="{FF2B5EF4-FFF2-40B4-BE49-F238E27FC236}">
                  <a16:creationId xmlns:a16="http://schemas.microsoft.com/office/drawing/2014/main" id="{34E080FA-5E8F-53BD-F529-DEE35E8ED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2380" y="4489532"/>
              <a:ext cx="18607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24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Industry 3.0</a:t>
              </a:r>
            </a:p>
          </p:txBody>
        </p:sp>
        <p:sp>
          <p:nvSpPr>
            <p:cNvPr id="22" name="Text Box 307">
              <a:extLst>
                <a:ext uri="{FF2B5EF4-FFF2-40B4-BE49-F238E27FC236}">
                  <a16:creationId xmlns:a16="http://schemas.microsoft.com/office/drawing/2014/main" id="{8E61F651-4568-83BB-2577-85A994245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9592" y="4489531"/>
              <a:ext cx="18607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24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Industry 4.0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0845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A6C61-FBEE-0CF4-BC18-DBCEC008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Enabling Technologies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55757E-7A61-B8BA-5542-C916BFE4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D4A295-9A97-BC1B-F1D9-0CBA5FDE1D72}"/>
              </a:ext>
            </a:extLst>
          </p:cNvPr>
          <p:cNvGrpSpPr>
            <a:grpSpLocks noChangeAspect="1"/>
          </p:cNvGrpSpPr>
          <p:nvPr/>
        </p:nvGrpSpPr>
        <p:grpSpPr>
          <a:xfrm>
            <a:off x="1612814" y="1300543"/>
            <a:ext cx="8966371" cy="4980544"/>
            <a:chOff x="806279" y="1733422"/>
            <a:chExt cx="8067035" cy="4480990"/>
          </a:xfrm>
        </p:grpSpPr>
        <p:pic>
          <p:nvPicPr>
            <p:cNvPr id="4" name="Picture 2" descr="Image result for first computers">
              <a:extLst>
                <a:ext uri="{FF2B5EF4-FFF2-40B4-BE49-F238E27FC236}">
                  <a16:creationId xmlns:a16="http://schemas.microsoft.com/office/drawing/2014/main" id="{A6CBF464-14E2-DA08-921D-8735B925BC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6" r="2" b="11758"/>
            <a:stretch/>
          </p:blipFill>
          <p:spPr bwMode="auto">
            <a:xfrm>
              <a:off x="5209714" y="1733422"/>
              <a:ext cx="3663599" cy="2247451"/>
            </a:xfrm>
            <a:custGeom>
              <a:avLst/>
              <a:gdLst>
                <a:gd name="connsiteX0" fmla="*/ 1159248 w 5604670"/>
                <a:gd name="connsiteY0" fmla="*/ 0 h 2501837"/>
                <a:gd name="connsiteX1" fmla="*/ 5604670 w 5604670"/>
                <a:gd name="connsiteY1" fmla="*/ 0 h 2501837"/>
                <a:gd name="connsiteX2" fmla="*/ 5604670 w 5604670"/>
                <a:gd name="connsiteY2" fmla="*/ 2501837 h 2501837"/>
                <a:gd name="connsiteX3" fmla="*/ 0 w 5604670"/>
                <a:gd name="connsiteY3" fmla="*/ 2501837 h 250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4670" h="2501837">
                  <a:moveTo>
                    <a:pt x="1159248" y="0"/>
                  </a:moveTo>
                  <a:lnTo>
                    <a:pt x="5604670" y="0"/>
                  </a:lnTo>
                  <a:lnTo>
                    <a:pt x="5604670" y="2501837"/>
                  </a:lnTo>
                  <a:lnTo>
                    <a:pt x="0" y="2501837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A26F0B-2C9D-1ECD-48BB-DE93A4CE8B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0520" r="2" b="13439"/>
            <a:stretch/>
          </p:blipFill>
          <p:spPr>
            <a:xfrm>
              <a:off x="4035558" y="4034745"/>
              <a:ext cx="4837756" cy="2179667"/>
            </a:xfrm>
            <a:custGeom>
              <a:avLst/>
              <a:gdLst>
                <a:gd name="connsiteX0" fmla="*/ 1717230 w 7400925"/>
                <a:gd name="connsiteY0" fmla="*/ 0 h 2500884"/>
                <a:gd name="connsiteX1" fmla="*/ 7400925 w 7400925"/>
                <a:gd name="connsiteY1" fmla="*/ 0 h 2500884"/>
                <a:gd name="connsiteX2" fmla="*/ 7400925 w 7400925"/>
                <a:gd name="connsiteY2" fmla="*/ 2500884 h 2500884"/>
                <a:gd name="connsiteX3" fmla="*/ 0 w 7400925"/>
                <a:gd name="connsiteY3" fmla="*/ 2500884 h 2500884"/>
                <a:gd name="connsiteX4" fmla="*/ 0 w 7400925"/>
                <a:gd name="connsiteY4" fmla="*/ 2500883 h 2500884"/>
                <a:gd name="connsiteX5" fmla="*/ 552186 w 7400925"/>
                <a:gd name="connsiteY5" fmla="*/ 2500883 h 2500884"/>
                <a:gd name="connsiteX6" fmla="*/ 558423 w 7400925"/>
                <a:gd name="connsiteY6" fmla="*/ 2500883 h 250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00925" h="2500884">
                  <a:moveTo>
                    <a:pt x="1717230" y="0"/>
                  </a:moveTo>
                  <a:lnTo>
                    <a:pt x="7400925" y="0"/>
                  </a:lnTo>
                  <a:lnTo>
                    <a:pt x="7400925" y="2500884"/>
                  </a:lnTo>
                  <a:lnTo>
                    <a:pt x="0" y="2500884"/>
                  </a:lnTo>
                  <a:lnTo>
                    <a:pt x="0" y="2500883"/>
                  </a:lnTo>
                  <a:lnTo>
                    <a:pt x="552186" y="2500883"/>
                  </a:lnTo>
                  <a:lnTo>
                    <a:pt x="558423" y="2500883"/>
                  </a:lnTo>
                  <a:close/>
                </a:path>
              </a:pathLst>
            </a:custGeom>
          </p:spPr>
        </p:pic>
        <p:graphicFrame>
          <p:nvGraphicFramePr>
            <p:cNvPr id="6" name="Text Placeholder 4">
              <a:extLst>
                <a:ext uri="{FF2B5EF4-FFF2-40B4-BE49-F238E27FC236}">
                  <a16:creationId xmlns:a16="http://schemas.microsoft.com/office/drawing/2014/main" id="{EA69B17B-3F7A-AA7B-8DE0-BED2B07F874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33348902"/>
                </p:ext>
              </p:extLst>
            </p:nvPr>
          </p:nvGraphicFramePr>
          <p:xfrm>
            <a:off x="806279" y="1913752"/>
            <a:ext cx="3424571" cy="350454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77100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DA19A-E5AB-B66E-A9D4-E2F3E78F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4.0 Promise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8F6FC6-4167-A5B8-C9CC-34A0DF5A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B6F45E-2200-E8D3-3596-FFB8084C11B4}"/>
              </a:ext>
            </a:extLst>
          </p:cNvPr>
          <p:cNvGrpSpPr/>
          <p:nvPr/>
        </p:nvGrpSpPr>
        <p:grpSpPr>
          <a:xfrm>
            <a:off x="1788997" y="1149350"/>
            <a:ext cx="8614007" cy="5897563"/>
            <a:chOff x="0" y="1149350"/>
            <a:chExt cx="8614007" cy="5897563"/>
          </a:xfrm>
        </p:grpSpPr>
        <p:graphicFrame>
          <p:nvGraphicFramePr>
            <p:cNvPr id="4" name="Content Placeholder 5">
              <a:extLst>
                <a:ext uri="{FF2B5EF4-FFF2-40B4-BE49-F238E27FC236}">
                  <a16:creationId xmlns:a16="http://schemas.microsoft.com/office/drawing/2014/main" id="{152F239E-2CFC-7AEC-D1C6-6C86DF77FE0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70835029"/>
                </p:ext>
              </p:extLst>
            </p:nvPr>
          </p:nvGraphicFramePr>
          <p:xfrm>
            <a:off x="0" y="1149350"/>
            <a:ext cx="8415338" cy="589756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C70B6FE5-7F4F-B8E6-D50F-E9CC08E5747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50932771"/>
                </p:ext>
              </p:extLst>
            </p:nvPr>
          </p:nvGraphicFramePr>
          <p:xfrm>
            <a:off x="373857" y="1310211"/>
            <a:ext cx="8240150" cy="3903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AB8D822-EC9E-2EC9-5A5B-DD0780F90A1C}"/>
                </a:ext>
              </a:extLst>
            </p:cNvPr>
            <p:cNvCxnSpPr/>
            <p:nvPr/>
          </p:nvCxnSpPr>
          <p:spPr>
            <a:xfrm flipV="1">
              <a:off x="495887" y="2455691"/>
              <a:ext cx="0" cy="27537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E4D5E4-592E-E2EA-F713-F0D15002275F}"/>
                </a:ext>
              </a:extLst>
            </p:cNvPr>
            <p:cNvSpPr txBox="1"/>
            <p:nvPr/>
          </p:nvSpPr>
          <p:spPr>
            <a:xfrm rot="16200000">
              <a:off x="-13568" y="3481326"/>
              <a:ext cx="774849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Value</a:t>
              </a:r>
            </a:p>
          </p:txBody>
        </p:sp>
        <p:sp>
          <p:nvSpPr>
            <p:cNvPr id="8" name="TextBox 1">
              <a:extLst>
                <a:ext uri="{FF2B5EF4-FFF2-40B4-BE49-F238E27FC236}">
                  <a16:creationId xmlns:a16="http://schemas.microsoft.com/office/drawing/2014/main" id="{66D12A49-D89B-7BC3-E506-8F6CF72D7D83}"/>
                </a:ext>
              </a:extLst>
            </p:cNvPr>
            <p:cNvSpPr txBox="1"/>
            <p:nvPr/>
          </p:nvSpPr>
          <p:spPr>
            <a:xfrm rot="16200000">
              <a:off x="5998441" y="4205520"/>
              <a:ext cx="685800" cy="312344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Being Prepared</a:t>
              </a:r>
            </a:p>
          </p:txBody>
        </p:sp>
        <p:sp>
          <p:nvSpPr>
            <p:cNvPr id="9" name="TextBox 1">
              <a:extLst>
                <a:ext uri="{FF2B5EF4-FFF2-40B4-BE49-F238E27FC236}">
                  <a16:creationId xmlns:a16="http://schemas.microsoft.com/office/drawing/2014/main" id="{46F9D496-8443-CBFC-85E0-2D31525C9A5D}"/>
                </a:ext>
              </a:extLst>
            </p:cNvPr>
            <p:cNvSpPr txBox="1"/>
            <p:nvPr/>
          </p:nvSpPr>
          <p:spPr>
            <a:xfrm rot="16200000">
              <a:off x="7389977" y="4019294"/>
              <a:ext cx="685800" cy="312344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>
                  <a:solidFill>
                    <a:schemeClr val="bg1"/>
                  </a:solidFill>
                </a:rPr>
                <a:t>Self-Optimizing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724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1269A-7888-6B4C-E3E0-562C288B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9FBA8-D0FA-B988-3893-D100D86D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Preventative</a:t>
            </a:r>
          </a:p>
          <a:p>
            <a:pPr lvl="1"/>
            <a:r>
              <a:rPr lang="en-US" dirty="0"/>
              <a:t>Schedule maintenance at standard intervals.</a:t>
            </a:r>
          </a:p>
          <a:p>
            <a:r>
              <a:rPr lang="en-US" dirty="0"/>
              <a:t>Predictive</a:t>
            </a:r>
          </a:p>
          <a:p>
            <a:pPr lvl="1"/>
            <a:r>
              <a:rPr lang="en-US" dirty="0"/>
              <a:t>Routinely inspect components to predict issues.</a:t>
            </a:r>
          </a:p>
          <a:p>
            <a:r>
              <a:rPr lang="en-US" dirty="0"/>
              <a:t>Proactive</a:t>
            </a:r>
          </a:p>
          <a:p>
            <a:pPr lvl="1"/>
            <a:r>
              <a:rPr lang="en-US" dirty="0"/>
              <a:t>Control problems that lead to issues.</a:t>
            </a:r>
          </a:p>
          <a:p>
            <a:r>
              <a:rPr lang="en-US" dirty="0"/>
              <a:t>Prescriptive</a:t>
            </a:r>
          </a:p>
          <a:p>
            <a:pPr lvl="1"/>
            <a:r>
              <a:rPr lang="en-US" dirty="0"/>
              <a:t>Automate and improve preventative maintenance.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56230-D1A1-CAF8-7051-586037D2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Ps of Planned Maintenance</a:t>
            </a:r>
          </a:p>
        </p:txBody>
      </p:sp>
      <p:pic>
        <p:nvPicPr>
          <p:cNvPr id="8" name="Picture 7" descr="Icon&#10;&#10;Description automatically generated with medium confidence">
            <a:extLst>
              <a:ext uri="{FF2B5EF4-FFF2-40B4-BE49-F238E27FC236}">
                <a16:creationId xmlns:a16="http://schemas.microsoft.com/office/drawing/2014/main" id="{7FAB8805-A5E6-D90A-05AF-976AE3830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778" y="1596344"/>
            <a:ext cx="3327322" cy="316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50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C95881-7D41-CB8E-EA6B-8A187AF4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57365F5-0C6B-52DC-0BD9-4B0B97E9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6975" y="1638300"/>
            <a:ext cx="3154336" cy="45847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800" dirty="0"/>
              <a:t>Value</a:t>
            </a:r>
          </a:p>
          <a:p>
            <a:pPr>
              <a:buFont typeface="+mj-lt"/>
              <a:buAutoNum type="arabicPeriod"/>
            </a:pPr>
            <a:endParaRPr lang="en-US" sz="2800" dirty="0"/>
          </a:p>
          <a:p>
            <a:pPr>
              <a:buFont typeface="+mj-lt"/>
              <a:buAutoNum type="arabicPeriod"/>
            </a:pP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dirty="0"/>
              <a:t>Insights</a:t>
            </a:r>
          </a:p>
          <a:p>
            <a:pPr>
              <a:buFont typeface="+mj-lt"/>
              <a:buAutoNum type="arabicPeriod"/>
            </a:pPr>
            <a:endParaRPr lang="en-US" sz="2800" dirty="0"/>
          </a:p>
          <a:p>
            <a:pPr>
              <a:buFont typeface="+mj-lt"/>
              <a:buAutoNum type="arabicPeriod"/>
            </a:pPr>
            <a:endParaRPr lang="en-US" sz="2800" dirty="0"/>
          </a:p>
          <a:p>
            <a:pPr>
              <a:buFont typeface="+mj-lt"/>
              <a:buAutoNum type="arabicPeriod"/>
            </a:pP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dirty="0"/>
              <a:t>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521551-4A8B-25EC-B61A-BE3B8460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IoT Business Strategy Steps to Follow</a:t>
            </a: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6650DE41-EF85-E939-B7CE-18229CB41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6" y="1302040"/>
            <a:ext cx="1247776" cy="1247776"/>
          </a:xfrm>
          <a:prstGeom prst="rect">
            <a:avLst/>
          </a:prstGeom>
        </p:spPr>
      </p:pic>
      <p:pic>
        <p:nvPicPr>
          <p:cNvPr id="22" name="Picture 21" descr="A picture containing text, light&#10;&#10;Description automatically generated">
            <a:extLst>
              <a:ext uri="{FF2B5EF4-FFF2-40B4-BE49-F238E27FC236}">
                <a16:creationId xmlns:a16="http://schemas.microsoft.com/office/drawing/2014/main" id="{EAAAD0EF-5B19-6E00-7870-5024ACE37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68" y="2880928"/>
            <a:ext cx="1055489" cy="1667933"/>
          </a:xfrm>
          <a:prstGeom prst="rect">
            <a:avLst/>
          </a:prstGeom>
        </p:spPr>
      </p:pic>
      <p:pic>
        <p:nvPicPr>
          <p:cNvPr id="24" name="Picture 23" descr="Icon&#10;&#10;Description automatically generated with medium confidence">
            <a:extLst>
              <a:ext uri="{FF2B5EF4-FFF2-40B4-BE49-F238E27FC236}">
                <a16:creationId xmlns:a16="http://schemas.microsoft.com/office/drawing/2014/main" id="{A80B0FA0-1122-685C-8415-5886DEBCD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68" y="4931253"/>
            <a:ext cx="1334690" cy="161170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ABCB794-A2E6-20CD-41ED-A2B71EA5B939}"/>
              </a:ext>
            </a:extLst>
          </p:cNvPr>
          <p:cNvSpPr txBox="1"/>
          <p:nvPr/>
        </p:nvSpPr>
        <p:spPr>
          <a:xfrm>
            <a:off x="7405688" y="1949651"/>
            <a:ext cx="4463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Before you dive into IoT solutions, you need to solve for these three focus areas </a:t>
            </a:r>
            <a:r>
              <a:rPr lang="en-US" sz="2400" u="sng" dirty="0">
                <a:solidFill>
                  <a:schemeClr val="bg1"/>
                </a:solidFill>
              </a:rPr>
              <a:t>in this order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8516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8A5A4-CDFB-CBAE-65A4-DB67DEF8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3E8300-B185-5702-0404-89B104AA1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Activity: Understanding Value, Insights, and Data (Slide 1 of 6)</a:t>
            </a:r>
          </a:p>
        </p:txBody>
      </p:sp>
    </p:spTree>
    <p:extLst>
      <p:ext uri="{BB962C8B-B14F-4D97-AF65-F5344CB8AC3E}">
        <p14:creationId xmlns:p14="http://schemas.microsoft.com/office/powerpoint/2010/main" val="2029652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DA531F-B5C4-95DD-9724-C972FF5A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088C31-A0AE-1490-23F5-4D5406B47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Greene </a:t>
            </a:r>
            <a:r>
              <a:rPr lang="en-US" dirty="0" err="1"/>
              <a:t>Organix</a:t>
            </a:r>
            <a:r>
              <a:rPr lang="en-US" dirty="0"/>
              <a:t> produces fresh roses for the northeast U.S. regional distributors florist market.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D1C8B1-321B-F424-CF89-C818C4E0A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Greene </a:t>
            </a:r>
            <a:r>
              <a:rPr lang="en-US" dirty="0" err="1"/>
              <a:t>Organix</a:t>
            </a:r>
            <a:r>
              <a:rPr lang="en-US" dirty="0"/>
              <a:t> (Slide 2 of 6)</a:t>
            </a:r>
          </a:p>
        </p:txBody>
      </p:sp>
    </p:spTree>
    <p:extLst>
      <p:ext uri="{BB962C8B-B14F-4D97-AF65-F5344CB8AC3E}">
        <p14:creationId xmlns:p14="http://schemas.microsoft.com/office/powerpoint/2010/main" val="243197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2A28C-AA30-F46C-7008-B3BA54DC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78167-10E7-FD3F-D3F2-222A66751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elements of value would be important to produce year-round, high-quality fresh flowers for Greene </a:t>
            </a:r>
            <a:r>
              <a:rPr lang="en-US" dirty="0" err="1"/>
              <a:t>Organix's</a:t>
            </a:r>
            <a:r>
              <a:rPr lang="en-US" dirty="0"/>
              <a:t> distributors?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5EAB91-E10C-CE0F-E400-D167DE87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A) Identify New/Incremental Value (Slide 3 of 6)</a:t>
            </a:r>
          </a:p>
        </p:txBody>
      </p:sp>
    </p:spTree>
    <p:extLst>
      <p:ext uri="{BB962C8B-B14F-4D97-AF65-F5344CB8AC3E}">
        <p14:creationId xmlns:p14="http://schemas.microsoft.com/office/powerpoint/2010/main" val="3973016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90B1EF-BC0A-7A7D-9059-E165F868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F399F-25C2-AE82-35FD-5F017AF14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information may be needed to drive down production costs so you can continue to deliver best-in-class flowers at improved competitive prices?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4668A4-8BE1-8C9B-6779-D9C39FC8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B) Understand Insights Needed to Support Value (Slide 4 of 6)</a:t>
            </a:r>
          </a:p>
        </p:txBody>
      </p:sp>
    </p:spTree>
    <p:extLst>
      <p:ext uri="{BB962C8B-B14F-4D97-AF65-F5344CB8AC3E}">
        <p14:creationId xmlns:p14="http://schemas.microsoft.com/office/powerpoint/2010/main" val="4220292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F4B07D-8614-911C-6512-63504B62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15D9C-4AB0-2DBF-1877-3DAB4AC29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data do you need to collect to support these insights?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A00DBF-BA51-C5CF-BEE8-A3A636A3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C) Data (Slide 5 of 6)</a:t>
            </a:r>
          </a:p>
        </p:txBody>
      </p:sp>
    </p:spTree>
    <p:extLst>
      <p:ext uri="{BB962C8B-B14F-4D97-AF65-F5344CB8AC3E}">
        <p14:creationId xmlns:p14="http://schemas.microsoft.com/office/powerpoint/2010/main" val="1438879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29733F-D2B8-2007-3683-D64B6D7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00B5B-412D-BCDA-0337-EC72B2904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Sensors</a:t>
            </a:r>
            <a:r>
              <a:rPr lang="en-US" dirty="0"/>
              <a:t>: What useful information might an IoT device measure in this environment?</a:t>
            </a:r>
          </a:p>
          <a:p>
            <a:pPr marL="0" indent="0">
              <a:buNone/>
            </a:pPr>
            <a:r>
              <a:rPr lang="en-US" b="1" dirty="0"/>
              <a:t>Actuators</a:t>
            </a:r>
            <a:r>
              <a:rPr lang="en-US" dirty="0"/>
              <a:t>: What actions might an IoT device need to perform in this environment?</a:t>
            </a:r>
          </a:p>
          <a:p>
            <a:pPr marL="0" indent="0">
              <a:buNone/>
            </a:pPr>
            <a:r>
              <a:rPr lang="en-US" b="1" dirty="0"/>
              <a:t>Other sources</a:t>
            </a:r>
            <a:r>
              <a:rPr lang="en-US" dirty="0"/>
              <a:t>: What external data might be of use to support the insights?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AADF38-52F7-96E4-440E-6734FF7E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D) Identify IoT Capabilities (Slide 6 of 6)</a:t>
            </a:r>
          </a:p>
        </p:txBody>
      </p:sp>
    </p:spTree>
    <p:extLst>
      <p:ext uri="{BB962C8B-B14F-4D97-AF65-F5344CB8AC3E}">
        <p14:creationId xmlns:p14="http://schemas.microsoft.com/office/powerpoint/2010/main" val="3783372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041DA5-B609-3AAC-052F-20AE9B60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D00CA-4555-3D96-6B86-5938ABA1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cap="none" dirty="0"/>
              <a:t>o</a:t>
            </a:r>
            <a:r>
              <a:rPr lang="en-US" dirty="0"/>
              <a:t>T Infrastructure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044C71D-C28F-0590-6CA5-A72BDA7019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3947725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238D84-86A6-7450-A428-7F159779D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Infrastructure—System of Systems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577FD3-F2D4-E87F-E2F8-C1BD164F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1DC092A-D63E-B94B-91C7-A8BC40CCC6AB}"/>
              </a:ext>
            </a:extLst>
          </p:cNvPr>
          <p:cNvGrpSpPr/>
          <p:nvPr/>
        </p:nvGrpSpPr>
        <p:grpSpPr>
          <a:xfrm>
            <a:off x="2623913" y="1697729"/>
            <a:ext cx="6944174" cy="3857573"/>
            <a:chOff x="664942" y="1697729"/>
            <a:chExt cx="6944174" cy="385757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32DF1E-21F1-F36D-5F34-23CFB00EB5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" b="15625"/>
            <a:stretch/>
          </p:blipFill>
          <p:spPr>
            <a:xfrm>
              <a:off x="751116" y="1697729"/>
              <a:ext cx="6858000" cy="3857573"/>
            </a:xfrm>
            <a:prstGeom prst="rect">
              <a:avLst/>
            </a:prstGeom>
          </p:spPr>
        </p:pic>
        <p:sp>
          <p:nvSpPr>
            <p:cNvPr id="8" name="Rounded Rectangle 143">
              <a:extLst>
                <a:ext uri="{FF2B5EF4-FFF2-40B4-BE49-F238E27FC236}">
                  <a16:creationId xmlns:a16="http://schemas.microsoft.com/office/drawing/2014/main" id="{31EF6CC6-279A-A0C7-0CFE-623BCEBB469B}"/>
                </a:ext>
              </a:extLst>
            </p:cNvPr>
            <p:cNvSpPr/>
            <p:nvPr/>
          </p:nvSpPr>
          <p:spPr>
            <a:xfrm>
              <a:off x="827699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IoT Devices</a:t>
              </a:r>
            </a:p>
          </p:txBody>
        </p:sp>
        <p:sp>
          <p:nvSpPr>
            <p:cNvPr id="9" name="Rounded Rectangle 143">
              <a:extLst>
                <a:ext uri="{FF2B5EF4-FFF2-40B4-BE49-F238E27FC236}">
                  <a16:creationId xmlns:a16="http://schemas.microsoft.com/office/drawing/2014/main" id="{46DC1560-8FE9-DD6F-6F85-B7CA9B72884A}"/>
                </a:ext>
              </a:extLst>
            </p:cNvPr>
            <p:cNvSpPr/>
            <p:nvPr/>
          </p:nvSpPr>
          <p:spPr>
            <a:xfrm>
              <a:off x="2102836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Local Network</a:t>
              </a:r>
            </a:p>
          </p:txBody>
        </p:sp>
        <p:sp>
          <p:nvSpPr>
            <p:cNvPr id="10" name="Rounded Rectangle 143">
              <a:extLst>
                <a:ext uri="{FF2B5EF4-FFF2-40B4-BE49-F238E27FC236}">
                  <a16:creationId xmlns:a16="http://schemas.microsoft.com/office/drawing/2014/main" id="{CA887D5A-54E0-4AEC-C326-70D9F256CE72}"/>
                </a:ext>
              </a:extLst>
            </p:cNvPr>
            <p:cNvSpPr/>
            <p:nvPr/>
          </p:nvSpPr>
          <p:spPr>
            <a:xfrm>
              <a:off x="3377972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Global Network</a:t>
              </a:r>
            </a:p>
          </p:txBody>
        </p:sp>
        <p:sp>
          <p:nvSpPr>
            <p:cNvPr id="11" name="Rounded Rectangle 143">
              <a:extLst>
                <a:ext uri="{FF2B5EF4-FFF2-40B4-BE49-F238E27FC236}">
                  <a16:creationId xmlns:a16="http://schemas.microsoft.com/office/drawing/2014/main" id="{73C70348-066C-9FDE-5EC4-D8817E2ED786}"/>
                </a:ext>
              </a:extLst>
            </p:cNvPr>
            <p:cNvSpPr/>
            <p:nvPr/>
          </p:nvSpPr>
          <p:spPr>
            <a:xfrm>
              <a:off x="4653109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Cloud Services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D8CD3DC-41C3-A793-E9A5-168069F7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8400" y="3420802"/>
              <a:ext cx="791260" cy="53935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70C591-5692-C676-55E0-D8E655852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24353">
              <a:off x="1564795" y="2560736"/>
              <a:ext cx="773081" cy="560233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14B1321-0C96-6EFA-7C81-424360255C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2211"/>
            <a:stretch/>
          </p:blipFill>
          <p:spPr>
            <a:xfrm>
              <a:off x="2229442" y="3237878"/>
              <a:ext cx="1133530" cy="799722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3A5E9C-59BF-5B72-9471-663D81A9179D}"/>
                </a:ext>
              </a:extLst>
            </p:cNvPr>
            <p:cNvSpPr txBox="1"/>
            <p:nvPr/>
          </p:nvSpPr>
          <p:spPr>
            <a:xfrm rot="20624695">
              <a:off x="5346613" y="1844013"/>
              <a:ext cx="897500" cy="300082"/>
            </a:xfrm>
            <a:prstGeom prst="rect">
              <a:avLst/>
            </a:prstGeom>
            <a:noFill/>
            <a:effectLst>
              <a:glow rad="127000">
                <a:schemeClr val="bg1"/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>
                  <a:effectLst>
                    <a:glow rad="342900">
                      <a:schemeClr val="bg1"/>
                    </a:glow>
                  </a:effectLst>
                </a:rPr>
                <a:t>The Edge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115CFE-B0DE-0A78-2B29-DFB6C7EC0CCA}"/>
                </a:ext>
              </a:extLst>
            </p:cNvPr>
            <p:cNvGrpSpPr/>
            <p:nvPr/>
          </p:nvGrpSpPr>
          <p:grpSpPr>
            <a:xfrm>
              <a:off x="6478123" y="4250819"/>
              <a:ext cx="913470" cy="887724"/>
              <a:chOff x="7468569" y="4396265"/>
              <a:chExt cx="1250729" cy="1215476"/>
            </a:xfrm>
          </p:grpSpPr>
          <p:pic>
            <p:nvPicPr>
              <p:cNvPr id="17" name="Picture 18" descr="Datei:IPhone 4S No shadow.png">
                <a:extLst>
                  <a:ext uri="{FF2B5EF4-FFF2-40B4-BE49-F238E27FC236}">
                    <a16:creationId xmlns:a16="http://schemas.microsoft.com/office/drawing/2014/main" id="{0D873538-4423-3B9D-8539-261F84DB31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569" y="4396265"/>
                <a:ext cx="609238" cy="1056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" descr="http://icons.iconarchive.com/icons/visualpharm/must-have/256/User-icon.png">
                <a:extLst>
                  <a:ext uri="{FF2B5EF4-FFF2-40B4-BE49-F238E27FC236}">
                    <a16:creationId xmlns:a16="http://schemas.microsoft.com/office/drawing/2014/main" id="{89F72C39-9F6A-9580-D694-925BEBB1A1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3188" y="4665631"/>
                <a:ext cx="946110" cy="946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9" name="Rounded Rectangle 143">
              <a:extLst>
                <a:ext uri="{FF2B5EF4-FFF2-40B4-BE49-F238E27FC236}">
                  <a16:creationId xmlns:a16="http://schemas.microsoft.com/office/drawing/2014/main" id="{3C8E3E1E-1C4D-D647-8F71-2D6EBCAFA413}"/>
                </a:ext>
              </a:extLst>
            </p:cNvPr>
            <p:cNvSpPr/>
            <p:nvPr/>
          </p:nvSpPr>
          <p:spPr>
            <a:xfrm>
              <a:off x="5928245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User Interface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0C87B21-03CE-6B1C-456B-4E1F45DA6596}"/>
                </a:ext>
              </a:extLst>
            </p:cNvPr>
            <p:cNvSpPr/>
            <p:nvPr/>
          </p:nvSpPr>
          <p:spPr>
            <a:xfrm>
              <a:off x="2874049" y="1830352"/>
              <a:ext cx="2023673" cy="301669"/>
            </a:xfrm>
            <a:custGeom>
              <a:avLst/>
              <a:gdLst>
                <a:gd name="connsiteX0" fmla="*/ 0 w 3380127"/>
                <a:gd name="connsiteY0" fmla="*/ 0 h 315310"/>
                <a:gd name="connsiteX1" fmla="*/ 1343222 w 3380127"/>
                <a:gd name="connsiteY1" fmla="*/ 0 h 315310"/>
                <a:gd name="connsiteX2" fmla="*/ 895481 w 3380127"/>
                <a:gd name="connsiteY2" fmla="*/ 119818 h 315310"/>
                <a:gd name="connsiteX3" fmla="*/ 2383746 w 3380127"/>
                <a:gd name="connsiteY3" fmla="*/ 132430 h 315310"/>
                <a:gd name="connsiteX4" fmla="*/ 2169335 w 3380127"/>
                <a:gd name="connsiteY4" fmla="*/ 227023 h 315310"/>
                <a:gd name="connsiteX5" fmla="*/ 3380127 w 3380127"/>
                <a:gd name="connsiteY5" fmla="*/ 258554 h 315310"/>
                <a:gd name="connsiteX6" fmla="*/ 1973843 w 3380127"/>
                <a:gd name="connsiteY6" fmla="*/ 315310 h 315310"/>
                <a:gd name="connsiteX7" fmla="*/ 2093661 w 3380127"/>
                <a:gd name="connsiteY7" fmla="*/ 189186 h 315310"/>
                <a:gd name="connsiteX8" fmla="*/ 662152 w 3380127"/>
                <a:gd name="connsiteY8" fmla="*/ 201798 h 315310"/>
                <a:gd name="connsiteX9" fmla="*/ 870256 w 3380127"/>
                <a:gd name="connsiteY9" fmla="*/ 63062 h 315310"/>
                <a:gd name="connsiteX10" fmla="*/ 0 w 3380127"/>
                <a:gd name="connsiteY10" fmla="*/ 0 h 315310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1097280 w 3815255"/>
                <a:gd name="connsiteY8" fmla="*/ 309003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74225 w 3815255"/>
                <a:gd name="connsiteY7" fmla="*/ 301966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11364"/>
                <a:gd name="connsiteX1" fmla="*/ 1778350 w 3815255"/>
                <a:gd name="connsiteY1" fmla="*/ 107205 h 411364"/>
                <a:gd name="connsiteX2" fmla="*/ 1330609 w 3815255"/>
                <a:gd name="connsiteY2" fmla="*/ 227023 h 411364"/>
                <a:gd name="connsiteX3" fmla="*/ 2818874 w 3815255"/>
                <a:gd name="connsiteY3" fmla="*/ 239635 h 411364"/>
                <a:gd name="connsiteX4" fmla="*/ 2604463 w 3815255"/>
                <a:gd name="connsiteY4" fmla="*/ 334228 h 411364"/>
                <a:gd name="connsiteX5" fmla="*/ 3815255 w 3815255"/>
                <a:gd name="connsiteY5" fmla="*/ 365759 h 411364"/>
                <a:gd name="connsiteX6" fmla="*/ 2266850 w 3815255"/>
                <a:gd name="connsiteY6" fmla="*/ 411364 h 411364"/>
                <a:gd name="connsiteX7" fmla="*/ 2474225 w 3815255"/>
                <a:gd name="connsiteY7" fmla="*/ 301966 h 411364"/>
                <a:gd name="connsiteX8" fmla="*/ 880484 w 3815255"/>
                <a:gd name="connsiteY8" fmla="*/ 290815 h 411364"/>
                <a:gd name="connsiteX9" fmla="*/ 1305384 w 3815255"/>
                <a:gd name="connsiteY9" fmla="*/ 170267 h 411364"/>
                <a:gd name="connsiteX10" fmla="*/ 0 w 3815255"/>
                <a:gd name="connsiteY10" fmla="*/ 0 h 411364"/>
                <a:gd name="connsiteX0" fmla="*/ 0 w 3831982"/>
                <a:gd name="connsiteY0" fmla="*/ 0 h 427091"/>
                <a:gd name="connsiteX1" fmla="*/ 1778350 w 3831982"/>
                <a:gd name="connsiteY1" fmla="*/ 107205 h 427091"/>
                <a:gd name="connsiteX2" fmla="*/ 1330609 w 3831982"/>
                <a:gd name="connsiteY2" fmla="*/ 227023 h 427091"/>
                <a:gd name="connsiteX3" fmla="*/ 2818874 w 3831982"/>
                <a:gd name="connsiteY3" fmla="*/ 239635 h 427091"/>
                <a:gd name="connsiteX4" fmla="*/ 2604463 w 3831982"/>
                <a:gd name="connsiteY4" fmla="*/ 334228 h 427091"/>
                <a:gd name="connsiteX5" fmla="*/ 3831982 w 3831982"/>
                <a:gd name="connsiteY5" fmla="*/ 427091 h 427091"/>
                <a:gd name="connsiteX6" fmla="*/ 2266850 w 3831982"/>
                <a:gd name="connsiteY6" fmla="*/ 411364 h 427091"/>
                <a:gd name="connsiteX7" fmla="*/ 2474225 w 3831982"/>
                <a:gd name="connsiteY7" fmla="*/ 301966 h 427091"/>
                <a:gd name="connsiteX8" fmla="*/ 880484 w 3831982"/>
                <a:gd name="connsiteY8" fmla="*/ 290815 h 427091"/>
                <a:gd name="connsiteX9" fmla="*/ 1305384 w 3831982"/>
                <a:gd name="connsiteY9" fmla="*/ 170267 h 427091"/>
                <a:gd name="connsiteX10" fmla="*/ 0 w 3831982"/>
                <a:gd name="connsiteY10" fmla="*/ 0 h 427091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250124 w 3815256"/>
                <a:gd name="connsiteY6" fmla="*/ 3667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352158 w 3815256"/>
                <a:gd name="connsiteY9" fmla="*/ 119312 h 382486"/>
                <a:gd name="connsiteX10" fmla="*/ 0 w 3815256"/>
                <a:gd name="connsiteY10" fmla="*/ 0 h 3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5256" h="382486">
                  <a:moveTo>
                    <a:pt x="0" y="0"/>
                  </a:moveTo>
                  <a:lnTo>
                    <a:pt x="1761624" y="62600"/>
                  </a:lnTo>
                  <a:lnTo>
                    <a:pt x="1313883" y="182418"/>
                  </a:lnTo>
                  <a:lnTo>
                    <a:pt x="2802148" y="195030"/>
                  </a:lnTo>
                  <a:lnTo>
                    <a:pt x="2530587" y="308673"/>
                  </a:lnTo>
                  <a:lnTo>
                    <a:pt x="3815256" y="382486"/>
                  </a:lnTo>
                  <a:lnTo>
                    <a:pt x="2192974" y="379459"/>
                  </a:lnTo>
                  <a:lnTo>
                    <a:pt x="2527349" y="238311"/>
                  </a:lnTo>
                  <a:lnTo>
                    <a:pt x="920908" y="246210"/>
                  </a:lnTo>
                  <a:lnTo>
                    <a:pt x="1352158" y="11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60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8CA1520-9F0C-917C-DFDB-1B2B0B2CAE3A}"/>
                </a:ext>
              </a:extLst>
            </p:cNvPr>
            <p:cNvGrpSpPr/>
            <p:nvPr/>
          </p:nvGrpSpPr>
          <p:grpSpPr>
            <a:xfrm>
              <a:off x="1796721" y="1720183"/>
              <a:ext cx="1220982" cy="758027"/>
              <a:chOff x="587121" y="1005973"/>
              <a:chExt cx="1898096" cy="1178401"/>
            </a:xfrm>
          </p:grpSpPr>
          <p:pic>
            <p:nvPicPr>
              <p:cNvPr id="22" name="Picture 6" descr="Image result for connected truck png">
                <a:extLst>
                  <a:ext uri="{FF2B5EF4-FFF2-40B4-BE49-F238E27FC236}">
                    <a16:creationId xmlns:a16="http://schemas.microsoft.com/office/drawing/2014/main" id="{F23A2016-30EA-55DF-1DD9-76787D554E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87121" y="1005973"/>
                <a:ext cx="1898096" cy="117840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2C9EB7A-90C7-AF38-329D-6528D94AB47F}"/>
                  </a:ext>
                </a:extLst>
              </p:cNvPr>
              <p:cNvCxnSpPr/>
              <p:nvPr/>
            </p:nvCxnSpPr>
            <p:spPr>
              <a:xfrm>
                <a:off x="2241550" y="1083349"/>
                <a:ext cx="0" cy="2921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473A072-F15A-17CD-65DB-18F3F89BACCC}"/>
                </a:ext>
              </a:extLst>
            </p:cNvPr>
            <p:cNvSpPr/>
            <p:nvPr/>
          </p:nvSpPr>
          <p:spPr>
            <a:xfrm rot="20239230">
              <a:off x="1693811" y="3498003"/>
              <a:ext cx="549993" cy="69101"/>
            </a:xfrm>
            <a:custGeom>
              <a:avLst/>
              <a:gdLst>
                <a:gd name="connsiteX0" fmla="*/ 0 w 3380127"/>
                <a:gd name="connsiteY0" fmla="*/ 0 h 315310"/>
                <a:gd name="connsiteX1" fmla="*/ 1343222 w 3380127"/>
                <a:gd name="connsiteY1" fmla="*/ 0 h 315310"/>
                <a:gd name="connsiteX2" fmla="*/ 895481 w 3380127"/>
                <a:gd name="connsiteY2" fmla="*/ 119818 h 315310"/>
                <a:gd name="connsiteX3" fmla="*/ 2383746 w 3380127"/>
                <a:gd name="connsiteY3" fmla="*/ 132430 h 315310"/>
                <a:gd name="connsiteX4" fmla="*/ 2169335 w 3380127"/>
                <a:gd name="connsiteY4" fmla="*/ 227023 h 315310"/>
                <a:gd name="connsiteX5" fmla="*/ 3380127 w 3380127"/>
                <a:gd name="connsiteY5" fmla="*/ 258554 h 315310"/>
                <a:gd name="connsiteX6" fmla="*/ 1973843 w 3380127"/>
                <a:gd name="connsiteY6" fmla="*/ 315310 h 315310"/>
                <a:gd name="connsiteX7" fmla="*/ 2093661 w 3380127"/>
                <a:gd name="connsiteY7" fmla="*/ 189186 h 315310"/>
                <a:gd name="connsiteX8" fmla="*/ 662152 w 3380127"/>
                <a:gd name="connsiteY8" fmla="*/ 201798 h 315310"/>
                <a:gd name="connsiteX9" fmla="*/ 870256 w 3380127"/>
                <a:gd name="connsiteY9" fmla="*/ 63062 h 315310"/>
                <a:gd name="connsiteX10" fmla="*/ 0 w 3380127"/>
                <a:gd name="connsiteY10" fmla="*/ 0 h 315310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1097280 w 3815255"/>
                <a:gd name="connsiteY8" fmla="*/ 309003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74225 w 3815255"/>
                <a:gd name="connsiteY7" fmla="*/ 301966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11364"/>
                <a:gd name="connsiteX1" fmla="*/ 1778350 w 3815255"/>
                <a:gd name="connsiteY1" fmla="*/ 107205 h 411364"/>
                <a:gd name="connsiteX2" fmla="*/ 1330609 w 3815255"/>
                <a:gd name="connsiteY2" fmla="*/ 227023 h 411364"/>
                <a:gd name="connsiteX3" fmla="*/ 2818874 w 3815255"/>
                <a:gd name="connsiteY3" fmla="*/ 239635 h 411364"/>
                <a:gd name="connsiteX4" fmla="*/ 2604463 w 3815255"/>
                <a:gd name="connsiteY4" fmla="*/ 334228 h 411364"/>
                <a:gd name="connsiteX5" fmla="*/ 3815255 w 3815255"/>
                <a:gd name="connsiteY5" fmla="*/ 365759 h 411364"/>
                <a:gd name="connsiteX6" fmla="*/ 2266850 w 3815255"/>
                <a:gd name="connsiteY6" fmla="*/ 411364 h 411364"/>
                <a:gd name="connsiteX7" fmla="*/ 2474225 w 3815255"/>
                <a:gd name="connsiteY7" fmla="*/ 301966 h 411364"/>
                <a:gd name="connsiteX8" fmla="*/ 880484 w 3815255"/>
                <a:gd name="connsiteY8" fmla="*/ 290815 h 411364"/>
                <a:gd name="connsiteX9" fmla="*/ 1305384 w 3815255"/>
                <a:gd name="connsiteY9" fmla="*/ 170267 h 411364"/>
                <a:gd name="connsiteX10" fmla="*/ 0 w 3815255"/>
                <a:gd name="connsiteY10" fmla="*/ 0 h 411364"/>
                <a:gd name="connsiteX0" fmla="*/ 0 w 3831982"/>
                <a:gd name="connsiteY0" fmla="*/ 0 h 427091"/>
                <a:gd name="connsiteX1" fmla="*/ 1778350 w 3831982"/>
                <a:gd name="connsiteY1" fmla="*/ 107205 h 427091"/>
                <a:gd name="connsiteX2" fmla="*/ 1330609 w 3831982"/>
                <a:gd name="connsiteY2" fmla="*/ 227023 h 427091"/>
                <a:gd name="connsiteX3" fmla="*/ 2818874 w 3831982"/>
                <a:gd name="connsiteY3" fmla="*/ 239635 h 427091"/>
                <a:gd name="connsiteX4" fmla="*/ 2604463 w 3831982"/>
                <a:gd name="connsiteY4" fmla="*/ 334228 h 427091"/>
                <a:gd name="connsiteX5" fmla="*/ 3831982 w 3831982"/>
                <a:gd name="connsiteY5" fmla="*/ 427091 h 427091"/>
                <a:gd name="connsiteX6" fmla="*/ 2266850 w 3831982"/>
                <a:gd name="connsiteY6" fmla="*/ 411364 h 427091"/>
                <a:gd name="connsiteX7" fmla="*/ 2474225 w 3831982"/>
                <a:gd name="connsiteY7" fmla="*/ 301966 h 427091"/>
                <a:gd name="connsiteX8" fmla="*/ 880484 w 3831982"/>
                <a:gd name="connsiteY8" fmla="*/ 290815 h 427091"/>
                <a:gd name="connsiteX9" fmla="*/ 1305384 w 3831982"/>
                <a:gd name="connsiteY9" fmla="*/ 170267 h 427091"/>
                <a:gd name="connsiteX10" fmla="*/ 0 w 3831982"/>
                <a:gd name="connsiteY10" fmla="*/ 0 h 427091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250124 w 3815256"/>
                <a:gd name="connsiteY6" fmla="*/ 3667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352158 w 3815256"/>
                <a:gd name="connsiteY9" fmla="*/ 119312 h 382486"/>
                <a:gd name="connsiteX10" fmla="*/ 0 w 3815256"/>
                <a:gd name="connsiteY10" fmla="*/ 0 h 3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5256" h="382486">
                  <a:moveTo>
                    <a:pt x="0" y="0"/>
                  </a:moveTo>
                  <a:lnTo>
                    <a:pt x="1761624" y="62600"/>
                  </a:lnTo>
                  <a:lnTo>
                    <a:pt x="1313883" y="182418"/>
                  </a:lnTo>
                  <a:lnTo>
                    <a:pt x="2802148" y="195030"/>
                  </a:lnTo>
                  <a:lnTo>
                    <a:pt x="2530587" y="308673"/>
                  </a:lnTo>
                  <a:lnTo>
                    <a:pt x="3815256" y="382486"/>
                  </a:lnTo>
                  <a:lnTo>
                    <a:pt x="2192974" y="379459"/>
                  </a:lnTo>
                  <a:lnTo>
                    <a:pt x="2527349" y="238311"/>
                  </a:lnTo>
                  <a:lnTo>
                    <a:pt x="920908" y="246210"/>
                  </a:lnTo>
                  <a:lnTo>
                    <a:pt x="1352158" y="11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60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0EF9E70-66E1-9DB6-74FB-CFDDD75A2279}"/>
                </a:ext>
              </a:extLst>
            </p:cNvPr>
            <p:cNvSpPr/>
            <p:nvPr/>
          </p:nvSpPr>
          <p:spPr>
            <a:xfrm>
              <a:off x="1701753" y="3853843"/>
              <a:ext cx="1053411" cy="698327"/>
            </a:xfrm>
            <a:custGeom>
              <a:avLst/>
              <a:gdLst>
                <a:gd name="connsiteX0" fmla="*/ 0 w 1651000"/>
                <a:gd name="connsiteY0" fmla="*/ 1098550 h 1152970"/>
                <a:gd name="connsiteX1" fmla="*/ 1466850 w 1651000"/>
                <a:gd name="connsiteY1" fmla="*/ 1092200 h 1152970"/>
                <a:gd name="connsiteX2" fmla="*/ 1174750 w 1651000"/>
                <a:gd name="connsiteY2" fmla="*/ 482600 h 1152970"/>
                <a:gd name="connsiteX3" fmla="*/ 1619250 w 1651000"/>
                <a:gd name="connsiteY3" fmla="*/ 44450 h 1152970"/>
                <a:gd name="connsiteX4" fmla="*/ 1619250 w 1651000"/>
                <a:gd name="connsiteY4" fmla="*/ 44450 h 1152970"/>
                <a:gd name="connsiteX5" fmla="*/ 1651000 w 1651000"/>
                <a:gd name="connsiteY5" fmla="*/ 0 h 11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1000" h="1152970">
                  <a:moveTo>
                    <a:pt x="0" y="1098550"/>
                  </a:moveTo>
                  <a:cubicBezTo>
                    <a:pt x="635529" y="1146704"/>
                    <a:pt x="1271058" y="1194858"/>
                    <a:pt x="1466850" y="1092200"/>
                  </a:cubicBezTo>
                  <a:cubicBezTo>
                    <a:pt x="1662642" y="989542"/>
                    <a:pt x="1149350" y="657225"/>
                    <a:pt x="1174750" y="482600"/>
                  </a:cubicBezTo>
                  <a:cubicBezTo>
                    <a:pt x="1200150" y="307975"/>
                    <a:pt x="1619250" y="44450"/>
                    <a:pt x="1619250" y="44450"/>
                  </a:cubicBezTo>
                  <a:lnTo>
                    <a:pt x="1619250" y="44450"/>
                  </a:lnTo>
                  <a:lnTo>
                    <a:pt x="1651000" y="0"/>
                  </a:lnTo>
                </a:path>
              </a:pathLst>
            </a:custGeom>
            <a:noFill/>
            <a:ln w="28575" cap="flat" cmpd="sng" algn="ctr">
              <a:solidFill>
                <a:schemeClr val="tx1">
                  <a:alpha val="61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F353DB1-4080-D5DA-9DC7-B4625F248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405882">
              <a:off x="973239" y="4081294"/>
              <a:ext cx="863925" cy="633458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C7A0A4B-CFBB-EEBF-86EC-89272274668D}"/>
                </a:ext>
              </a:extLst>
            </p:cNvPr>
            <p:cNvSpPr/>
            <p:nvPr/>
          </p:nvSpPr>
          <p:spPr>
            <a:xfrm rot="2700000">
              <a:off x="1812234" y="3106767"/>
              <a:ext cx="549993" cy="69101"/>
            </a:xfrm>
            <a:custGeom>
              <a:avLst/>
              <a:gdLst>
                <a:gd name="connsiteX0" fmla="*/ 0 w 3380127"/>
                <a:gd name="connsiteY0" fmla="*/ 0 h 315310"/>
                <a:gd name="connsiteX1" fmla="*/ 1343222 w 3380127"/>
                <a:gd name="connsiteY1" fmla="*/ 0 h 315310"/>
                <a:gd name="connsiteX2" fmla="*/ 895481 w 3380127"/>
                <a:gd name="connsiteY2" fmla="*/ 119818 h 315310"/>
                <a:gd name="connsiteX3" fmla="*/ 2383746 w 3380127"/>
                <a:gd name="connsiteY3" fmla="*/ 132430 h 315310"/>
                <a:gd name="connsiteX4" fmla="*/ 2169335 w 3380127"/>
                <a:gd name="connsiteY4" fmla="*/ 227023 h 315310"/>
                <a:gd name="connsiteX5" fmla="*/ 3380127 w 3380127"/>
                <a:gd name="connsiteY5" fmla="*/ 258554 h 315310"/>
                <a:gd name="connsiteX6" fmla="*/ 1973843 w 3380127"/>
                <a:gd name="connsiteY6" fmla="*/ 315310 h 315310"/>
                <a:gd name="connsiteX7" fmla="*/ 2093661 w 3380127"/>
                <a:gd name="connsiteY7" fmla="*/ 189186 h 315310"/>
                <a:gd name="connsiteX8" fmla="*/ 662152 w 3380127"/>
                <a:gd name="connsiteY8" fmla="*/ 201798 h 315310"/>
                <a:gd name="connsiteX9" fmla="*/ 870256 w 3380127"/>
                <a:gd name="connsiteY9" fmla="*/ 63062 h 315310"/>
                <a:gd name="connsiteX10" fmla="*/ 0 w 3380127"/>
                <a:gd name="connsiteY10" fmla="*/ 0 h 315310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1097280 w 3815255"/>
                <a:gd name="connsiteY8" fmla="*/ 309003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74225 w 3815255"/>
                <a:gd name="connsiteY7" fmla="*/ 301966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11364"/>
                <a:gd name="connsiteX1" fmla="*/ 1778350 w 3815255"/>
                <a:gd name="connsiteY1" fmla="*/ 107205 h 411364"/>
                <a:gd name="connsiteX2" fmla="*/ 1330609 w 3815255"/>
                <a:gd name="connsiteY2" fmla="*/ 227023 h 411364"/>
                <a:gd name="connsiteX3" fmla="*/ 2818874 w 3815255"/>
                <a:gd name="connsiteY3" fmla="*/ 239635 h 411364"/>
                <a:gd name="connsiteX4" fmla="*/ 2604463 w 3815255"/>
                <a:gd name="connsiteY4" fmla="*/ 334228 h 411364"/>
                <a:gd name="connsiteX5" fmla="*/ 3815255 w 3815255"/>
                <a:gd name="connsiteY5" fmla="*/ 365759 h 411364"/>
                <a:gd name="connsiteX6" fmla="*/ 2266850 w 3815255"/>
                <a:gd name="connsiteY6" fmla="*/ 411364 h 411364"/>
                <a:gd name="connsiteX7" fmla="*/ 2474225 w 3815255"/>
                <a:gd name="connsiteY7" fmla="*/ 301966 h 411364"/>
                <a:gd name="connsiteX8" fmla="*/ 880484 w 3815255"/>
                <a:gd name="connsiteY8" fmla="*/ 290815 h 411364"/>
                <a:gd name="connsiteX9" fmla="*/ 1305384 w 3815255"/>
                <a:gd name="connsiteY9" fmla="*/ 170267 h 411364"/>
                <a:gd name="connsiteX10" fmla="*/ 0 w 3815255"/>
                <a:gd name="connsiteY10" fmla="*/ 0 h 411364"/>
                <a:gd name="connsiteX0" fmla="*/ 0 w 3831982"/>
                <a:gd name="connsiteY0" fmla="*/ 0 h 427091"/>
                <a:gd name="connsiteX1" fmla="*/ 1778350 w 3831982"/>
                <a:gd name="connsiteY1" fmla="*/ 107205 h 427091"/>
                <a:gd name="connsiteX2" fmla="*/ 1330609 w 3831982"/>
                <a:gd name="connsiteY2" fmla="*/ 227023 h 427091"/>
                <a:gd name="connsiteX3" fmla="*/ 2818874 w 3831982"/>
                <a:gd name="connsiteY3" fmla="*/ 239635 h 427091"/>
                <a:gd name="connsiteX4" fmla="*/ 2604463 w 3831982"/>
                <a:gd name="connsiteY4" fmla="*/ 334228 h 427091"/>
                <a:gd name="connsiteX5" fmla="*/ 3831982 w 3831982"/>
                <a:gd name="connsiteY5" fmla="*/ 427091 h 427091"/>
                <a:gd name="connsiteX6" fmla="*/ 2266850 w 3831982"/>
                <a:gd name="connsiteY6" fmla="*/ 411364 h 427091"/>
                <a:gd name="connsiteX7" fmla="*/ 2474225 w 3831982"/>
                <a:gd name="connsiteY7" fmla="*/ 301966 h 427091"/>
                <a:gd name="connsiteX8" fmla="*/ 880484 w 3831982"/>
                <a:gd name="connsiteY8" fmla="*/ 290815 h 427091"/>
                <a:gd name="connsiteX9" fmla="*/ 1305384 w 3831982"/>
                <a:gd name="connsiteY9" fmla="*/ 170267 h 427091"/>
                <a:gd name="connsiteX10" fmla="*/ 0 w 3831982"/>
                <a:gd name="connsiteY10" fmla="*/ 0 h 427091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250124 w 3815256"/>
                <a:gd name="connsiteY6" fmla="*/ 3667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352158 w 3815256"/>
                <a:gd name="connsiteY9" fmla="*/ 119312 h 382486"/>
                <a:gd name="connsiteX10" fmla="*/ 0 w 3815256"/>
                <a:gd name="connsiteY10" fmla="*/ 0 h 3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5256" h="382486">
                  <a:moveTo>
                    <a:pt x="0" y="0"/>
                  </a:moveTo>
                  <a:lnTo>
                    <a:pt x="1761624" y="62600"/>
                  </a:lnTo>
                  <a:lnTo>
                    <a:pt x="1313883" y="182418"/>
                  </a:lnTo>
                  <a:lnTo>
                    <a:pt x="2802148" y="195030"/>
                  </a:lnTo>
                  <a:lnTo>
                    <a:pt x="2530587" y="308673"/>
                  </a:lnTo>
                  <a:lnTo>
                    <a:pt x="3815256" y="382486"/>
                  </a:lnTo>
                  <a:lnTo>
                    <a:pt x="2192974" y="379459"/>
                  </a:lnTo>
                  <a:lnTo>
                    <a:pt x="2527349" y="238311"/>
                  </a:lnTo>
                  <a:lnTo>
                    <a:pt x="920908" y="246210"/>
                  </a:lnTo>
                  <a:lnTo>
                    <a:pt x="1352158" y="11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60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588CFD-1ACE-88FC-9AD2-C8C8C5EB670A}"/>
                </a:ext>
              </a:extLst>
            </p:cNvPr>
            <p:cNvSpPr/>
            <p:nvPr/>
          </p:nvSpPr>
          <p:spPr>
            <a:xfrm>
              <a:off x="2712648" y="3112784"/>
              <a:ext cx="667170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IoT</a:t>
              </a:r>
            </a:p>
            <a:p>
              <a:pPr algn="ctr"/>
              <a:r>
                <a:rPr lang="en-US" sz="1050" dirty="0"/>
                <a:t>Gateway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95BE62E-A76C-316C-D53C-3B03E760C034}"/>
                </a:ext>
              </a:extLst>
            </p:cNvPr>
            <p:cNvSpPr/>
            <p:nvPr/>
          </p:nvSpPr>
          <p:spPr>
            <a:xfrm>
              <a:off x="1229516" y="1828063"/>
              <a:ext cx="56938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Mobile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2EBB50A-A433-0CC1-3C17-DA3FE81DCAAF}"/>
                </a:ext>
              </a:extLst>
            </p:cNvPr>
            <p:cNvSpPr/>
            <p:nvPr/>
          </p:nvSpPr>
          <p:spPr>
            <a:xfrm>
              <a:off x="854941" y="2527270"/>
              <a:ext cx="715260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Wearable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D50D90-3331-3C97-5F6A-77C3DA3C9832}"/>
                </a:ext>
              </a:extLst>
            </p:cNvPr>
            <p:cNvSpPr/>
            <p:nvPr/>
          </p:nvSpPr>
          <p:spPr>
            <a:xfrm>
              <a:off x="664942" y="3395683"/>
              <a:ext cx="744114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Stationary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C6DACAA-E56F-13CA-BB9D-4FF0CDCC35F2}"/>
                </a:ext>
              </a:extLst>
            </p:cNvPr>
            <p:cNvSpPr/>
            <p:nvPr/>
          </p:nvSpPr>
          <p:spPr>
            <a:xfrm>
              <a:off x="2352386" y="2760167"/>
              <a:ext cx="652744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Wireless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8E14CFC-D7D9-1C12-C5F8-BED626C20D04}"/>
                </a:ext>
              </a:extLst>
            </p:cNvPr>
            <p:cNvSpPr/>
            <p:nvPr/>
          </p:nvSpPr>
          <p:spPr>
            <a:xfrm>
              <a:off x="1853472" y="4120883"/>
              <a:ext cx="519694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Wired</a:t>
              </a:r>
            </a:p>
          </p:txBody>
        </p:sp>
        <p:pic>
          <p:nvPicPr>
            <p:cNvPr id="34" name="Picture 10" descr="Image result for cell tower png">
              <a:extLst>
                <a:ext uri="{FF2B5EF4-FFF2-40B4-BE49-F238E27FC236}">
                  <a16:creationId xmlns:a16="http://schemas.microsoft.com/office/drawing/2014/main" id="{EEEE6D1C-466A-B3DE-939E-DFE9E52B4F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2904" y="2099196"/>
              <a:ext cx="392585" cy="78517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5143DE7-72E7-7F67-3ACA-2119A45BB0F0}"/>
                </a:ext>
              </a:extLst>
            </p:cNvPr>
            <p:cNvSpPr/>
            <p:nvPr/>
          </p:nvSpPr>
          <p:spPr>
            <a:xfrm>
              <a:off x="2970744" y="1981186"/>
              <a:ext cx="59663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Cellular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C4F9FF9-25F1-18D8-819D-94A498849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20141" y="2655861"/>
              <a:ext cx="2372198" cy="2372198"/>
            </a:xfrm>
            <a:prstGeom prst="rect">
              <a:avLst/>
            </a:prstGeom>
          </p:spPr>
        </p:pic>
        <p:pic>
          <p:nvPicPr>
            <p:cNvPr id="37" name="Picture 14" descr="Image result for cloud gears png">
              <a:extLst>
                <a:ext uri="{FF2B5EF4-FFF2-40B4-BE49-F238E27FC236}">
                  <a16:creationId xmlns:a16="http://schemas.microsoft.com/office/drawing/2014/main" id="{1B8EE5F8-2A4D-4B78-F3AF-A68EDAB48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3319" y="3626516"/>
              <a:ext cx="1049561" cy="1134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30929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670E-9759-D498-1DE1-EB692453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Gateway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890D5B-BD86-1102-6758-D178A959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A9FD51B-8717-FA2F-0B2A-56762FBDBA19}"/>
              </a:ext>
            </a:extLst>
          </p:cNvPr>
          <p:cNvSpPr/>
          <p:nvPr/>
        </p:nvSpPr>
        <p:spPr>
          <a:xfrm rot="20239230">
            <a:off x="2248738" y="3709704"/>
            <a:ext cx="922623" cy="107636"/>
          </a:xfrm>
          <a:custGeom>
            <a:avLst/>
            <a:gdLst>
              <a:gd name="connsiteX0" fmla="*/ 0 w 3380127"/>
              <a:gd name="connsiteY0" fmla="*/ 0 h 315310"/>
              <a:gd name="connsiteX1" fmla="*/ 1343222 w 3380127"/>
              <a:gd name="connsiteY1" fmla="*/ 0 h 315310"/>
              <a:gd name="connsiteX2" fmla="*/ 895481 w 3380127"/>
              <a:gd name="connsiteY2" fmla="*/ 119818 h 315310"/>
              <a:gd name="connsiteX3" fmla="*/ 2383746 w 3380127"/>
              <a:gd name="connsiteY3" fmla="*/ 132430 h 315310"/>
              <a:gd name="connsiteX4" fmla="*/ 2169335 w 3380127"/>
              <a:gd name="connsiteY4" fmla="*/ 227023 h 315310"/>
              <a:gd name="connsiteX5" fmla="*/ 3380127 w 3380127"/>
              <a:gd name="connsiteY5" fmla="*/ 258554 h 315310"/>
              <a:gd name="connsiteX6" fmla="*/ 1973843 w 3380127"/>
              <a:gd name="connsiteY6" fmla="*/ 315310 h 315310"/>
              <a:gd name="connsiteX7" fmla="*/ 2093661 w 3380127"/>
              <a:gd name="connsiteY7" fmla="*/ 189186 h 315310"/>
              <a:gd name="connsiteX8" fmla="*/ 662152 w 3380127"/>
              <a:gd name="connsiteY8" fmla="*/ 201798 h 315310"/>
              <a:gd name="connsiteX9" fmla="*/ 870256 w 3380127"/>
              <a:gd name="connsiteY9" fmla="*/ 63062 h 315310"/>
              <a:gd name="connsiteX10" fmla="*/ 0 w 3380127"/>
              <a:gd name="connsiteY10" fmla="*/ 0 h 315310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408971 w 3815255"/>
              <a:gd name="connsiteY6" fmla="*/ 422515 h 422515"/>
              <a:gd name="connsiteX7" fmla="*/ 2528789 w 3815255"/>
              <a:gd name="connsiteY7" fmla="*/ 296391 h 422515"/>
              <a:gd name="connsiteX8" fmla="*/ 1097280 w 3815255"/>
              <a:gd name="connsiteY8" fmla="*/ 309003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408971 w 3815255"/>
              <a:gd name="connsiteY6" fmla="*/ 422515 h 422515"/>
              <a:gd name="connsiteX7" fmla="*/ 2528789 w 3815255"/>
              <a:gd name="connsiteY7" fmla="*/ 296391 h 422515"/>
              <a:gd name="connsiteX8" fmla="*/ 958543 w 3815255"/>
              <a:gd name="connsiteY8" fmla="*/ 296391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408971 w 3815255"/>
              <a:gd name="connsiteY6" fmla="*/ 422515 h 422515"/>
              <a:gd name="connsiteX7" fmla="*/ 2490952 w 3815255"/>
              <a:gd name="connsiteY7" fmla="*/ 296391 h 422515"/>
              <a:gd name="connsiteX8" fmla="*/ 958543 w 3815255"/>
              <a:gd name="connsiteY8" fmla="*/ 296391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289153 w 3815255"/>
              <a:gd name="connsiteY6" fmla="*/ 422515 h 422515"/>
              <a:gd name="connsiteX7" fmla="*/ 2490952 w 3815255"/>
              <a:gd name="connsiteY7" fmla="*/ 296391 h 422515"/>
              <a:gd name="connsiteX8" fmla="*/ 958543 w 3815255"/>
              <a:gd name="connsiteY8" fmla="*/ 296391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289153 w 3815255"/>
              <a:gd name="connsiteY6" fmla="*/ 422515 h 422515"/>
              <a:gd name="connsiteX7" fmla="*/ 2490952 w 3815255"/>
              <a:gd name="connsiteY7" fmla="*/ 296391 h 422515"/>
              <a:gd name="connsiteX8" fmla="*/ 880484 w 3815255"/>
              <a:gd name="connsiteY8" fmla="*/ 290815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289153 w 3815255"/>
              <a:gd name="connsiteY6" fmla="*/ 422515 h 422515"/>
              <a:gd name="connsiteX7" fmla="*/ 2474225 w 3815255"/>
              <a:gd name="connsiteY7" fmla="*/ 301966 h 422515"/>
              <a:gd name="connsiteX8" fmla="*/ 880484 w 3815255"/>
              <a:gd name="connsiteY8" fmla="*/ 290815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11364"/>
              <a:gd name="connsiteX1" fmla="*/ 1778350 w 3815255"/>
              <a:gd name="connsiteY1" fmla="*/ 107205 h 411364"/>
              <a:gd name="connsiteX2" fmla="*/ 1330609 w 3815255"/>
              <a:gd name="connsiteY2" fmla="*/ 227023 h 411364"/>
              <a:gd name="connsiteX3" fmla="*/ 2818874 w 3815255"/>
              <a:gd name="connsiteY3" fmla="*/ 239635 h 411364"/>
              <a:gd name="connsiteX4" fmla="*/ 2604463 w 3815255"/>
              <a:gd name="connsiteY4" fmla="*/ 334228 h 411364"/>
              <a:gd name="connsiteX5" fmla="*/ 3815255 w 3815255"/>
              <a:gd name="connsiteY5" fmla="*/ 365759 h 411364"/>
              <a:gd name="connsiteX6" fmla="*/ 2266850 w 3815255"/>
              <a:gd name="connsiteY6" fmla="*/ 411364 h 411364"/>
              <a:gd name="connsiteX7" fmla="*/ 2474225 w 3815255"/>
              <a:gd name="connsiteY7" fmla="*/ 301966 h 411364"/>
              <a:gd name="connsiteX8" fmla="*/ 880484 w 3815255"/>
              <a:gd name="connsiteY8" fmla="*/ 290815 h 411364"/>
              <a:gd name="connsiteX9" fmla="*/ 1305384 w 3815255"/>
              <a:gd name="connsiteY9" fmla="*/ 170267 h 411364"/>
              <a:gd name="connsiteX10" fmla="*/ 0 w 3815255"/>
              <a:gd name="connsiteY10" fmla="*/ 0 h 411364"/>
              <a:gd name="connsiteX0" fmla="*/ 0 w 3831982"/>
              <a:gd name="connsiteY0" fmla="*/ 0 h 427091"/>
              <a:gd name="connsiteX1" fmla="*/ 1778350 w 3831982"/>
              <a:gd name="connsiteY1" fmla="*/ 107205 h 427091"/>
              <a:gd name="connsiteX2" fmla="*/ 1330609 w 3831982"/>
              <a:gd name="connsiteY2" fmla="*/ 227023 h 427091"/>
              <a:gd name="connsiteX3" fmla="*/ 2818874 w 3831982"/>
              <a:gd name="connsiteY3" fmla="*/ 239635 h 427091"/>
              <a:gd name="connsiteX4" fmla="*/ 2604463 w 3831982"/>
              <a:gd name="connsiteY4" fmla="*/ 334228 h 427091"/>
              <a:gd name="connsiteX5" fmla="*/ 3831982 w 3831982"/>
              <a:gd name="connsiteY5" fmla="*/ 427091 h 427091"/>
              <a:gd name="connsiteX6" fmla="*/ 2266850 w 3831982"/>
              <a:gd name="connsiteY6" fmla="*/ 411364 h 427091"/>
              <a:gd name="connsiteX7" fmla="*/ 2474225 w 3831982"/>
              <a:gd name="connsiteY7" fmla="*/ 301966 h 427091"/>
              <a:gd name="connsiteX8" fmla="*/ 880484 w 3831982"/>
              <a:gd name="connsiteY8" fmla="*/ 290815 h 427091"/>
              <a:gd name="connsiteX9" fmla="*/ 1305384 w 3831982"/>
              <a:gd name="connsiteY9" fmla="*/ 170267 h 427091"/>
              <a:gd name="connsiteX10" fmla="*/ 0 w 3831982"/>
              <a:gd name="connsiteY10" fmla="*/ 0 h 427091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87737 w 3815256"/>
              <a:gd name="connsiteY4" fmla="*/ 289623 h 382486"/>
              <a:gd name="connsiteX5" fmla="*/ 3815256 w 3815256"/>
              <a:gd name="connsiteY5" fmla="*/ 382486 h 382486"/>
              <a:gd name="connsiteX6" fmla="*/ 2250124 w 3815256"/>
              <a:gd name="connsiteY6" fmla="*/ 366759 h 382486"/>
              <a:gd name="connsiteX7" fmla="*/ 2457499 w 3815256"/>
              <a:gd name="connsiteY7" fmla="*/ 25736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87737 w 3815256"/>
              <a:gd name="connsiteY4" fmla="*/ 28962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457499 w 3815256"/>
              <a:gd name="connsiteY7" fmla="*/ 25736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87737 w 3815256"/>
              <a:gd name="connsiteY4" fmla="*/ 28962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87737 w 3815256"/>
              <a:gd name="connsiteY4" fmla="*/ 28962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30587 w 3815256"/>
              <a:gd name="connsiteY4" fmla="*/ 30867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30587 w 3815256"/>
              <a:gd name="connsiteY4" fmla="*/ 30867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92090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30587 w 3815256"/>
              <a:gd name="connsiteY4" fmla="*/ 30867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920908 w 3815256"/>
              <a:gd name="connsiteY8" fmla="*/ 246210 h 382486"/>
              <a:gd name="connsiteX9" fmla="*/ 1352158 w 3815256"/>
              <a:gd name="connsiteY9" fmla="*/ 119312 h 382486"/>
              <a:gd name="connsiteX10" fmla="*/ 0 w 3815256"/>
              <a:gd name="connsiteY10" fmla="*/ 0 h 38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15256" h="382486">
                <a:moveTo>
                  <a:pt x="0" y="0"/>
                </a:moveTo>
                <a:lnTo>
                  <a:pt x="1761624" y="62600"/>
                </a:lnTo>
                <a:lnTo>
                  <a:pt x="1313883" y="182418"/>
                </a:lnTo>
                <a:lnTo>
                  <a:pt x="2802148" y="195030"/>
                </a:lnTo>
                <a:lnTo>
                  <a:pt x="2530587" y="308673"/>
                </a:lnTo>
                <a:lnTo>
                  <a:pt x="3815256" y="382486"/>
                </a:lnTo>
                <a:lnTo>
                  <a:pt x="2192974" y="379459"/>
                </a:lnTo>
                <a:lnTo>
                  <a:pt x="2527349" y="238311"/>
                </a:lnTo>
                <a:lnTo>
                  <a:pt x="920908" y="246210"/>
                </a:lnTo>
                <a:lnTo>
                  <a:pt x="1352158" y="11931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en-US" sz="825" b="1" kern="0" dirty="0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1F538-6EBA-5DCF-D0D7-B9AA2B247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11"/>
          <a:stretch/>
        </p:blipFill>
        <p:spPr>
          <a:xfrm>
            <a:off x="2806205" y="3016636"/>
            <a:ext cx="1901517" cy="1341548"/>
          </a:xfrm>
          <a:prstGeom prst="rect">
            <a:avLst/>
          </a:prstGeom>
          <a:effectLst>
            <a:outerShdw blurRad="101600" dist="50800" dir="342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Line 167">
            <a:extLst>
              <a:ext uri="{FF2B5EF4-FFF2-40B4-BE49-F238E27FC236}">
                <a16:creationId xmlns:a16="http://schemas.microsoft.com/office/drawing/2014/main" id="{A4E7425B-C457-B82E-20CD-9A01AB058F12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5374751" y="3182841"/>
            <a:ext cx="0" cy="1022389"/>
          </a:xfrm>
          <a:prstGeom prst="line">
            <a:avLst/>
          </a:prstGeom>
          <a:noFill/>
          <a:ln w="57150">
            <a:solidFill>
              <a:srgbClr val="009DDC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DE60DAD-519F-7EF0-1FA5-3AA0F445E816}"/>
              </a:ext>
            </a:extLst>
          </p:cNvPr>
          <p:cNvSpPr/>
          <p:nvPr/>
        </p:nvSpPr>
        <p:spPr>
          <a:xfrm rot="2700000">
            <a:off x="2150176" y="3278952"/>
            <a:ext cx="856703" cy="115919"/>
          </a:xfrm>
          <a:custGeom>
            <a:avLst/>
            <a:gdLst>
              <a:gd name="connsiteX0" fmla="*/ 0 w 3380127"/>
              <a:gd name="connsiteY0" fmla="*/ 0 h 315310"/>
              <a:gd name="connsiteX1" fmla="*/ 1343222 w 3380127"/>
              <a:gd name="connsiteY1" fmla="*/ 0 h 315310"/>
              <a:gd name="connsiteX2" fmla="*/ 895481 w 3380127"/>
              <a:gd name="connsiteY2" fmla="*/ 119818 h 315310"/>
              <a:gd name="connsiteX3" fmla="*/ 2383746 w 3380127"/>
              <a:gd name="connsiteY3" fmla="*/ 132430 h 315310"/>
              <a:gd name="connsiteX4" fmla="*/ 2169335 w 3380127"/>
              <a:gd name="connsiteY4" fmla="*/ 227023 h 315310"/>
              <a:gd name="connsiteX5" fmla="*/ 3380127 w 3380127"/>
              <a:gd name="connsiteY5" fmla="*/ 258554 h 315310"/>
              <a:gd name="connsiteX6" fmla="*/ 1973843 w 3380127"/>
              <a:gd name="connsiteY6" fmla="*/ 315310 h 315310"/>
              <a:gd name="connsiteX7" fmla="*/ 2093661 w 3380127"/>
              <a:gd name="connsiteY7" fmla="*/ 189186 h 315310"/>
              <a:gd name="connsiteX8" fmla="*/ 662152 w 3380127"/>
              <a:gd name="connsiteY8" fmla="*/ 201798 h 315310"/>
              <a:gd name="connsiteX9" fmla="*/ 870256 w 3380127"/>
              <a:gd name="connsiteY9" fmla="*/ 63062 h 315310"/>
              <a:gd name="connsiteX10" fmla="*/ 0 w 3380127"/>
              <a:gd name="connsiteY10" fmla="*/ 0 h 315310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408971 w 3815255"/>
              <a:gd name="connsiteY6" fmla="*/ 422515 h 422515"/>
              <a:gd name="connsiteX7" fmla="*/ 2528789 w 3815255"/>
              <a:gd name="connsiteY7" fmla="*/ 296391 h 422515"/>
              <a:gd name="connsiteX8" fmla="*/ 1097280 w 3815255"/>
              <a:gd name="connsiteY8" fmla="*/ 309003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408971 w 3815255"/>
              <a:gd name="connsiteY6" fmla="*/ 422515 h 422515"/>
              <a:gd name="connsiteX7" fmla="*/ 2528789 w 3815255"/>
              <a:gd name="connsiteY7" fmla="*/ 296391 h 422515"/>
              <a:gd name="connsiteX8" fmla="*/ 958543 w 3815255"/>
              <a:gd name="connsiteY8" fmla="*/ 296391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408971 w 3815255"/>
              <a:gd name="connsiteY6" fmla="*/ 422515 h 422515"/>
              <a:gd name="connsiteX7" fmla="*/ 2490952 w 3815255"/>
              <a:gd name="connsiteY7" fmla="*/ 296391 h 422515"/>
              <a:gd name="connsiteX8" fmla="*/ 958543 w 3815255"/>
              <a:gd name="connsiteY8" fmla="*/ 296391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289153 w 3815255"/>
              <a:gd name="connsiteY6" fmla="*/ 422515 h 422515"/>
              <a:gd name="connsiteX7" fmla="*/ 2490952 w 3815255"/>
              <a:gd name="connsiteY7" fmla="*/ 296391 h 422515"/>
              <a:gd name="connsiteX8" fmla="*/ 958543 w 3815255"/>
              <a:gd name="connsiteY8" fmla="*/ 296391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289153 w 3815255"/>
              <a:gd name="connsiteY6" fmla="*/ 422515 h 422515"/>
              <a:gd name="connsiteX7" fmla="*/ 2490952 w 3815255"/>
              <a:gd name="connsiteY7" fmla="*/ 296391 h 422515"/>
              <a:gd name="connsiteX8" fmla="*/ 880484 w 3815255"/>
              <a:gd name="connsiteY8" fmla="*/ 290815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22515"/>
              <a:gd name="connsiteX1" fmla="*/ 1778350 w 3815255"/>
              <a:gd name="connsiteY1" fmla="*/ 107205 h 422515"/>
              <a:gd name="connsiteX2" fmla="*/ 1330609 w 3815255"/>
              <a:gd name="connsiteY2" fmla="*/ 227023 h 422515"/>
              <a:gd name="connsiteX3" fmla="*/ 2818874 w 3815255"/>
              <a:gd name="connsiteY3" fmla="*/ 239635 h 422515"/>
              <a:gd name="connsiteX4" fmla="*/ 2604463 w 3815255"/>
              <a:gd name="connsiteY4" fmla="*/ 334228 h 422515"/>
              <a:gd name="connsiteX5" fmla="*/ 3815255 w 3815255"/>
              <a:gd name="connsiteY5" fmla="*/ 365759 h 422515"/>
              <a:gd name="connsiteX6" fmla="*/ 2289153 w 3815255"/>
              <a:gd name="connsiteY6" fmla="*/ 422515 h 422515"/>
              <a:gd name="connsiteX7" fmla="*/ 2474225 w 3815255"/>
              <a:gd name="connsiteY7" fmla="*/ 301966 h 422515"/>
              <a:gd name="connsiteX8" fmla="*/ 880484 w 3815255"/>
              <a:gd name="connsiteY8" fmla="*/ 290815 h 422515"/>
              <a:gd name="connsiteX9" fmla="*/ 1305384 w 3815255"/>
              <a:gd name="connsiteY9" fmla="*/ 170267 h 422515"/>
              <a:gd name="connsiteX10" fmla="*/ 0 w 3815255"/>
              <a:gd name="connsiteY10" fmla="*/ 0 h 422515"/>
              <a:gd name="connsiteX0" fmla="*/ 0 w 3815255"/>
              <a:gd name="connsiteY0" fmla="*/ 0 h 411364"/>
              <a:gd name="connsiteX1" fmla="*/ 1778350 w 3815255"/>
              <a:gd name="connsiteY1" fmla="*/ 107205 h 411364"/>
              <a:gd name="connsiteX2" fmla="*/ 1330609 w 3815255"/>
              <a:gd name="connsiteY2" fmla="*/ 227023 h 411364"/>
              <a:gd name="connsiteX3" fmla="*/ 2818874 w 3815255"/>
              <a:gd name="connsiteY3" fmla="*/ 239635 h 411364"/>
              <a:gd name="connsiteX4" fmla="*/ 2604463 w 3815255"/>
              <a:gd name="connsiteY4" fmla="*/ 334228 h 411364"/>
              <a:gd name="connsiteX5" fmla="*/ 3815255 w 3815255"/>
              <a:gd name="connsiteY5" fmla="*/ 365759 h 411364"/>
              <a:gd name="connsiteX6" fmla="*/ 2266850 w 3815255"/>
              <a:gd name="connsiteY6" fmla="*/ 411364 h 411364"/>
              <a:gd name="connsiteX7" fmla="*/ 2474225 w 3815255"/>
              <a:gd name="connsiteY7" fmla="*/ 301966 h 411364"/>
              <a:gd name="connsiteX8" fmla="*/ 880484 w 3815255"/>
              <a:gd name="connsiteY8" fmla="*/ 290815 h 411364"/>
              <a:gd name="connsiteX9" fmla="*/ 1305384 w 3815255"/>
              <a:gd name="connsiteY9" fmla="*/ 170267 h 411364"/>
              <a:gd name="connsiteX10" fmla="*/ 0 w 3815255"/>
              <a:gd name="connsiteY10" fmla="*/ 0 h 411364"/>
              <a:gd name="connsiteX0" fmla="*/ 0 w 3831982"/>
              <a:gd name="connsiteY0" fmla="*/ 0 h 427091"/>
              <a:gd name="connsiteX1" fmla="*/ 1778350 w 3831982"/>
              <a:gd name="connsiteY1" fmla="*/ 107205 h 427091"/>
              <a:gd name="connsiteX2" fmla="*/ 1330609 w 3831982"/>
              <a:gd name="connsiteY2" fmla="*/ 227023 h 427091"/>
              <a:gd name="connsiteX3" fmla="*/ 2818874 w 3831982"/>
              <a:gd name="connsiteY3" fmla="*/ 239635 h 427091"/>
              <a:gd name="connsiteX4" fmla="*/ 2604463 w 3831982"/>
              <a:gd name="connsiteY4" fmla="*/ 334228 h 427091"/>
              <a:gd name="connsiteX5" fmla="*/ 3831982 w 3831982"/>
              <a:gd name="connsiteY5" fmla="*/ 427091 h 427091"/>
              <a:gd name="connsiteX6" fmla="*/ 2266850 w 3831982"/>
              <a:gd name="connsiteY6" fmla="*/ 411364 h 427091"/>
              <a:gd name="connsiteX7" fmla="*/ 2474225 w 3831982"/>
              <a:gd name="connsiteY7" fmla="*/ 301966 h 427091"/>
              <a:gd name="connsiteX8" fmla="*/ 880484 w 3831982"/>
              <a:gd name="connsiteY8" fmla="*/ 290815 h 427091"/>
              <a:gd name="connsiteX9" fmla="*/ 1305384 w 3831982"/>
              <a:gd name="connsiteY9" fmla="*/ 170267 h 427091"/>
              <a:gd name="connsiteX10" fmla="*/ 0 w 3831982"/>
              <a:gd name="connsiteY10" fmla="*/ 0 h 427091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87737 w 3815256"/>
              <a:gd name="connsiteY4" fmla="*/ 289623 h 382486"/>
              <a:gd name="connsiteX5" fmla="*/ 3815256 w 3815256"/>
              <a:gd name="connsiteY5" fmla="*/ 382486 h 382486"/>
              <a:gd name="connsiteX6" fmla="*/ 2250124 w 3815256"/>
              <a:gd name="connsiteY6" fmla="*/ 366759 h 382486"/>
              <a:gd name="connsiteX7" fmla="*/ 2457499 w 3815256"/>
              <a:gd name="connsiteY7" fmla="*/ 25736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87737 w 3815256"/>
              <a:gd name="connsiteY4" fmla="*/ 28962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457499 w 3815256"/>
              <a:gd name="connsiteY7" fmla="*/ 25736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87737 w 3815256"/>
              <a:gd name="connsiteY4" fmla="*/ 28962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87737 w 3815256"/>
              <a:gd name="connsiteY4" fmla="*/ 28962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30587 w 3815256"/>
              <a:gd name="connsiteY4" fmla="*/ 30867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86375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30587 w 3815256"/>
              <a:gd name="connsiteY4" fmla="*/ 30867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920908 w 3815256"/>
              <a:gd name="connsiteY8" fmla="*/ 246210 h 382486"/>
              <a:gd name="connsiteX9" fmla="*/ 1288658 w 3815256"/>
              <a:gd name="connsiteY9" fmla="*/ 125662 h 382486"/>
              <a:gd name="connsiteX10" fmla="*/ 0 w 3815256"/>
              <a:gd name="connsiteY10" fmla="*/ 0 h 382486"/>
              <a:gd name="connsiteX0" fmla="*/ 0 w 3815256"/>
              <a:gd name="connsiteY0" fmla="*/ 0 h 382486"/>
              <a:gd name="connsiteX1" fmla="*/ 1761624 w 3815256"/>
              <a:gd name="connsiteY1" fmla="*/ 62600 h 382486"/>
              <a:gd name="connsiteX2" fmla="*/ 1313883 w 3815256"/>
              <a:gd name="connsiteY2" fmla="*/ 182418 h 382486"/>
              <a:gd name="connsiteX3" fmla="*/ 2802148 w 3815256"/>
              <a:gd name="connsiteY3" fmla="*/ 195030 h 382486"/>
              <a:gd name="connsiteX4" fmla="*/ 2530587 w 3815256"/>
              <a:gd name="connsiteY4" fmla="*/ 308673 h 382486"/>
              <a:gd name="connsiteX5" fmla="*/ 3815256 w 3815256"/>
              <a:gd name="connsiteY5" fmla="*/ 382486 h 382486"/>
              <a:gd name="connsiteX6" fmla="*/ 2192974 w 3815256"/>
              <a:gd name="connsiteY6" fmla="*/ 379459 h 382486"/>
              <a:gd name="connsiteX7" fmla="*/ 2527349 w 3815256"/>
              <a:gd name="connsiteY7" fmla="*/ 238311 h 382486"/>
              <a:gd name="connsiteX8" fmla="*/ 920908 w 3815256"/>
              <a:gd name="connsiteY8" fmla="*/ 246210 h 382486"/>
              <a:gd name="connsiteX9" fmla="*/ 1352158 w 3815256"/>
              <a:gd name="connsiteY9" fmla="*/ 119312 h 382486"/>
              <a:gd name="connsiteX10" fmla="*/ 0 w 3815256"/>
              <a:gd name="connsiteY10" fmla="*/ 0 h 38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15256" h="382486">
                <a:moveTo>
                  <a:pt x="0" y="0"/>
                </a:moveTo>
                <a:lnTo>
                  <a:pt x="1761624" y="62600"/>
                </a:lnTo>
                <a:lnTo>
                  <a:pt x="1313883" y="182418"/>
                </a:lnTo>
                <a:lnTo>
                  <a:pt x="2802148" y="195030"/>
                </a:lnTo>
                <a:lnTo>
                  <a:pt x="2530587" y="308673"/>
                </a:lnTo>
                <a:lnTo>
                  <a:pt x="3815256" y="382486"/>
                </a:lnTo>
                <a:lnTo>
                  <a:pt x="2192974" y="379459"/>
                </a:lnTo>
                <a:lnTo>
                  <a:pt x="2527349" y="238311"/>
                </a:lnTo>
                <a:lnTo>
                  <a:pt x="920908" y="246210"/>
                </a:lnTo>
                <a:lnTo>
                  <a:pt x="1352158" y="11931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en-US" sz="825" b="1" kern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8" name="Rounded Rectangle 149">
            <a:extLst>
              <a:ext uri="{FF2B5EF4-FFF2-40B4-BE49-F238E27FC236}">
                <a16:creationId xmlns:a16="http://schemas.microsoft.com/office/drawing/2014/main" id="{4FFAF5B1-1379-8AA3-678F-F46564154218}"/>
              </a:ext>
            </a:extLst>
          </p:cNvPr>
          <p:cNvSpPr/>
          <p:nvPr/>
        </p:nvSpPr>
        <p:spPr>
          <a:xfrm>
            <a:off x="5885946" y="2231156"/>
            <a:ext cx="4334380" cy="2255119"/>
          </a:xfrm>
          <a:prstGeom prst="roundRect">
            <a:avLst>
              <a:gd name="adj" fmla="val 8378"/>
            </a:avLst>
          </a:prstGeom>
          <a:solidFill>
            <a:srgbClr val="009DDC"/>
          </a:solidFill>
          <a:ln w="25400" cap="flat" cmpd="sng" algn="ctr">
            <a:noFill/>
            <a:prstDash val="solid"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txBody>
          <a:bodyPr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kern="0" dirty="0">
                <a:solidFill>
                  <a:srgbClr val="FFFFFF"/>
                </a:solidFill>
                <a:cs typeface="Calibri"/>
              </a:rPr>
              <a:t>Supports local communication and messaging.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kern="0" dirty="0">
                <a:solidFill>
                  <a:srgbClr val="FFFFFF"/>
                </a:solidFill>
                <a:cs typeface="Calibri"/>
              </a:rPr>
              <a:t>Stores data from IoT devices temporarily.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kern="0" dirty="0">
                <a:solidFill>
                  <a:srgbClr val="FFFFFF"/>
                </a:solidFill>
                <a:cs typeface="Calibri"/>
              </a:rPr>
              <a:t>Forwards data acquired from IoT devices to cloud services.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kern="0" dirty="0">
                <a:solidFill>
                  <a:srgbClr val="FFFFFF"/>
                </a:solidFill>
                <a:cs typeface="Calibri"/>
              </a:rPr>
              <a:t>Performs local data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kern="0" dirty="0">
                <a:solidFill>
                  <a:srgbClr val="FFFFFF"/>
                </a:solidFill>
                <a:cs typeface="Calibri"/>
              </a:rPr>
              <a:t>Translates between IPv6 and IPv4.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kern="0" dirty="0">
                <a:solidFill>
                  <a:srgbClr val="FFFFFF"/>
                </a:solidFill>
                <a:cs typeface="Calibri"/>
              </a:rPr>
              <a:t>Serves as a local cache for software updates.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kern="0" dirty="0">
                <a:solidFill>
                  <a:srgbClr val="FFFFFF"/>
                </a:solidFill>
                <a:cs typeface="Calibri"/>
              </a:rPr>
              <a:t>Receives device commands from the cloud.</a:t>
            </a:r>
          </a:p>
        </p:txBody>
      </p:sp>
    </p:spTree>
    <p:extLst>
      <p:ext uri="{BB962C8B-B14F-4D97-AF65-F5344CB8AC3E}">
        <p14:creationId xmlns:p14="http://schemas.microsoft.com/office/powerpoint/2010/main" val="1390339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238D84-86A6-7450-A428-7F159779D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Services (Slide 1 of 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577FD3-F2D4-E87F-E2F8-C1BD164F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EC6285-41F0-0B17-B0BC-0FE9A1F81E6C}"/>
              </a:ext>
            </a:extLst>
          </p:cNvPr>
          <p:cNvGrpSpPr/>
          <p:nvPr/>
        </p:nvGrpSpPr>
        <p:grpSpPr>
          <a:xfrm>
            <a:off x="2623913" y="1697729"/>
            <a:ext cx="6944174" cy="3857573"/>
            <a:chOff x="2623913" y="1697729"/>
            <a:chExt cx="6944174" cy="385757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7078BDE-8BF3-AECB-8BA4-36907EFA39B7}"/>
                </a:ext>
              </a:extLst>
            </p:cNvPr>
            <p:cNvGrpSpPr/>
            <p:nvPr/>
          </p:nvGrpSpPr>
          <p:grpSpPr>
            <a:xfrm>
              <a:off x="2623913" y="1697729"/>
              <a:ext cx="6944174" cy="3857573"/>
              <a:chOff x="2623913" y="1697729"/>
              <a:chExt cx="6944174" cy="385757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332DF1E-21F1-F36D-5F34-23CFB00EB5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1" b="15625"/>
              <a:stretch/>
            </p:blipFill>
            <p:spPr>
              <a:xfrm>
                <a:off x="2710087" y="1697729"/>
                <a:ext cx="6858000" cy="3857573"/>
              </a:xfrm>
              <a:prstGeom prst="rect">
                <a:avLst/>
              </a:prstGeom>
            </p:spPr>
          </p:pic>
          <p:sp>
            <p:nvSpPr>
              <p:cNvPr id="8" name="Rounded Rectangle 143">
                <a:extLst>
                  <a:ext uri="{FF2B5EF4-FFF2-40B4-BE49-F238E27FC236}">
                    <a16:creationId xmlns:a16="http://schemas.microsoft.com/office/drawing/2014/main" id="{31EF6CC6-279A-A0C7-0CFE-623BCEBB469B}"/>
                  </a:ext>
                </a:extLst>
              </p:cNvPr>
              <p:cNvSpPr/>
              <p:nvPr/>
            </p:nvSpPr>
            <p:spPr>
              <a:xfrm>
                <a:off x="2786670" y="5152125"/>
                <a:ext cx="1037527" cy="251496"/>
              </a:xfrm>
              <a:prstGeom prst="roundRect">
                <a:avLst>
                  <a:gd name="adj" fmla="val 12965"/>
                </a:avLst>
              </a:prstGeom>
              <a:solidFill>
                <a:srgbClr val="009DDC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sz="975" b="1" kern="0" dirty="0">
                    <a:solidFill>
                      <a:srgbClr val="FFFFFF"/>
                    </a:solidFill>
                    <a:cs typeface="Calibri"/>
                  </a:rPr>
                  <a:t>IoT Devices</a:t>
                </a:r>
              </a:p>
            </p:txBody>
          </p:sp>
          <p:sp>
            <p:nvSpPr>
              <p:cNvPr id="9" name="Rounded Rectangle 143">
                <a:extLst>
                  <a:ext uri="{FF2B5EF4-FFF2-40B4-BE49-F238E27FC236}">
                    <a16:creationId xmlns:a16="http://schemas.microsoft.com/office/drawing/2014/main" id="{46DC1560-8FE9-DD6F-6F85-B7CA9B72884A}"/>
                  </a:ext>
                </a:extLst>
              </p:cNvPr>
              <p:cNvSpPr/>
              <p:nvPr/>
            </p:nvSpPr>
            <p:spPr>
              <a:xfrm>
                <a:off x="4061807" y="5152125"/>
                <a:ext cx="1037527" cy="251496"/>
              </a:xfrm>
              <a:prstGeom prst="roundRect">
                <a:avLst>
                  <a:gd name="adj" fmla="val 12965"/>
                </a:avLst>
              </a:prstGeom>
              <a:solidFill>
                <a:srgbClr val="009DDC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sz="975" b="1" kern="0" dirty="0">
                    <a:solidFill>
                      <a:srgbClr val="FFFFFF"/>
                    </a:solidFill>
                    <a:cs typeface="Calibri"/>
                  </a:rPr>
                  <a:t>Local Network</a:t>
                </a:r>
              </a:p>
            </p:txBody>
          </p:sp>
          <p:sp>
            <p:nvSpPr>
              <p:cNvPr id="10" name="Rounded Rectangle 143">
                <a:extLst>
                  <a:ext uri="{FF2B5EF4-FFF2-40B4-BE49-F238E27FC236}">
                    <a16:creationId xmlns:a16="http://schemas.microsoft.com/office/drawing/2014/main" id="{CA887D5A-54E0-4AEC-C326-70D9F256CE72}"/>
                  </a:ext>
                </a:extLst>
              </p:cNvPr>
              <p:cNvSpPr/>
              <p:nvPr/>
            </p:nvSpPr>
            <p:spPr>
              <a:xfrm>
                <a:off x="5336943" y="5152125"/>
                <a:ext cx="1037527" cy="251496"/>
              </a:xfrm>
              <a:prstGeom prst="roundRect">
                <a:avLst>
                  <a:gd name="adj" fmla="val 12965"/>
                </a:avLst>
              </a:prstGeom>
              <a:solidFill>
                <a:srgbClr val="009DDC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sz="975" b="1" kern="0" dirty="0">
                    <a:solidFill>
                      <a:srgbClr val="FFFFFF"/>
                    </a:solidFill>
                    <a:cs typeface="Calibri"/>
                  </a:rPr>
                  <a:t>Global Network</a:t>
                </a:r>
              </a:p>
            </p:txBody>
          </p:sp>
          <p:sp>
            <p:nvSpPr>
              <p:cNvPr id="11" name="Rounded Rectangle 143">
                <a:extLst>
                  <a:ext uri="{FF2B5EF4-FFF2-40B4-BE49-F238E27FC236}">
                    <a16:creationId xmlns:a16="http://schemas.microsoft.com/office/drawing/2014/main" id="{73C70348-066C-9FDE-5EC4-D8817E2ED786}"/>
                  </a:ext>
                </a:extLst>
              </p:cNvPr>
              <p:cNvSpPr/>
              <p:nvPr/>
            </p:nvSpPr>
            <p:spPr>
              <a:xfrm>
                <a:off x="6612080" y="5152125"/>
                <a:ext cx="1037527" cy="251496"/>
              </a:xfrm>
              <a:prstGeom prst="roundRect">
                <a:avLst>
                  <a:gd name="adj" fmla="val 12965"/>
                </a:avLst>
              </a:prstGeom>
              <a:solidFill>
                <a:srgbClr val="009DDC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sz="975" b="1" kern="0" dirty="0">
                    <a:solidFill>
                      <a:srgbClr val="FFFFFF"/>
                    </a:solidFill>
                    <a:cs typeface="Calibri"/>
                  </a:rPr>
                  <a:t>Cloud Services</a:t>
                </a: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D8CD3DC-41C3-A793-E9A5-168069F74D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7371" y="3420802"/>
                <a:ext cx="791260" cy="53935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370C591-5692-C676-55E0-D8E6558528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24353">
                <a:off x="3523766" y="2560736"/>
                <a:ext cx="773081" cy="560233"/>
              </a:xfrm>
              <a:prstGeom prst="rect">
                <a:avLst/>
              </a:prstGeom>
              <a:effectLst>
                <a:outerShdw blurRad="101600" dist="50800" dir="342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14B1321-0C96-6EFA-7C81-424360255CC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2211"/>
              <a:stretch/>
            </p:blipFill>
            <p:spPr>
              <a:xfrm>
                <a:off x="4188413" y="3237878"/>
                <a:ext cx="1133530" cy="799722"/>
              </a:xfrm>
              <a:prstGeom prst="rect">
                <a:avLst/>
              </a:prstGeom>
              <a:effectLst>
                <a:outerShdw blurRad="101600" dist="50800" dir="342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3A5E9C-59BF-5B72-9471-663D81A9179D}"/>
                  </a:ext>
                </a:extLst>
              </p:cNvPr>
              <p:cNvSpPr txBox="1"/>
              <p:nvPr/>
            </p:nvSpPr>
            <p:spPr>
              <a:xfrm rot="20624695">
                <a:off x="7305584" y="1844013"/>
                <a:ext cx="897500" cy="300082"/>
              </a:xfrm>
              <a:prstGeom prst="rect">
                <a:avLst/>
              </a:prstGeom>
              <a:noFill/>
              <a:effectLst>
                <a:glow rad="127000">
                  <a:schemeClr val="bg1"/>
                </a:glo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50" dirty="0">
                    <a:effectLst>
                      <a:glow rad="342900">
                        <a:schemeClr val="bg1"/>
                      </a:glow>
                    </a:effectLst>
                  </a:rPr>
                  <a:t>The Edge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E115CFE-B0DE-0A78-2B29-DFB6C7EC0CCA}"/>
                  </a:ext>
                </a:extLst>
              </p:cNvPr>
              <p:cNvGrpSpPr/>
              <p:nvPr/>
            </p:nvGrpSpPr>
            <p:grpSpPr>
              <a:xfrm>
                <a:off x="8437094" y="4250819"/>
                <a:ext cx="913470" cy="887724"/>
                <a:chOff x="7468569" y="4396265"/>
                <a:chExt cx="1250729" cy="1215476"/>
              </a:xfrm>
            </p:grpSpPr>
            <p:pic>
              <p:nvPicPr>
                <p:cNvPr id="17" name="Picture 18" descr="Datei:IPhone 4S No shadow.png">
                  <a:extLst>
                    <a:ext uri="{FF2B5EF4-FFF2-40B4-BE49-F238E27FC236}">
                      <a16:creationId xmlns:a16="http://schemas.microsoft.com/office/drawing/2014/main" id="{0D873538-4423-3B9D-8539-261F84DB314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68569" y="4396265"/>
                  <a:ext cx="609238" cy="10564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8" name="Picture 2" descr="http://icons.iconarchive.com/icons/visualpharm/must-have/256/User-icon.png">
                  <a:extLst>
                    <a:ext uri="{FF2B5EF4-FFF2-40B4-BE49-F238E27FC236}">
                      <a16:creationId xmlns:a16="http://schemas.microsoft.com/office/drawing/2014/main" id="{89F72C39-9F6A-9580-D694-925BEBB1A13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73188" y="4665631"/>
                  <a:ext cx="946110" cy="94611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9" name="Rounded Rectangle 143">
                <a:extLst>
                  <a:ext uri="{FF2B5EF4-FFF2-40B4-BE49-F238E27FC236}">
                    <a16:creationId xmlns:a16="http://schemas.microsoft.com/office/drawing/2014/main" id="{3C8E3E1E-1C4D-D647-8F71-2D6EBCAFA413}"/>
                  </a:ext>
                </a:extLst>
              </p:cNvPr>
              <p:cNvSpPr/>
              <p:nvPr/>
            </p:nvSpPr>
            <p:spPr>
              <a:xfrm>
                <a:off x="7887216" y="5152125"/>
                <a:ext cx="1037527" cy="251496"/>
              </a:xfrm>
              <a:prstGeom prst="roundRect">
                <a:avLst>
                  <a:gd name="adj" fmla="val 12965"/>
                </a:avLst>
              </a:prstGeom>
              <a:solidFill>
                <a:srgbClr val="009DDC"/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sz="975" b="1" kern="0" dirty="0">
                    <a:solidFill>
                      <a:srgbClr val="FFFFFF"/>
                    </a:solidFill>
                    <a:cs typeface="Calibri"/>
                  </a:rPr>
                  <a:t>User Interface</a:t>
                </a: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0C87B21-03CE-6B1C-456B-4E1F45DA6596}"/>
                  </a:ext>
                </a:extLst>
              </p:cNvPr>
              <p:cNvSpPr/>
              <p:nvPr/>
            </p:nvSpPr>
            <p:spPr>
              <a:xfrm>
                <a:off x="4833020" y="1830352"/>
                <a:ext cx="2023673" cy="301669"/>
              </a:xfrm>
              <a:custGeom>
                <a:avLst/>
                <a:gdLst>
                  <a:gd name="connsiteX0" fmla="*/ 0 w 3380127"/>
                  <a:gd name="connsiteY0" fmla="*/ 0 h 315310"/>
                  <a:gd name="connsiteX1" fmla="*/ 1343222 w 3380127"/>
                  <a:gd name="connsiteY1" fmla="*/ 0 h 315310"/>
                  <a:gd name="connsiteX2" fmla="*/ 895481 w 3380127"/>
                  <a:gd name="connsiteY2" fmla="*/ 119818 h 315310"/>
                  <a:gd name="connsiteX3" fmla="*/ 2383746 w 3380127"/>
                  <a:gd name="connsiteY3" fmla="*/ 132430 h 315310"/>
                  <a:gd name="connsiteX4" fmla="*/ 2169335 w 3380127"/>
                  <a:gd name="connsiteY4" fmla="*/ 227023 h 315310"/>
                  <a:gd name="connsiteX5" fmla="*/ 3380127 w 3380127"/>
                  <a:gd name="connsiteY5" fmla="*/ 258554 h 315310"/>
                  <a:gd name="connsiteX6" fmla="*/ 1973843 w 3380127"/>
                  <a:gd name="connsiteY6" fmla="*/ 315310 h 315310"/>
                  <a:gd name="connsiteX7" fmla="*/ 2093661 w 3380127"/>
                  <a:gd name="connsiteY7" fmla="*/ 189186 h 315310"/>
                  <a:gd name="connsiteX8" fmla="*/ 662152 w 3380127"/>
                  <a:gd name="connsiteY8" fmla="*/ 201798 h 315310"/>
                  <a:gd name="connsiteX9" fmla="*/ 870256 w 3380127"/>
                  <a:gd name="connsiteY9" fmla="*/ 63062 h 315310"/>
                  <a:gd name="connsiteX10" fmla="*/ 0 w 3380127"/>
                  <a:gd name="connsiteY10" fmla="*/ 0 h 315310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528789 w 3815255"/>
                  <a:gd name="connsiteY7" fmla="*/ 296391 h 422515"/>
                  <a:gd name="connsiteX8" fmla="*/ 1097280 w 3815255"/>
                  <a:gd name="connsiteY8" fmla="*/ 309003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528789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490952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90952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90952 w 3815255"/>
                  <a:gd name="connsiteY7" fmla="*/ 296391 h 422515"/>
                  <a:gd name="connsiteX8" fmla="*/ 880484 w 3815255"/>
                  <a:gd name="connsiteY8" fmla="*/ 290815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74225 w 3815255"/>
                  <a:gd name="connsiteY7" fmla="*/ 301966 h 422515"/>
                  <a:gd name="connsiteX8" fmla="*/ 880484 w 3815255"/>
                  <a:gd name="connsiteY8" fmla="*/ 290815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11364"/>
                  <a:gd name="connsiteX1" fmla="*/ 1778350 w 3815255"/>
                  <a:gd name="connsiteY1" fmla="*/ 107205 h 411364"/>
                  <a:gd name="connsiteX2" fmla="*/ 1330609 w 3815255"/>
                  <a:gd name="connsiteY2" fmla="*/ 227023 h 411364"/>
                  <a:gd name="connsiteX3" fmla="*/ 2818874 w 3815255"/>
                  <a:gd name="connsiteY3" fmla="*/ 239635 h 411364"/>
                  <a:gd name="connsiteX4" fmla="*/ 2604463 w 3815255"/>
                  <a:gd name="connsiteY4" fmla="*/ 334228 h 411364"/>
                  <a:gd name="connsiteX5" fmla="*/ 3815255 w 3815255"/>
                  <a:gd name="connsiteY5" fmla="*/ 365759 h 411364"/>
                  <a:gd name="connsiteX6" fmla="*/ 2266850 w 3815255"/>
                  <a:gd name="connsiteY6" fmla="*/ 411364 h 411364"/>
                  <a:gd name="connsiteX7" fmla="*/ 2474225 w 3815255"/>
                  <a:gd name="connsiteY7" fmla="*/ 301966 h 411364"/>
                  <a:gd name="connsiteX8" fmla="*/ 880484 w 3815255"/>
                  <a:gd name="connsiteY8" fmla="*/ 290815 h 411364"/>
                  <a:gd name="connsiteX9" fmla="*/ 1305384 w 3815255"/>
                  <a:gd name="connsiteY9" fmla="*/ 170267 h 411364"/>
                  <a:gd name="connsiteX10" fmla="*/ 0 w 3815255"/>
                  <a:gd name="connsiteY10" fmla="*/ 0 h 411364"/>
                  <a:gd name="connsiteX0" fmla="*/ 0 w 3831982"/>
                  <a:gd name="connsiteY0" fmla="*/ 0 h 427091"/>
                  <a:gd name="connsiteX1" fmla="*/ 1778350 w 3831982"/>
                  <a:gd name="connsiteY1" fmla="*/ 107205 h 427091"/>
                  <a:gd name="connsiteX2" fmla="*/ 1330609 w 3831982"/>
                  <a:gd name="connsiteY2" fmla="*/ 227023 h 427091"/>
                  <a:gd name="connsiteX3" fmla="*/ 2818874 w 3831982"/>
                  <a:gd name="connsiteY3" fmla="*/ 239635 h 427091"/>
                  <a:gd name="connsiteX4" fmla="*/ 2604463 w 3831982"/>
                  <a:gd name="connsiteY4" fmla="*/ 334228 h 427091"/>
                  <a:gd name="connsiteX5" fmla="*/ 3831982 w 3831982"/>
                  <a:gd name="connsiteY5" fmla="*/ 427091 h 427091"/>
                  <a:gd name="connsiteX6" fmla="*/ 2266850 w 3831982"/>
                  <a:gd name="connsiteY6" fmla="*/ 411364 h 427091"/>
                  <a:gd name="connsiteX7" fmla="*/ 2474225 w 3831982"/>
                  <a:gd name="connsiteY7" fmla="*/ 301966 h 427091"/>
                  <a:gd name="connsiteX8" fmla="*/ 880484 w 3831982"/>
                  <a:gd name="connsiteY8" fmla="*/ 290815 h 427091"/>
                  <a:gd name="connsiteX9" fmla="*/ 1305384 w 3831982"/>
                  <a:gd name="connsiteY9" fmla="*/ 170267 h 427091"/>
                  <a:gd name="connsiteX10" fmla="*/ 0 w 3831982"/>
                  <a:gd name="connsiteY10" fmla="*/ 0 h 427091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250124 w 3815256"/>
                  <a:gd name="connsiteY6" fmla="*/ 366759 h 382486"/>
                  <a:gd name="connsiteX7" fmla="*/ 2457499 w 3815256"/>
                  <a:gd name="connsiteY7" fmla="*/ 25736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457499 w 3815256"/>
                  <a:gd name="connsiteY7" fmla="*/ 25736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92090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920908 w 3815256"/>
                  <a:gd name="connsiteY8" fmla="*/ 246210 h 382486"/>
                  <a:gd name="connsiteX9" fmla="*/ 1352158 w 3815256"/>
                  <a:gd name="connsiteY9" fmla="*/ 119312 h 382486"/>
                  <a:gd name="connsiteX10" fmla="*/ 0 w 3815256"/>
                  <a:gd name="connsiteY10" fmla="*/ 0 h 3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15256" h="382486">
                    <a:moveTo>
                      <a:pt x="0" y="0"/>
                    </a:moveTo>
                    <a:lnTo>
                      <a:pt x="1761624" y="62600"/>
                    </a:lnTo>
                    <a:lnTo>
                      <a:pt x="1313883" y="182418"/>
                    </a:lnTo>
                    <a:lnTo>
                      <a:pt x="2802148" y="195030"/>
                    </a:lnTo>
                    <a:lnTo>
                      <a:pt x="2530587" y="308673"/>
                    </a:lnTo>
                    <a:lnTo>
                      <a:pt x="3815256" y="382486"/>
                    </a:lnTo>
                    <a:lnTo>
                      <a:pt x="2192974" y="379459"/>
                    </a:lnTo>
                    <a:lnTo>
                      <a:pt x="2527349" y="238311"/>
                    </a:lnTo>
                    <a:lnTo>
                      <a:pt x="920908" y="246210"/>
                    </a:lnTo>
                    <a:lnTo>
                      <a:pt x="1352158" y="119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alpha val="60000"/>
                </a:schemeClr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825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8CA1520-9F0C-917C-DFDB-1B2B0B2CAE3A}"/>
                  </a:ext>
                </a:extLst>
              </p:cNvPr>
              <p:cNvGrpSpPr/>
              <p:nvPr/>
            </p:nvGrpSpPr>
            <p:grpSpPr>
              <a:xfrm>
                <a:off x="3755692" y="1720183"/>
                <a:ext cx="1220982" cy="758027"/>
                <a:chOff x="587121" y="1005973"/>
                <a:chExt cx="1898096" cy="1178401"/>
              </a:xfrm>
            </p:grpSpPr>
            <p:pic>
              <p:nvPicPr>
                <p:cNvPr id="22" name="Picture 6" descr="Image result for connected truck png">
                  <a:extLst>
                    <a:ext uri="{FF2B5EF4-FFF2-40B4-BE49-F238E27FC236}">
                      <a16:creationId xmlns:a16="http://schemas.microsoft.com/office/drawing/2014/main" id="{F23A2016-30EA-55DF-1DD9-76787D554E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587121" y="1005973"/>
                  <a:ext cx="1898096" cy="1178401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2C9EB7A-90C7-AF38-329D-6528D94AB47F}"/>
                    </a:ext>
                  </a:extLst>
                </p:cNvPr>
                <p:cNvCxnSpPr/>
                <p:nvPr/>
              </p:nvCxnSpPr>
              <p:spPr>
                <a:xfrm>
                  <a:off x="2241550" y="1083349"/>
                  <a:ext cx="0" cy="2921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473A072-F15A-17CD-65DB-18F3F89BACCC}"/>
                  </a:ext>
                </a:extLst>
              </p:cNvPr>
              <p:cNvSpPr/>
              <p:nvPr/>
            </p:nvSpPr>
            <p:spPr>
              <a:xfrm rot="20239230">
                <a:off x="3652782" y="3498003"/>
                <a:ext cx="549993" cy="69101"/>
              </a:xfrm>
              <a:custGeom>
                <a:avLst/>
                <a:gdLst>
                  <a:gd name="connsiteX0" fmla="*/ 0 w 3380127"/>
                  <a:gd name="connsiteY0" fmla="*/ 0 h 315310"/>
                  <a:gd name="connsiteX1" fmla="*/ 1343222 w 3380127"/>
                  <a:gd name="connsiteY1" fmla="*/ 0 h 315310"/>
                  <a:gd name="connsiteX2" fmla="*/ 895481 w 3380127"/>
                  <a:gd name="connsiteY2" fmla="*/ 119818 h 315310"/>
                  <a:gd name="connsiteX3" fmla="*/ 2383746 w 3380127"/>
                  <a:gd name="connsiteY3" fmla="*/ 132430 h 315310"/>
                  <a:gd name="connsiteX4" fmla="*/ 2169335 w 3380127"/>
                  <a:gd name="connsiteY4" fmla="*/ 227023 h 315310"/>
                  <a:gd name="connsiteX5" fmla="*/ 3380127 w 3380127"/>
                  <a:gd name="connsiteY5" fmla="*/ 258554 h 315310"/>
                  <a:gd name="connsiteX6" fmla="*/ 1973843 w 3380127"/>
                  <a:gd name="connsiteY6" fmla="*/ 315310 h 315310"/>
                  <a:gd name="connsiteX7" fmla="*/ 2093661 w 3380127"/>
                  <a:gd name="connsiteY7" fmla="*/ 189186 h 315310"/>
                  <a:gd name="connsiteX8" fmla="*/ 662152 w 3380127"/>
                  <a:gd name="connsiteY8" fmla="*/ 201798 h 315310"/>
                  <a:gd name="connsiteX9" fmla="*/ 870256 w 3380127"/>
                  <a:gd name="connsiteY9" fmla="*/ 63062 h 315310"/>
                  <a:gd name="connsiteX10" fmla="*/ 0 w 3380127"/>
                  <a:gd name="connsiteY10" fmla="*/ 0 h 315310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528789 w 3815255"/>
                  <a:gd name="connsiteY7" fmla="*/ 296391 h 422515"/>
                  <a:gd name="connsiteX8" fmla="*/ 1097280 w 3815255"/>
                  <a:gd name="connsiteY8" fmla="*/ 309003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528789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490952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90952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90952 w 3815255"/>
                  <a:gd name="connsiteY7" fmla="*/ 296391 h 422515"/>
                  <a:gd name="connsiteX8" fmla="*/ 880484 w 3815255"/>
                  <a:gd name="connsiteY8" fmla="*/ 290815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74225 w 3815255"/>
                  <a:gd name="connsiteY7" fmla="*/ 301966 h 422515"/>
                  <a:gd name="connsiteX8" fmla="*/ 880484 w 3815255"/>
                  <a:gd name="connsiteY8" fmla="*/ 290815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11364"/>
                  <a:gd name="connsiteX1" fmla="*/ 1778350 w 3815255"/>
                  <a:gd name="connsiteY1" fmla="*/ 107205 h 411364"/>
                  <a:gd name="connsiteX2" fmla="*/ 1330609 w 3815255"/>
                  <a:gd name="connsiteY2" fmla="*/ 227023 h 411364"/>
                  <a:gd name="connsiteX3" fmla="*/ 2818874 w 3815255"/>
                  <a:gd name="connsiteY3" fmla="*/ 239635 h 411364"/>
                  <a:gd name="connsiteX4" fmla="*/ 2604463 w 3815255"/>
                  <a:gd name="connsiteY4" fmla="*/ 334228 h 411364"/>
                  <a:gd name="connsiteX5" fmla="*/ 3815255 w 3815255"/>
                  <a:gd name="connsiteY5" fmla="*/ 365759 h 411364"/>
                  <a:gd name="connsiteX6" fmla="*/ 2266850 w 3815255"/>
                  <a:gd name="connsiteY6" fmla="*/ 411364 h 411364"/>
                  <a:gd name="connsiteX7" fmla="*/ 2474225 w 3815255"/>
                  <a:gd name="connsiteY7" fmla="*/ 301966 h 411364"/>
                  <a:gd name="connsiteX8" fmla="*/ 880484 w 3815255"/>
                  <a:gd name="connsiteY8" fmla="*/ 290815 h 411364"/>
                  <a:gd name="connsiteX9" fmla="*/ 1305384 w 3815255"/>
                  <a:gd name="connsiteY9" fmla="*/ 170267 h 411364"/>
                  <a:gd name="connsiteX10" fmla="*/ 0 w 3815255"/>
                  <a:gd name="connsiteY10" fmla="*/ 0 h 411364"/>
                  <a:gd name="connsiteX0" fmla="*/ 0 w 3831982"/>
                  <a:gd name="connsiteY0" fmla="*/ 0 h 427091"/>
                  <a:gd name="connsiteX1" fmla="*/ 1778350 w 3831982"/>
                  <a:gd name="connsiteY1" fmla="*/ 107205 h 427091"/>
                  <a:gd name="connsiteX2" fmla="*/ 1330609 w 3831982"/>
                  <a:gd name="connsiteY2" fmla="*/ 227023 h 427091"/>
                  <a:gd name="connsiteX3" fmla="*/ 2818874 w 3831982"/>
                  <a:gd name="connsiteY3" fmla="*/ 239635 h 427091"/>
                  <a:gd name="connsiteX4" fmla="*/ 2604463 w 3831982"/>
                  <a:gd name="connsiteY4" fmla="*/ 334228 h 427091"/>
                  <a:gd name="connsiteX5" fmla="*/ 3831982 w 3831982"/>
                  <a:gd name="connsiteY5" fmla="*/ 427091 h 427091"/>
                  <a:gd name="connsiteX6" fmla="*/ 2266850 w 3831982"/>
                  <a:gd name="connsiteY6" fmla="*/ 411364 h 427091"/>
                  <a:gd name="connsiteX7" fmla="*/ 2474225 w 3831982"/>
                  <a:gd name="connsiteY7" fmla="*/ 301966 h 427091"/>
                  <a:gd name="connsiteX8" fmla="*/ 880484 w 3831982"/>
                  <a:gd name="connsiteY8" fmla="*/ 290815 h 427091"/>
                  <a:gd name="connsiteX9" fmla="*/ 1305384 w 3831982"/>
                  <a:gd name="connsiteY9" fmla="*/ 170267 h 427091"/>
                  <a:gd name="connsiteX10" fmla="*/ 0 w 3831982"/>
                  <a:gd name="connsiteY10" fmla="*/ 0 h 427091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250124 w 3815256"/>
                  <a:gd name="connsiteY6" fmla="*/ 366759 h 382486"/>
                  <a:gd name="connsiteX7" fmla="*/ 2457499 w 3815256"/>
                  <a:gd name="connsiteY7" fmla="*/ 25736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457499 w 3815256"/>
                  <a:gd name="connsiteY7" fmla="*/ 25736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92090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920908 w 3815256"/>
                  <a:gd name="connsiteY8" fmla="*/ 246210 h 382486"/>
                  <a:gd name="connsiteX9" fmla="*/ 1352158 w 3815256"/>
                  <a:gd name="connsiteY9" fmla="*/ 119312 h 382486"/>
                  <a:gd name="connsiteX10" fmla="*/ 0 w 3815256"/>
                  <a:gd name="connsiteY10" fmla="*/ 0 h 3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15256" h="382486">
                    <a:moveTo>
                      <a:pt x="0" y="0"/>
                    </a:moveTo>
                    <a:lnTo>
                      <a:pt x="1761624" y="62600"/>
                    </a:lnTo>
                    <a:lnTo>
                      <a:pt x="1313883" y="182418"/>
                    </a:lnTo>
                    <a:lnTo>
                      <a:pt x="2802148" y="195030"/>
                    </a:lnTo>
                    <a:lnTo>
                      <a:pt x="2530587" y="308673"/>
                    </a:lnTo>
                    <a:lnTo>
                      <a:pt x="3815256" y="382486"/>
                    </a:lnTo>
                    <a:lnTo>
                      <a:pt x="2192974" y="379459"/>
                    </a:lnTo>
                    <a:lnTo>
                      <a:pt x="2527349" y="238311"/>
                    </a:lnTo>
                    <a:lnTo>
                      <a:pt x="920908" y="246210"/>
                    </a:lnTo>
                    <a:lnTo>
                      <a:pt x="1352158" y="119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alpha val="60000"/>
                </a:schemeClr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825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0EF9E70-66E1-9DB6-74FB-CFDDD75A2279}"/>
                  </a:ext>
                </a:extLst>
              </p:cNvPr>
              <p:cNvSpPr/>
              <p:nvPr/>
            </p:nvSpPr>
            <p:spPr>
              <a:xfrm>
                <a:off x="3660724" y="3853843"/>
                <a:ext cx="1053411" cy="698327"/>
              </a:xfrm>
              <a:custGeom>
                <a:avLst/>
                <a:gdLst>
                  <a:gd name="connsiteX0" fmla="*/ 0 w 1651000"/>
                  <a:gd name="connsiteY0" fmla="*/ 1098550 h 1152970"/>
                  <a:gd name="connsiteX1" fmla="*/ 1466850 w 1651000"/>
                  <a:gd name="connsiteY1" fmla="*/ 1092200 h 1152970"/>
                  <a:gd name="connsiteX2" fmla="*/ 1174750 w 1651000"/>
                  <a:gd name="connsiteY2" fmla="*/ 482600 h 1152970"/>
                  <a:gd name="connsiteX3" fmla="*/ 1619250 w 1651000"/>
                  <a:gd name="connsiteY3" fmla="*/ 44450 h 1152970"/>
                  <a:gd name="connsiteX4" fmla="*/ 1619250 w 1651000"/>
                  <a:gd name="connsiteY4" fmla="*/ 44450 h 1152970"/>
                  <a:gd name="connsiteX5" fmla="*/ 1651000 w 1651000"/>
                  <a:gd name="connsiteY5" fmla="*/ 0 h 1152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51000" h="1152970">
                    <a:moveTo>
                      <a:pt x="0" y="1098550"/>
                    </a:moveTo>
                    <a:cubicBezTo>
                      <a:pt x="635529" y="1146704"/>
                      <a:pt x="1271058" y="1194858"/>
                      <a:pt x="1466850" y="1092200"/>
                    </a:cubicBezTo>
                    <a:cubicBezTo>
                      <a:pt x="1662642" y="989542"/>
                      <a:pt x="1149350" y="657225"/>
                      <a:pt x="1174750" y="482600"/>
                    </a:cubicBezTo>
                    <a:cubicBezTo>
                      <a:pt x="1200150" y="307975"/>
                      <a:pt x="1619250" y="44450"/>
                      <a:pt x="1619250" y="44450"/>
                    </a:cubicBezTo>
                    <a:lnTo>
                      <a:pt x="1619250" y="44450"/>
                    </a:lnTo>
                    <a:lnTo>
                      <a:pt x="1651000" y="0"/>
                    </a:lnTo>
                  </a:path>
                </a:pathLst>
              </a:custGeom>
              <a:noFill/>
              <a:ln w="28575" cap="flat" cmpd="sng" algn="ctr">
                <a:solidFill>
                  <a:schemeClr val="tx1">
                    <a:alpha val="61000"/>
                  </a:schemeClr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3F353DB1-4080-D5DA-9DC7-B4625F2480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21405882">
                <a:off x="2932210" y="4081294"/>
                <a:ext cx="863925" cy="633458"/>
              </a:xfrm>
              <a:prstGeom prst="rect">
                <a:avLst/>
              </a:prstGeom>
              <a:effectLst>
                <a:outerShdw blurRad="101600" dist="50800" dir="342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C7A0A4B-CFBB-EEBF-86EC-89272274668D}"/>
                  </a:ext>
                </a:extLst>
              </p:cNvPr>
              <p:cNvSpPr/>
              <p:nvPr/>
            </p:nvSpPr>
            <p:spPr>
              <a:xfrm rot="2700000">
                <a:off x="3771205" y="3106767"/>
                <a:ext cx="549993" cy="69101"/>
              </a:xfrm>
              <a:custGeom>
                <a:avLst/>
                <a:gdLst>
                  <a:gd name="connsiteX0" fmla="*/ 0 w 3380127"/>
                  <a:gd name="connsiteY0" fmla="*/ 0 h 315310"/>
                  <a:gd name="connsiteX1" fmla="*/ 1343222 w 3380127"/>
                  <a:gd name="connsiteY1" fmla="*/ 0 h 315310"/>
                  <a:gd name="connsiteX2" fmla="*/ 895481 w 3380127"/>
                  <a:gd name="connsiteY2" fmla="*/ 119818 h 315310"/>
                  <a:gd name="connsiteX3" fmla="*/ 2383746 w 3380127"/>
                  <a:gd name="connsiteY3" fmla="*/ 132430 h 315310"/>
                  <a:gd name="connsiteX4" fmla="*/ 2169335 w 3380127"/>
                  <a:gd name="connsiteY4" fmla="*/ 227023 h 315310"/>
                  <a:gd name="connsiteX5" fmla="*/ 3380127 w 3380127"/>
                  <a:gd name="connsiteY5" fmla="*/ 258554 h 315310"/>
                  <a:gd name="connsiteX6" fmla="*/ 1973843 w 3380127"/>
                  <a:gd name="connsiteY6" fmla="*/ 315310 h 315310"/>
                  <a:gd name="connsiteX7" fmla="*/ 2093661 w 3380127"/>
                  <a:gd name="connsiteY7" fmla="*/ 189186 h 315310"/>
                  <a:gd name="connsiteX8" fmla="*/ 662152 w 3380127"/>
                  <a:gd name="connsiteY8" fmla="*/ 201798 h 315310"/>
                  <a:gd name="connsiteX9" fmla="*/ 870256 w 3380127"/>
                  <a:gd name="connsiteY9" fmla="*/ 63062 h 315310"/>
                  <a:gd name="connsiteX10" fmla="*/ 0 w 3380127"/>
                  <a:gd name="connsiteY10" fmla="*/ 0 h 315310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528789 w 3815255"/>
                  <a:gd name="connsiteY7" fmla="*/ 296391 h 422515"/>
                  <a:gd name="connsiteX8" fmla="*/ 1097280 w 3815255"/>
                  <a:gd name="connsiteY8" fmla="*/ 309003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528789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408971 w 3815255"/>
                  <a:gd name="connsiteY6" fmla="*/ 422515 h 422515"/>
                  <a:gd name="connsiteX7" fmla="*/ 2490952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90952 w 3815255"/>
                  <a:gd name="connsiteY7" fmla="*/ 296391 h 422515"/>
                  <a:gd name="connsiteX8" fmla="*/ 958543 w 3815255"/>
                  <a:gd name="connsiteY8" fmla="*/ 296391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90952 w 3815255"/>
                  <a:gd name="connsiteY7" fmla="*/ 296391 h 422515"/>
                  <a:gd name="connsiteX8" fmla="*/ 880484 w 3815255"/>
                  <a:gd name="connsiteY8" fmla="*/ 290815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22515"/>
                  <a:gd name="connsiteX1" fmla="*/ 1778350 w 3815255"/>
                  <a:gd name="connsiteY1" fmla="*/ 107205 h 422515"/>
                  <a:gd name="connsiteX2" fmla="*/ 1330609 w 3815255"/>
                  <a:gd name="connsiteY2" fmla="*/ 227023 h 422515"/>
                  <a:gd name="connsiteX3" fmla="*/ 2818874 w 3815255"/>
                  <a:gd name="connsiteY3" fmla="*/ 239635 h 422515"/>
                  <a:gd name="connsiteX4" fmla="*/ 2604463 w 3815255"/>
                  <a:gd name="connsiteY4" fmla="*/ 334228 h 422515"/>
                  <a:gd name="connsiteX5" fmla="*/ 3815255 w 3815255"/>
                  <a:gd name="connsiteY5" fmla="*/ 365759 h 422515"/>
                  <a:gd name="connsiteX6" fmla="*/ 2289153 w 3815255"/>
                  <a:gd name="connsiteY6" fmla="*/ 422515 h 422515"/>
                  <a:gd name="connsiteX7" fmla="*/ 2474225 w 3815255"/>
                  <a:gd name="connsiteY7" fmla="*/ 301966 h 422515"/>
                  <a:gd name="connsiteX8" fmla="*/ 880484 w 3815255"/>
                  <a:gd name="connsiteY8" fmla="*/ 290815 h 422515"/>
                  <a:gd name="connsiteX9" fmla="*/ 1305384 w 3815255"/>
                  <a:gd name="connsiteY9" fmla="*/ 170267 h 422515"/>
                  <a:gd name="connsiteX10" fmla="*/ 0 w 3815255"/>
                  <a:gd name="connsiteY10" fmla="*/ 0 h 422515"/>
                  <a:gd name="connsiteX0" fmla="*/ 0 w 3815255"/>
                  <a:gd name="connsiteY0" fmla="*/ 0 h 411364"/>
                  <a:gd name="connsiteX1" fmla="*/ 1778350 w 3815255"/>
                  <a:gd name="connsiteY1" fmla="*/ 107205 h 411364"/>
                  <a:gd name="connsiteX2" fmla="*/ 1330609 w 3815255"/>
                  <a:gd name="connsiteY2" fmla="*/ 227023 h 411364"/>
                  <a:gd name="connsiteX3" fmla="*/ 2818874 w 3815255"/>
                  <a:gd name="connsiteY3" fmla="*/ 239635 h 411364"/>
                  <a:gd name="connsiteX4" fmla="*/ 2604463 w 3815255"/>
                  <a:gd name="connsiteY4" fmla="*/ 334228 h 411364"/>
                  <a:gd name="connsiteX5" fmla="*/ 3815255 w 3815255"/>
                  <a:gd name="connsiteY5" fmla="*/ 365759 h 411364"/>
                  <a:gd name="connsiteX6" fmla="*/ 2266850 w 3815255"/>
                  <a:gd name="connsiteY6" fmla="*/ 411364 h 411364"/>
                  <a:gd name="connsiteX7" fmla="*/ 2474225 w 3815255"/>
                  <a:gd name="connsiteY7" fmla="*/ 301966 h 411364"/>
                  <a:gd name="connsiteX8" fmla="*/ 880484 w 3815255"/>
                  <a:gd name="connsiteY8" fmla="*/ 290815 h 411364"/>
                  <a:gd name="connsiteX9" fmla="*/ 1305384 w 3815255"/>
                  <a:gd name="connsiteY9" fmla="*/ 170267 h 411364"/>
                  <a:gd name="connsiteX10" fmla="*/ 0 w 3815255"/>
                  <a:gd name="connsiteY10" fmla="*/ 0 h 411364"/>
                  <a:gd name="connsiteX0" fmla="*/ 0 w 3831982"/>
                  <a:gd name="connsiteY0" fmla="*/ 0 h 427091"/>
                  <a:gd name="connsiteX1" fmla="*/ 1778350 w 3831982"/>
                  <a:gd name="connsiteY1" fmla="*/ 107205 h 427091"/>
                  <a:gd name="connsiteX2" fmla="*/ 1330609 w 3831982"/>
                  <a:gd name="connsiteY2" fmla="*/ 227023 h 427091"/>
                  <a:gd name="connsiteX3" fmla="*/ 2818874 w 3831982"/>
                  <a:gd name="connsiteY3" fmla="*/ 239635 h 427091"/>
                  <a:gd name="connsiteX4" fmla="*/ 2604463 w 3831982"/>
                  <a:gd name="connsiteY4" fmla="*/ 334228 h 427091"/>
                  <a:gd name="connsiteX5" fmla="*/ 3831982 w 3831982"/>
                  <a:gd name="connsiteY5" fmla="*/ 427091 h 427091"/>
                  <a:gd name="connsiteX6" fmla="*/ 2266850 w 3831982"/>
                  <a:gd name="connsiteY6" fmla="*/ 411364 h 427091"/>
                  <a:gd name="connsiteX7" fmla="*/ 2474225 w 3831982"/>
                  <a:gd name="connsiteY7" fmla="*/ 301966 h 427091"/>
                  <a:gd name="connsiteX8" fmla="*/ 880484 w 3831982"/>
                  <a:gd name="connsiteY8" fmla="*/ 290815 h 427091"/>
                  <a:gd name="connsiteX9" fmla="*/ 1305384 w 3831982"/>
                  <a:gd name="connsiteY9" fmla="*/ 170267 h 427091"/>
                  <a:gd name="connsiteX10" fmla="*/ 0 w 3831982"/>
                  <a:gd name="connsiteY10" fmla="*/ 0 h 427091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250124 w 3815256"/>
                  <a:gd name="connsiteY6" fmla="*/ 366759 h 382486"/>
                  <a:gd name="connsiteX7" fmla="*/ 2457499 w 3815256"/>
                  <a:gd name="connsiteY7" fmla="*/ 25736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457499 w 3815256"/>
                  <a:gd name="connsiteY7" fmla="*/ 25736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87737 w 3815256"/>
                  <a:gd name="connsiteY4" fmla="*/ 28962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86375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920908 w 3815256"/>
                  <a:gd name="connsiteY8" fmla="*/ 246210 h 382486"/>
                  <a:gd name="connsiteX9" fmla="*/ 1288658 w 3815256"/>
                  <a:gd name="connsiteY9" fmla="*/ 125662 h 382486"/>
                  <a:gd name="connsiteX10" fmla="*/ 0 w 3815256"/>
                  <a:gd name="connsiteY10" fmla="*/ 0 h 382486"/>
                  <a:gd name="connsiteX0" fmla="*/ 0 w 3815256"/>
                  <a:gd name="connsiteY0" fmla="*/ 0 h 382486"/>
                  <a:gd name="connsiteX1" fmla="*/ 1761624 w 3815256"/>
                  <a:gd name="connsiteY1" fmla="*/ 62600 h 382486"/>
                  <a:gd name="connsiteX2" fmla="*/ 1313883 w 3815256"/>
                  <a:gd name="connsiteY2" fmla="*/ 182418 h 382486"/>
                  <a:gd name="connsiteX3" fmla="*/ 2802148 w 3815256"/>
                  <a:gd name="connsiteY3" fmla="*/ 195030 h 382486"/>
                  <a:gd name="connsiteX4" fmla="*/ 2530587 w 3815256"/>
                  <a:gd name="connsiteY4" fmla="*/ 308673 h 382486"/>
                  <a:gd name="connsiteX5" fmla="*/ 3815256 w 3815256"/>
                  <a:gd name="connsiteY5" fmla="*/ 382486 h 382486"/>
                  <a:gd name="connsiteX6" fmla="*/ 2192974 w 3815256"/>
                  <a:gd name="connsiteY6" fmla="*/ 379459 h 382486"/>
                  <a:gd name="connsiteX7" fmla="*/ 2527349 w 3815256"/>
                  <a:gd name="connsiteY7" fmla="*/ 238311 h 382486"/>
                  <a:gd name="connsiteX8" fmla="*/ 920908 w 3815256"/>
                  <a:gd name="connsiteY8" fmla="*/ 246210 h 382486"/>
                  <a:gd name="connsiteX9" fmla="*/ 1352158 w 3815256"/>
                  <a:gd name="connsiteY9" fmla="*/ 119312 h 382486"/>
                  <a:gd name="connsiteX10" fmla="*/ 0 w 3815256"/>
                  <a:gd name="connsiteY10" fmla="*/ 0 h 3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15256" h="382486">
                    <a:moveTo>
                      <a:pt x="0" y="0"/>
                    </a:moveTo>
                    <a:lnTo>
                      <a:pt x="1761624" y="62600"/>
                    </a:lnTo>
                    <a:lnTo>
                      <a:pt x="1313883" y="182418"/>
                    </a:lnTo>
                    <a:lnTo>
                      <a:pt x="2802148" y="195030"/>
                    </a:lnTo>
                    <a:lnTo>
                      <a:pt x="2530587" y="308673"/>
                    </a:lnTo>
                    <a:lnTo>
                      <a:pt x="3815256" y="382486"/>
                    </a:lnTo>
                    <a:lnTo>
                      <a:pt x="2192974" y="379459"/>
                    </a:lnTo>
                    <a:lnTo>
                      <a:pt x="2527349" y="238311"/>
                    </a:lnTo>
                    <a:lnTo>
                      <a:pt x="920908" y="246210"/>
                    </a:lnTo>
                    <a:lnTo>
                      <a:pt x="1352158" y="119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alpha val="60000"/>
                </a:schemeClr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825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D588CFD-1ACE-88FC-9AD2-C8C8C5EB670A}"/>
                  </a:ext>
                </a:extLst>
              </p:cNvPr>
              <p:cNvSpPr/>
              <p:nvPr/>
            </p:nvSpPr>
            <p:spPr>
              <a:xfrm>
                <a:off x="4671619" y="3112784"/>
                <a:ext cx="667170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IoT</a:t>
                </a:r>
              </a:p>
              <a:p>
                <a:pPr algn="ctr"/>
                <a:r>
                  <a:rPr lang="en-US" sz="1050" dirty="0"/>
                  <a:t>Gateway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95BE62E-A76C-316C-D53C-3B03E760C034}"/>
                  </a:ext>
                </a:extLst>
              </p:cNvPr>
              <p:cNvSpPr/>
              <p:nvPr/>
            </p:nvSpPr>
            <p:spPr>
              <a:xfrm>
                <a:off x="3188487" y="1828063"/>
                <a:ext cx="569388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Mobile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2EBB50A-A433-0CC1-3C17-DA3FE81DCAAF}"/>
                  </a:ext>
                </a:extLst>
              </p:cNvPr>
              <p:cNvSpPr/>
              <p:nvPr/>
            </p:nvSpPr>
            <p:spPr>
              <a:xfrm>
                <a:off x="2813912" y="2527270"/>
                <a:ext cx="715260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Wearable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8D50D90-3331-3C97-5F6A-77C3DA3C9832}"/>
                  </a:ext>
                </a:extLst>
              </p:cNvPr>
              <p:cNvSpPr/>
              <p:nvPr/>
            </p:nvSpPr>
            <p:spPr>
              <a:xfrm>
                <a:off x="2623913" y="3395683"/>
                <a:ext cx="744114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Stationary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C6DACAA-E56F-13CA-BB9D-4FF0CDCC35F2}"/>
                  </a:ext>
                </a:extLst>
              </p:cNvPr>
              <p:cNvSpPr/>
              <p:nvPr/>
            </p:nvSpPr>
            <p:spPr>
              <a:xfrm>
                <a:off x="4311357" y="2760167"/>
                <a:ext cx="652744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Wireless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8E14CFC-D7D9-1C12-C5F8-BED626C20D04}"/>
                  </a:ext>
                </a:extLst>
              </p:cNvPr>
              <p:cNvSpPr/>
              <p:nvPr/>
            </p:nvSpPr>
            <p:spPr>
              <a:xfrm>
                <a:off x="3812443" y="4120883"/>
                <a:ext cx="519694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Wired</a:t>
                </a:r>
              </a:p>
            </p:txBody>
          </p:sp>
          <p:pic>
            <p:nvPicPr>
              <p:cNvPr id="34" name="Picture 10" descr="Image result for cell tower png">
                <a:extLst>
                  <a:ext uri="{FF2B5EF4-FFF2-40B4-BE49-F238E27FC236}">
                    <a16:creationId xmlns:a16="http://schemas.microsoft.com/office/drawing/2014/main" id="{EEEE6D1C-466A-B3DE-939E-DFE9E52B4F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01875" y="2099196"/>
                <a:ext cx="392585" cy="78517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5143DE7-72E7-7F67-3ACA-2119A45BB0F0}"/>
                  </a:ext>
                </a:extLst>
              </p:cNvPr>
              <p:cNvSpPr/>
              <p:nvPr/>
            </p:nvSpPr>
            <p:spPr>
              <a:xfrm>
                <a:off x="4929715" y="1981186"/>
                <a:ext cx="596638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Cellular</a:t>
                </a:r>
              </a:p>
            </p:txBody>
          </p:sp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C4F9FF9-25F1-18D8-819D-94A498849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79112" y="2655861"/>
              <a:ext cx="2372198" cy="2372198"/>
            </a:xfrm>
            <a:prstGeom prst="rect">
              <a:avLst/>
            </a:prstGeom>
          </p:spPr>
        </p:pic>
        <p:pic>
          <p:nvPicPr>
            <p:cNvPr id="37" name="Picture 14" descr="Image result for cloud gears png">
              <a:extLst>
                <a:ext uri="{FF2B5EF4-FFF2-40B4-BE49-F238E27FC236}">
                  <a16:creationId xmlns:a16="http://schemas.microsoft.com/office/drawing/2014/main" id="{1B8EE5F8-2A4D-4B78-F3AF-A68EDAB48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2290" y="3626516"/>
              <a:ext cx="1049561" cy="11342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83596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12A6-FAB0-EEEE-871C-714CB89D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Services (Slide 2 of 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C7FFD-F9E4-6DAC-B45C-7E5CD3B0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7C1D43-4F2E-3D54-F23A-44A3AAAA0285}"/>
              </a:ext>
            </a:extLst>
          </p:cNvPr>
          <p:cNvGrpSpPr/>
          <p:nvPr/>
        </p:nvGrpSpPr>
        <p:grpSpPr>
          <a:xfrm>
            <a:off x="2431753" y="2200037"/>
            <a:ext cx="7328495" cy="2372198"/>
            <a:chOff x="333374" y="2200037"/>
            <a:chExt cx="7328495" cy="2372198"/>
          </a:xfrm>
        </p:grpSpPr>
        <p:grpSp>
          <p:nvGrpSpPr>
            <p:cNvPr id="4" name="Cloud">
              <a:extLst>
                <a:ext uri="{FF2B5EF4-FFF2-40B4-BE49-F238E27FC236}">
                  <a16:creationId xmlns:a16="http://schemas.microsoft.com/office/drawing/2014/main" id="{8394BE3C-6085-D469-DD22-347A10334574}"/>
                </a:ext>
              </a:extLst>
            </p:cNvPr>
            <p:cNvGrpSpPr/>
            <p:nvPr/>
          </p:nvGrpSpPr>
          <p:grpSpPr>
            <a:xfrm>
              <a:off x="5289671" y="2200037"/>
              <a:ext cx="2372198" cy="2372198"/>
              <a:chOff x="4233759" y="2278698"/>
              <a:chExt cx="3162930" cy="316293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1D00C18-8A2C-7032-D655-A18A60F2FA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33759" y="2278698"/>
                <a:ext cx="3162930" cy="3162930"/>
              </a:xfrm>
              <a:prstGeom prst="rect">
                <a:avLst/>
              </a:prstGeom>
            </p:spPr>
          </p:pic>
          <p:pic>
            <p:nvPicPr>
              <p:cNvPr id="6" name="Picture 14" descr="Image result for cloud gears png">
                <a:extLst>
                  <a:ext uri="{FF2B5EF4-FFF2-40B4-BE49-F238E27FC236}">
                    <a16:creationId xmlns:a16="http://schemas.microsoft.com/office/drawing/2014/main" id="{592CF621-F910-1D94-2E8D-3C0A542C82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11329" y="3572901"/>
                <a:ext cx="1399414" cy="15123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" name="Arrow">
              <a:extLst>
                <a:ext uri="{FF2B5EF4-FFF2-40B4-BE49-F238E27FC236}">
                  <a16:creationId xmlns:a16="http://schemas.microsoft.com/office/drawing/2014/main" id="{1483CA65-0F06-9383-D91F-5C748D52C8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605093" y="3068726"/>
              <a:ext cx="0" cy="1181087"/>
            </a:xfrm>
            <a:prstGeom prst="line">
              <a:avLst/>
            </a:prstGeom>
            <a:noFill/>
            <a:ln w="57150">
              <a:solidFill>
                <a:srgbClr val="009DD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ounded Rectangle 149">
              <a:extLst>
                <a:ext uri="{FF2B5EF4-FFF2-40B4-BE49-F238E27FC236}">
                  <a16:creationId xmlns:a16="http://schemas.microsoft.com/office/drawing/2014/main" id="{CCC6AE1E-1835-DE2F-3E1C-C0375268B8A5}"/>
                </a:ext>
              </a:extLst>
            </p:cNvPr>
            <p:cNvSpPr/>
            <p:nvPr/>
          </p:nvSpPr>
          <p:spPr>
            <a:xfrm>
              <a:off x="333374" y="2854289"/>
              <a:ext cx="4152901" cy="1609959"/>
            </a:xfrm>
            <a:prstGeom prst="roundRect">
              <a:avLst>
                <a:gd name="adj" fmla="val 8378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Provide a central point for: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Storage and analysis of data.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Integration with other solutions.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Example platforms: AWS, Azure, Google Cloud.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Can also be hosted in own data center.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Can scale as needed.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6135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238D84-86A6-7450-A428-7F159779D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(Slide 1 of 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577FD3-F2D4-E87F-E2F8-C1BD164F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1DC092A-D63E-B94B-91C7-A8BC40CCC6AB}"/>
              </a:ext>
            </a:extLst>
          </p:cNvPr>
          <p:cNvGrpSpPr/>
          <p:nvPr/>
        </p:nvGrpSpPr>
        <p:grpSpPr>
          <a:xfrm>
            <a:off x="2623913" y="1697729"/>
            <a:ext cx="6944174" cy="3857573"/>
            <a:chOff x="664942" y="1697729"/>
            <a:chExt cx="6944174" cy="385757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32DF1E-21F1-F36D-5F34-23CFB00EB5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" b="15625"/>
            <a:stretch/>
          </p:blipFill>
          <p:spPr>
            <a:xfrm>
              <a:off x="751116" y="1697729"/>
              <a:ext cx="6858000" cy="3857573"/>
            </a:xfrm>
            <a:prstGeom prst="rect">
              <a:avLst/>
            </a:prstGeom>
          </p:spPr>
        </p:pic>
        <p:sp>
          <p:nvSpPr>
            <p:cNvPr id="8" name="Rounded Rectangle 143">
              <a:extLst>
                <a:ext uri="{FF2B5EF4-FFF2-40B4-BE49-F238E27FC236}">
                  <a16:creationId xmlns:a16="http://schemas.microsoft.com/office/drawing/2014/main" id="{31EF6CC6-279A-A0C7-0CFE-623BCEBB469B}"/>
                </a:ext>
              </a:extLst>
            </p:cNvPr>
            <p:cNvSpPr/>
            <p:nvPr/>
          </p:nvSpPr>
          <p:spPr>
            <a:xfrm>
              <a:off x="827699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IoT Devices</a:t>
              </a:r>
            </a:p>
          </p:txBody>
        </p:sp>
        <p:sp>
          <p:nvSpPr>
            <p:cNvPr id="9" name="Rounded Rectangle 143">
              <a:extLst>
                <a:ext uri="{FF2B5EF4-FFF2-40B4-BE49-F238E27FC236}">
                  <a16:creationId xmlns:a16="http://schemas.microsoft.com/office/drawing/2014/main" id="{46DC1560-8FE9-DD6F-6F85-B7CA9B72884A}"/>
                </a:ext>
              </a:extLst>
            </p:cNvPr>
            <p:cNvSpPr/>
            <p:nvPr/>
          </p:nvSpPr>
          <p:spPr>
            <a:xfrm>
              <a:off x="2102836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Local Network</a:t>
              </a:r>
            </a:p>
          </p:txBody>
        </p:sp>
        <p:sp>
          <p:nvSpPr>
            <p:cNvPr id="10" name="Rounded Rectangle 143">
              <a:extLst>
                <a:ext uri="{FF2B5EF4-FFF2-40B4-BE49-F238E27FC236}">
                  <a16:creationId xmlns:a16="http://schemas.microsoft.com/office/drawing/2014/main" id="{CA887D5A-54E0-4AEC-C326-70D9F256CE72}"/>
                </a:ext>
              </a:extLst>
            </p:cNvPr>
            <p:cNvSpPr/>
            <p:nvPr/>
          </p:nvSpPr>
          <p:spPr>
            <a:xfrm>
              <a:off x="3377972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Global Network</a:t>
              </a:r>
            </a:p>
          </p:txBody>
        </p:sp>
        <p:sp>
          <p:nvSpPr>
            <p:cNvPr id="11" name="Rounded Rectangle 143">
              <a:extLst>
                <a:ext uri="{FF2B5EF4-FFF2-40B4-BE49-F238E27FC236}">
                  <a16:creationId xmlns:a16="http://schemas.microsoft.com/office/drawing/2014/main" id="{73C70348-066C-9FDE-5EC4-D8817E2ED786}"/>
                </a:ext>
              </a:extLst>
            </p:cNvPr>
            <p:cNvSpPr/>
            <p:nvPr/>
          </p:nvSpPr>
          <p:spPr>
            <a:xfrm>
              <a:off x="4653109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Cloud Services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D8CD3DC-41C3-A793-E9A5-168069F7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8400" y="3420802"/>
              <a:ext cx="791260" cy="53935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70C591-5692-C676-55E0-D8E655852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24353">
              <a:off x="1564795" y="2560736"/>
              <a:ext cx="773081" cy="560233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14B1321-0C96-6EFA-7C81-424360255C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2211"/>
            <a:stretch/>
          </p:blipFill>
          <p:spPr>
            <a:xfrm>
              <a:off x="2229442" y="3237878"/>
              <a:ext cx="1133530" cy="799722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3A5E9C-59BF-5B72-9471-663D81A9179D}"/>
                </a:ext>
              </a:extLst>
            </p:cNvPr>
            <p:cNvSpPr txBox="1"/>
            <p:nvPr/>
          </p:nvSpPr>
          <p:spPr>
            <a:xfrm rot="20624695">
              <a:off x="5346613" y="1844013"/>
              <a:ext cx="897500" cy="300082"/>
            </a:xfrm>
            <a:prstGeom prst="rect">
              <a:avLst/>
            </a:prstGeom>
            <a:noFill/>
            <a:effectLst>
              <a:glow rad="127000">
                <a:schemeClr val="bg1"/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>
                  <a:effectLst>
                    <a:glow rad="342900">
                      <a:schemeClr val="bg1"/>
                    </a:glow>
                  </a:effectLst>
                </a:rPr>
                <a:t>The Edge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115CFE-B0DE-0A78-2B29-DFB6C7EC0CCA}"/>
                </a:ext>
              </a:extLst>
            </p:cNvPr>
            <p:cNvGrpSpPr/>
            <p:nvPr/>
          </p:nvGrpSpPr>
          <p:grpSpPr>
            <a:xfrm>
              <a:off x="6478123" y="4250819"/>
              <a:ext cx="913470" cy="887724"/>
              <a:chOff x="7468569" y="4396265"/>
              <a:chExt cx="1250729" cy="1215476"/>
            </a:xfrm>
          </p:grpSpPr>
          <p:pic>
            <p:nvPicPr>
              <p:cNvPr id="17" name="Picture 18" descr="Datei:IPhone 4S No shadow.png">
                <a:extLst>
                  <a:ext uri="{FF2B5EF4-FFF2-40B4-BE49-F238E27FC236}">
                    <a16:creationId xmlns:a16="http://schemas.microsoft.com/office/drawing/2014/main" id="{0D873538-4423-3B9D-8539-261F84DB31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569" y="4396265"/>
                <a:ext cx="609238" cy="1056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" descr="http://icons.iconarchive.com/icons/visualpharm/must-have/256/User-icon.png">
                <a:extLst>
                  <a:ext uri="{FF2B5EF4-FFF2-40B4-BE49-F238E27FC236}">
                    <a16:creationId xmlns:a16="http://schemas.microsoft.com/office/drawing/2014/main" id="{89F72C39-9F6A-9580-D694-925BEBB1A1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3188" y="4665631"/>
                <a:ext cx="946110" cy="946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9" name="Rounded Rectangle 143">
              <a:extLst>
                <a:ext uri="{FF2B5EF4-FFF2-40B4-BE49-F238E27FC236}">
                  <a16:creationId xmlns:a16="http://schemas.microsoft.com/office/drawing/2014/main" id="{3C8E3E1E-1C4D-D647-8F71-2D6EBCAFA413}"/>
                </a:ext>
              </a:extLst>
            </p:cNvPr>
            <p:cNvSpPr/>
            <p:nvPr/>
          </p:nvSpPr>
          <p:spPr>
            <a:xfrm>
              <a:off x="5928245" y="5152125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User Interface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0C87B21-03CE-6B1C-456B-4E1F45DA6596}"/>
                </a:ext>
              </a:extLst>
            </p:cNvPr>
            <p:cNvSpPr/>
            <p:nvPr/>
          </p:nvSpPr>
          <p:spPr>
            <a:xfrm>
              <a:off x="2874049" y="1830352"/>
              <a:ext cx="2023673" cy="301669"/>
            </a:xfrm>
            <a:custGeom>
              <a:avLst/>
              <a:gdLst>
                <a:gd name="connsiteX0" fmla="*/ 0 w 3380127"/>
                <a:gd name="connsiteY0" fmla="*/ 0 h 315310"/>
                <a:gd name="connsiteX1" fmla="*/ 1343222 w 3380127"/>
                <a:gd name="connsiteY1" fmla="*/ 0 h 315310"/>
                <a:gd name="connsiteX2" fmla="*/ 895481 w 3380127"/>
                <a:gd name="connsiteY2" fmla="*/ 119818 h 315310"/>
                <a:gd name="connsiteX3" fmla="*/ 2383746 w 3380127"/>
                <a:gd name="connsiteY3" fmla="*/ 132430 h 315310"/>
                <a:gd name="connsiteX4" fmla="*/ 2169335 w 3380127"/>
                <a:gd name="connsiteY4" fmla="*/ 227023 h 315310"/>
                <a:gd name="connsiteX5" fmla="*/ 3380127 w 3380127"/>
                <a:gd name="connsiteY5" fmla="*/ 258554 h 315310"/>
                <a:gd name="connsiteX6" fmla="*/ 1973843 w 3380127"/>
                <a:gd name="connsiteY6" fmla="*/ 315310 h 315310"/>
                <a:gd name="connsiteX7" fmla="*/ 2093661 w 3380127"/>
                <a:gd name="connsiteY7" fmla="*/ 189186 h 315310"/>
                <a:gd name="connsiteX8" fmla="*/ 662152 w 3380127"/>
                <a:gd name="connsiteY8" fmla="*/ 201798 h 315310"/>
                <a:gd name="connsiteX9" fmla="*/ 870256 w 3380127"/>
                <a:gd name="connsiteY9" fmla="*/ 63062 h 315310"/>
                <a:gd name="connsiteX10" fmla="*/ 0 w 3380127"/>
                <a:gd name="connsiteY10" fmla="*/ 0 h 315310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1097280 w 3815255"/>
                <a:gd name="connsiteY8" fmla="*/ 309003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74225 w 3815255"/>
                <a:gd name="connsiteY7" fmla="*/ 301966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11364"/>
                <a:gd name="connsiteX1" fmla="*/ 1778350 w 3815255"/>
                <a:gd name="connsiteY1" fmla="*/ 107205 h 411364"/>
                <a:gd name="connsiteX2" fmla="*/ 1330609 w 3815255"/>
                <a:gd name="connsiteY2" fmla="*/ 227023 h 411364"/>
                <a:gd name="connsiteX3" fmla="*/ 2818874 w 3815255"/>
                <a:gd name="connsiteY3" fmla="*/ 239635 h 411364"/>
                <a:gd name="connsiteX4" fmla="*/ 2604463 w 3815255"/>
                <a:gd name="connsiteY4" fmla="*/ 334228 h 411364"/>
                <a:gd name="connsiteX5" fmla="*/ 3815255 w 3815255"/>
                <a:gd name="connsiteY5" fmla="*/ 365759 h 411364"/>
                <a:gd name="connsiteX6" fmla="*/ 2266850 w 3815255"/>
                <a:gd name="connsiteY6" fmla="*/ 411364 h 411364"/>
                <a:gd name="connsiteX7" fmla="*/ 2474225 w 3815255"/>
                <a:gd name="connsiteY7" fmla="*/ 301966 h 411364"/>
                <a:gd name="connsiteX8" fmla="*/ 880484 w 3815255"/>
                <a:gd name="connsiteY8" fmla="*/ 290815 h 411364"/>
                <a:gd name="connsiteX9" fmla="*/ 1305384 w 3815255"/>
                <a:gd name="connsiteY9" fmla="*/ 170267 h 411364"/>
                <a:gd name="connsiteX10" fmla="*/ 0 w 3815255"/>
                <a:gd name="connsiteY10" fmla="*/ 0 h 411364"/>
                <a:gd name="connsiteX0" fmla="*/ 0 w 3831982"/>
                <a:gd name="connsiteY0" fmla="*/ 0 h 427091"/>
                <a:gd name="connsiteX1" fmla="*/ 1778350 w 3831982"/>
                <a:gd name="connsiteY1" fmla="*/ 107205 h 427091"/>
                <a:gd name="connsiteX2" fmla="*/ 1330609 w 3831982"/>
                <a:gd name="connsiteY2" fmla="*/ 227023 h 427091"/>
                <a:gd name="connsiteX3" fmla="*/ 2818874 w 3831982"/>
                <a:gd name="connsiteY3" fmla="*/ 239635 h 427091"/>
                <a:gd name="connsiteX4" fmla="*/ 2604463 w 3831982"/>
                <a:gd name="connsiteY4" fmla="*/ 334228 h 427091"/>
                <a:gd name="connsiteX5" fmla="*/ 3831982 w 3831982"/>
                <a:gd name="connsiteY5" fmla="*/ 427091 h 427091"/>
                <a:gd name="connsiteX6" fmla="*/ 2266850 w 3831982"/>
                <a:gd name="connsiteY6" fmla="*/ 411364 h 427091"/>
                <a:gd name="connsiteX7" fmla="*/ 2474225 w 3831982"/>
                <a:gd name="connsiteY7" fmla="*/ 301966 h 427091"/>
                <a:gd name="connsiteX8" fmla="*/ 880484 w 3831982"/>
                <a:gd name="connsiteY8" fmla="*/ 290815 h 427091"/>
                <a:gd name="connsiteX9" fmla="*/ 1305384 w 3831982"/>
                <a:gd name="connsiteY9" fmla="*/ 170267 h 427091"/>
                <a:gd name="connsiteX10" fmla="*/ 0 w 3831982"/>
                <a:gd name="connsiteY10" fmla="*/ 0 h 427091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250124 w 3815256"/>
                <a:gd name="connsiteY6" fmla="*/ 3667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352158 w 3815256"/>
                <a:gd name="connsiteY9" fmla="*/ 119312 h 382486"/>
                <a:gd name="connsiteX10" fmla="*/ 0 w 3815256"/>
                <a:gd name="connsiteY10" fmla="*/ 0 h 3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5256" h="382486">
                  <a:moveTo>
                    <a:pt x="0" y="0"/>
                  </a:moveTo>
                  <a:lnTo>
                    <a:pt x="1761624" y="62600"/>
                  </a:lnTo>
                  <a:lnTo>
                    <a:pt x="1313883" y="182418"/>
                  </a:lnTo>
                  <a:lnTo>
                    <a:pt x="2802148" y="195030"/>
                  </a:lnTo>
                  <a:lnTo>
                    <a:pt x="2530587" y="308673"/>
                  </a:lnTo>
                  <a:lnTo>
                    <a:pt x="3815256" y="382486"/>
                  </a:lnTo>
                  <a:lnTo>
                    <a:pt x="2192974" y="379459"/>
                  </a:lnTo>
                  <a:lnTo>
                    <a:pt x="2527349" y="238311"/>
                  </a:lnTo>
                  <a:lnTo>
                    <a:pt x="920908" y="246210"/>
                  </a:lnTo>
                  <a:lnTo>
                    <a:pt x="1352158" y="11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60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8CA1520-9F0C-917C-DFDB-1B2B0B2CAE3A}"/>
                </a:ext>
              </a:extLst>
            </p:cNvPr>
            <p:cNvGrpSpPr/>
            <p:nvPr/>
          </p:nvGrpSpPr>
          <p:grpSpPr>
            <a:xfrm>
              <a:off x="1796721" y="1720183"/>
              <a:ext cx="1220982" cy="758027"/>
              <a:chOff x="587121" y="1005973"/>
              <a:chExt cx="1898096" cy="1178401"/>
            </a:xfrm>
          </p:grpSpPr>
          <p:pic>
            <p:nvPicPr>
              <p:cNvPr id="22" name="Picture 6" descr="Image result for connected truck png">
                <a:extLst>
                  <a:ext uri="{FF2B5EF4-FFF2-40B4-BE49-F238E27FC236}">
                    <a16:creationId xmlns:a16="http://schemas.microsoft.com/office/drawing/2014/main" id="{F23A2016-30EA-55DF-1DD9-76787D554E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87121" y="1005973"/>
                <a:ext cx="1898096" cy="117840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2C9EB7A-90C7-AF38-329D-6528D94AB47F}"/>
                  </a:ext>
                </a:extLst>
              </p:cNvPr>
              <p:cNvCxnSpPr/>
              <p:nvPr/>
            </p:nvCxnSpPr>
            <p:spPr>
              <a:xfrm>
                <a:off x="2241550" y="1083349"/>
                <a:ext cx="0" cy="2921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473A072-F15A-17CD-65DB-18F3F89BACCC}"/>
                </a:ext>
              </a:extLst>
            </p:cNvPr>
            <p:cNvSpPr/>
            <p:nvPr/>
          </p:nvSpPr>
          <p:spPr>
            <a:xfrm rot="20239230">
              <a:off x="1693811" y="3498003"/>
              <a:ext cx="549993" cy="69101"/>
            </a:xfrm>
            <a:custGeom>
              <a:avLst/>
              <a:gdLst>
                <a:gd name="connsiteX0" fmla="*/ 0 w 3380127"/>
                <a:gd name="connsiteY0" fmla="*/ 0 h 315310"/>
                <a:gd name="connsiteX1" fmla="*/ 1343222 w 3380127"/>
                <a:gd name="connsiteY1" fmla="*/ 0 h 315310"/>
                <a:gd name="connsiteX2" fmla="*/ 895481 w 3380127"/>
                <a:gd name="connsiteY2" fmla="*/ 119818 h 315310"/>
                <a:gd name="connsiteX3" fmla="*/ 2383746 w 3380127"/>
                <a:gd name="connsiteY3" fmla="*/ 132430 h 315310"/>
                <a:gd name="connsiteX4" fmla="*/ 2169335 w 3380127"/>
                <a:gd name="connsiteY4" fmla="*/ 227023 h 315310"/>
                <a:gd name="connsiteX5" fmla="*/ 3380127 w 3380127"/>
                <a:gd name="connsiteY5" fmla="*/ 258554 h 315310"/>
                <a:gd name="connsiteX6" fmla="*/ 1973843 w 3380127"/>
                <a:gd name="connsiteY6" fmla="*/ 315310 h 315310"/>
                <a:gd name="connsiteX7" fmla="*/ 2093661 w 3380127"/>
                <a:gd name="connsiteY7" fmla="*/ 189186 h 315310"/>
                <a:gd name="connsiteX8" fmla="*/ 662152 w 3380127"/>
                <a:gd name="connsiteY8" fmla="*/ 201798 h 315310"/>
                <a:gd name="connsiteX9" fmla="*/ 870256 w 3380127"/>
                <a:gd name="connsiteY9" fmla="*/ 63062 h 315310"/>
                <a:gd name="connsiteX10" fmla="*/ 0 w 3380127"/>
                <a:gd name="connsiteY10" fmla="*/ 0 h 315310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1097280 w 3815255"/>
                <a:gd name="connsiteY8" fmla="*/ 309003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74225 w 3815255"/>
                <a:gd name="connsiteY7" fmla="*/ 301966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11364"/>
                <a:gd name="connsiteX1" fmla="*/ 1778350 w 3815255"/>
                <a:gd name="connsiteY1" fmla="*/ 107205 h 411364"/>
                <a:gd name="connsiteX2" fmla="*/ 1330609 w 3815255"/>
                <a:gd name="connsiteY2" fmla="*/ 227023 h 411364"/>
                <a:gd name="connsiteX3" fmla="*/ 2818874 w 3815255"/>
                <a:gd name="connsiteY3" fmla="*/ 239635 h 411364"/>
                <a:gd name="connsiteX4" fmla="*/ 2604463 w 3815255"/>
                <a:gd name="connsiteY4" fmla="*/ 334228 h 411364"/>
                <a:gd name="connsiteX5" fmla="*/ 3815255 w 3815255"/>
                <a:gd name="connsiteY5" fmla="*/ 365759 h 411364"/>
                <a:gd name="connsiteX6" fmla="*/ 2266850 w 3815255"/>
                <a:gd name="connsiteY6" fmla="*/ 411364 h 411364"/>
                <a:gd name="connsiteX7" fmla="*/ 2474225 w 3815255"/>
                <a:gd name="connsiteY7" fmla="*/ 301966 h 411364"/>
                <a:gd name="connsiteX8" fmla="*/ 880484 w 3815255"/>
                <a:gd name="connsiteY8" fmla="*/ 290815 h 411364"/>
                <a:gd name="connsiteX9" fmla="*/ 1305384 w 3815255"/>
                <a:gd name="connsiteY9" fmla="*/ 170267 h 411364"/>
                <a:gd name="connsiteX10" fmla="*/ 0 w 3815255"/>
                <a:gd name="connsiteY10" fmla="*/ 0 h 411364"/>
                <a:gd name="connsiteX0" fmla="*/ 0 w 3831982"/>
                <a:gd name="connsiteY0" fmla="*/ 0 h 427091"/>
                <a:gd name="connsiteX1" fmla="*/ 1778350 w 3831982"/>
                <a:gd name="connsiteY1" fmla="*/ 107205 h 427091"/>
                <a:gd name="connsiteX2" fmla="*/ 1330609 w 3831982"/>
                <a:gd name="connsiteY2" fmla="*/ 227023 h 427091"/>
                <a:gd name="connsiteX3" fmla="*/ 2818874 w 3831982"/>
                <a:gd name="connsiteY3" fmla="*/ 239635 h 427091"/>
                <a:gd name="connsiteX4" fmla="*/ 2604463 w 3831982"/>
                <a:gd name="connsiteY4" fmla="*/ 334228 h 427091"/>
                <a:gd name="connsiteX5" fmla="*/ 3831982 w 3831982"/>
                <a:gd name="connsiteY5" fmla="*/ 427091 h 427091"/>
                <a:gd name="connsiteX6" fmla="*/ 2266850 w 3831982"/>
                <a:gd name="connsiteY6" fmla="*/ 411364 h 427091"/>
                <a:gd name="connsiteX7" fmla="*/ 2474225 w 3831982"/>
                <a:gd name="connsiteY7" fmla="*/ 301966 h 427091"/>
                <a:gd name="connsiteX8" fmla="*/ 880484 w 3831982"/>
                <a:gd name="connsiteY8" fmla="*/ 290815 h 427091"/>
                <a:gd name="connsiteX9" fmla="*/ 1305384 w 3831982"/>
                <a:gd name="connsiteY9" fmla="*/ 170267 h 427091"/>
                <a:gd name="connsiteX10" fmla="*/ 0 w 3831982"/>
                <a:gd name="connsiteY10" fmla="*/ 0 h 427091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250124 w 3815256"/>
                <a:gd name="connsiteY6" fmla="*/ 3667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352158 w 3815256"/>
                <a:gd name="connsiteY9" fmla="*/ 119312 h 382486"/>
                <a:gd name="connsiteX10" fmla="*/ 0 w 3815256"/>
                <a:gd name="connsiteY10" fmla="*/ 0 h 3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5256" h="382486">
                  <a:moveTo>
                    <a:pt x="0" y="0"/>
                  </a:moveTo>
                  <a:lnTo>
                    <a:pt x="1761624" y="62600"/>
                  </a:lnTo>
                  <a:lnTo>
                    <a:pt x="1313883" y="182418"/>
                  </a:lnTo>
                  <a:lnTo>
                    <a:pt x="2802148" y="195030"/>
                  </a:lnTo>
                  <a:lnTo>
                    <a:pt x="2530587" y="308673"/>
                  </a:lnTo>
                  <a:lnTo>
                    <a:pt x="3815256" y="382486"/>
                  </a:lnTo>
                  <a:lnTo>
                    <a:pt x="2192974" y="379459"/>
                  </a:lnTo>
                  <a:lnTo>
                    <a:pt x="2527349" y="238311"/>
                  </a:lnTo>
                  <a:lnTo>
                    <a:pt x="920908" y="246210"/>
                  </a:lnTo>
                  <a:lnTo>
                    <a:pt x="1352158" y="11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60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0EF9E70-66E1-9DB6-74FB-CFDDD75A2279}"/>
                </a:ext>
              </a:extLst>
            </p:cNvPr>
            <p:cNvSpPr/>
            <p:nvPr/>
          </p:nvSpPr>
          <p:spPr>
            <a:xfrm>
              <a:off x="1701753" y="3853843"/>
              <a:ext cx="1053411" cy="698327"/>
            </a:xfrm>
            <a:custGeom>
              <a:avLst/>
              <a:gdLst>
                <a:gd name="connsiteX0" fmla="*/ 0 w 1651000"/>
                <a:gd name="connsiteY0" fmla="*/ 1098550 h 1152970"/>
                <a:gd name="connsiteX1" fmla="*/ 1466850 w 1651000"/>
                <a:gd name="connsiteY1" fmla="*/ 1092200 h 1152970"/>
                <a:gd name="connsiteX2" fmla="*/ 1174750 w 1651000"/>
                <a:gd name="connsiteY2" fmla="*/ 482600 h 1152970"/>
                <a:gd name="connsiteX3" fmla="*/ 1619250 w 1651000"/>
                <a:gd name="connsiteY3" fmla="*/ 44450 h 1152970"/>
                <a:gd name="connsiteX4" fmla="*/ 1619250 w 1651000"/>
                <a:gd name="connsiteY4" fmla="*/ 44450 h 1152970"/>
                <a:gd name="connsiteX5" fmla="*/ 1651000 w 1651000"/>
                <a:gd name="connsiteY5" fmla="*/ 0 h 11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1000" h="1152970">
                  <a:moveTo>
                    <a:pt x="0" y="1098550"/>
                  </a:moveTo>
                  <a:cubicBezTo>
                    <a:pt x="635529" y="1146704"/>
                    <a:pt x="1271058" y="1194858"/>
                    <a:pt x="1466850" y="1092200"/>
                  </a:cubicBezTo>
                  <a:cubicBezTo>
                    <a:pt x="1662642" y="989542"/>
                    <a:pt x="1149350" y="657225"/>
                    <a:pt x="1174750" y="482600"/>
                  </a:cubicBezTo>
                  <a:cubicBezTo>
                    <a:pt x="1200150" y="307975"/>
                    <a:pt x="1619250" y="44450"/>
                    <a:pt x="1619250" y="44450"/>
                  </a:cubicBezTo>
                  <a:lnTo>
                    <a:pt x="1619250" y="44450"/>
                  </a:lnTo>
                  <a:lnTo>
                    <a:pt x="1651000" y="0"/>
                  </a:lnTo>
                </a:path>
              </a:pathLst>
            </a:custGeom>
            <a:noFill/>
            <a:ln w="28575" cap="flat" cmpd="sng" algn="ctr">
              <a:solidFill>
                <a:schemeClr val="tx1">
                  <a:alpha val="61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F353DB1-4080-D5DA-9DC7-B4625F248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405882">
              <a:off x="973239" y="4081294"/>
              <a:ext cx="863925" cy="633458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C7A0A4B-CFBB-EEBF-86EC-89272274668D}"/>
                </a:ext>
              </a:extLst>
            </p:cNvPr>
            <p:cNvSpPr/>
            <p:nvPr/>
          </p:nvSpPr>
          <p:spPr>
            <a:xfrm rot="2700000">
              <a:off x="1812234" y="3106767"/>
              <a:ext cx="549993" cy="69101"/>
            </a:xfrm>
            <a:custGeom>
              <a:avLst/>
              <a:gdLst>
                <a:gd name="connsiteX0" fmla="*/ 0 w 3380127"/>
                <a:gd name="connsiteY0" fmla="*/ 0 h 315310"/>
                <a:gd name="connsiteX1" fmla="*/ 1343222 w 3380127"/>
                <a:gd name="connsiteY1" fmla="*/ 0 h 315310"/>
                <a:gd name="connsiteX2" fmla="*/ 895481 w 3380127"/>
                <a:gd name="connsiteY2" fmla="*/ 119818 h 315310"/>
                <a:gd name="connsiteX3" fmla="*/ 2383746 w 3380127"/>
                <a:gd name="connsiteY3" fmla="*/ 132430 h 315310"/>
                <a:gd name="connsiteX4" fmla="*/ 2169335 w 3380127"/>
                <a:gd name="connsiteY4" fmla="*/ 227023 h 315310"/>
                <a:gd name="connsiteX5" fmla="*/ 3380127 w 3380127"/>
                <a:gd name="connsiteY5" fmla="*/ 258554 h 315310"/>
                <a:gd name="connsiteX6" fmla="*/ 1973843 w 3380127"/>
                <a:gd name="connsiteY6" fmla="*/ 315310 h 315310"/>
                <a:gd name="connsiteX7" fmla="*/ 2093661 w 3380127"/>
                <a:gd name="connsiteY7" fmla="*/ 189186 h 315310"/>
                <a:gd name="connsiteX8" fmla="*/ 662152 w 3380127"/>
                <a:gd name="connsiteY8" fmla="*/ 201798 h 315310"/>
                <a:gd name="connsiteX9" fmla="*/ 870256 w 3380127"/>
                <a:gd name="connsiteY9" fmla="*/ 63062 h 315310"/>
                <a:gd name="connsiteX10" fmla="*/ 0 w 3380127"/>
                <a:gd name="connsiteY10" fmla="*/ 0 h 315310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1097280 w 3815255"/>
                <a:gd name="connsiteY8" fmla="*/ 309003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528789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408971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958543 w 3815255"/>
                <a:gd name="connsiteY8" fmla="*/ 296391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90952 w 3815255"/>
                <a:gd name="connsiteY7" fmla="*/ 296391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22515"/>
                <a:gd name="connsiteX1" fmla="*/ 1778350 w 3815255"/>
                <a:gd name="connsiteY1" fmla="*/ 107205 h 422515"/>
                <a:gd name="connsiteX2" fmla="*/ 1330609 w 3815255"/>
                <a:gd name="connsiteY2" fmla="*/ 227023 h 422515"/>
                <a:gd name="connsiteX3" fmla="*/ 2818874 w 3815255"/>
                <a:gd name="connsiteY3" fmla="*/ 239635 h 422515"/>
                <a:gd name="connsiteX4" fmla="*/ 2604463 w 3815255"/>
                <a:gd name="connsiteY4" fmla="*/ 334228 h 422515"/>
                <a:gd name="connsiteX5" fmla="*/ 3815255 w 3815255"/>
                <a:gd name="connsiteY5" fmla="*/ 365759 h 422515"/>
                <a:gd name="connsiteX6" fmla="*/ 2289153 w 3815255"/>
                <a:gd name="connsiteY6" fmla="*/ 422515 h 422515"/>
                <a:gd name="connsiteX7" fmla="*/ 2474225 w 3815255"/>
                <a:gd name="connsiteY7" fmla="*/ 301966 h 422515"/>
                <a:gd name="connsiteX8" fmla="*/ 880484 w 3815255"/>
                <a:gd name="connsiteY8" fmla="*/ 290815 h 422515"/>
                <a:gd name="connsiteX9" fmla="*/ 1305384 w 3815255"/>
                <a:gd name="connsiteY9" fmla="*/ 170267 h 422515"/>
                <a:gd name="connsiteX10" fmla="*/ 0 w 3815255"/>
                <a:gd name="connsiteY10" fmla="*/ 0 h 422515"/>
                <a:gd name="connsiteX0" fmla="*/ 0 w 3815255"/>
                <a:gd name="connsiteY0" fmla="*/ 0 h 411364"/>
                <a:gd name="connsiteX1" fmla="*/ 1778350 w 3815255"/>
                <a:gd name="connsiteY1" fmla="*/ 107205 h 411364"/>
                <a:gd name="connsiteX2" fmla="*/ 1330609 w 3815255"/>
                <a:gd name="connsiteY2" fmla="*/ 227023 h 411364"/>
                <a:gd name="connsiteX3" fmla="*/ 2818874 w 3815255"/>
                <a:gd name="connsiteY3" fmla="*/ 239635 h 411364"/>
                <a:gd name="connsiteX4" fmla="*/ 2604463 w 3815255"/>
                <a:gd name="connsiteY4" fmla="*/ 334228 h 411364"/>
                <a:gd name="connsiteX5" fmla="*/ 3815255 w 3815255"/>
                <a:gd name="connsiteY5" fmla="*/ 365759 h 411364"/>
                <a:gd name="connsiteX6" fmla="*/ 2266850 w 3815255"/>
                <a:gd name="connsiteY6" fmla="*/ 411364 h 411364"/>
                <a:gd name="connsiteX7" fmla="*/ 2474225 w 3815255"/>
                <a:gd name="connsiteY7" fmla="*/ 301966 h 411364"/>
                <a:gd name="connsiteX8" fmla="*/ 880484 w 3815255"/>
                <a:gd name="connsiteY8" fmla="*/ 290815 h 411364"/>
                <a:gd name="connsiteX9" fmla="*/ 1305384 w 3815255"/>
                <a:gd name="connsiteY9" fmla="*/ 170267 h 411364"/>
                <a:gd name="connsiteX10" fmla="*/ 0 w 3815255"/>
                <a:gd name="connsiteY10" fmla="*/ 0 h 411364"/>
                <a:gd name="connsiteX0" fmla="*/ 0 w 3831982"/>
                <a:gd name="connsiteY0" fmla="*/ 0 h 427091"/>
                <a:gd name="connsiteX1" fmla="*/ 1778350 w 3831982"/>
                <a:gd name="connsiteY1" fmla="*/ 107205 h 427091"/>
                <a:gd name="connsiteX2" fmla="*/ 1330609 w 3831982"/>
                <a:gd name="connsiteY2" fmla="*/ 227023 h 427091"/>
                <a:gd name="connsiteX3" fmla="*/ 2818874 w 3831982"/>
                <a:gd name="connsiteY3" fmla="*/ 239635 h 427091"/>
                <a:gd name="connsiteX4" fmla="*/ 2604463 w 3831982"/>
                <a:gd name="connsiteY4" fmla="*/ 334228 h 427091"/>
                <a:gd name="connsiteX5" fmla="*/ 3831982 w 3831982"/>
                <a:gd name="connsiteY5" fmla="*/ 427091 h 427091"/>
                <a:gd name="connsiteX6" fmla="*/ 2266850 w 3831982"/>
                <a:gd name="connsiteY6" fmla="*/ 411364 h 427091"/>
                <a:gd name="connsiteX7" fmla="*/ 2474225 w 3831982"/>
                <a:gd name="connsiteY7" fmla="*/ 301966 h 427091"/>
                <a:gd name="connsiteX8" fmla="*/ 880484 w 3831982"/>
                <a:gd name="connsiteY8" fmla="*/ 290815 h 427091"/>
                <a:gd name="connsiteX9" fmla="*/ 1305384 w 3831982"/>
                <a:gd name="connsiteY9" fmla="*/ 170267 h 427091"/>
                <a:gd name="connsiteX10" fmla="*/ 0 w 3831982"/>
                <a:gd name="connsiteY10" fmla="*/ 0 h 427091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250124 w 3815256"/>
                <a:gd name="connsiteY6" fmla="*/ 3667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457499 w 3815256"/>
                <a:gd name="connsiteY7" fmla="*/ 25736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87737 w 3815256"/>
                <a:gd name="connsiteY4" fmla="*/ 28962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86375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288658 w 3815256"/>
                <a:gd name="connsiteY9" fmla="*/ 125662 h 382486"/>
                <a:gd name="connsiteX10" fmla="*/ 0 w 3815256"/>
                <a:gd name="connsiteY10" fmla="*/ 0 h 382486"/>
                <a:gd name="connsiteX0" fmla="*/ 0 w 3815256"/>
                <a:gd name="connsiteY0" fmla="*/ 0 h 382486"/>
                <a:gd name="connsiteX1" fmla="*/ 1761624 w 3815256"/>
                <a:gd name="connsiteY1" fmla="*/ 62600 h 382486"/>
                <a:gd name="connsiteX2" fmla="*/ 1313883 w 3815256"/>
                <a:gd name="connsiteY2" fmla="*/ 182418 h 382486"/>
                <a:gd name="connsiteX3" fmla="*/ 2802148 w 3815256"/>
                <a:gd name="connsiteY3" fmla="*/ 195030 h 382486"/>
                <a:gd name="connsiteX4" fmla="*/ 2530587 w 3815256"/>
                <a:gd name="connsiteY4" fmla="*/ 308673 h 382486"/>
                <a:gd name="connsiteX5" fmla="*/ 3815256 w 3815256"/>
                <a:gd name="connsiteY5" fmla="*/ 382486 h 382486"/>
                <a:gd name="connsiteX6" fmla="*/ 2192974 w 3815256"/>
                <a:gd name="connsiteY6" fmla="*/ 379459 h 382486"/>
                <a:gd name="connsiteX7" fmla="*/ 2527349 w 3815256"/>
                <a:gd name="connsiteY7" fmla="*/ 238311 h 382486"/>
                <a:gd name="connsiteX8" fmla="*/ 920908 w 3815256"/>
                <a:gd name="connsiteY8" fmla="*/ 246210 h 382486"/>
                <a:gd name="connsiteX9" fmla="*/ 1352158 w 3815256"/>
                <a:gd name="connsiteY9" fmla="*/ 119312 h 382486"/>
                <a:gd name="connsiteX10" fmla="*/ 0 w 3815256"/>
                <a:gd name="connsiteY10" fmla="*/ 0 h 38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5256" h="382486">
                  <a:moveTo>
                    <a:pt x="0" y="0"/>
                  </a:moveTo>
                  <a:lnTo>
                    <a:pt x="1761624" y="62600"/>
                  </a:lnTo>
                  <a:lnTo>
                    <a:pt x="1313883" y="182418"/>
                  </a:lnTo>
                  <a:lnTo>
                    <a:pt x="2802148" y="195030"/>
                  </a:lnTo>
                  <a:lnTo>
                    <a:pt x="2530587" y="308673"/>
                  </a:lnTo>
                  <a:lnTo>
                    <a:pt x="3815256" y="382486"/>
                  </a:lnTo>
                  <a:lnTo>
                    <a:pt x="2192974" y="379459"/>
                  </a:lnTo>
                  <a:lnTo>
                    <a:pt x="2527349" y="238311"/>
                  </a:lnTo>
                  <a:lnTo>
                    <a:pt x="920908" y="246210"/>
                  </a:lnTo>
                  <a:lnTo>
                    <a:pt x="1352158" y="119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60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sz="825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588CFD-1ACE-88FC-9AD2-C8C8C5EB670A}"/>
                </a:ext>
              </a:extLst>
            </p:cNvPr>
            <p:cNvSpPr/>
            <p:nvPr/>
          </p:nvSpPr>
          <p:spPr>
            <a:xfrm>
              <a:off x="2712648" y="3112784"/>
              <a:ext cx="667170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IoT</a:t>
              </a:r>
            </a:p>
            <a:p>
              <a:pPr algn="ctr"/>
              <a:r>
                <a:rPr lang="en-US" sz="1050" dirty="0"/>
                <a:t>Gateway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95BE62E-A76C-316C-D53C-3B03E760C034}"/>
                </a:ext>
              </a:extLst>
            </p:cNvPr>
            <p:cNvSpPr/>
            <p:nvPr/>
          </p:nvSpPr>
          <p:spPr>
            <a:xfrm>
              <a:off x="1229516" y="1828063"/>
              <a:ext cx="56938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Mobile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2EBB50A-A433-0CC1-3C17-DA3FE81DCAAF}"/>
                </a:ext>
              </a:extLst>
            </p:cNvPr>
            <p:cNvSpPr/>
            <p:nvPr/>
          </p:nvSpPr>
          <p:spPr>
            <a:xfrm>
              <a:off x="854941" y="2527270"/>
              <a:ext cx="715260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Wearable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D50D90-3331-3C97-5F6A-77C3DA3C9832}"/>
                </a:ext>
              </a:extLst>
            </p:cNvPr>
            <p:cNvSpPr/>
            <p:nvPr/>
          </p:nvSpPr>
          <p:spPr>
            <a:xfrm>
              <a:off x="664942" y="3395683"/>
              <a:ext cx="744114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Stationary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C6DACAA-E56F-13CA-BB9D-4FF0CDCC35F2}"/>
                </a:ext>
              </a:extLst>
            </p:cNvPr>
            <p:cNvSpPr/>
            <p:nvPr/>
          </p:nvSpPr>
          <p:spPr>
            <a:xfrm>
              <a:off x="2352386" y="2760167"/>
              <a:ext cx="652744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Wireless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8E14CFC-D7D9-1C12-C5F8-BED626C20D04}"/>
                </a:ext>
              </a:extLst>
            </p:cNvPr>
            <p:cNvSpPr/>
            <p:nvPr/>
          </p:nvSpPr>
          <p:spPr>
            <a:xfrm>
              <a:off x="1853472" y="4120883"/>
              <a:ext cx="519694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Wired</a:t>
              </a:r>
            </a:p>
          </p:txBody>
        </p:sp>
        <p:pic>
          <p:nvPicPr>
            <p:cNvPr id="34" name="Picture 10" descr="Image result for cell tower png">
              <a:extLst>
                <a:ext uri="{FF2B5EF4-FFF2-40B4-BE49-F238E27FC236}">
                  <a16:creationId xmlns:a16="http://schemas.microsoft.com/office/drawing/2014/main" id="{EEEE6D1C-466A-B3DE-939E-DFE9E52B4F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2904" y="2099196"/>
              <a:ext cx="392585" cy="78517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5143DE7-72E7-7F67-3ACA-2119A45BB0F0}"/>
                </a:ext>
              </a:extLst>
            </p:cNvPr>
            <p:cNvSpPr/>
            <p:nvPr/>
          </p:nvSpPr>
          <p:spPr>
            <a:xfrm>
              <a:off x="2970744" y="1981186"/>
              <a:ext cx="59663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/>
                <a:t>Cellular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C4F9FF9-25F1-18D8-819D-94A498849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20141" y="2655861"/>
              <a:ext cx="2372198" cy="2372198"/>
            </a:xfrm>
            <a:prstGeom prst="rect">
              <a:avLst/>
            </a:prstGeom>
          </p:spPr>
        </p:pic>
        <p:pic>
          <p:nvPicPr>
            <p:cNvPr id="37" name="Picture 14" descr="Image result for cloud gears png">
              <a:extLst>
                <a:ext uri="{FF2B5EF4-FFF2-40B4-BE49-F238E27FC236}">
                  <a16:creationId xmlns:a16="http://schemas.microsoft.com/office/drawing/2014/main" id="{1B8EE5F8-2A4D-4B78-F3AF-A68EDAB48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3319" y="3626516"/>
              <a:ext cx="1049561" cy="1134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4493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12A6-FAB0-EEEE-871C-714CB89D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(Slide 2 of 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C7FFD-F9E4-6DAC-B45C-7E5CD3B0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7C1D43-4F2E-3D54-F23A-44A3AAAA0285}"/>
              </a:ext>
            </a:extLst>
          </p:cNvPr>
          <p:cNvGrpSpPr/>
          <p:nvPr/>
        </p:nvGrpSpPr>
        <p:grpSpPr>
          <a:xfrm>
            <a:off x="2431753" y="2854289"/>
            <a:ext cx="4862262" cy="1609959"/>
            <a:chOff x="333374" y="2854289"/>
            <a:chExt cx="4862262" cy="1609959"/>
          </a:xfrm>
        </p:grpSpPr>
        <p:sp>
          <p:nvSpPr>
            <p:cNvPr id="8" name="Arrow">
              <a:extLst>
                <a:ext uri="{FF2B5EF4-FFF2-40B4-BE49-F238E27FC236}">
                  <a16:creationId xmlns:a16="http://schemas.microsoft.com/office/drawing/2014/main" id="{1483CA65-0F06-9383-D91F-5C748D52C8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605093" y="3068726"/>
              <a:ext cx="0" cy="1181087"/>
            </a:xfrm>
            <a:prstGeom prst="line">
              <a:avLst/>
            </a:prstGeom>
            <a:noFill/>
            <a:ln w="57150">
              <a:solidFill>
                <a:srgbClr val="009DD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ounded Rectangle 149">
              <a:extLst>
                <a:ext uri="{FF2B5EF4-FFF2-40B4-BE49-F238E27FC236}">
                  <a16:creationId xmlns:a16="http://schemas.microsoft.com/office/drawing/2014/main" id="{CCC6AE1E-1835-DE2F-3E1C-C0375268B8A5}"/>
                </a:ext>
              </a:extLst>
            </p:cNvPr>
            <p:cNvSpPr/>
            <p:nvPr/>
          </p:nvSpPr>
          <p:spPr>
            <a:xfrm>
              <a:off x="333374" y="2854289"/>
              <a:ext cx="4152901" cy="1609959"/>
            </a:xfrm>
            <a:prstGeom prst="roundRect">
              <a:avLst>
                <a:gd name="adj" fmla="val 8378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Client apps provide users with access to IoT data and issue commands.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Consumer IoT: smartphone, tablet, desktop apps.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Business intelligence and data dashboards.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500" kern="0" dirty="0">
                  <a:solidFill>
                    <a:srgbClr val="FFFFFF"/>
                  </a:solidFill>
                  <a:cs typeface="Calibri"/>
                </a:rPr>
                <a:t>Administrative applications.</a:t>
              </a:r>
            </a:p>
          </p:txBody>
        </p:sp>
      </p:grpSp>
      <p:grpSp>
        <p:nvGrpSpPr>
          <p:cNvPr id="7" name="UI">
            <a:extLst>
              <a:ext uri="{FF2B5EF4-FFF2-40B4-BE49-F238E27FC236}">
                <a16:creationId xmlns:a16="http://schemas.microsoft.com/office/drawing/2014/main" id="{9C2D702E-AC2A-CBB7-06CF-5ABA3B1061AA}"/>
              </a:ext>
            </a:extLst>
          </p:cNvPr>
          <p:cNvGrpSpPr/>
          <p:nvPr/>
        </p:nvGrpSpPr>
        <p:grpSpPr>
          <a:xfrm>
            <a:off x="7294016" y="3078665"/>
            <a:ext cx="1363850" cy="1263863"/>
            <a:chOff x="7468569" y="4396265"/>
            <a:chExt cx="1250729" cy="1215477"/>
          </a:xfrm>
        </p:grpSpPr>
        <p:pic>
          <p:nvPicPr>
            <p:cNvPr id="11" name="Picture 18" descr="Datei:IPhone 4S No shadow.png">
              <a:extLst>
                <a:ext uri="{FF2B5EF4-FFF2-40B4-BE49-F238E27FC236}">
                  <a16:creationId xmlns:a16="http://schemas.microsoft.com/office/drawing/2014/main" id="{FF436703-9800-FFD3-A487-CF96BC486B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8569" y="4396265"/>
              <a:ext cx="609238" cy="105648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http://icons.iconarchive.com/icons/visualpharm/must-have/256/User-icon.png">
              <a:extLst>
                <a:ext uri="{FF2B5EF4-FFF2-40B4-BE49-F238E27FC236}">
                  <a16:creationId xmlns:a16="http://schemas.microsoft.com/office/drawing/2014/main" id="{F3249709-7A89-A423-9329-A4FFE7ADF9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3188" y="4665632"/>
              <a:ext cx="946110" cy="94611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80331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5E833-1464-C8EE-AB2A-0CDF261A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Stacks (Slide 1 of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A461E1-B3D0-F36F-4A8C-DEB2564B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9F8A8D2-2F67-A052-9E8C-89F0F0BB6300}"/>
              </a:ext>
            </a:extLst>
          </p:cNvPr>
          <p:cNvGrpSpPr/>
          <p:nvPr/>
        </p:nvGrpSpPr>
        <p:grpSpPr>
          <a:xfrm>
            <a:off x="1754359" y="1695756"/>
            <a:ext cx="8683283" cy="3863340"/>
            <a:chOff x="242668" y="1695756"/>
            <a:chExt cx="8683283" cy="386334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5225682-BF2E-406F-F8A3-CD2AE5629B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4250"/>
            <a:stretch/>
          </p:blipFill>
          <p:spPr>
            <a:xfrm>
              <a:off x="1155308" y="1695756"/>
              <a:ext cx="6858000" cy="3863340"/>
            </a:xfrm>
            <a:prstGeom prst="rect">
              <a:avLst/>
            </a:prstGeom>
          </p:spPr>
        </p:pic>
        <p:sp>
          <p:nvSpPr>
            <p:cNvPr id="20" name="Rounded Rectangle 143">
              <a:extLst>
                <a:ext uri="{FF2B5EF4-FFF2-40B4-BE49-F238E27FC236}">
                  <a16:creationId xmlns:a16="http://schemas.microsoft.com/office/drawing/2014/main" id="{85E12BA1-DA11-2D4B-E3D7-A216C0BBC3E3}"/>
                </a:ext>
              </a:extLst>
            </p:cNvPr>
            <p:cNvSpPr/>
            <p:nvPr/>
          </p:nvSpPr>
          <p:spPr>
            <a:xfrm>
              <a:off x="1255938" y="5242182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IoT Devices</a:t>
              </a:r>
            </a:p>
          </p:txBody>
        </p:sp>
        <p:sp>
          <p:nvSpPr>
            <p:cNvPr id="21" name="Rounded Rectangle 143">
              <a:extLst>
                <a:ext uri="{FF2B5EF4-FFF2-40B4-BE49-F238E27FC236}">
                  <a16:creationId xmlns:a16="http://schemas.microsoft.com/office/drawing/2014/main" id="{7591DF53-FA82-64C9-55BB-BD95D352A8B6}"/>
                </a:ext>
              </a:extLst>
            </p:cNvPr>
            <p:cNvSpPr/>
            <p:nvPr/>
          </p:nvSpPr>
          <p:spPr>
            <a:xfrm>
              <a:off x="2531075" y="5242182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Local Network</a:t>
              </a:r>
            </a:p>
          </p:txBody>
        </p:sp>
        <p:sp>
          <p:nvSpPr>
            <p:cNvPr id="22" name="Rounded Rectangle 143">
              <a:extLst>
                <a:ext uri="{FF2B5EF4-FFF2-40B4-BE49-F238E27FC236}">
                  <a16:creationId xmlns:a16="http://schemas.microsoft.com/office/drawing/2014/main" id="{76965CC8-1BCB-D665-E35B-3D48DFE2F3B0}"/>
                </a:ext>
              </a:extLst>
            </p:cNvPr>
            <p:cNvSpPr/>
            <p:nvPr/>
          </p:nvSpPr>
          <p:spPr>
            <a:xfrm>
              <a:off x="3806211" y="5242182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Global Network</a:t>
              </a:r>
            </a:p>
          </p:txBody>
        </p:sp>
        <p:sp>
          <p:nvSpPr>
            <p:cNvPr id="23" name="Rounded Rectangle 143">
              <a:extLst>
                <a:ext uri="{FF2B5EF4-FFF2-40B4-BE49-F238E27FC236}">
                  <a16:creationId xmlns:a16="http://schemas.microsoft.com/office/drawing/2014/main" id="{9A7D21BF-E77A-906E-7A39-28832E30585C}"/>
                </a:ext>
              </a:extLst>
            </p:cNvPr>
            <p:cNvSpPr/>
            <p:nvPr/>
          </p:nvSpPr>
          <p:spPr>
            <a:xfrm>
              <a:off x="5081348" y="5242182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Cloud Services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3C34A22-36B4-D70B-8348-86F4A471A40F}"/>
                </a:ext>
              </a:extLst>
            </p:cNvPr>
            <p:cNvSpPr txBox="1"/>
            <p:nvPr/>
          </p:nvSpPr>
          <p:spPr>
            <a:xfrm rot="18540841">
              <a:off x="4082609" y="2887970"/>
              <a:ext cx="651866" cy="415498"/>
            </a:xfrm>
            <a:prstGeom prst="rect">
              <a:avLst/>
            </a:prstGeom>
            <a:noFill/>
            <a:effectLst>
              <a:glow rad="127000">
                <a:schemeClr val="bg1"/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effectLst>
                    <a:glow rad="342900">
                      <a:schemeClr val="bg1"/>
                    </a:glow>
                  </a:effectLst>
                </a:rPr>
                <a:t>The Edge</a:t>
              </a:r>
            </a:p>
          </p:txBody>
        </p:sp>
        <p:sp>
          <p:nvSpPr>
            <p:cNvPr id="25" name="Rounded Rectangle 143">
              <a:extLst>
                <a:ext uri="{FF2B5EF4-FFF2-40B4-BE49-F238E27FC236}">
                  <a16:creationId xmlns:a16="http://schemas.microsoft.com/office/drawing/2014/main" id="{C3C1C74C-49A4-F98A-98D4-1D8A48978BC7}"/>
                </a:ext>
              </a:extLst>
            </p:cNvPr>
            <p:cNvSpPr/>
            <p:nvPr/>
          </p:nvSpPr>
          <p:spPr>
            <a:xfrm>
              <a:off x="6356484" y="5242182"/>
              <a:ext cx="1037527" cy="251496"/>
            </a:xfrm>
            <a:prstGeom prst="roundRect">
              <a:avLst>
                <a:gd name="adj" fmla="val 12965"/>
              </a:avLst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975" b="1" kern="0" dirty="0">
                  <a:solidFill>
                    <a:srgbClr val="FFFFFF"/>
                  </a:solidFill>
                  <a:cs typeface="Calibri"/>
                </a:rPr>
                <a:t>User Interface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736C425-F963-0705-4814-8E6940611A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211"/>
            <a:stretch/>
          </p:blipFill>
          <p:spPr>
            <a:xfrm>
              <a:off x="3064932" y="2890534"/>
              <a:ext cx="870960" cy="614475"/>
            </a:xfrm>
            <a:prstGeom prst="rect">
              <a:avLst/>
            </a:prstGeom>
            <a:effectLst>
              <a:outerShdw blurRad="101600" dist="50800" dir="342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3B3F4D8-F65B-DBB3-DEF3-424389594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2100" y="2956458"/>
              <a:ext cx="740804" cy="50496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D0E8B5-0336-1A71-09F0-CD53D8252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2432" y="3631484"/>
              <a:ext cx="794053" cy="79405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9" name="UI">
              <a:extLst>
                <a:ext uri="{FF2B5EF4-FFF2-40B4-BE49-F238E27FC236}">
                  <a16:creationId xmlns:a16="http://schemas.microsoft.com/office/drawing/2014/main" id="{16852145-CF88-3793-35A9-2DC5174D9227}"/>
                </a:ext>
              </a:extLst>
            </p:cNvPr>
            <p:cNvGrpSpPr/>
            <p:nvPr/>
          </p:nvGrpSpPr>
          <p:grpSpPr>
            <a:xfrm>
              <a:off x="6876301" y="4161232"/>
              <a:ext cx="913470" cy="887724"/>
              <a:chOff x="7468569" y="4396265"/>
              <a:chExt cx="1250729" cy="1215476"/>
            </a:xfrm>
          </p:grpSpPr>
          <p:pic>
            <p:nvPicPr>
              <p:cNvPr id="30" name="Picture 18" descr="Datei:IPhone 4S No shadow.png">
                <a:extLst>
                  <a:ext uri="{FF2B5EF4-FFF2-40B4-BE49-F238E27FC236}">
                    <a16:creationId xmlns:a16="http://schemas.microsoft.com/office/drawing/2014/main" id="{87D25644-2CDC-620A-9600-62EE3D17F5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569" y="4396265"/>
                <a:ext cx="609238" cy="1056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2" descr="http://icons.iconarchive.com/icons/visualpharm/must-have/256/User-icon.png">
                <a:extLst>
                  <a:ext uri="{FF2B5EF4-FFF2-40B4-BE49-F238E27FC236}">
                    <a16:creationId xmlns:a16="http://schemas.microsoft.com/office/drawing/2014/main" id="{5C8E87EB-1E6E-AACB-F251-4CA55CBEC7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3188" y="4665631"/>
                <a:ext cx="946110" cy="946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411DABA-05DD-31E2-33DC-87A233A03B02}"/>
                </a:ext>
              </a:extLst>
            </p:cNvPr>
            <p:cNvSpPr txBox="1"/>
            <p:nvPr/>
          </p:nvSpPr>
          <p:spPr>
            <a:xfrm flipH="1">
              <a:off x="242668" y="1914948"/>
              <a:ext cx="868328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b="1" i="1" dirty="0">
                  <a:solidFill>
                    <a:srgbClr val="1D3763"/>
                  </a:solidFill>
                </a:rPr>
                <a:t>Layers of software used throughout the IoT infrastructure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8978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5E833-1464-C8EE-AB2A-0CDF261A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Stacks (Slide 2 of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A461E1-B3D0-F36F-4A8C-DEB2564B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C41120-BB1E-7420-7FC4-A2A847B6AE22}"/>
              </a:ext>
            </a:extLst>
          </p:cNvPr>
          <p:cNvGrpSpPr/>
          <p:nvPr/>
        </p:nvGrpSpPr>
        <p:grpSpPr>
          <a:xfrm>
            <a:off x="2666703" y="1687014"/>
            <a:ext cx="6858595" cy="3863675"/>
            <a:chOff x="1086054" y="1687014"/>
            <a:chExt cx="6858595" cy="386367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BCBD4F8-21AC-9DBE-6508-9B6FEC76E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6054" y="1687014"/>
              <a:ext cx="6858595" cy="38636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DE4CB96-8F28-23DB-3C0A-9EF30EB63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2100" y="2382535"/>
              <a:ext cx="1582778" cy="107888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94E992-2754-FBDD-2089-917502A72A88}"/>
                </a:ext>
              </a:extLst>
            </p:cNvPr>
            <p:cNvGrpSpPr/>
            <p:nvPr/>
          </p:nvGrpSpPr>
          <p:grpSpPr>
            <a:xfrm>
              <a:off x="3296655" y="2023057"/>
              <a:ext cx="4447609" cy="2362925"/>
              <a:chOff x="436653" y="861390"/>
              <a:chExt cx="3851901" cy="1415434"/>
            </a:xfrm>
          </p:grpSpPr>
          <p:sp>
            <p:nvSpPr>
              <p:cNvPr id="7" name="Backpanel">
                <a:extLst>
                  <a:ext uri="{FF2B5EF4-FFF2-40B4-BE49-F238E27FC236}">
                    <a16:creationId xmlns:a16="http://schemas.microsoft.com/office/drawing/2014/main" id="{76717B99-F265-B305-BD75-0A516A41FC8F}"/>
                  </a:ext>
                </a:extLst>
              </p:cNvPr>
              <p:cNvSpPr/>
              <p:nvPr/>
            </p:nvSpPr>
            <p:spPr>
              <a:xfrm>
                <a:off x="436653" y="861390"/>
                <a:ext cx="3851901" cy="1415434"/>
              </a:xfrm>
              <a:prstGeom prst="roundRect">
                <a:avLst>
                  <a:gd name="adj" fmla="val 2450"/>
                </a:avLst>
              </a:prstGeom>
              <a:solidFill>
                <a:schemeClr val="bg1">
                  <a:lumMod val="9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anchor="t"/>
              <a:lstStyle/>
              <a:p>
                <a:pPr marL="685800">
                  <a:defRPr/>
                </a:pPr>
                <a:endParaRPr lang="en-US" sz="900" b="1" kern="0" dirty="0">
                  <a:latin typeface="Calibri"/>
                  <a:cs typeface="Calibri"/>
                </a:endParaRPr>
              </a:p>
            </p:txBody>
          </p:sp>
          <p:sp>
            <p:nvSpPr>
              <p:cNvPr id="8" name="Rounded Rectangle 143">
                <a:extLst>
                  <a:ext uri="{FF2B5EF4-FFF2-40B4-BE49-F238E27FC236}">
                    <a16:creationId xmlns:a16="http://schemas.microsoft.com/office/drawing/2014/main" id="{1F77E8E7-5659-4C10-5045-9BD2788D51A5}"/>
                  </a:ext>
                </a:extLst>
              </p:cNvPr>
              <p:cNvSpPr/>
              <p:nvPr/>
            </p:nvSpPr>
            <p:spPr>
              <a:xfrm>
                <a:off x="498647" y="1963435"/>
                <a:ext cx="263270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500" b="1" kern="0" dirty="0">
                    <a:solidFill>
                      <a:srgbClr val="FFFFFF"/>
                    </a:solidFill>
                    <a:cs typeface="Calibri"/>
                  </a:rPr>
                  <a:t>Operating System (Optional)</a:t>
                </a:r>
              </a:p>
              <a:p>
                <a:pPr algn="ctr">
                  <a:defRPr/>
                </a:pPr>
                <a:endParaRPr lang="en-US" sz="1500" b="1" kern="0" dirty="0">
                  <a:solidFill>
                    <a:srgbClr val="FFFFFF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9" name="Rounded Rectangle 143">
                <a:extLst>
                  <a:ext uri="{FF2B5EF4-FFF2-40B4-BE49-F238E27FC236}">
                    <a16:creationId xmlns:a16="http://schemas.microsoft.com/office/drawing/2014/main" id="{813C00EA-3DC0-773C-8364-775C6D8CF5E9}"/>
                  </a:ext>
                </a:extLst>
              </p:cNvPr>
              <p:cNvSpPr/>
              <p:nvPr/>
            </p:nvSpPr>
            <p:spPr>
              <a:xfrm>
                <a:off x="498647" y="1689344"/>
                <a:ext cx="263270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500" b="1" kern="0" dirty="0">
                    <a:solidFill>
                      <a:srgbClr val="FFFFFF"/>
                    </a:solidFill>
                    <a:cs typeface="Calibri"/>
                  </a:rPr>
                  <a:t>Hardware Abstraction Layer</a:t>
                </a:r>
              </a:p>
            </p:txBody>
          </p:sp>
          <p:sp>
            <p:nvSpPr>
              <p:cNvPr id="10" name="Rounded Rectangle 143">
                <a:extLst>
                  <a:ext uri="{FF2B5EF4-FFF2-40B4-BE49-F238E27FC236}">
                    <a16:creationId xmlns:a16="http://schemas.microsoft.com/office/drawing/2014/main" id="{0E12BB6A-DB64-60BF-72D3-F9BD81E9ECC1}"/>
                  </a:ext>
                </a:extLst>
              </p:cNvPr>
              <p:cNvSpPr/>
              <p:nvPr/>
            </p:nvSpPr>
            <p:spPr>
              <a:xfrm>
                <a:off x="3215685" y="1147759"/>
                <a:ext cx="996669" cy="1033988"/>
              </a:xfrm>
              <a:prstGeom prst="roundRect">
                <a:avLst>
                  <a:gd name="adj" fmla="val 453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lIns="0" rIns="0" anchor="ctr"/>
              <a:lstStyle/>
              <a:p>
                <a:pPr algn="ctr">
                  <a:defRPr/>
                </a:pPr>
                <a:r>
                  <a:rPr lang="en-US" sz="15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Remote</a:t>
                </a:r>
                <a:r>
                  <a:rPr lang="en-US" sz="1500" b="1" u="sng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15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Management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FA5D1B2-EC56-B76C-6864-53E64C71AE4D}"/>
                  </a:ext>
                </a:extLst>
              </p:cNvPr>
              <p:cNvSpPr/>
              <p:nvPr/>
            </p:nvSpPr>
            <p:spPr>
              <a:xfrm>
                <a:off x="531924" y="869314"/>
                <a:ext cx="1161549" cy="2488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100" b="1" kern="0" dirty="0">
                    <a:cs typeface="Calibri"/>
                  </a:rPr>
                  <a:t>IoT Device</a:t>
                </a:r>
              </a:p>
            </p:txBody>
          </p:sp>
          <p:sp>
            <p:nvSpPr>
              <p:cNvPr id="12" name="Rounded Rectangle 143">
                <a:extLst>
                  <a:ext uri="{FF2B5EF4-FFF2-40B4-BE49-F238E27FC236}">
                    <a16:creationId xmlns:a16="http://schemas.microsoft.com/office/drawing/2014/main" id="{DAAC197C-65DB-F8C6-9163-431C576D79AF}"/>
                  </a:ext>
                </a:extLst>
              </p:cNvPr>
              <p:cNvSpPr/>
              <p:nvPr/>
            </p:nvSpPr>
            <p:spPr>
              <a:xfrm>
                <a:off x="498647" y="1147758"/>
                <a:ext cx="263270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ctr"/>
              <a:lstStyle/>
              <a:p>
                <a:pPr algn="ctr">
                  <a:defRPr/>
                </a:pPr>
                <a:r>
                  <a:rPr lang="en-US" sz="1500" b="1" kern="0" dirty="0">
                    <a:solidFill>
                      <a:srgbClr val="FFFFFF"/>
                    </a:solidFill>
                    <a:cs typeface="Calibri"/>
                  </a:rPr>
                  <a:t>Program</a:t>
                </a:r>
              </a:p>
            </p:txBody>
          </p:sp>
          <p:sp>
            <p:nvSpPr>
              <p:cNvPr id="13" name="Rounded Rectangle 143">
                <a:extLst>
                  <a:ext uri="{FF2B5EF4-FFF2-40B4-BE49-F238E27FC236}">
                    <a16:creationId xmlns:a16="http://schemas.microsoft.com/office/drawing/2014/main" id="{927D47B2-E864-5E14-F942-F1C936A4FB21}"/>
                  </a:ext>
                </a:extLst>
              </p:cNvPr>
              <p:cNvSpPr/>
              <p:nvPr/>
            </p:nvSpPr>
            <p:spPr>
              <a:xfrm>
                <a:off x="498647" y="1417470"/>
                <a:ext cx="263270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500" b="1" kern="0" dirty="0">
                    <a:solidFill>
                      <a:srgbClr val="FFFFFF"/>
                    </a:solidFill>
                    <a:cs typeface="Calibri"/>
                  </a:rPr>
                  <a:t>Lightweight Communication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3047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7DAA-9F57-B1FE-39B5-32C7D1E2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Stacks (Slide 3 of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61938-6A3B-38E9-0BDB-8D96ED68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5B49EB-E9B9-037B-5E4E-703CEB809B0D}"/>
              </a:ext>
            </a:extLst>
          </p:cNvPr>
          <p:cNvGrpSpPr/>
          <p:nvPr/>
        </p:nvGrpSpPr>
        <p:grpSpPr>
          <a:xfrm>
            <a:off x="1856875" y="1594173"/>
            <a:ext cx="7699596" cy="4061293"/>
            <a:chOff x="1856875" y="1594173"/>
            <a:chExt cx="7699596" cy="406129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6A0C607-C6E9-213C-9123-7C148911891E}"/>
                </a:ext>
              </a:extLst>
            </p:cNvPr>
            <p:cNvGrpSpPr/>
            <p:nvPr/>
          </p:nvGrpSpPr>
          <p:grpSpPr>
            <a:xfrm>
              <a:off x="2635530" y="1594173"/>
              <a:ext cx="6920941" cy="3956466"/>
              <a:chOff x="1080061" y="1594173"/>
              <a:chExt cx="6920941" cy="395646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483D9CB7-213C-7577-7E35-5F69D09FC2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0061" y="1682392"/>
                <a:ext cx="6858595" cy="3868247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738DD7D-7CDC-1E4D-4344-7290C5E4B2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2211"/>
              <a:stretch/>
            </p:blipFill>
            <p:spPr>
              <a:xfrm>
                <a:off x="3436926" y="1645266"/>
                <a:ext cx="1835970" cy="1295303"/>
              </a:xfrm>
              <a:prstGeom prst="rect">
                <a:avLst/>
              </a:prstGeom>
              <a:effectLst>
                <a:outerShdw blurRad="101600" dist="50800" dir="342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921FE96-D373-6F04-F00F-BC2390458C9D}"/>
                  </a:ext>
                </a:extLst>
              </p:cNvPr>
              <p:cNvSpPr/>
              <p:nvPr/>
            </p:nvSpPr>
            <p:spPr>
              <a:xfrm>
                <a:off x="7838332" y="1594173"/>
                <a:ext cx="162670" cy="3920489"/>
              </a:xfrm>
              <a:prstGeom prst="rect">
                <a:avLst/>
              </a:prstGeom>
              <a:solidFill>
                <a:schemeClr val="bg1"/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/>
                <a:endParaRPr lang="en-US" sz="825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</p:grpSp>
        <p:grpSp>
          <p:nvGrpSpPr>
            <p:cNvPr id="6" name="gateway stack">
              <a:extLst>
                <a:ext uri="{FF2B5EF4-FFF2-40B4-BE49-F238E27FC236}">
                  <a16:creationId xmlns:a16="http://schemas.microsoft.com/office/drawing/2014/main" id="{8A9F5B35-6D77-4B99-C292-A62F388CC53B}"/>
                </a:ext>
              </a:extLst>
            </p:cNvPr>
            <p:cNvGrpSpPr/>
            <p:nvPr/>
          </p:nvGrpSpPr>
          <p:grpSpPr>
            <a:xfrm>
              <a:off x="1856875" y="2835743"/>
              <a:ext cx="3928416" cy="2819723"/>
              <a:chOff x="79599" y="1249447"/>
              <a:chExt cx="3882801" cy="2008203"/>
            </a:xfrm>
          </p:grpSpPr>
          <p:sp>
            <p:nvSpPr>
              <p:cNvPr id="7" name="Backpanel">
                <a:extLst>
                  <a:ext uri="{FF2B5EF4-FFF2-40B4-BE49-F238E27FC236}">
                    <a16:creationId xmlns:a16="http://schemas.microsoft.com/office/drawing/2014/main" id="{F44A649A-3369-DD8D-00C7-267DDCB40375}"/>
                  </a:ext>
                </a:extLst>
              </p:cNvPr>
              <p:cNvSpPr/>
              <p:nvPr/>
            </p:nvSpPr>
            <p:spPr>
              <a:xfrm>
                <a:off x="110499" y="1315574"/>
                <a:ext cx="3851901" cy="1942076"/>
              </a:xfrm>
              <a:prstGeom prst="roundRect">
                <a:avLst>
                  <a:gd name="adj" fmla="val 2450"/>
                </a:avLst>
              </a:prstGeom>
              <a:solidFill>
                <a:schemeClr val="bg1">
                  <a:lumMod val="9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anchor="t"/>
              <a:lstStyle/>
              <a:p>
                <a:pPr algn="ctr">
                  <a:defRPr/>
                </a:pPr>
                <a:endParaRPr lang="en-US" sz="900" b="1" kern="0" dirty="0">
                  <a:latin typeface="Calibri"/>
                  <a:cs typeface="Calibri"/>
                </a:endParaRPr>
              </a:p>
            </p:txBody>
          </p:sp>
          <p:sp>
            <p:nvSpPr>
              <p:cNvPr id="8" name="Rounded Rectangle 143">
                <a:extLst>
                  <a:ext uri="{FF2B5EF4-FFF2-40B4-BE49-F238E27FC236}">
                    <a16:creationId xmlns:a16="http://schemas.microsoft.com/office/drawing/2014/main" id="{E92E59D5-77D0-0D40-BE72-17D7AD5BDF23}"/>
                  </a:ext>
                </a:extLst>
              </p:cNvPr>
              <p:cNvSpPr/>
              <p:nvPr/>
            </p:nvSpPr>
            <p:spPr>
              <a:xfrm>
                <a:off x="172493" y="2981526"/>
                <a:ext cx="263270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35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Operating System</a:t>
                </a:r>
              </a:p>
            </p:txBody>
          </p:sp>
          <p:sp>
            <p:nvSpPr>
              <p:cNvPr id="9" name="Rounded Rectangle 143">
                <a:extLst>
                  <a:ext uri="{FF2B5EF4-FFF2-40B4-BE49-F238E27FC236}">
                    <a16:creationId xmlns:a16="http://schemas.microsoft.com/office/drawing/2014/main" id="{845921CA-7667-5484-0895-D68C99B48558}"/>
                  </a:ext>
                </a:extLst>
              </p:cNvPr>
              <p:cNvSpPr/>
              <p:nvPr/>
            </p:nvSpPr>
            <p:spPr>
              <a:xfrm>
                <a:off x="172493" y="2707435"/>
                <a:ext cx="263270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2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Application Runtime Environment</a:t>
                </a:r>
              </a:p>
            </p:txBody>
          </p:sp>
          <p:sp>
            <p:nvSpPr>
              <p:cNvPr id="10" name="Rounded Rectangle 143">
                <a:extLst>
                  <a:ext uri="{FF2B5EF4-FFF2-40B4-BE49-F238E27FC236}">
                    <a16:creationId xmlns:a16="http://schemas.microsoft.com/office/drawing/2014/main" id="{1A633938-AFF8-1961-2732-F3ED7866A67D}"/>
                  </a:ext>
                </a:extLst>
              </p:cNvPr>
              <p:cNvSpPr/>
              <p:nvPr/>
            </p:nvSpPr>
            <p:spPr>
              <a:xfrm>
                <a:off x="172493" y="1843553"/>
                <a:ext cx="2632701" cy="822313"/>
              </a:xfrm>
              <a:prstGeom prst="roundRect">
                <a:avLst>
                  <a:gd name="adj" fmla="val 6396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t"/>
              <a:lstStyle/>
              <a:p>
                <a:pPr algn="ctr">
                  <a:defRPr/>
                </a:pPr>
                <a:r>
                  <a:rPr lang="en-US" sz="135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Communication</a:t>
                </a:r>
              </a:p>
            </p:txBody>
          </p:sp>
          <p:sp>
            <p:nvSpPr>
              <p:cNvPr id="11" name="Rounded Rectangle 143">
                <a:extLst>
                  <a:ext uri="{FF2B5EF4-FFF2-40B4-BE49-F238E27FC236}">
                    <a16:creationId xmlns:a16="http://schemas.microsoft.com/office/drawing/2014/main" id="{C817D699-F83D-A78E-A401-16DEAEECD0BA}"/>
                  </a:ext>
                </a:extLst>
              </p:cNvPr>
              <p:cNvSpPr/>
              <p:nvPr/>
            </p:nvSpPr>
            <p:spPr>
              <a:xfrm>
                <a:off x="264873" y="2146733"/>
                <a:ext cx="1168721" cy="19539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lIns="0" tIns="0" rIns="0" bIns="0" anchor="t"/>
              <a:lstStyle/>
              <a:p>
                <a:pPr algn="ctr">
                  <a:defRPr/>
                </a:pPr>
                <a:r>
                  <a:rPr lang="en-US" sz="1050" b="1" kern="0" dirty="0">
                    <a:latin typeface="Calibri"/>
                    <a:cs typeface="Calibri"/>
                  </a:rPr>
                  <a:t>Field Protocols</a:t>
                </a:r>
              </a:p>
            </p:txBody>
          </p:sp>
          <p:sp>
            <p:nvSpPr>
              <p:cNvPr id="12" name="Rounded Rectangle 143">
                <a:extLst>
                  <a:ext uri="{FF2B5EF4-FFF2-40B4-BE49-F238E27FC236}">
                    <a16:creationId xmlns:a16="http://schemas.microsoft.com/office/drawing/2014/main" id="{55DD149F-7D9E-1F64-71B9-C07AA6A046E3}"/>
                  </a:ext>
                </a:extLst>
              </p:cNvPr>
              <p:cNvSpPr/>
              <p:nvPr/>
            </p:nvSpPr>
            <p:spPr>
              <a:xfrm>
                <a:off x="1525974" y="2146733"/>
                <a:ext cx="1168721" cy="19539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lIns="0" tIns="0" rIns="0" bIns="0" anchor="t"/>
              <a:lstStyle/>
              <a:p>
                <a:pPr algn="ctr">
                  <a:defRPr/>
                </a:pPr>
                <a:r>
                  <a:rPr lang="en-US" sz="1050" b="1" kern="0" dirty="0">
                    <a:latin typeface="Calibri"/>
                    <a:cs typeface="Calibri"/>
                  </a:rPr>
                  <a:t>IoT Protocols</a:t>
                </a:r>
              </a:p>
            </p:txBody>
          </p:sp>
          <p:sp>
            <p:nvSpPr>
              <p:cNvPr id="13" name="Rounded Rectangle 143">
                <a:extLst>
                  <a:ext uri="{FF2B5EF4-FFF2-40B4-BE49-F238E27FC236}">
                    <a16:creationId xmlns:a16="http://schemas.microsoft.com/office/drawing/2014/main" id="{261709E1-E036-73D6-CE11-D75C336D30C8}"/>
                  </a:ext>
                </a:extLst>
              </p:cNvPr>
              <p:cNvSpPr/>
              <p:nvPr/>
            </p:nvSpPr>
            <p:spPr>
              <a:xfrm>
                <a:off x="2889531" y="1572859"/>
                <a:ext cx="996669" cy="1640716"/>
              </a:xfrm>
              <a:prstGeom prst="roundRect">
                <a:avLst>
                  <a:gd name="adj" fmla="val 453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lIns="0" rIns="0" anchor="ctr"/>
              <a:lstStyle/>
              <a:p>
                <a:pPr algn="ctr">
                  <a:defRPr/>
                </a:pPr>
                <a:r>
                  <a:rPr lang="en-US" sz="135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Remote</a:t>
                </a:r>
                <a:r>
                  <a:rPr lang="en-US" sz="1200" b="1" u="sng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12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Management</a:t>
                </a:r>
              </a:p>
            </p:txBody>
          </p:sp>
          <p:sp>
            <p:nvSpPr>
              <p:cNvPr id="14" name="Rounded Rectangle 143">
                <a:extLst>
                  <a:ext uri="{FF2B5EF4-FFF2-40B4-BE49-F238E27FC236}">
                    <a16:creationId xmlns:a16="http://schemas.microsoft.com/office/drawing/2014/main" id="{3A8DE737-2D40-39AE-E54C-CFE5D81C0193}"/>
                  </a:ext>
                </a:extLst>
              </p:cNvPr>
              <p:cNvSpPr/>
              <p:nvPr/>
            </p:nvSpPr>
            <p:spPr>
              <a:xfrm>
                <a:off x="264873" y="2397910"/>
                <a:ext cx="2429822" cy="19539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lIns="0" tIns="0" rIns="0" bIns="0" anchor="t"/>
              <a:lstStyle/>
              <a:p>
                <a:pPr algn="ctr">
                  <a:defRPr/>
                </a:pPr>
                <a:r>
                  <a:rPr lang="en-US" sz="1050" b="1" kern="0" dirty="0">
                    <a:latin typeface="Calibri"/>
                    <a:cs typeface="Calibri"/>
                  </a:rPr>
                  <a:t>Network Management</a:t>
                </a:r>
              </a:p>
            </p:txBody>
          </p:sp>
          <p:sp>
            <p:nvSpPr>
              <p:cNvPr id="15" name="Rounded Rectangle 143">
                <a:extLst>
                  <a:ext uri="{FF2B5EF4-FFF2-40B4-BE49-F238E27FC236}">
                    <a16:creationId xmlns:a16="http://schemas.microsoft.com/office/drawing/2014/main" id="{4AF298D9-624E-C55A-A364-B35134404CC7}"/>
                  </a:ext>
                </a:extLst>
              </p:cNvPr>
              <p:cNvSpPr/>
              <p:nvPr/>
            </p:nvSpPr>
            <p:spPr>
              <a:xfrm>
                <a:off x="182945" y="1572859"/>
                <a:ext cx="263270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2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Data and Messaging Management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67868BA-532F-30E1-D21B-E6233788D347}"/>
                  </a:ext>
                </a:extLst>
              </p:cNvPr>
              <p:cNvSpPr/>
              <p:nvPr/>
            </p:nvSpPr>
            <p:spPr>
              <a:xfrm>
                <a:off x="79599" y="1249447"/>
                <a:ext cx="1643044" cy="3291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100" b="1" kern="0" dirty="0">
                    <a:cs typeface="Calibri"/>
                  </a:rPr>
                  <a:t>IoT Gateway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0744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983A-9393-0EEF-BAF4-76E322B7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Stacks (Slide 4 of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292DCB-1A98-3202-F329-C7AA2912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31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F1A823-C5E8-0C3E-4A8B-234778BF0B40}"/>
              </a:ext>
            </a:extLst>
          </p:cNvPr>
          <p:cNvGrpSpPr/>
          <p:nvPr/>
        </p:nvGrpSpPr>
        <p:grpSpPr>
          <a:xfrm>
            <a:off x="2610175" y="1684729"/>
            <a:ext cx="6915123" cy="3868247"/>
            <a:chOff x="2610175" y="1684729"/>
            <a:chExt cx="6915123" cy="386824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92824B0-3A48-1A11-8612-D60670E24F9D}"/>
                </a:ext>
              </a:extLst>
            </p:cNvPr>
            <p:cNvGrpSpPr/>
            <p:nvPr/>
          </p:nvGrpSpPr>
          <p:grpSpPr>
            <a:xfrm>
              <a:off x="2666703" y="1684729"/>
              <a:ext cx="6858595" cy="3868247"/>
              <a:chOff x="1080061" y="1684729"/>
              <a:chExt cx="6858595" cy="386824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4EDC2EC-012A-366D-09EF-315739B91C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0061" y="1684729"/>
                <a:ext cx="6858595" cy="3868247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3E19815-D445-F0D7-C079-A89054BF83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2431" y="2484038"/>
                <a:ext cx="1941497" cy="19415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" name="cloud stack">
              <a:extLst>
                <a:ext uri="{FF2B5EF4-FFF2-40B4-BE49-F238E27FC236}">
                  <a16:creationId xmlns:a16="http://schemas.microsoft.com/office/drawing/2014/main" id="{9E57D9C6-E586-56D0-779C-B86B3463B4B3}"/>
                </a:ext>
              </a:extLst>
            </p:cNvPr>
            <p:cNvGrpSpPr/>
            <p:nvPr/>
          </p:nvGrpSpPr>
          <p:grpSpPr>
            <a:xfrm>
              <a:off x="2610175" y="1863074"/>
              <a:ext cx="4089153" cy="2931348"/>
              <a:chOff x="5031271" y="1090184"/>
              <a:chExt cx="3882799" cy="2062978"/>
            </a:xfrm>
          </p:grpSpPr>
          <p:sp>
            <p:nvSpPr>
              <p:cNvPr id="7" name="Backpanel">
                <a:extLst>
                  <a:ext uri="{FF2B5EF4-FFF2-40B4-BE49-F238E27FC236}">
                    <a16:creationId xmlns:a16="http://schemas.microsoft.com/office/drawing/2014/main" id="{35DD90D6-7484-B79B-A10E-6783CB20A514}"/>
                  </a:ext>
                </a:extLst>
              </p:cNvPr>
              <p:cNvSpPr/>
              <p:nvPr/>
            </p:nvSpPr>
            <p:spPr>
              <a:xfrm>
                <a:off x="5062169" y="1143000"/>
                <a:ext cx="3851901" cy="2010162"/>
              </a:xfrm>
              <a:prstGeom prst="roundRect">
                <a:avLst>
                  <a:gd name="adj" fmla="val 2450"/>
                </a:avLst>
              </a:prstGeom>
              <a:solidFill>
                <a:schemeClr val="bg1">
                  <a:lumMod val="9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anchor="t"/>
              <a:lstStyle/>
              <a:p>
                <a:pPr algn="ctr">
                  <a:defRPr/>
                </a:pPr>
                <a:endParaRPr lang="en-US" sz="900" b="1" kern="0" dirty="0">
                  <a:latin typeface="Calibri"/>
                  <a:cs typeface="Calibri"/>
                </a:endParaRPr>
              </a:p>
            </p:txBody>
          </p:sp>
          <p:sp>
            <p:nvSpPr>
              <p:cNvPr id="8" name="Rounded Rectangle 143">
                <a:extLst>
                  <a:ext uri="{FF2B5EF4-FFF2-40B4-BE49-F238E27FC236}">
                    <a16:creationId xmlns:a16="http://schemas.microsoft.com/office/drawing/2014/main" id="{8DC21AC8-C94D-51AE-FBC7-22B765B93FCE}"/>
                  </a:ext>
                </a:extLst>
              </p:cNvPr>
              <p:cNvSpPr/>
              <p:nvPr/>
            </p:nvSpPr>
            <p:spPr>
              <a:xfrm>
                <a:off x="5124163" y="2855727"/>
                <a:ext cx="3710112" cy="218311"/>
              </a:xfrm>
              <a:prstGeom prst="roundRect">
                <a:avLst>
                  <a:gd name="adj" fmla="val 1356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35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Operating System / </a:t>
                </a:r>
                <a:r>
                  <a:rPr lang="en-US" sz="1350" b="1" kern="0" dirty="0">
                    <a:solidFill>
                      <a:srgbClr val="FFFFFF"/>
                    </a:solidFill>
                    <a:cs typeface="Calibri"/>
                  </a:rPr>
                  <a:t>Platform as a Service</a:t>
                </a:r>
              </a:p>
              <a:p>
                <a:pPr algn="ctr">
                  <a:defRPr/>
                </a:pPr>
                <a:endParaRPr lang="en-US" sz="1350" b="1" kern="0" dirty="0">
                  <a:solidFill>
                    <a:srgbClr val="FFFFFF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9" name="Rounded Rectangle 143">
                <a:extLst>
                  <a:ext uri="{FF2B5EF4-FFF2-40B4-BE49-F238E27FC236}">
                    <a16:creationId xmlns:a16="http://schemas.microsoft.com/office/drawing/2014/main" id="{690B7064-BB42-9600-6E02-21B16E17B449}"/>
                  </a:ext>
                </a:extLst>
              </p:cNvPr>
              <p:cNvSpPr/>
              <p:nvPr/>
            </p:nvSpPr>
            <p:spPr>
              <a:xfrm>
                <a:off x="5124163" y="2578508"/>
                <a:ext cx="2376453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2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Communication and Messaging</a:t>
                </a:r>
              </a:p>
            </p:txBody>
          </p:sp>
          <p:sp>
            <p:nvSpPr>
              <p:cNvPr id="10" name="Rounded Rectangle 143">
                <a:extLst>
                  <a:ext uri="{FF2B5EF4-FFF2-40B4-BE49-F238E27FC236}">
                    <a16:creationId xmlns:a16="http://schemas.microsoft.com/office/drawing/2014/main" id="{842AAFC2-2C62-C3BC-A96A-4E9D29C87DE3}"/>
                  </a:ext>
                </a:extLst>
              </p:cNvPr>
              <p:cNvSpPr/>
              <p:nvPr/>
            </p:nvSpPr>
            <p:spPr>
              <a:xfrm>
                <a:off x="7543800" y="1398254"/>
                <a:ext cx="1290475" cy="1398566"/>
              </a:xfrm>
              <a:prstGeom prst="roundRect">
                <a:avLst>
                  <a:gd name="adj" fmla="val 6396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vert="horz" anchor="ctr"/>
              <a:lstStyle/>
              <a:p>
                <a:pPr algn="ctr">
                  <a:defRPr/>
                </a:pPr>
                <a:r>
                  <a:rPr lang="en-US" sz="15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Remote Management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34B421-EB3A-378F-980A-356A7676EBD9}"/>
                  </a:ext>
                </a:extLst>
              </p:cNvPr>
              <p:cNvSpPr/>
              <p:nvPr/>
            </p:nvSpPr>
            <p:spPr>
              <a:xfrm>
                <a:off x="5031271" y="1090184"/>
                <a:ext cx="1596541" cy="2868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b="1" kern="0" dirty="0">
                    <a:cs typeface="Calibri"/>
                  </a:rPr>
                  <a:t>Cloud Services</a:t>
                </a:r>
              </a:p>
            </p:txBody>
          </p:sp>
          <p:sp>
            <p:nvSpPr>
              <p:cNvPr id="12" name="Rounded Rectangle 143">
                <a:extLst>
                  <a:ext uri="{FF2B5EF4-FFF2-40B4-BE49-F238E27FC236}">
                    <a16:creationId xmlns:a16="http://schemas.microsoft.com/office/drawing/2014/main" id="{D6E77759-8DB7-80B0-2884-AD8B2D3BD274}"/>
                  </a:ext>
                </a:extLst>
              </p:cNvPr>
              <p:cNvSpPr/>
              <p:nvPr/>
            </p:nvSpPr>
            <p:spPr>
              <a:xfrm>
                <a:off x="5123755" y="2291924"/>
                <a:ext cx="237686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2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Device Management and Registry</a:t>
                </a:r>
              </a:p>
            </p:txBody>
          </p:sp>
          <p:sp>
            <p:nvSpPr>
              <p:cNvPr id="13" name="Rounded Rectangle 143">
                <a:extLst>
                  <a:ext uri="{FF2B5EF4-FFF2-40B4-BE49-F238E27FC236}">
                    <a16:creationId xmlns:a16="http://schemas.microsoft.com/office/drawing/2014/main" id="{3AD32E55-A378-454B-F9AE-E303C63D1B32}"/>
                  </a:ext>
                </a:extLst>
              </p:cNvPr>
              <p:cNvSpPr/>
              <p:nvPr/>
            </p:nvSpPr>
            <p:spPr>
              <a:xfrm>
                <a:off x="5123755" y="1995738"/>
                <a:ext cx="237686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2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Data Management</a:t>
                </a:r>
              </a:p>
            </p:txBody>
          </p:sp>
          <p:sp>
            <p:nvSpPr>
              <p:cNvPr id="14" name="Rounded Rectangle 143">
                <a:extLst>
                  <a:ext uri="{FF2B5EF4-FFF2-40B4-BE49-F238E27FC236}">
                    <a16:creationId xmlns:a16="http://schemas.microsoft.com/office/drawing/2014/main" id="{228B007F-28C5-DD82-6121-1DFFF5C5F632}"/>
                  </a:ext>
                </a:extLst>
              </p:cNvPr>
              <p:cNvSpPr/>
              <p:nvPr/>
            </p:nvSpPr>
            <p:spPr>
              <a:xfrm>
                <a:off x="5123754" y="1712307"/>
                <a:ext cx="1467559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2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Event Management</a:t>
                </a:r>
              </a:p>
            </p:txBody>
          </p:sp>
          <p:sp>
            <p:nvSpPr>
              <p:cNvPr id="15" name="Rounded Rectangle 143">
                <a:extLst>
                  <a:ext uri="{FF2B5EF4-FFF2-40B4-BE49-F238E27FC236}">
                    <a16:creationId xmlns:a16="http://schemas.microsoft.com/office/drawing/2014/main" id="{045AD975-4C2A-6730-B2A3-3719C2FC4A09}"/>
                  </a:ext>
                </a:extLst>
              </p:cNvPr>
              <p:cNvSpPr/>
              <p:nvPr/>
            </p:nvSpPr>
            <p:spPr>
              <a:xfrm>
                <a:off x="6634497" y="1717420"/>
                <a:ext cx="866119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20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Analytics</a:t>
                </a:r>
              </a:p>
            </p:txBody>
          </p:sp>
          <p:sp>
            <p:nvSpPr>
              <p:cNvPr id="16" name="Rounded Rectangle 143">
                <a:extLst>
                  <a:ext uri="{FF2B5EF4-FFF2-40B4-BE49-F238E27FC236}">
                    <a16:creationId xmlns:a16="http://schemas.microsoft.com/office/drawing/2014/main" id="{463286D5-DEB8-DD6C-5187-C086D45C8A5B}"/>
                  </a:ext>
                </a:extLst>
              </p:cNvPr>
              <p:cNvSpPr/>
              <p:nvPr/>
            </p:nvSpPr>
            <p:spPr>
              <a:xfrm>
                <a:off x="5123755" y="1408995"/>
                <a:ext cx="2376861" cy="21831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tIns="0" bIns="0" anchor="t"/>
              <a:lstStyle/>
              <a:p>
                <a:pPr algn="ctr">
                  <a:defRPr/>
                </a:pPr>
                <a:r>
                  <a:rPr lang="en-US" sz="1350" b="1" kern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User Interface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5228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02BB37-F347-73ED-3D82-C43C0F44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B6C69-31CD-1A40-BBB3-523516B3DC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Activity: Selecting an IoT Infrastructure (Slide 1 of 4)</a:t>
            </a:r>
          </a:p>
        </p:txBody>
      </p:sp>
    </p:spTree>
    <p:extLst>
      <p:ext uri="{BB962C8B-B14F-4D97-AF65-F5344CB8AC3E}">
        <p14:creationId xmlns:p14="http://schemas.microsoft.com/office/powerpoint/2010/main" val="2576251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73B78-A30C-E07F-8028-F9795138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3C4C05-5450-BE7D-CA17-B8849DE61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Monitor the environment within multiple greenhouses.</a:t>
            </a:r>
          </a:p>
          <a:p>
            <a:pPr marL="0" indent="0">
              <a:buNone/>
            </a:pPr>
            <a:r>
              <a:rPr lang="en-US" dirty="0"/>
              <a:t>Potentially hundreds of IoT sensor devices.</a:t>
            </a:r>
          </a:p>
          <a:p>
            <a:pPr marL="0" indent="0">
              <a:buNone/>
            </a:pPr>
            <a:r>
              <a:rPr lang="en-US" dirty="0"/>
              <a:t>System will:</a:t>
            </a:r>
          </a:p>
          <a:p>
            <a:pPr lvl="1"/>
            <a:r>
              <a:rPr lang="en-US" dirty="0"/>
              <a:t>Collect data.</a:t>
            </a:r>
          </a:p>
          <a:p>
            <a:pPr lvl="1"/>
            <a:r>
              <a:rPr lang="en-US" dirty="0"/>
              <a:t>Analyze data.</a:t>
            </a:r>
          </a:p>
          <a:p>
            <a:pPr lvl="1"/>
            <a:r>
              <a:rPr lang="en-US" dirty="0"/>
              <a:t>Control greenhouse environment for optimal growing conditions.</a:t>
            </a:r>
          </a:p>
          <a:p>
            <a:pPr lvl="1"/>
            <a:r>
              <a:rPr lang="en-US" dirty="0"/>
              <a:t>Report data as needed.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9A365F-1643-8AE1-20C9-35C8CFBD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The Greenhouse IoT Project (Slide 2 of 4)</a:t>
            </a:r>
          </a:p>
        </p:txBody>
      </p:sp>
    </p:spTree>
    <p:extLst>
      <p:ext uri="{BB962C8B-B14F-4D97-AF65-F5344CB8AC3E}">
        <p14:creationId xmlns:p14="http://schemas.microsoft.com/office/powerpoint/2010/main" val="20339597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5C7261-E46A-040B-016E-87C6557A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A81F8-E9A4-4E07-BA5F-0CC12A491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would be a typical IoT infrastructure setup for our greenhouses?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B1DC86-D8DC-4865-53AA-1EB423AE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A) IoT Infrastructure Setup (Slide 3 of 4)</a:t>
            </a:r>
          </a:p>
        </p:txBody>
      </p:sp>
    </p:spTree>
    <p:extLst>
      <p:ext uri="{BB962C8B-B14F-4D97-AF65-F5344CB8AC3E}">
        <p14:creationId xmlns:p14="http://schemas.microsoft.com/office/powerpoint/2010/main" val="4088692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CEA0C6-B15C-56FF-9C2E-2F3FB1CF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EAC9-BB19-7DE6-002B-D388A450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are some constraints we may be dealing with within our greenhouse operation?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CAED0B-4562-E745-8F36-765ABE9B1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B) Constraints (Slide 4 of 4)</a:t>
            </a:r>
          </a:p>
        </p:txBody>
      </p:sp>
    </p:spTree>
    <p:extLst>
      <p:ext uri="{BB962C8B-B14F-4D97-AF65-F5344CB8AC3E}">
        <p14:creationId xmlns:p14="http://schemas.microsoft.com/office/powerpoint/2010/main" val="2527303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895B29-4C10-F5E4-3E69-F0A093D8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A6A9D-BE9E-7D0F-9F9F-55CABD45F7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Business Benefits and Challenges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FAE6CA6-EA1D-8B74-4976-1FB1E51AF9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34671" b="-34671"/>
          <a:stretch/>
        </p:blipFill>
        <p:spPr/>
      </p:pic>
    </p:spTree>
    <p:extLst>
      <p:ext uri="{BB962C8B-B14F-4D97-AF65-F5344CB8AC3E}">
        <p14:creationId xmlns:p14="http://schemas.microsoft.com/office/powerpoint/2010/main" val="422062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3D5611-9E2B-17F5-1464-824BDC69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15839-FA8F-79BD-457C-DDAB4F01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competitive position.</a:t>
            </a:r>
          </a:p>
          <a:p>
            <a:r>
              <a:rPr lang="en-US" dirty="0"/>
              <a:t>Identify new and enhanced revenue streams and markets.</a:t>
            </a:r>
          </a:p>
          <a:p>
            <a:r>
              <a:rPr lang="en-US" dirty="0"/>
              <a:t>Enable predictive capabilities.</a:t>
            </a:r>
          </a:p>
          <a:p>
            <a:r>
              <a:rPr lang="en-US" dirty="0"/>
              <a:t>Reduce operational costs and natural resources usage.</a:t>
            </a:r>
          </a:p>
          <a:p>
            <a:r>
              <a:rPr lang="en-US" dirty="0"/>
              <a:t>Reduce impact on the environment.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DC1195-0D94-C543-0F7F-46E67E40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Benefits</a:t>
            </a: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EFE68C29-DCA1-AB91-1E91-F25C69E67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165" y="2090495"/>
            <a:ext cx="4831185" cy="321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00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F7DA1-E67F-0AB2-87C5-99AF788C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00EC06-EC7F-49DA-9729-0D1BA6ED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2724150"/>
            <a:ext cx="6268750" cy="3498850"/>
          </a:xfrm>
        </p:spPr>
        <p:txBody>
          <a:bodyPr/>
          <a:lstStyle/>
          <a:p>
            <a:pPr marL="0" indent="0">
              <a:buNone/>
            </a:pPr>
            <a:r>
              <a:rPr lang="en-US" sz="3200" i="1" dirty="0"/>
              <a:t>What type of work does your organization (or an organization that you serve) perform?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AC5D9A-5D47-C1A6-D86C-D04A6303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Considerations (Slide 1 of 4)</a:t>
            </a:r>
          </a:p>
        </p:txBody>
      </p:sp>
      <p:pic>
        <p:nvPicPr>
          <p:cNvPr id="13" name="Graphic 12" descr="Thought with solid fill">
            <a:extLst>
              <a:ext uri="{FF2B5EF4-FFF2-40B4-BE49-F238E27FC236}">
                <a16:creationId xmlns:a16="http://schemas.microsoft.com/office/drawing/2014/main" id="{DE33BEBF-EC5D-048D-9A15-6452E42D2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C70E72CF-508D-10B8-A9C9-A2623CC6CE50}"/>
              </a:ext>
            </a:extLst>
          </p:cNvPr>
          <p:cNvSpPr txBox="1">
            <a:spLocks/>
          </p:cNvSpPr>
          <p:nvPr/>
        </p:nvSpPr>
        <p:spPr>
          <a:xfrm>
            <a:off x="455900" y="5676900"/>
            <a:ext cx="6268750" cy="778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Describe various situations in which your organization is trying to achieve new business value from an IoT solution.</a:t>
            </a:r>
          </a:p>
        </p:txBody>
      </p:sp>
    </p:spTree>
    <p:extLst>
      <p:ext uri="{BB962C8B-B14F-4D97-AF65-F5344CB8AC3E}">
        <p14:creationId xmlns:p14="http://schemas.microsoft.com/office/powerpoint/2010/main" val="3489444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F7DA1-E67F-0AB2-87C5-99AF788C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00EC06-EC7F-49DA-9729-0D1BA6ED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2724150"/>
            <a:ext cx="6268750" cy="1181100"/>
          </a:xfrm>
        </p:spPr>
        <p:txBody>
          <a:bodyPr/>
          <a:lstStyle/>
          <a:p>
            <a:pPr marL="0" indent="0">
              <a:buNone/>
            </a:pPr>
            <a:r>
              <a:rPr lang="en-US" sz="3200" i="1" dirty="0"/>
              <a:t>What incremental value are you trying to capture?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AC5D9A-5D47-C1A6-D86C-D04A6303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Considerations (Slide 2 of 4)</a:t>
            </a:r>
          </a:p>
        </p:txBody>
      </p:sp>
      <p:pic>
        <p:nvPicPr>
          <p:cNvPr id="5" name="Graphic 4" descr="Thought with solid fill">
            <a:extLst>
              <a:ext uri="{FF2B5EF4-FFF2-40B4-BE49-F238E27FC236}">
                <a16:creationId xmlns:a16="http://schemas.microsoft.com/office/drawing/2014/main" id="{5ACD28E7-DD14-0A3C-4250-9C3F35852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86886709-BED9-087A-094F-A1439245F94A}"/>
              </a:ext>
            </a:extLst>
          </p:cNvPr>
          <p:cNvSpPr txBox="1">
            <a:spLocks/>
          </p:cNvSpPr>
          <p:nvPr/>
        </p:nvSpPr>
        <p:spPr>
          <a:xfrm>
            <a:off x="455900" y="5676900"/>
            <a:ext cx="6268750" cy="778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Describe various situations in which your organization is trying to achieve new business value from an IoT solution.</a:t>
            </a:r>
          </a:p>
        </p:txBody>
      </p:sp>
    </p:spTree>
    <p:extLst>
      <p:ext uri="{BB962C8B-B14F-4D97-AF65-F5344CB8AC3E}">
        <p14:creationId xmlns:p14="http://schemas.microsoft.com/office/powerpoint/2010/main" val="3880489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F7DA1-E67F-0AB2-87C5-99AF788C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00EC06-EC7F-49DA-9729-0D1BA6ED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2724150"/>
            <a:ext cx="6268750" cy="1181100"/>
          </a:xfrm>
        </p:spPr>
        <p:txBody>
          <a:bodyPr/>
          <a:lstStyle/>
          <a:p>
            <a:pPr marL="0" indent="0">
              <a:buNone/>
            </a:pPr>
            <a:r>
              <a:rPr lang="en-US" sz="3200" i="1" dirty="0"/>
              <a:t>What new information (insights) will you need to be able to deliver on this new value?</a:t>
            </a:r>
          </a:p>
          <a:p>
            <a:pPr marL="0" indent="0">
              <a:buNone/>
            </a:pPr>
            <a:endParaRPr lang="en-US" sz="3200" i="1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AC5D9A-5D47-C1A6-D86C-D04A6303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Considerations (Slide 3 of 4)</a:t>
            </a:r>
          </a:p>
        </p:txBody>
      </p:sp>
      <p:pic>
        <p:nvPicPr>
          <p:cNvPr id="5" name="Graphic 4" descr="Thought with solid fill">
            <a:extLst>
              <a:ext uri="{FF2B5EF4-FFF2-40B4-BE49-F238E27FC236}">
                <a16:creationId xmlns:a16="http://schemas.microsoft.com/office/drawing/2014/main" id="{5ACD28E7-DD14-0A3C-4250-9C3F35852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556C1E41-E88E-05E5-CE7F-5B14A723EB29}"/>
              </a:ext>
            </a:extLst>
          </p:cNvPr>
          <p:cNvSpPr txBox="1">
            <a:spLocks/>
          </p:cNvSpPr>
          <p:nvPr/>
        </p:nvSpPr>
        <p:spPr>
          <a:xfrm>
            <a:off x="455900" y="5676900"/>
            <a:ext cx="6268750" cy="778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Describe various situations in which your organization is trying to achieve new business value from an IoT solution.</a:t>
            </a:r>
          </a:p>
        </p:txBody>
      </p:sp>
    </p:spTree>
    <p:extLst>
      <p:ext uri="{BB962C8B-B14F-4D97-AF65-F5344CB8AC3E}">
        <p14:creationId xmlns:p14="http://schemas.microsoft.com/office/powerpoint/2010/main" val="4293295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F7DA1-E67F-0AB2-87C5-99AF788C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00EC06-EC7F-49DA-9729-0D1BA6ED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2724150"/>
            <a:ext cx="6268750" cy="1181100"/>
          </a:xfrm>
        </p:spPr>
        <p:txBody>
          <a:bodyPr/>
          <a:lstStyle/>
          <a:p>
            <a:pPr marL="0" indent="0">
              <a:buNone/>
            </a:pPr>
            <a:r>
              <a:rPr lang="en-US" sz="3200" i="1" dirty="0"/>
              <a:t>What data will you need to capture to help facilitate and support this new information?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AC5D9A-5D47-C1A6-D86C-D04A6303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Considerations (Slide 4 of 4)</a:t>
            </a:r>
          </a:p>
        </p:txBody>
      </p:sp>
      <p:pic>
        <p:nvPicPr>
          <p:cNvPr id="5" name="Graphic 4" descr="Thought with solid fill">
            <a:extLst>
              <a:ext uri="{FF2B5EF4-FFF2-40B4-BE49-F238E27FC236}">
                <a16:creationId xmlns:a16="http://schemas.microsoft.com/office/drawing/2014/main" id="{5ACD28E7-DD14-0A3C-4250-9C3F35852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7FF1D03E-8B59-2816-B830-ECC89299D47A}"/>
              </a:ext>
            </a:extLst>
          </p:cNvPr>
          <p:cNvSpPr txBox="1">
            <a:spLocks/>
          </p:cNvSpPr>
          <p:nvPr/>
        </p:nvSpPr>
        <p:spPr>
          <a:xfrm>
            <a:off x="455900" y="5676900"/>
            <a:ext cx="6268750" cy="778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Describe various situations in which your organization is trying to achieve new business value from an IoT solution.</a:t>
            </a:r>
          </a:p>
        </p:txBody>
      </p:sp>
    </p:spTree>
    <p:extLst>
      <p:ext uri="{BB962C8B-B14F-4D97-AF65-F5344CB8AC3E}">
        <p14:creationId xmlns:p14="http://schemas.microsoft.com/office/powerpoint/2010/main" val="262866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60AFA1-7A11-CF6C-B43D-38D354E1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87FD5-2A60-0386-BBE6-1AAD68654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Disruption to existing infrastructure and business processes.</a:t>
            </a:r>
          </a:p>
          <a:p>
            <a:r>
              <a:rPr lang="en-US" dirty="0"/>
              <a:t>Provisioning and tracking thousands of devices.</a:t>
            </a:r>
          </a:p>
          <a:p>
            <a:r>
              <a:rPr lang="en-US" dirty="0"/>
              <a:t>Value/cost.</a:t>
            </a:r>
          </a:p>
          <a:p>
            <a:r>
              <a:rPr lang="en-US" dirty="0"/>
              <a:t>Business risk (security/privacy).</a:t>
            </a:r>
          </a:p>
          <a:p>
            <a:r>
              <a:rPr lang="en-US" dirty="0"/>
              <a:t>Organizational change.</a:t>
            </a:r>
          </a:p>
          <a:p>
            <a:r>
              <a:rPr lang="en-US" dirty="0"/>
              <a:t>Organizational skills.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A1643E-AAFB-E7B9-4A9A-CEA4DEC9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Challenges</a:t>
            </a:r>
          </a:p>
        </p:txBody>
      </p:sp>
      <p:pic>
        <p:nvPicPr>
          <p:cNvPr id="6" name="Picture 5" descr="A group of people sitting around a table with papers and a computer&#10;&#10;Description automatically generated with medium confidence">
            <a:extLst>
              <a:ext uri="{FF2B5EF4-FFF2-40B4-BE49-F238E27FC236}">
                <a16:creationId xmlns:a16="http://schemas.microsoft.com/office/drawing/2014/main" id="{B1496903-C46B-8659-8252-F9D4E3C0A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536" y="2058506"/>
            <a:ext cx="4726410" cy="314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650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5257C4-D99B-083F-7A44-DE425E3F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A4E6F-BD77-90B2-9005-05E1D0C62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 constraints</a:t>
            </a:r>
          </a:p>
          <a:p>
            <a:r>
              <a:rPr lang="en-US" dirty="0"/>
              <a:t>Data communication</a:t>
            </a:r>
          </a:p>
          <a:p>
            <a:r>
              <a:rPr lang="en-US" dirty="0"/>
              <a:t>Interoperability</a:t>
            </a:r>
          </a:p>
          <a:p>
            <a:r>
              <a:rPr lang="en-US" dirty="0"/>
              <a:t>Real-time operations</a:t>
            </a:r>
          </a:p>
          <a:p>
            <a:r>
              <a:rPr lang="en-US" dirty="0"/>
              <a:t>Security and privacy</a:t>
            </a:r>
          </a:p>
          <a:p>
            <a:r>
              <a:rPr lang="en-US" dirty="0"/>
              <a:t>Usability</a:t>
            </a:r>
          </a:p>
          <a:p>
            <a:r>
              <a:rPr lang="en-US" dirty="0"/>
              <a:t>Updates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CE371C-53C2-D534-FC3E-4D800501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Challenges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A6E37-7800-CB38-32EB-E13AA97E6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7025" y="1936527"/>
            <a:ext cx="4726410" cy="31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112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30D8E8-D546-8148-107E-8DD4828A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Challenges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72B50D-F583-9EBF-4BDA-551680F07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581275"/>
            <a:ext cx="5384800" cy="3544891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/>
              <a:t>The "S" in IoT stands for "Security."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F8588-7E2A-3DE4-0487-C4F8ADF9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581275"/>
            <a:ext cx="5384800" cy="3544891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/>
              <a:t>Wait, there's no "S" in IoT!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4A11B8-2011-E668-746E-88108037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44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1C5BD3-020A-C2F3-76C9-C11FE4643F95}"/>
              </a:ext>
            </a:extLst>
          </p:cNvPr>
          <p:cNvCxnSpPr>
            <a:cxnSpLocks/>
          </p:cNvCxnSpPr>
          <p:nvPr/>
        </p:nvCxnSpPr>
        <p:spPr>
          <a:xfrm>
            <a:off x="6096000" y="1685925"/>
            <a:ext cx="0" cy="379095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4326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250C-6F9D-F381-5ABE-15DF8F4F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Security Threat 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AA65E-3318-0EBF-5160-33FB2B31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45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C093B0-EA97-7963-A696-AFE7FA94B503}"/>
              </a:ext>
            </a:extLst>
          </p:cNvPr>
          <p:cNvGrpSpPr/>
          <p:nvPr/>
        </p:nvGrpSpPr>
        <p:grpSpPr>
          <a:xfrm>
            <a:off x="1727201" y="1190173"/>
            <a:ext cx="8737598" cy="5054600"/>
            <a:chOff x="406402" y="1094923"/>
            <a:chExt cx="8737598" cy="50546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FA673FD-3BBA-5C5B-814F-0E12F4900F2F}"/>
                </a:ext>
              </a:extLst>
            </p:cNvPr>
            <p:cNvGrpSpPr/>
            <p:nvPr/>
          </p:nvGrpSpPr>
          <p:grpSpPr>
            <a:xfrm>
              <a:off x="1587499" y="1094923"/>
              <a:ext cx="7556501" cy="5054600"/>
              <a:chOff x="1612900" y="63500"/>
              <a:chExt cx="7556501" cy="5054600"/>
            </a:xfrm>
          </p:grpSpPr>
          <p:pic>
            <p:nvPicPr>
              <p:cNvPr id="12" name="Picture 11" descr="BRL IoT Security Threat Map 2017 PowerPoint.png">
                <a:extLst>
                  <a:ext uri="{FF2B5EF4-FFF2-40B4-BE49-F238E27FC236}">
                    <a16:creationId xmlns:a16="http://schemas.microsoft.com/office/drawing/2014/main" id="{B2329252-3F99-6C6A-71DD-E3884BAADF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46" t="9136" r="5543" b="10617"/>
              <a:stretch/>
            </p:blipFill>
            <p:spPr>
              <a:xfrm>
                <a:off x="1663701" y="109163"/>
                <a:ext cx="7505700" cy="5008937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1F9109B-14A6-D5DE-37CA-356C3808C1FE}"/>
                  </a:ext>
                </a:extLst>
              </p:cNvPr>
              <p:cNvSpPr/>
              <p:nvPr/>
            </p:nvSpPr>
            <p:spPr>
              <a:xfrm>
                <a:off x="1612900" y="63500"/>
                <a:ext cx="1231900" cy="889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4" name="Picture 13" descr="BRL IoT Security Threat Map 2017 PowerPoint.png">
              <a:extLst>
                <a:ext uri="{FF2B5EF4-FFF2-40B4-BE49-F238E27FC236}">
                  <a16:creationId xmlns:a16="http://schemas.microsoft.com/office/drawing/2014/main" id="{28A9FDE8-1D91-D90C-B0A9-A735A4D7A0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" t="9136" r="81321" b="76748"/>
            <a:stretch/>
          </p:blipFill>
          <p:spPr>
            <a:xfrm>
              <a:off x="406402" y="1553059"/>
              <a:ext cx="1587500" cy="1164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626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F7DA1-E67F-0AB2-87C5-99AF788C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00EC06-EC7F-49DA-9729-0D1BA6ED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2724150"/>
            <a:ext cx="6268750" cy="1181100"/>
          </a:xfrm>
        </p:spPr>
        <p:txBody>
          <a:bodyPr/>
          <a:lstStyle/>
          <a:p>
            <a:pPr marL="0" indent="0">
              <a:buNone/>
            </a:pPr>
            <a:r>
              <a:rPr lang="en-US" sz="3200" i="1" dirty="0"/>
              <a:t>"In 2016, there were 11 billion devices connected to the Internet, with an expansion to 30 billion </a:t>
            </a:r>
          </a:p>
          <a:p>
            <a:pPr marL="0" indent="0">
              <a:buNone/>
            </a:pPr>
            <a:r>
              <a:rPr lang="en-US" sz="3200" i="1" dirty="0"/>
              <a:t>by 2020."</a:t>
            </a:r>
          </a:p>
          <a:p>
            <a:pPr marL="0" indent="0" algn="r">
              <a:buNone/>
            </a:pPr>
            <a:r>
              <a:rPr lang="en-US" sz="3200" i="1" dirty="0"/>
              <a:t>				</a:t>
            </a:r>
            <a:r>
              <a:rPr lang="en-US" sz="2000" dirty="0"/>
              <a:t>— IDC estimate</a:t>
            </a:r>
            <a:endParaRPr lang="en-US" sz="32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AC5D9A-5D47-C1A6-D86C-D04A6303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Contributes to the Threat Landscape</a:t>
            </a: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5ACD28E7-DD14-0A3C-4250-9C3F35852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218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4F7DA1-E67F-0AB2-87C5-99AF788C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00EC06-EC7F-49DA-9729-0D1BA6ED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2724150"/>
            <a:ext cx="6268750" cy="1181100"/>
          </a:xfrm>
        </p:spPr>
        <p:txBody>
          <a:bodyPr/>
          <a:lstStyle/>
          <a:p>
            <a:pPr marL="0" indent="0">
              <a:buNone/>
            </a:pPr>
            <a:r>
              <a:rPr lang="en-US" sz="3200" i="1" dirty="0"/>
              <a:t>"Security by design is a mandatory prerequisite to securing the IoT macrocosm … the Dyn attack was just a practice run."</a:t>
            </a:r>
          </a:p>
          <a:p>
            <a:pPr marL="0" indent="0" algn="r">
              <a:buNone/>
            </a:pPr>
            <a:r>
              <a:rPr lang="en-US" sz="3200" i="1" dirty="0"/>
              <a:t>				</a:t>
            </a:r>
            <a:r>
              <a:rPr lang="en-US" sz="2000" dirty="0"/>
              <a:t>— James Scott, Sr. Fellow, Institute for Critical Infrastructure Technology</a:t>
            </a:r>
            <a:endParaRPr lang="en-US" sz="32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AC5D9A-5D47-C1A6-D86C-D04A6303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Dyn Attack</a:t>
            </a: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5ACD28E7-DD14-0A3C-4250-9C3F35852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05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2DF45B-E237-FB98-FA68-56E5D967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48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56D64-557D-5B3D-07D1-7A3A4B923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industry knowledge</a:t>
            </a:r>
          </a:p>
          <a:p>
            <a:r>
              <a:rPr lang="en-US" dirty="0"/>
              <a:t>Rapid time to market</a:t>
            </a:r>
          </a:p>
          <a:p>
            <a:r>
              <a:rPr lang="en-US" dirty="0"/>
              <a:t>Lack of developer knowledge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3C051-CD68-04DA-ADDF-D721D7B1E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IoT Is Lacking Fundamental Security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282A115-BD61-26F3-8E07-25550E72DF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557850"/>
              </p:ext>
            </p:extLst>
          </p:nvPr>
        </p:nvGraphicFramePr>
        <p:xfrm>
          <a:off x="6286500" y="1302040"/>
          <a:ext cx="4995277" cy="439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10335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83FFD2-65C8-EE84-8FEB-F056411D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AB45-EF3E-66BD-010F-55D3CB54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 has potential to disrupt and change the way things are done.</a:t>
            </a:r>
          </a:p>
          <a:p>
            <a:pPr lvl="1"/>
            <a:r>
              <a:rPr lang="en-US" dirty="0"/>
              <a:t>May provide benefits as well as harm.</a:t>
            </a:r>
          </a:p>
          <a:p>
            <a:pPr lvl="1"/>
            <a:r>
              <a:rPr lang="en-US" dirty="0"/>
              <a:t>May affect different people differently</a:t>
            </a:r>
          </a:p>
          <a:p>
            <a:pPr lvl="1"/>
            <a:r>
              <a:rPr lang="en-US" dirty="0"/>
              <a:t>May have unintended side effects.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6656E3-7F7C-3756-B474-7EE86194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Societal Impact (Slide 1 of 3)</a:t>
            </a:r>
          </a:p>
        </p:txBody>
      </p:sp>
      <p:pic>
        <p:nvPicPr>
          <p:cNvPr id="5" name="Graphic 4" descr="Users with solid fill">
            <a:extLst>
              <a:ext uri="{FF2B5EF4-FFF2-40B4-BE49-F238E27FC236}">
                <a16:creationId xmlns:a16="http://schemas.microsoft.com/office/drawing/2014/main" id="{70DD4621-635E-29BA-197F-6DBBA925D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58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83FFD2-65C8-EE84-8FEB-F056411D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AB45-EF3E-66BD-010F-55D3CB54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potential impact IoT has on an organization and people?</a:t>
            </a:r>
          </a:p>
          <a:p>
            <a:pPr lvl="1"/>
            <a:r>
              <a:rPr lang="en-US" dirty="0"/>
              <a:t>Machines can efficiently perform tasks that are dangerous, risky, or mundane.</a:t>
            </a:r>
          </a:p>
          <a:p>
            <a:pPr lvl="1"/>
            <a:r>
              <a:rPr lang="en-US" dirty="0"/>
              <a:t>Eliminating jobs may have a significant negative impact on entire families for years.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6656E3-7F7C-3756-B474-7EE86194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Societal Impact (Slide 2 of 3)</a:t>
            </a:r>
          </a:p>
        </p:txBody>
      </p:sp>
      <p:pic>
        <p:nvPicPr>
          <p:cNvPr id="5" name="Graphic 4" descr="Users with solid fill">
            <a:extLst>
              <a:ext uri="{FF2B5EF4-FFF2-40B4-BE49-F238E27FC236}">
                <a16:creationId xmlns:a16="http://schemas.microsoft.com/office/drawing/2014/main" id="{70DD4621-635E-29BA-197F-6DBBA925D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731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83FFD2-65C8-EE84-8FEB-F056411D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AB45-EF3E-66BD-010F-55D3CB54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potential impact IoT has on the environment?</a:t>
            </a:r>
          </a:p>
          <a:p>
            <a:pPr lvl="1"/>
            <a:r>
              <a:rPr lang="en-US" dirty="0"/>
              <a:t>Reduce manufacturing waste and the use of natural resources and may significantly help to reduce pollution of the environment.</a:t>
            </a:r>
          </a:p>
          <a:p>
            <a:pPr lvl="1"/>
            <a:r>
              <a:rPr lang="en-US" dirty="0"/>
              <a:t>There are significant environmental costs for technology.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6656E3-7F7C-3756-B474-7EE86194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Societal Impact (Slide 3 of 3)</a:t>
            </a:r>
          </a:p>
        </p:txBody>
      </p:sp>
      <p:pic>
        <p:nvPicPr>
          <p:cNvPr id="5" name="Graphic 4" descr="Users with solid fill">
            <a:extLst>
              <a:ext uri="{FF2B5EF4-FFF2-40B4-BE49-F238E27FC236}">
                <a16:creationId xmlns:a16="http://schemas.microsoft.com/office/drawing/2014/main" id="{70DD4621-635E-29BA-197F-6DBBA925D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15065" y="1659594"/>
            <a:ext cx="3091135" cy="30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2293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E17ED6-152A-CE78-8923-72C08F43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6B580-9F08-20EE-9D22-1AADC5B0D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skillsets for IT staff:</a:t>
            </a:r>
          </a:p>
          <a:p>
            <a:pPr lvl="1"/>
            <a:r>
              <a:rPr lang="en-US" dirty="0"/>
              <a:t>Embedded devices.</a:t>
            </a:r>
          </a:p>
          <a:p>
            <a:pPr lvl="1"/>
            <a:r>
              <a:rPr lang="en-US" dirty="0"/>
              <a:t>Sensors and actuators.</a:t>
            </a:r>
          </a:p>
          <a:p>
            <a:pPr lvl="1"/>
            <a:r>
              <a:rPr lang="en-US" dirty="0"/>
              <a:t>Real-time data processing and networking.</a:t>
            </a:r>
          </a:p>
          <a:p>
            <a:pPr lvl="1"/>
            <a:r>
              <a:rPr lang="en-US" dirty="0"/>
              <a:t>Edge computing.</a:t>
            </a:r>
          </a:p>
          <a:p>
            <a:pPr lvl="1"/>
            <a:r>
              <a:rPr lang="en-US" dirty="0"/>
              <a:t>New methos of data processing and analysis.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9793F4-3578-3334-F21D-EB5B5EC3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Skills Impact</a:t>
            </a:r>
          </a:p>
        </p:txBody>
      </p:sp>
      <p:pic>
        <p:nvPicPr>
          <p:cNvPr id="9" name="Picture 8" descr="A sign on a pole&#10;&#10;Description automatically generated with low confidence">
            <a:extLst>
              <a:ext uri="{FF2B5EF4-FFF2-40B4-BE49-F238E27FC236}">
                <a16:creationId xmlns:a16="http://schemas.microsoft.com/office/drawing/2014/main" id="{8BA4B3C3-5FEA-D553-9D4E-411F77EF7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90" y="2048020"/>
            <a:ext cx="51455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28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AD87C-02A2-56FA-CA4A-411892902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3A4B4-92A5-9506-E9A8-84798318D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challenges might your organization encounter in implementing an IoT solution?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0ECF44-4B50-D177-B1C5-0648CBE0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Identifying Potential Challenges of IoT (Slide 1 of 2)</a:t>
            </a:r>
          </a:p>
        </p:txBody>
      </p:sp>
    </p:spTree>
    <p:extLst>
      <p:ext uri="{BB962C8B-B14F-4D97-AF65-F5344CB8AC3E}">
        <p14:creationId xmlns:p14="http://schemas.microsoft.com/office/powerpoint/2010/main" val="31178298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AD87C-02A2-56FA-CA4A-411892902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3A4B4-92A5-9506-E9A8-84798318D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might you address the challenges you identified?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0ECF44-4B50-D177-B1C5-0648CBE0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Identifying Potential Challenges of IoT (Slide 2 of 2)</a:t>
            </a:r>
          </a:p>
        </p:txBody>
      </p:sp>
    </p:spTree>
    <p:extLst>
      <p:ext uri="{BB962C8B-B14F-4D97-AF65-F5344CB8AC3E}">
        <p14:creationId xmlns:p14="http://schemas.microsoft.com/office/powerpoint/2010/main" val="35908678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EC5968-DBE8-FB33-7929-E5D672FC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Devices—Common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B02F8-58C8-4846-75F9-E28647B9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55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9955A6-0613-3721-8162-E076FA2CDEA7}"/>
              </a:ext>
            </a:extLst>
          </p:cNvPr>
          <p:cNvGrpSpPr/>
          <p:nvPr/>
        </p:nvGrpSpPr>
        <p:grpSpPr>
          <a:xfrm>
            <a:off x="1678763" y="1101584"/>
            <a:ext cx="8834475" cy="5360554"/>
            <a:chOff x="146426" y="1101584"/>
            <a:chExt cx="8834475" cy="536055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B8A481B-4271-3118-9156-E3EE3713D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39491" y="2187681"/>
              <a:ext cx="2328906" cy="248263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3C8CFA0-DC54-9CB1-AAEF-745153762F3E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4563664" y="4010939"/>
              <a:ext cx="84536" cy="1411734"/>
            </a:xfrm>
            <a:prstGeom prst="line">
              <a:avLst/>
            </a:prstGeom>
            <a:ln w="19050">
              <a:solidFill>
                <a:schemeClr val="tx1"/>
              </a:solidFill>
              <a:tailEnd type="oval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F3E70B-1F9B-6A1C-BE55-FE2EB530C145}"/>
                </a:ext>
              </a:extLst>
            </p:cNvPr>
            <p:cNvSpPr/>
            <p:nvPr/>
          </p:nvSpPr>
          <p:spPr>
            <a:xfrm>
              <a:off x="2661489" y="5422673"/>
              <a:ext cx="3804349" cy="1039465"/>
            </a:xfrm>
            <a:prstGeom prst="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6350" cap="flat" cmpd="sng" algn="ctr">
              <a:solidFill>
                <a:schemeClr val="tx1"/>
              </a:solidFill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/>
              <a:r>
                <a:rPr lang="en-US" sz="14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Smart</a:t>
              </a:r>
            </a:p>
            <a:p>
              <a:pPr lvl="0" defTabSz="914400">
                <a:spcBef>
                  <a:spcPct val="50000"/>
                </a:spcBef>
                <a:defRPr/>
              </a:pPr>
              <a:r>
                <a:rPr lang="en-US" sz="1400" kern="0" dirty="0">
                  <a:solidFill>
                    <a:srgbClr val="000000"/>
                  </a:solidFill>
                  <a:cs typeface="Calibri"/>
                </a:rPr>
                <a:t>Example: Onboard microcontroller monitors sensors, controls switching, and communicates with cloud servers.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B737AB-9557-A487-51F4-D12648230411}"/>
                </a:ext>
              </a:extLst>
            </p:cNvPr>
            <p:cNvSpPr/>
            <p:nvPr/>
          </p:nvSpPr>
          <p:spPr>
            <a:xfrm>
              <a:off x="146426" y="2220787"/>
              <a:ext cx="2515063" cy="1436814"/>
            </a:xfrm>
            <a:prstGeom prst="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6350" cap="flat" cmpd="sng" algn="ctr">
              <a:solidFill>
                <a:schemeClr val="tx1"/>
              </a:solidFill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/>
              <a:r>
                <a:rPr lang="en-US" sz="14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Local Outputs</a:t>
              </a:r>
            </a:p>
            <a:p>
              <a:pPr lvl="0" defTabSz="914400">
                <a:spcBef>
                  <a:spcPct val="50000"/>
                </a:spcBef>
                <a:defRPr/>
              </a:pPr>
              <a:r>
                <a:rPr lang="en-US" sz="1400" kern="0" dirty="0">
                  <a:solidFill>
                    <a:srgbClr val="000000"/>
                  </a:solidFill>
                  <a:cs typeface="Calibri"/>
                </a:rPr>
                <a:t>Example: LED on the device changes color to show on/off status and when it enters configuration mode.</a:t>
              </a:r>
              <a:endParaRPr lang="en-US" sz="1300" kern="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38C8BA-4036-6510-CAEB-C5A9D059385B}"/>
                </a:ext>
              </a:extLst>
            </p:cNvPr>
            <p:cNvSpPr/>
            <p:nvPr/>
          </p:nvSpPr>
          <p:spPr>
            <a:xfrm>
              <a:off x="6468823" y="2214836"/>
              <a:ext cx="2512077" cy="1214163"/>
            </a:xfrm>
            <a:prstGeom prst="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6350" cap="flat" cmpd="sng" algn="ctr">
              <a:solidFill>
                <a:schemeClr val="tx1"/>
              </a:solidFill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/>
              <a:r>
                <a:rPr lang="en-US" sz="1400" b="1" kern="0" dirty="0">
                  <a:solidFill>
                    <a:srgbClr val="000000"/>
                  </a:solidFill>
                  <a:cs typeface="Calibri"/>
                </a:rPr>
                <a:t>Remote Control</a:t>
              </a:r>
            </a:p>
            <a:p>
              <a:pPr lvl="0" defTabSz="914400">
                <a:spcBef>
                  <a:spcPct val="50000"/>
                </a:spcBef>
                <a:defRPr/>
              </a:pPr>
              <a:r>
                <a:rPr lang="en-US" sz="1400" kern="0" dirty="0">
                  <a:solidFill>
                    <a:srgbClr val="000000"/>
                  </a:solidFill>
                  <a:cs typeface="Calibri"/>
                </a:rPr>
                <a:t>Example: Switches power on or off through remote app or “smart home” voice-controlled speakers.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031DA7-49B9-1C27-4774-AF4701D2D6E7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 flipV="1">
              <a:off x="5228811" y="3871346"/>
              <a:ext cx="1237027" cy="653344"/>
            </a:xfrm>
            <a:prstGeom prst="line">
              <a:avLst/>
            </a:prstGeom>
            <a:ln w="19050">
              <a:solidFill>
                <a:schemeClr val="tx1"/>
              </a:solidFill>
              <a:tailEnd type="oval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81908E9-C748-534F-09B5-2FC12943E55B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5224739" y="2821918"/>
              <a:ext cx="1244084" cy="687347"/>
            </a:xfrm>
            <a:prstGeom prst="line">
              <a:avLst/>
            </a:prstGeom>
            <a:ln w="19050">
              <a:solidFill>
                <a:schemeClr val="tx1"/>
              </a:solidFill>
              <a:tailEnd type="oval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D7F72F8-8B7D-E003-CC27-52C28B255ADA}"/>
                </a:ext>
              </a:extLst>
            </p:cNvPr>
            <p:cNvCxnSpPr>
              <a:cxnSpLocks/>
            </p:cNvCxnSpPr>
            <p:nvPr/>
          </p:nvCxnSpPr>
          <p:spPr>
            <a:xfrm>
              <a:off x="3124200" y="2186839"/>
              <a:ext cx="642731" cy="897983"/>
            </a:xfrm>
            <a:prstGeom prst="line">
              <a:avLst/>
            </a:prstGeom>
            <a:ln w="19050">
              <a:solidFill>
                <a:schemeClr val="tx1"/>
              </a:solidFill>
              <a:tailEnd type="oval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E833DDE-4313-0821-211B-B34E60061A8C}"/>
                </a:ext>
              </a:extLst>
            </p:cNvPr>
            <p:cNvGrpSpPr/>
            <p:nvPr/>
          </p:nvGrpSpPr>
          <p:grpSpPr>
            <a:xfrm>
              <a:off x="4231767" y="4520210"/>
              <a:ext cx="721233" cy="721233"/>
              <a:chOff x="5519869" y="3869259"/>
              <a:chExt cx="1245029" cy="124502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213572A-D63B-3F4D-8CDB-B31C5509666C}"/>
                  </a:ext>
                </a:extLst>
              </p:cNvPr>
              <p:cNvSpPr/>
              <p:nvPr/>
            </p:nvSpPr>
            <p:spPr>
              <a:xfrm>
                <a:off x="5519869" y="3869259"/>
                <a:ext cx="1245029" cy="1245029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tailEnd type="oval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/>
                <a:endParaRPr lang="en-US" sz="1100" b="1" kern="0" dirty="0" err="1">
                  <a:solidFill>
                    <a:srgbClr val="FF0000"/>
                  </a:solidFill>
                  <a:latin typeface="Arial"/>
                </a:endParaRPr>
              </a:p>
            </p:txBody>
          </p:sp>
          <p:pic>
            <p:nvPicPr>
              <p:cNvPr id="16" name="Picture 10" descr="https://media.rs-online.com/t_large/R8820281-01.jpg">
                <a:extLst>
                  <a:ext uri="{FF2B5EF4-FFF2-40B4-BE49-F238E27FC236}">
                    <a16:creationId xmlns:a16="http://schemas.microsoft.com/office/drawing/2014/main" id="{7B2F64F8-18A3-CCFB-A4CF-A7997D01F9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07761" y="4110287"/>
                <a:ext cx="886162" cy="7524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928D8C-1994-C955-3FFB-FA8E5C1D8EFA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661489" y="2939194"/>
              <a:ext cx="1105441" cy="899637"/>
            </a:xfrm>
            <a:prstGeom prst="line">
              <a:avLst/>
            </a:prstGeom>
            <a:ln w="19050">
              <a:solidFill>
                <a:schemeClr val="tx1"/>
              </a:solidFill>
              <a:tailEnd type="oval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101FF0-9318-8A6A-34D8-8AB7BAE619CD}"/>
                </a:ext>
              </a:extLst>
            </p:cNvPr>
            <p:cNvSpPr/>
            <p:nvPr/>
          </p:nvSpPr>
          <p:spPr>
            <a:xfrm>
              <a:off x="169119" y="3871347"/>
              <a:ext cx="2492370" cy="1322264"/>
            </a:xfrm>
            <a:prstGeom prst="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6350" cap="flat" cmpd="sng" algn="ctr">
              <a:solidFill>
                <a:schemeClr val="tx1"/>
              </a:solidFill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/>
              <a:r>
                <a:rPr lang="en-US" sz="1400" b="1" kern="0" dirty="0">
                  <a:solidFill>
                    <a:srgbClr val="000000"/>
                  </a:solidFill>
                  <a:cs typeface="Calibri"/>
                </a:rPr>
                <a:t>Remote Sensing</a:t>
              </a:r>
              <a:endParaRPr lang="en-US" sz="1400" b="1" kern="0" dirty="0">
                <a:solidFill>
                  <a:srgbClr val="000000"/>
                </a:solidFill>
                <a:latin typeface="Calibri"/>
                <a:cs typeface="Calibri"/>
              </a:endParaRPr>
            </a:p>
            <a:p>
              <a:pPr lvl="0" defTabSz="914400">
                <a:spcBef>
                  <a:spcPct val="50000"/>
                </a:spcBef>
                <a:defRPr/>
              </a:pPr>
              <a:r>
                <a:rPr lang="en-US" sz="1400" kern="0" dirty="0">
                  <a:solidFill>
                    <a:srgbClr val="000000"/>
                  </a:solidFill>
                  <a:cs typeface="Calibri"/>
                </a:rPr>
                <a:t>Example: Sensors in the device monitor power usage and conditions such as overheating and overcurrent.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955C2C-0D30-B855-383B-0C07C93C8248}"/>
                </a:ext>
              </a:extLst>
            </p:cNvPr>
            <p:cNvSpPr/>
            <p:nvPr/>
          </p:nvSpPr>
          <p:spPr>
            <a:xfrm>
              <a:off x="6465838" y="3855769"/>
              <a:ext cx="2515063" cy="1337841"/>
            </a:xfrm>
            <a:prstGeom prst="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6350" cap="flat" cmpd="sng" algn="ctr">
              <a:solidFill>
                <a:schemeClr val="tx1"/>
              </a:solidFill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/>
              <a:r>
                <a:rPr lang="en-US" sz="1400" b="1" kern="0" dirty="0">
                  <a:solidFill>
                    <a:srgbClr val="000000"/>
                  </a:solidFill>
                  <a:cs typeface="Calibri"/>
                </a:rPr>
                <a:t>Connected</a:t>
              </a:r>
            </a:p>
            <a:p>
              <a:pPr lvl="0" defTabSz="914400">
                <a:spcBef>
                  <a:spcPct val="50000"/>
                </a:spcBef>
                <a:defRPr/>
              </a:pPr>
              <a:r>
                <a:rPr lang="en-US" sz="1400" kern="0" dirty="0">
                  <a:solidFill>
                    <a:srgbClr val="000000"/>
                  </a:solidFill>
                  <a:cs typeface="Calibri"/>
                </a:rPr>
                <a:t>Example: Connects to cloud through Wi-Fi to send sensor data and device status and receive commands from apps.</a:t>
              </a:r>
            </a:p>
          </p:txBody>
        </p:sp>
        <p:pic>
          <p:nvPicPr>
            <p:cNvPr id="20" name="Picture 8" descr="Image result for wi fi png">
              <a:extLst>
                <a:ext uri="{FF2B5EF4-FFF2-40B4-BE49-F238E27FC236}">
                  <a16:creationId xmlns:a16="http://schemas.microsoft.com/office/drawing/2014/main" id="{9050B45E-D387-C84F-85F1-4F60C7ED9E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864206">
              <a:off x="5301451" y="3586819"/>
              <a:ext cx="371842" cy="371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C7B8D1B-12C8-A185-4628-2A880AFE0C8D}"/>
                </a:ext>
              </a:extLst>
            </p:cNvPr>
            <p:cNvSpPr/>
            <p:nvPr/>
          </p:nvSpPr>
          <p:spPr>
            <a:xfrm>
              <a:off x="2728601" y="1101584"/>
              <a:ext cx="3663111" cy="1169145"/>
            </a:xfrm>
            <a:prstGeom prst="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6350" cap="flat" cmpd="sng" algn="ctr">
              <a:solidFill>
                <a:schemeClr val="tx1"/>
              </a:solidFill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algn="ctr" defTabSz="914400"/>
              <a:r>
                <a:rPr lang="en-US" sz="14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Local Control</a:t>
              </a:r>
            </a:p>
            <a:p>
              <a:pPr lvl="0" defTabSz="914400">
                <a:spcBef>
                  <a:spcPct val="50000"/>
                </a:spcBef>
                <a:defRPr/>
              </a:pPr>
              <a:r>
                <a:rPr lang="en-US" sz="1400" kern="0" dirty="0">
                  <a:solidFill>
                    <a:srgbClr val="000000"/>
                  </a:solidFill>
                  <a:cs typeface="Calibri"/>
                </a:rPr>
                <a:t>Example: Switches on the device enable user to turn it on or off directly and to start Wi-Fi configuration routine.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50878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49CC7-16AB-7267-9B77-511066A7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Industrial Controllers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7F567-89B2-23DE-22FB-FE945117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56</a:t>
            </a:fld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4B2C7B1-3F0D-B400-6C96-420DEC427D66}"/>
              </a:ext>
            </a:extLst>
          </p:cNvPr>
          <p:cNvGrpSpPr/>
          <p:nvPr/>
        </p:nvGrpSpPr>
        <p:grpSpPr>
          <a:xfrm>
            <a:off x="2037681" y="1208824"/>
            <a:ext cx="8116638" cy="4887163"/>
            <a:chOff x="505197" y="1208824"/>
            <a:chExt cx="8116638" cy="48871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464E5DB-C9B3-4D6C-250B-CF2835A012F4}"/>
                </a:ext>
              </a:extLst>
            </p:cNvPr>
            <p:cNvSpPr/>
            <p:nvPr/>
          </p:nvSpPr>
          <p:spPr>
            <a:xfrm>
              <a:off x="6324600" y="1600200"/>
              <a:ext cx="2131023" cy="44957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 err="1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DE2828-C164-DE38-0A8C-E01D69206B53}"/>
                </a:ext>
              </a:extLst>
            </p:cNvPr>
            <p:cNvSpPr/>
            <p:nvPr/>
          </p:nvSpPr>
          <p:spPr>
            <a:xfrm>
              <a:off x="526391" y="1600200"/>
              <a:ext cx="1890185" cy="44957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 err="1">
                <a:solidFill>
                  <a:srgbClr val="FF0000"/>
                </a:solidFill>
                <a:latin typeface="Arial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9CF6FD8-62B3-DE8D-B2E8-02643435E9AD}"/>
                </a:ext>
              </a:extLst>
            </p:cNvPr>
            <p:cNvCxnSpPr>
              <a:cxnSpLocks/>
            </p:cNvCxnSpPr>
            <p:nvPr/>
          </p:nvCxnSpPr>
          <p:spPr>
            <a:xfrm>
              <a:off x="7578739" y="3434092"/>
              <a:ext cx="0" cy="795077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C29F157-B501-A4D3-BB3C-C7695A844D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0800" y="2414378"/>
              <a:ext cx="0" cy="521991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7DB33D9-C2F3-2F86-BD00-59FA6AFDB6A9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2956952" y="2414376"/>
              <a:ext cx="0" cy="3020700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C206A3E-5B09-426B-6D73-DF0121F8C745}"/>
                </a:ext>
              </a:extLst>
            </p:cNvPr>
            <p:cNvCxnSpPr>
              <a:cxnSpLocks/>
            </p:cNvCxnSpPr>
            <p:nvPr/>
          </p:nvCxnSpPr>
          <p:spPr>
            <a:xfrm>
              <a:off x="1373012" y="3204282"/>
              <a:ext cx="501549" cy="0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9DEDEBD-07B1-44FF-C6EF-7E610858C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4561" y="2230724"/>
              <a:ext cx="0" cy="973558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201291-6ABF-52B5-EB3D-8978AECB0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4561" y="2414376"/>
              <a:ext cx="5321597" cy="0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8500F17-35A9-9229-9FE0-84473DD96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4570" y="4058217"/>
              <a:ext cx="1439398" cy="90976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AC8E6B6-4EF9-2943-8169-699156923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9494" y="5435076"/>
              <a:ext cx="414915" cy="567458"/>
            </a:xfrm>
            <a:prstGeom prst="rect">
              <a:avLst/>
            </a:prstGeom>
          </p:spPr>
        </p:pic>
        <p:sp>
          <p:nvSpPr>
            <p:cNvPr id="14" name="Text Box 307">
              <a:extLst>
                <a:ext uri="{FF2B5EF4-FFF2-40B4-BE49-F238E27FC236}">
                  <a16:creationId xmlns:a16="http://schemas.microsoft.com/office/drawing/2014/main" id="{27BB9AD2-3FEC-6D91-D545-418A381F5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500" y="5586180"/>
              <a:ext cx="102611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Actuators and Sensors</a:t>
              </a:r>
            </a:p>
          </p:txBody>
        </p:sp>
        <p:sp>
          <p:nvSpPr>
            <p:cNvPr id="15" name="Text Box 307">
              <a:extLst>
                <a:ext uri="{FF2B5EF4-FFF2-40B4-BE49-F238E27FC236}">
                  <a16:creationId xmlns:a16="http://schemas.microsoft.com/office/drawing/2014/main" id="{857EB828-C05F-1AF3-F2B9-75A88A205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4701" y="4443096"/>
              <a:ext cx="88378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PLC</a:t>
              </a:r>
            </a:p>
          </p:txBody>
        </p:sp>
        <p:sp>
          <p:nvSpPr>
            <p:cNvPr id="16" name="Text Box 307">
              <a:extLst>
                <a:ext uri="{FF2B5EF4-FFF2-40B4-BE49-F238E27FC236}">
                  <a16:creationId xmlns:a16="http://schemas.microsoft.com/office/drawing/2014/main" id="{8264830B-A5B5-D3A8-E84C-90EC4DC4E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939" y="3460317"/>
              <a:ext cx="88378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DCS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C1E1D58-C9F9-479A-9B7C-814FF62B60AC}"/>
                </a:ext>
              </a:extLst>
            </p:cNvPr>
            <p:cNvCxnSpPr>
              <a:cxnSpLocks/>
            </p:cNvCxnSpPr>
            <p:nvPr/>
          </p:nvCxnSpPr>
          <p:spPr>
            <a:xfrm>
              <a:off x="1373012" y="2230724"/>
              <a:ext cx="501549" cy="0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AD9C724-749C-7CAD-CD5C-C1FB43D80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2132" y="1756689"/>
              <a:ext cx="823500" cy="8235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16AAD24-2C6F-000A-C8D6-91582CD5B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978" y="2721098"/>
              <a:ext cx="823500" cy="823500"/>
            </a:xfrm>
            <a:prstGeom prst="rect">
              <a:avLst/>
            </a:prstGeom>
          </p:spPr>
        </p:pic>
        <p:sp>
          <p:nvSpPr>
            <p:cNvPr id="20" name="Text Box 307">
              <a:extLst>
                <a:ext uri="{FF2B5EF4-FFF2-40B4-BE49-F238E27FC236}">
                  <a16:creationId xmlns:a16="http://schemas.microsoft.com/office/drawing/2014/main" id="{4DCA1073-A8AD-3C27-100B-3C7E470BD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399" y="3423096"/>
              <a:ext cx="105096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Engineering PC</a:t>
              </a:r>
            </a:p>
          </p:txBody>
        </p:sp>
        <p:sp>
          <p:nvSpPr>
            <p:cNvPr id="21" name="Text Box 307">
              <a:extLst>
                <a:ext uri="{FF2B5EF4-FFF2-40B4-BE49-F238E27FC236}">
                  <a16:creationId xmlns:a16="http://schemas.microsoft.com/office/drawing/2014/main" id="{7F08CD55-FD0E-8450-9646-1226A4F575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161" y="2472466"/>
              <a:ext cx="118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Management PC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F504167-766F-28DA-ADBE-14AE61FAB0C6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7196158" y="2414376"/>
              <a:ext cx="0" cy="3020700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7B50E66-E3C2-FD2F-D370-5A35D719A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9862" y="4229169"/>
              <a:ext cx="1212591" cy="691847"/>
            </a:xfrm>
            <a:prstGeom prst="rect">
              <a:avLst/>
            </a:prstGeom>
          </p:spPr>
        </p:pic>
        <p:sp>
          <p:nvSpPr>
            <p:cNvPr id="24" name="Text Box 307">
              <a:extLst>
                <a:ext uri="{FF2B5EF4-FFF2-40B4-BE49-F238E27FC236}">
                  <a16:creationId xmlns:a16="http://schemas.microsoft.com/office/drawing/2014/main" id="{E9CBEB4A-7EED-7950-E3F3-34D46EFA8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9509" y="4557084"/>
              <a:ext cx="61324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0" algn="ctr" defTabSz="914400" eaLnBrk="1" hangingPunct="1">
                <a:spcBef>
                  <a:spcPct val="50000"/>
                </a:spcBef>
                <a:defRPr/>
              </a:pPr>
              <a:r>
                <a:rPr lang="en-US" sz="11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RTU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AC10C6-C622-942C-5094-B518F7D9F2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2694" y="2414378"/>
              <a:ext cx="0" cy="521991"/>
            </a:xfrm>
            <a:prstGeom prst="line">
              <a:avLst/>
            </a:prstGeom>
            <a:ln w="28575" cap="rnd">
              <a:solidFill>
                <a:srgbClr val="009D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6F6F94D-B2A4-DCAE-E121-406FCA2DF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97041" y="2805443"/>
              <a:ext cx="491306" cy="706847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ED5DB6E-ECFB-595E-44FE-EDC419FA8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8700" y="5435076"/>
              <a:ext cx="414915" cy="567458"/>
            </a:xfrm>
            <a:prstGeom prst="rect">
              <a:avLst/>
            </a:prstGeom>
          </p:spPr>
        </p:pic>
        <p:sp>
          <p:nvSpPr>
            <p:cNvPr id="28" name="Text Box 307">
              <a:extLst>
                <a:ext uri="{FF2B5EF4-FFF2-40B4-BE49-F238E27FC236}">
                  <a16:creationId xmlns:a16="http://schemas.microsoft.com/office/drawing/2014/main" id="{4470195F-4D5E-4E00-7CCE-70296C076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4469" y="5576442"/>
              <a:ext cx="102611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Actuators and Sensors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49AE8B6-3EBF-EC4C-E951-85B5AE672473}"/>
                </a:ext>
              </a:extLst>
            </p:cNvPr>
            <p:cNvGrpSpPr/>
            <p:nvPr/>
          </p:nvGrpSpPr>
          <p:grpSpPr>
            <a:xfrm>
              <a:off x="2091785" y="1875804"/>
              <a:ext cx="613631" cy="1454934"/>
              <a:chOff x="1799292" y="1046956"/>
              <a:chExt cx="613631" cy="1454934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F875A862-5CDD-1569-C09D-5928BB8AA9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9292" y="1657278"/>
                <a:ext cx="613539" cy="844612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4B5965B-D558-1F46-A862-D37AE101FA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b="9781"/>
              <a:stretch/>
            </p:blipFill>
            <p:spPr>
              <a:xfrm>
                <a:off x="1799384" y="1046956"/>
                <a:ext cx="613539" cy="761999"/>
              </a:xfrm>
              <a:prstGeom prst="rect">
                <a:avLst/>
              </a:prstGeom>
            </p:spPr>
          </p:pic>
        </p:grpSp>
        <p:sp>
          <p:nvSpPr>
            <p:cNvPr id="32" name="Rounded Rectangle 51">
              <a:extLst>
                <a:ext uri="{FF2B5EF4-FFF2-40B4-BE49-F238E27FC236}">
                  <a16:creationId xmlns:a16="http://schemas.microsoft.com/office/drawing/2014/main" id="{2624F5C6-E0F2-0FCB-CDC4-8214B62E3113}"/>
                </a:ext>
              </a:extLst>
            </p:cNvPr>
            <p:cNvSpPr/>
            <p:nvPr/>
          </p:nvSpPr>
          <p:spPr>
            <a:xfrm>
              <a:off x="505197" y="1208824"/>
              <a:ext cx="1911473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cs typeface="Calibri"/>
                </a:rPr>
                <a:t>IT Network</a:t>
              </a:r>
            </a:p>
          </p:txBody>
        </p:sp>
        <p:sp>
          <p:nvSpPr>
            <p:cNvPr id="33" name="Rounded Rectangle 51">
              <a:extLst>
                <a:ext uri="{FF2B5EF4-FFF2-40B4-BE49-F238E27FC236}">
                  <a16:creationId xmlns:a16="http://schemas.microsoft.com/office/drawing/2014/main" id="{BA7C7AF7-1E8A-30E4-4224-FFBEA2DDDA1F}"/>
                </a:ext>
              </a:extLst>
            </p:cNvPr>
            <p:cNvSpPr/>
            <p:nvPr/>
          </p:nvSpPr>
          <p:spPr>
            <a:xfrm>
              <a:off x="2945949" y="1208824"/>
              <a:ext cx="2843021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cs typeface="Calibri"/>
                </a:rPr>
                <a:t>Production Network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080D5A4-6CEE-8BD2-0592-6A735F7EC02E}"/>
                </a:ext>
              </a:extLst>
            </p:cNvPr>
            <p:cNvGrpSpPr/>
            <p:nvPr/>
          </p:nvGrpSpPr>
          <p:grpSpPr>
            <a:xfrm>
              <a:off x="2501469" y="3908964"/>
              <a:ext cx="5787276" cy="1219890"/>
              <a:chOff x="914400" y="3769267"/>
              <a:chExt cx="5274558" cy="121989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B9A4EBB-51E0-A96B-B33F-71D7FEC2A7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4400" y="4989157"/>
                <a:ext cx="5274558" cy="0"/>
              </a:xfrm>
              <a:prstGeom prst="line">
                <a:avLst/>
              </a:prstGeom>
              <a:ln w="19050">
                <a:solidFill>
                  <a:schemeClr val="tx1">
                    <a:alpha val="38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DE6BC54-B3AD-8394-2CFF-30F1841B30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4400" y="3769267"/>
                <a:ext cx="5274558" cy="0"/>
              </a:xfrm>
              <a:prstGeom prst="line">
                <a:avLst/>
              </a:prstGeom>
              <a:ln w="19050">
                <a:solidFill>
                  <a:schemeClr val="tx1">
                    <a:alpha val="38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8CAF7E7-EAE9-4635-E09D-068D0B3D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43587" y="1483461"/>
              <a:ext cx="1899008" cy="189901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2EC3BAD-06BC-AD4A-5330-3D0403A7A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84889" y="3312120"/>
              <a:ext cx="587701" cy="498168"/>
            </a:xfrm>
            <a:prstGeom prst="rect">
              <a:avLst/>
            </a:prstGeom>
          </p:spPr>
        </p:pic>
        <p:sp>
          <p:nvSpPr>
            <p:cNvPr id="39" name="Text Box 307">
              <a:extLst>
                <a:ext uri="{FF2B5EF4-FFF2-40B4-BE49-F238E27FC236}">
                  <a16:creationId xmlns:a16="http://schemas.microsoft.com/office/drawing/2014/main" id="{E631B558-1458-EB44-46A8-605FD056B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4173" y="3375182"/>
              <a:ext cx="85766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Terminal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49A0CAA-2ECE-CBDC-3AA6-25F4D56D5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54526" y="2721098"/>
              <a:ext cx="823500" cy="823500"/>
            </a:xfrm>
            <a:prstGeom prst="rect">
              <a:avLst/>
            </a:prstGeom>
          </p:spPr>
        </p:pic>
        <p:sp>
          <p:nvSpPr>
            <p:cNvPr id="41" name="Text Box 307">
              <a:extLst>
                <a:ext uri="{FF2B5EF4-FFF2-40B4-BE49-F238E27FC236}">
                  <a16:creationId xmlns:a16="http://schemas.microsoft.com/office/drawing/2014/main" id="{13FCD80D-F258-C625-C6B6-574B88D68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2252" y="3434092"/>
              <a:ext cx="105096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Operator PC</a:t>
              </a:r>
            </a:p>
          </p:txBody>
        </p:sp>
        <p:sp>
          <p:nvSpPr>
            <p:cNvPr id="42" name="Rounded Rectangle 143">
              <a:extLst>
                <a:ext uri="{FF2B5EF4-FFF2-40B4-BE49-F238E27FC236}">
                  <a16:creationId xmlns:a16="http://schemas.microsoft.com/office/drawing/2014/main" id="{CFFF9530-6E89-F8FB-0505-7E5E55851DBD}"/>
                </a:ext>
              </a:extLst>
            </p:cNvPr>
            <p:cNvSpPr/>
            <p:nvPr/>
          </p:nvSpPr>
          <p:spPr>
            <a:xfrm>
              <a:off x="4772315" y="4356215"/>
              <a:ext cx="1448556" cy="274638"/>
            </a:xfrm>
            <a:prstGeom prst="roundRect">
              <a:avLst/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Controllers</a:t>
              </a:r>
            </a:p>
          </p:txBody>
        </p:sp>
        <p:sp>
          <p:nvSpPr>
            <p:cNvPr id="43" name="Rounded Rectangle 143">
              <a:extLst>
                <a:ext uri="{FF2B5EF4-FFF2-40B4-BE49-F238E27FC236}">
                  <a16:creationId xmlns:a16="http://schemas.microsoft.com/office/drawing/2014/main" id="{66306368-B9CD-8F04-6012-FC1F9E37A470}"/>
                </a:ext>
              </a:extLst>
            </p:cNvPr>
            <p:cNvSpPr/>
            <p:nvPr/>
          </p:nvSpPr>
          <p:spPr>
            <a:xfrm>
              <a:off x="4772315" y="5576442"/>
              <a:ext cx="1448556" cy="274638"/>
            </a:xfrm>
            <a:prstGeom prst="roundRect">
              <a:avLst/>
            </a:prstGeom>
            <a:solidFill>
              <a:srgbClr val="009DDC"/>
            </a:soli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Field Devices</a:t>
              </a:r>
            </a:p>
          </p:txBody>
        </p:sp>
        <p:sp>
          <p:nvSpPr>
            <p:cNvPr id="44" name="Rounded Rectangle 51">
              <a:extLst>
                <a:ext uri="{FF2B5EF4-FFF2-40B4-BE49-F238E27FC236}">
                  <a16:creationId xmlns:a16="http://schemas.microsoft.com/office/drawing/2014/main" id="{948A456F-7FFE-5E3C-753A-24B40FB5785C}"/>
                </a:ext>
              </a:extLst>
            </p:cNvPr>
            <p:cNvSpPr/>
            <p:nvPr/>
          </p:nvSpPr>
          <p:spPr>
            <a:xfrm>
              <a:off x="6324160" y="1208824"/>
              <a:ext cx="2120618" cy="274637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300" b="1" kern="0" dirty="0">
                  <a:solidFill>
                    <a:srgbClr val="000000"/>
                  </a:solidFill>
                  <a:cs typeface="Calibri"/>
                </a:rPr>
                <a:t>Remote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07007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5C64C3-743F-E3CC-7839-60844818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57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540BF4-0671-9FF1-8656-C142DB1C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1302040"/>
            <a:ext cx="5430550" cy="4920960"/>
          </a:xfrm>
        </p:spPr>
        <p:txBody>
          <a:bodyPr/>
          <a:lstStyle/>
          <a:p>
            <a:r>
              <a:rPr lang="en-US" dirty="0"/>
              <a:t>IoT can transform both old and new businesses. </a:t>
            </a:r>
          </a:p>
          <a:p>
            <a:r>
              <a:rPr lang="en-US" dirty="0"/>
              <a:t>How well you both understand and apply both IoT and your industry domain knowledge before you dive in </a:t>
            </a:r>
            <a:r>
              <a:rPr lang="en-US"/>
              <a:t>will determine, </a:t>
            </a:r>
            <a:r>
              <a:rPr lang="en-US" dirty="0"/>
              <a:t>to a </a:t>
            </a:r>
            <a:r>
              <a:rPr lang="en-US"/>
              <a:t>large extent, </a:t>
            </a:r>
            <a:r>
              <a:rPr lang="en-US" dirty="0"/>
              <a:t>how successful your path will be.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2EA99-CD81-EF97-BA97-F2C3C42D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pic>
        <p:nvPicPr>
          <p:cNvPr id="7" name="Picture 6" descr="A person with glasses smoking a cigarette&#10;&#10;Description automatically generated with low confidence">
            <a:extLst>
              <a:ext uri="{FF2B5EF4-FFF2-40B4-BE49-F238E27FC236}">
                <a16:creationId xmlns:a16="http://schemas.microsoft.com/office/drawing/2014/main" id="{C896A326-9527-2AB0-03A5-1AA022606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50" y="2086521"/>
            <a:ext cx="5430550" cy="361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40349"/>
      </p:ext>
    </p:extLst>
  </p:cSld>
  <p:clrMapOvr>
    <a:masterClrMapping/>
  </p:clrMapOvr>
</p:sld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1.potx" id="{3F606734-24ED-44F4-AF39-A80BB4CDD828}" vid="{DA8138EA-2326-4EF5-918C-5DC2501FD4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CNX_OV_Template_BIZ_1.2</Template>
  <TotalTime>755</TotalTime>
  <Words>1842</Words>
  <Application>Microsoft Office PowerPoint</Application>
  <PresentationFormat>Widescreen</PresentationFormat>
  <Paragraphs>404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CNX</vt:lpstr>
      <vt:lpstr>Planning an IoT Implementation</vt:lpstr>
      <vt:lpstr>Planning an IoT Implementation</vt:lpstr>
      <vt:lpstr>PowerPoint Presentation</vt:lpstr>
      <vt:lpstr>Dawn of a New Day</vt:lpstr>
      <vt:lpstr>What Is IoT?</vt:lpstr>
      <vt:lpstr>IoT Ingredients</vt:lpstr>
      <vt:lpstr>The "Things" in IoT</vt:lpstr>
      <vt:lpstr>Examples of IoT Devices</vt:lpstr>
      <vt:lpstr>IoT in Industry: Automation Milestones</vt:lpstr>
      <vt:lpstr>Industry Evolution</vt:lpstr>
      <vt:lpstr>Enabling Technologies</vt:lpstr>
      <vt:lpstr>Industry 4.0 Promise</vt:lpstr>
      <vt:lpstr>Four Ps of Planned Maintenance</vt:lpstr>
      <vt:lpstr>Three Key IoT Business Strategy Steps to Follow</vt:lpstr>
      <vt:lpstr>PowerPoint Presentation</vt:lpstr>
      <vt:lpstr>Scenario: Greene Organix (Slide 2 of 6)</vt:lpstr>
      <vt:lpstr>A) Identify New/Incremental Value (Slide 3 of 6)</vt:lpstr>
      <vt:lpstr>B) Understand Insights Needed to Support Value (Slide 4 of 6)</vt:lpstr>
      <vt:lpstr>C) Data (Slide 5 of 6)</vt:lpstr>
      <vt:lpstr>D) Identify IoT Capabilities (Slide 6 of 6)</vt:lpstr>
      <vt:lpstr>PowerPoint Presentation</vt:lpstr>
      <vt:lpstr>IoT Infrastructure—System of Systems</vt:lpstr>
      <vt:lpstr>IoT Gateway</vt:lpstr>
      <vt:lpstr>Cloud Services (Slide 1 of 2)</vt:lpstr>
      <vt:lpstr>Cloud Services (Slide 2 of 2)</vt:lpstr>
      <vt:lpstr>User Interface (Slide 1 of 2)</vt:lpstr>
      <vt:lpstr>User Interface (Slide 2 of 2)</vt:lpstr>
      <vt:lpstr>Software Stacks (Slide 1 of 4)</vt:lpstr>
      <vt:lpstr>Software Stacks (Slide 2 of 4)</vt:lpstr>
      <vt:lpstr>Software Stacks (Slide 3 of 4)</vt:lpstr>
      <vt:lpstr>Software Stacks (Slide 4 of 4)</vt:lpstr>
      <vt:lpstr>PowerPoint Presentation</vt:lpstr>
      <vt:lpstr>Scenario: The Greenhouse IoT Project (Slide 2 of 4)</vt:lpstr>
      <vt:lpstr>A) IoT Infrastructure Setup (Slide 3 of 4)</vt:lpstr>
      <vt:lpstr>B) Constraints (Slide 4 of 4)</vt:lpstr>
      <vt:lpstr>PowerPoint Presentation</vt:lpstr>
      <vt:lpstr>Business Benefits</vt:lpstr>
      <vt:lpstr>Business Considerations (Slide 1 of 4)</vt:lpstr>
      <vt:lpstr>Business Considerations (Slide 2 of 4)</vt:lpstr>
      <vt:lpstr>Business Considerations (Slide 3 of 4)</vt:lpstr>
      <vt:lpstr>Business Considerations (Slide 4 of 4)</vt:lpstr>
      <vt:lpstr>Business Challenges</vt:lpstr>
      <vt:lpstr>Technical Challenges</vt:lpstr>
      <vt:lpstr>Security Challenges</vt:lpstr>
      <vt:lpstr>IoT Security Threat Map</vt:lpstr>
      <vt:lpstr>IoT Contributes to the Threat Landscape</vt:lpstr>
      <vt:lpstr>The Dyn Attack</vt:lpstr>
      <vt:lpstr>Why IoT Is Lacking Fundamental Security</vt:lpstr>
      <vt:lpstr>Societal Impact (Slide 1 of 3)</vt:lpstr>
      <vt:lpstr>Societal Impact (Slide 2 of 3)</vt:lpstr>
      <vt:lpstr>Societal Impact (Slide 3 of 3)</vt:lpstr>
      <vt:lpstr>Organizational Skills Impact</vt:lpstr>
      <vt:lpstr>Activity: Identifying Potential Challenges of IoT (Slide 1 of 2)</vt:lpstr>
      <vt:lpstr>Activity: Identifying Potential Challenges of IoT (Slide 2 of 2)</vt:lpstr>
      <vt:lpstr>IoT Devices—Common Features</vt:lpstr>
      <vt:lpstr>Industrial Controllers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an IoT Implementation</dc:title>
  <dc:creator>Jason Nufryk</dc:creator>
  <cp:lastModifiedBy>Michelle Farney</cp:lastModifiedBy>
  <cp:revision>37</cp:revision>
  <dcterms:created xsi:type="dcterms:W3CDTF">2023-03-30T18:45:40Z</dcterms:created>
  <dcterms:modified xsi:type="dcterms:W3CDTF">2023-04-24T18:00:14Z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
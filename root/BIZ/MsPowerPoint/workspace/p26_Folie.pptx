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623" autoAdjust="0"/>
    <p:restoredTop sz="94434" autoAdjust="0"/>
  </p:normalViewPr>
  <p:slideViewPr>
    <p:cSldViewPr snapToGrid="0">
      <p:cViewPr varScale="1">
        <p:scale>
          <a:sx n="114" d="100"/>
          <a:sy n="114" d="100"/>
        </p:scale>
        <p:origin x="112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74436-0E8A-41E5-AD1C-4970E4066FAE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0DB1B-EA79-4FAD-8CA8-6F3FA3A5A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7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0AD7-BBCA-4178-9E9D-A0B7A3EC4C8F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3C9F52E-8429-4EFE-ADAE-3E3C9B7A6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096" y="0"/>
            <a:ext cx="1638904" cy="17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2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B6D0-E542-44D2-9AE5-661EFA298725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97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DC2C-7DAD-46E6-A222-362CEA40F586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05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0B8F-EC21-4FAB-A046-7AFF092FD77D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05D8-C458-407D-B2BB-F91C967DAF86}" type="datetime1">
              <a:rPr lang="de-DE" smtClean="0"/>
              <a:t>24.04.2024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65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E00B-FBD2-446B-AC32-3619D23FCB99}" type="datetime1">
              <a:rPr lang="de-DE" smtClean="0"/>
              <a:t>24.04.2024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322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6F54-6E5E-4A0D-925B-EE094689132B}" type="datetime1">
              <a:rPr lang="de-DE" smtClean="0"/>
              <a:t>24.04.2024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13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7923-2C39-42A1-A115-770A7D1413C3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92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D5BBE-FBCA-4AD0-9AFF-890F49B33E55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85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9AD0-050E-4461-A760-506B323AE71F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67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0A51-4529-4710-8EBE-FDBE2127CA3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65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C1A15-8730-467F-AD61-995D90BFADD4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Firma Vector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2318036-FDF7-4231-8A32-DE377F5E01F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" y="-2477"/>
            <a:ext cx="463851" cy="49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7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Restaurant „Froschkönig“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Am Altmühlsee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2EBE49-422D-49B6-9D18-69C92FA9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241B-6657-4161-B1BE-96D7260B7CF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47BD45-8F05-4606-9ED1-B7D38670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435A87-1A06-46A4-9D87-E273397C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63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Kalte Vorspeisen</a:t>
            </a:r>
          </a:p>
          <a:p>
            <a:pPr lvl="0"/>
            <a:r>
              <a:rPr lang="de-DE" dirty="0"/>
              <a:t>Warme Vorspeisen</a:t>
            </a:r>
          </a:p>
          <a:p>
            <a:pPr lvl="1"/>
            <a:r>
              <a:rPr lang="de-DE" dirty="0"/>
              <a:t>Tomatensuppe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DB50F7-5C8D-4F61-AF6D-16F64096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21F-F8D7-465D-B016-36C72C79B2CA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A05137-2829-4321-BEC2-5DEEE811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1DB0CC-64CE-4C88-A548-6892399A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0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Hauptspeisen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Vegetarische Gerichte</a:t>
            </a:r>
          </a:p>
          <a:p>
            <a:pPr lvl="1"/>
            <a:r>
              <a:rPr lang="de-DE" dirty="0"/>
              <a:t>Käsespätzle</a:t>
            </a:r>
          </a:p>
          <a:p>
            <a:pPr lvl="0"/>
            <a:r>
              <a:rPr lang="de-DE" dirty="0"/>
              <a:t>Fleischgerichte</a:t>
            </a:r>
          </a:p>
          <a:p>
            <a:pPr lvl="1"/>
            <a:r>
              <a:rPr lang="de-DE" dirty="0"/>
              <a:t>Lammbraten</a:t>
            </a:r>
          </a:p>
          <a:p>
            <a:pPr lvl="0"/>
            <a:r>
              <a:rPr lang="de-DE" dirty="0"/>
              <a:t>Fischgerichte</a:t>
            </a:r>
          </a:p>
          <a:p>
            <a:pPr lvl="1"/>
            <a:r>
              <a:rPr lang="de-DE" dirty="0"/>
              <a:t>Frische Forelle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BCFD60-7D5B-4B9B-B863-1746B376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BCFB-A7DB-4DEE-9BC7-22145F65A48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C15956-D03C-419C-8101-A5973320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42AEB0-7508-471F-81C8-F40E600B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2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Eisspezialitäten</a:t>
            </a:r>
          </a:p>
          <a:p>
            <a:pPr lvl="0"/>
            <a:r>
              <a:rPr lang="de-DE" dirty="0"/>
              <a:t>Gebäck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6D9817-5D8E-4677-8230-4CB1016F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DCB6-CD79-4E8B-A0AB-ACFC596BA8E3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4D5D5-4C66-4972-BFD3-909BF88F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BF336-E64C-4DED-93C1-1D337B4C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26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</Words>
  <Application>Microsoft Office PowerPoint</Application>
  <PresentationFormat>Bildschirmpräsentation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Restaurant „Froschkönig“</vt:lpstr>
      <vt:lpstr>Vorspeisen</vt:lpstr>
      <vt:lpstr>Hauptspeisen</vt:lpstr>
      <vt:lpstr>Nachspeisen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„Froschkönig“</dc:title>
  <dc:creator>Sandra Giebitz</dc:creator>
  <cp:lastModifiedBy>P09</cp:lastModifiedBy>
  <cp:revision>11</cp:revision>
  <dcterms:created xsi:type="dcterms:W3CDTF">2014-01-05T18:51:10Z</dcterms:created>
  <dcterms:modified xsi:type="dcterms:W3CDTF">2024-04-24T21:39:08Z</dcterms:modified>
</cp:coreProperties>
</file>
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4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7" autoAdjust="0"/>
    <p:restoredTop sz="86423" autoAdjust="0"/>
  </p:normalViewPr>
  <p:slideViewPr>
    <p:cSldViewPr>
      <p:cViewPr varScale="1">
        <p:scale>
          <a:sx n="98" d="100"/>
          <a:sy n="98" d="100"/>
        </p:scale>
        <p:origin x="888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59A7C4-4344-493E-9666-C879B96DCEF3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5F8131-F6E5-4625-95F1-190F38905590}" type="slidenum">
              <a:rPr lang="de-DE" smtClean="0"/>
              <a:pPr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Hier stehen </a:t>
            </a:r>
            <a:r>
              <a:rPr lang="de-DE"/>
              <a:t>meine Notizen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5F8131-F6E5-4625-95F1-190F38905590}" type="slidenum">
              <a:rPr lang="de-DE" smtClean="0"/>
              <a:pPr/>
              <a:t>1</a:t>
            </a:fld>
            <a:endParaRPr lang="de-D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5F8131-F6E5-4625-95F1-190F38905590}" type="slidenum">
              <a:rPr lang="de-DE" smtClean="0"/>
              <a:pPr/>
              <a:t>2</a:t>
            </a:fld>
            <a:endParaRPr lang="de-DE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i="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5F8131-F6E5-4625-95F1-190F38905590}" type="slidenum">
              <a:rPr lang="de-DE" smtClean="0"/>
              <a:pPr/>
              <a:t>3</a:t>
            </a:fld>
            <a:endParaRPr lang="de-DE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5F8131-F6E5-4625-95F1-190F38905590}" type="slidenum">
              <a:rPr lang="de-DE" smtClean="0"/>
              <a:pPr/>
              <a:t>4</a:t>
            </a:fld>
            <a:endParaRPr lang="de-D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8367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5734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8835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3947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7710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531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276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6016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9802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0051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733468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25348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688848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78156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00348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3121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61B729-02C4-4B6D-8515-809B81B9164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5839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Französischkurse</a:t>
            </a:r>
            <a:r>
              <a:rPr lang="de-DE" dirty="0"/>
              <a:t> für Kids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Kurse für Kinder und Jugendliche von 5 – 18 Jahren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599" y="620688"/>
            <a:ext cx="6347713" cy="1320800"/>
          </a:xfrm>
        </p:spPr>
        <p:txBody>
          <a:bodyPr/>
          <a:lstStyle/>
          <a:p>
            <a:r>
              <a:rPr lang="de-DE" dirty="0"/>
              <a:t>Kindgerechte Kurse durch: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Pädagogisch geschulte Muttersprachler</a:t>
            </a:r>
          </a:p>
          <a:p>
            <a:r>
              <a:rPr lang="de-DE" dirty="0"/>
              <a:t>Speziell für die unterschiedlichen Altersstufen aufbereitetes Schulungsmaterial</a:t>
            </a:r>
          </a:p>
          <a:p>
            <a:r>
              <a:rPr lang="de-DE" dirty="0"/>
              <a:t>Audio- und Videomaterialien</a:t>
            </a:r>
          </a:p>
          <a:p>
            <a:r>
              <a:rPr lang="de-DE" dirty="0"/>
              <a:t>Auf die Konzentrationsfähigkeit von Kindern abgestimmte Kurszeiten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Wir bieten günstige Konditionen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50.- € monatliche Kursgebühr bei einer Zeitstunde Unterricht je Woche</a:t>
            </a:r>
          </a:p>
          <a:p>
            <a:r>
              <a:rPr lang="de-DE" dirty="0"/>
              <a:t>Ermäßigung der Kursgebühr um 25% ab dem zweiten Kind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Ihr </a:t>
            </a:r>
            <a:r>
              <a:rPr lang="de-DE" dirty="0"/>
              <a:t>Vorteil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/>
              <a:t>Alle ausgefallenen Stunden können nachgeholt werden! Dies gilt z.B. für…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/>
              <a:t>… Kursstunden, die durch Ferien entfallen</a:t>
            </a:r>
          </a:p>
          <a:p>
            <a:r>
              <a:rPr lang="de-DE" dirty="0"/>
              <a:t>… Kursausfall durch Krankheit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98</Words>
  <Application>Microsoft Office PowerPoint</Application>
  <PresentationFormat>Bildschirmpräsentation (4:3)</PresentationFormat>
  <Paragraphs>19</Paragraphs>
  <Slides>4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9" baseType="lpstr">
      <vt:lpstr>Arial</vt:lpstr>
      <vt:lpstr>Calibri</vt:lpstr>
      <vt:lpstr>Trebuchet MS</vt:lpstr>
      <vt:lpstr>Wingdings 3</vt:lpstr>
      <vt:lpstr>Facette</vt:lpstr>
      <vt:lpstr>Französischkurse für Kids</vt:lpstr>
      <vt:lpstr>Kindgerechte Kurse durch:</vt:lpstr>
      <vt:lpstr>Wir bieten günstige Konditionen</vt:lpstr>
      <vt:lpstr>Ihr Vorteil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Französischkurse für Kids</dc:title>
  <dc:creator>microstar</dc:creator>
  <cp:lastModifiedBy>P09</cp:lastModifiedBy>
  <cp:revision>4</cp:revision>
  <dcterms:created xsi:type="dcterms:W3CDTF">2007-11-27T14:58:52Z</dcterms:created>
  <dcterms:modified xsi:type="dcterms:W3CDTF">2024-04-17T19:20:48Z</dcterms:modified>
</cp:coreProperties>
</file>
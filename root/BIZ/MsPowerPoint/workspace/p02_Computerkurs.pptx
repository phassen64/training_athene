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  <p:sldMasterId id="2147483744" r:id="rId2"/>
    <p:sldMasterId id="2147483758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963" autoAdjust="0"/>
  </p:normalViewPr>
  <p:slideViewPr>
    <p:cSldViewPr>
      <p:cViewPr varScale="1">
        <p:scale>
          <a:sx n="83" d="100"/>
          <a:sy n="83" d="100"/>
        </p:scale>
        <p:origin x="24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A7C4-4344-493E-9666-C879B96DCEF3}" type="datetimeFigureOut">
              <a:rPr lang="de-DE" smtClean="0"/>
              <a:t>13.03.2024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F8131-F6E5-4625-95F1-190F38905590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Übung aus dem Lehrbuch</a:t>
            </a:r>
            <a:r>
              <a:rPr lang="de-DE" baseline="0" dirty="0"/>
              <a:t> (3.9):</a:t>
            </a:r>
          </a:p>
          <a:p>
            <a:endParaRPr lang="de-DE" baseline="0" dirty="0"/>
          </a:p>
          <a:p>
            <a:r>
              <a:rPr lang="de-DE" dirty="0"/>
              <a:t>Bitte erzeugen</a:t>
            </a:r>
            <a:r>
              <a:rPr lang="de-DE" baseline="0" dirty="0"/>
              <a:t> Sie eine neue leere Präsentation.</a:t>
            </a:r>
          </a:p>
          <a:p>
            <a:r>
              <a:rPr lang="de-DE" baseline="0" dirty="0"/>
              <a:t>Fügen Sie zwei weitere Folien mit dem Folienlayout Titel und Inhalt und eine Folie mit dem Layout Zwei Inhalte ein.</a:t>
            </a:r>
          </a:p>
          <a:p>
            <a:r>
              <a:rPr lang="de-DE" baseline="0" dirty="0"/>
              <a:t>Weisen Sie den Folien ein beliebiges Design zu, z.B. Nyad.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Geben Sie den aus den Abbildungen ersichtlichen</a:t>
            </a:r>
            <a:r>
              <a:rPr lang="de-DE" baseline="0" dirty="0"/>
              <a:t> Text in die Platzhalter ein.</a:t>
            </a:r>
          </a:p>
          <a:p>
            <a:r>
              <a:rPr lang="de-DE" baseline="0" dirty="0"/>
              <a:t>Übernehmen Sie dabei die von der Autokorrektur vorgeschlagene Textanpassung an den Platzhalter.</a:t>
            </a:r>
          </a:p>
          <a:p>
            <a:r>
              <a:rPr lang="de-DE" baseline="0" dirty="0"/>
              <a:t>Speichern Sie die Präsentation unter dem Namen Computerkurs-E1.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Sie möchten die</a:t>
            </a:r>
            <a:r>
              <a:rPr lang="de-DE" baseline="0" dirty="0"/>
              <a:t> Überschrift auf Folie 2 aussagekräftiger gestalten und ändern den Text in </a:t>
            </a:r>
            <a:r>
              <a:rPr lang="de-DE" i="1" baseline="0" dirty="0"/>
              <a:t>Kindgerechte Kurse durch ein professionelles Konzept:</a:t>
            </a:r>
            <a:r>
              <a:rPr lang="de-DE" i="0" baseline="0" dirty="0"/>
              <a:t> </a:t>
            </a:r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 die Preise</a:t>
            </a:r>
            <a:r>
              <a:rPr lang="de-DE" baseline="0" dirty="0"/>
              <a:t> noch nicht endgültig feststehen, entscheiden Sie sich, die Folie 3 zu löschen.</a:t>
            </a:r>
          </a:p>
          <a:p>
            <a:r>
              <a:rPr lang="de-DE" baseline="0" dirty="0"/>
              <a:t>Speichern Sie die Präsentation unter dem  neuen Namen Computerkurs-E2.</a:t>
            </a:r>
          </a:p>
          <a:p>
            <a:r>
              <a:rPr lang="de-DE" baseline="0" dirty="0"/>
              <a:t>Schließen Sie die Präsentationen.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4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98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01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1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549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35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4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07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66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598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30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48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49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450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269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481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988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063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Shap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hap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Shap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17" name="Shap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29" name="Shap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670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Shape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76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hap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13" name="Shap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Shap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888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Shape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Shape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Shap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10" name="Shap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Shap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903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hape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Shape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0" name="Shap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12" name="Shap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Shap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16" name="Shap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Shap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5135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973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408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Shape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564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Shap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13" name="Shap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Shap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de-DE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27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7763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1256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3055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/>
        <p:txBody>
          <a:bodyPr/>
          <a:lstStyle/>
          <a:p>
            <a:r>
              <a:rPr lang="de-DE"/>
              <a:t>Diagramm durch Klicken auf Symbol hinzufügen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75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9269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086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5726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2144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6867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72416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30663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2714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6241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957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729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646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1615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90574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8099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56783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77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090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4" name="Rectangl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3" name="Rectangl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51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7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Computerkurse für Kids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Kurse für Kinder und Jugendliche von 4 – 14 Jahren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Kindgerechte Kurse durch: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Pädagogisch geschulte Trainerinnen und Trainer</a:t>
            </a:r>
          </a:p>
          <a:p>
            <a:r>
              <a:rPr lang="de-DE" dirty="0"/>
              <a:t>Speziell für die unterschiedlichen Altersstufen aufbereitetes Schulungsmaterial</a:t>
            </a:r>
          </a:p>
          <a:p>
            <a:r>
              <a:rPr lang="de-DE" dirty="0"/>
              <a:t>Auf die Konzentrationsfähigkeit von Kindern abgestimmte Kurszeiten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Wir bieten günstige Konditionen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50.- € monatliche Kursgebühr bei einer Zeitstunde Unterricht je Woche</a:t>
            </a:r>
          </a:p>
          <a:p>
            <a:r>
              <a:rPr lang="de-DE" dirty="0"/>
              <a:t>Ermäßigung der Kursgebühr um 25% ab dem zweiten Kind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Ihr Vorteil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Alle ausgefallenen Stunden können nachgeholt werden! Dies gilt z.B. für…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de-DE" dirty="0"/>
              <a:t>… Kursstunden, die durch Ferien entfallen</a:t>
            </a:r>
          </a:p>
          <a:p>
            <a:r>
              <a:rPr lang="de-DE" dirty="0"/>
              <a:t>… Kursausfall durch Krankheit</a:t>
            </a:r>
          </a:p>
          <a:p>
            <a:r>
              <a:rPr lang="de-DE" dirty="0"/>
              <a:t>… Urlaub frei </a:t>
            </a:r>
            <a:r>
              <a:rPr lang="de-DE"/>
              <a:t>planba</a:t>
            </a:r>
            <a:endParaRPr lang="de-DE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Organisch">
  <a:themeElements>
    <a:clrScheme name="Organisch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sch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sc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Galathea">
  <a:themeElements>
    <a:clrScheme name="Galathea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Galathea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thea" id="{E41A15C3-586B-4B44-AEC5-74C9ED0344F3}" vid="{8239BA9D-82F6-4C98-A81F-350F64C5191F}"/>
    </a:ext>
  </a:extLst>
</a:theme>
</file>

<file path=ppt/theme/theme3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0</TotalTime>
  <Words>238</Words>
  <Application>Microsoft Office PowerPoint</Application>
  <PresentationFormat>Bildschirmpräsentation (4:3)</PresentationFormat>
  <Paragraphs>30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4</vt:i4>
      </vt:variant>
    </vt:vector>
  </HeadingPairs>
  <TitlesOfParts>
    <vt:vector size="15" baseType="lpstr">
      <vt:lpstr>Arial</vt:lpstr>
      <vt:lpstr>Calibri</vt:lpstr>
      <vt:lpstr>Century Gothic</vt:lpstr>
      <vt:lpstr>Garamond</vt:lpstr>
      <vt:lpstr>Tw Cen MT</vt:lpstr>
      <vt:lpstr>Wingdings</vt:lpstr>
      <vt:lpstr>Wingdings 2</vt:lpstr>
      <vt:lpstr>Wingdings 3</vt:lpstr>
      <vt:lpstr>Organisch</vt:lpstr>
      <vt:lpstr>Galathea</vt:lpstr>
      <vt:lpstr>Segment</vt:lpstr>
      <vt:lpstr>Computerkurse für Kids</vt:lpstr>
      <vt:lpstr>Kindgerechte Kurse durch:</vt:lpstr>
      <vt:lpstr>Wir bieten günstige Konditionen</vt:lpstr>
      <vt:lpstr>Ihr Vorteil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Computerkurse für Kids</dc:title>
  <dc:creator>microstar</dc:creator>
  <cp:lastModifiedBy>P09</cp:lastModifiedBy>
  <cp:revision>11</cp:revision>
  <dcterms:created xsi:type="dcterms:W3CDTF">2007-11-15T13:16:04Z</dcterms:created>
  <dcterms:modified xsi:type="dcterms:W3CDTF">2024-03-13T19:26:52Z</dcterms:modified>
</cp:coreProperties>
</file>
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</p:sldMasterIdLst>
  <p:sldIdLst>
    <p:sldId id="257" r:id="rId3"/>
    <p:sldId id="256" r:id="rId4"/>
    <p:sldId id="258" r:id="rId5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0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hteck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hteck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hteck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hteck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Master-Untertitelformat bearbeiten</a:t>
            </a:r>
            <a:endParaRPr kumimoji="0" lang="en-US"/>
          </a:p>
        </p:txBody>
      </p:sp>
      <p:sp>
        <p:nvSpPr>
          <p:cNvPr id="28" name="Datumsplatzhalt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Gerade Verbindung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hteck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63381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66192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hteck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hteck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hteck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hteck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hteck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  <p:sp>
        <p:nvSpPr>
          <p:cNvPr id="13" name="Rechteck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hteck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8" name="Gerade Verbindung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0668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Gerade Verbindung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Inhaltsplatzhalt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12" name="Inhaltsplatzhalt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39818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erade Verbindung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hteck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hteck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hteck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hteck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hteck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hteck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de-DE"/>
          </a:p>
        </p:txBody>
      </p:sp>
      <p:sp>
        <p:nvSpPr>
          <p:cNvPr id="15" name="Gerade Verbindung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hteck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Inhaltsplatzhalt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26" name="Inhaltsplatzhalt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3" name="Titel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de-DE"/>
              <a:t>Mastertitelformat bearbeiten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38400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289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hteck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hteck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hteck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hteck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hteck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66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hteck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hteck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hteck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hteck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hteck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  <p:sp>
        <p:nvSpPr>
          <p:cNvPr id="8" name="Rechteck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Gerade Verbindung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Inhaltsplatzhalt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1" name="Rechteck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3146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erade Verbindung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hteck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hteck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hteck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hteck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hteck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hteck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hteck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de-DE"/>
              <a:t>Bild durch Klicken auf Symbol hinzufügen</a:t>
            </a:r>
            <a:endParaRPr kumimoji="0"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  <p:sp>
        <p:nvSpPr>
          <p:cNvPr id="22" name="Rechteck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326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3260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hteck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hteck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hteck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hteck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hteck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Gerade Verbindung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de-DE"/>
              <a:t>Mastertitelformat bearbeiten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73503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leichschenkliges Dreieck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Master-Untertitelformat bearbeiten</a:t>
            </a:r>
            <a:endParaRPr kumimoji="0" lang="en-US"/>
          </a:p>
        </p:txBody>
      </p:sp>
      <p:sp>
        <p:nvSpPr>
          <p:cNvPr id="28" name="Datumsplatzhalt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de-DE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7128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1949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winkliges Dreieck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Gleichschenkliges Dreieck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1" name="Gerade Verbindung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07684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292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7518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32147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41967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6723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de-DE"/>
              <a:t>Bild durch Klicken auf Symbol hinzufügen</a:t>
            </a:r>
            <a:endParaRPr kumimoji="0"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8662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904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6934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hteck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hteck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hteck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hteck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Rechteck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de-DE"/>
              <a:t>Textmasterformat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4427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Gerade Verbindung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de-DE"/>
              <a:t>Textmasterformat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04032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Kopieren und verschieben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Bitte weisen Sie dieser Präsentation das Design Lysithea zu.</a:t>
            </a:r>
          </a:p>
          <a:p>
            <a:r>
              <a:rPr lang="de-DE" dirty="0"/>
              <a:t>Bitte öffnen Sie die Datei 8b_Beispiel Kopieren.pptx</a:t>
            </a:r>
          </a:p>
          <a:p>
            <a:r>
              <a:rPr lang="de-DE" dirty="0"/>
              <a:t>Weisen Sie darin das Design Telesto zu.</a:t>
            </a:r>
          </a:p>
          <a:p>
            <a:r>
              <a:rPr lang="de-DE" dirty="0"/>
              <a:t>Öffnen Sie die Zwischenablage und kopieren Sie die Folie mit dem Zitat 2.</a:t>
            </a:r>
          </a:p>
          <a:p>
            <a:r>
              <a:rPr lang="de-DE" dirty="0"/>
              <a:t>Wechseln Sie zurück in diese Präsentation und fügen Sie die kopierte Folie am Ende ein. Sie soll das Zieldesgin erhalten.</a:t>
            </a:r>
          </a:p>
          <a:p>
            <a:r>
              <a:rPr lang="de-DE" dirty="0"/>
              <a:t>Verschieben Sie die beiden Namen per drag &amp; drop aus dem Aufzählungstext in den Titel. Sie sollen das Format des Titels erhalten.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Zitat 1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Aufpassen muss man auf Minister, die nichts ohne Geld machen können und auf Minister, die alles nur mit Geld machen wollen. (Indira Ghandi)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Zitat 2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Es stört mich nicht, was meine Minister sagen, solange sie tun, was ich ihnen sage. (Margaret Thatcher)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Cronus">
  <a:themeElements>
    <a:clrScheme name="Cronus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ronus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ronus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lesto">
  <a:themeElements>
    <a:clrScheme name="Telesto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Telesto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lesto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Cronus</Template>
  <TotalTime>0</TotalTime>
  <Words>147</Words>
  <Application>Microsoft Office PowerPoint</Application>
  <PresentationFormat>Bildschirmpräsentation 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3</vt:i4>
      </vt:variant>
    </vt:vector>
  </HeadingPairs>
  <TitlesOfParts>
    <vt:vector size="11" baseType="lpstr">
      <vt:lpstr>Arial</vt:lpstr>
      <vt:lpstr>Century Gothic</vt:lpstr>
      <vt:lpstr>Georgia</vt:lpstr>
      <vt:lpstr>Verdana</vt:lpstr>
      <vt:lpstr>Wingdings</vt:lpstr>
      <vt:lpstr>Wingdings 2</vt:lpstr>
      <vt:lpstr>Cronus</vt:lpstr>
      <vt:lpstr>Telesto</vt:lpstr>
      <vt:lpstr>Kopieren und verschieben</vt:lpstr>
      <vt:lpstr>Zitat 1</vt:lpstr>
      <vt:lpstr>Zitat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microstar</dc:creator>
  <cp:lastModifiedBy>P09</cp:lastModifiedBy>
  <cp:revision>12</cp:revision>
  <dcterms:created xsi:type="dcterms:W3CDTF">2008-05-25T08:03:34Z</dcterms:created>
  <dcterms:modified xsi:type="dcterms:W3CDTF">2024-03-20T20:08:25Z</dcterms:modified>
</cp:coreProperties>
</file>
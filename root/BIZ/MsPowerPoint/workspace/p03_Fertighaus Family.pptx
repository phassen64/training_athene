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  <p:sldMasterId id="2147483768" r:id="rId2"/>
    <p:sldMasterId id="2147483798" r:id="rId3"/>
    <p:sldMasterId id="2147483846" r:id="rId4"/>
  </p:sldMasterIdLst>
  <p:notesMasterIdLst>
    <p:notesMasterId r:id="rId15"/>
  </p:notesMasterIdLst>
  <p:sldIdLst>
    <p:sldId id="256" r:id="rId5"/>
    <p:sldId id="258" r:id="rId6"/>
    <p:sldId id="263" r:id="rId7"/>
    <p:sldId id="259" r:id="rId8"/>
    <p:sldId id="264" r:id="rId9"/>
    <p:sldId id="261" r:id="rId10"/>
    <p:sldId id="265" r:id="rId11"/>
    <p:sldId id="267" r:id="rId12"/>
    <p:sldId id="268" r:id="rId13"/>
    <p:sldId id="266" r:id="rId1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1" autoAdjust="0"/>
    <p:restoredTop sz="65493" autoAdjust="0"/>
  </p:normalViewPr>
  <p:slideViewPr>
    <p:cSldViewPr>
      <p:cViewPr varScale="1">
        <p:scale>
          <a:sx n="74" d="100"/>
          <a:sy n="74" d="100"/>
        </p:scale>
        <p:origin x="226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6B802-2683-4911-80A3-4E447E1FBD23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96C67-DE08-40EA-BBED-0A4140E85DD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714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Kleine Zusatzübung </a:t>
            </a:r>
            <a:r>
              <a:rPr lang="de-DE" dirty="0"/>
              <a:t>zu</a:t>
            </a:r>
            <a:r>
              <a:rPr lang="de-DE" baseline="0" dirty="0"/>
              <a:t> den ersten Schritten in PowerPoint (Folienlayout, Designs, mit Textplatzhaltern arbeiten):</a:t>
            </a:r>
          </a:p>
          <a:p>
            <a:endParaRPr lang="de-DE" baseline="0" dirty="0"/>
          </a:p>
          <a:p>
            <a:r>
              <a:rPr lang="de-DE" dirty="0"/>
              <a:t>Bitte erstellen</a:t>
            </a:r>
            <a:r>
              <a:rPr lang="de-DE" baseline="0" dirty="0"/>
              <a:t> Sie eine neue Präsentation und speichern Sie diese mit dem Dateinamen FERTIGHAUS FAMILY.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122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Erstellen Sie die hier abgebildeten 7 Folien: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r>
              <a:rPr lang="de-DE" dirty="0"/>
              <a:t>Die</a:t>
            </a:r>
            <a:r>
              <a:rPr lang="de-DE" baseline="0" dirty="0"/>
              <a:t> erste Folie hat standardmäßig das Folienlayout </a:t>
            </a:r>
            <a:r>
              <a:rPr lang="de-DE" u="sng" baseline="0" dirty="0"/>
              <a:t>Titelfolie </a:t>
            </a:r>
            <a:r>
              <a:rPr lang="de-DE" baseline="0" dirty="0"/>
              <a:t>erhalten. Die übrigen Folien standardmäßig </a:t>
            </a:r>
            <a:r>
              <a:rPr lang="de-DE" u="sng" baseline="0" dirty="0"/>
              <a:t>Titel und Inhalt</a:t>
            </a:r>
            <a:r>
              <a:rPr lang="de-DE" baseline="0" dirty="0"/>
              <a:t>. Erstellen Sie die </a:t>
            </a:r>
            <a:r>
              <a:rPr lang="de-DE" u="sng" baseline="0" dirty="0"/>
              <a:t>letzte Folie</a:t>
            </a:r>
            <a:r>
              <a:rPr lang="de-DE" baseline="0" dirty="0"/>
              <a:t> mit dem Folienlayout </a:t>
            </a:r>
            <a:r>
              <a:rPr lang="de-DE" u="sng" baseline="0" dirty="0"/>
              <a:t>Zwei Inhalte</a:t>
            </a:r>
            <a:r>
              <a:rPr lang="de-DE" baseline="0" dirty="0"/>
              <a:t>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193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Speichern</a:t>
            </a:r>
            <a:r>
              <a:rPr lang="de-DE" baseline="0" dirty="0"/>
              <a:t> Sie die Änderungen an der Datei.</a:t>
            </a:r>
          </a:p>
          <a:p>
            <a:endParaRPr lang="de-DE" baseline="0" dirty="0"/>
          </a:p>
          <a:p>
            <a:r>
              <a:rPr lang="de-DE" baseline="0" dirty="0"/>
              <a:t>Speichern Sie die Datei mit dem neuen Dateinamen FERTIGHAUS FAMILY DESIGN.</a:t>
            </a:r>
          </a:p>
          <a:p>
            <a:r>
              <a:rPr lang="de-DE" baseline="0" dirty="0">
                <a:sym typeface="Wingdings" panose="05000000000000000000" pitchFamily="2" charset="2"/>
              </a:rPr>
              <a:t> Diese Folie sollte gelöscht werden</a:t>
            </a:r>
            <a:endParaRPr lang="de-DE" baseline="0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75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Weisen</a:t>
            </a:r>
            <a:r>
              <a:rPr lang="de-DE" baseline="0" dirty="0"/>
              <a:t> Sie allen Folien ein anderes Design, z.B. Dactylos zu.</a:t>
            </a:r>
          </a:p>
          <a:p>
            <a:r>
              <a:rPr lang="de-DE" baseline="0" dirty="0"/>
              <a:t>Weisen Sie allen Folien erneut ein anderes Design, z.B. Telesto zu.</a:t>
            </a:r>
          </a:p>
          <a:p>
            <a:r>
              <a:rPr lang="de-DE" baseline="0" dirty="0"/>
              <a:t>(Bitte beachten Sie: abhängig von Ihrer PP-Version stehen Ihnen wechselnde Designs zur Verfügung.)</a:t>
            </a:r>
          </a:p>
          <a:p>
            <a:endParaRPr lang="de-DE" baseline="0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9920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Ändern Sie für Folie 5 und 7 das Design</a:t>
            </a:r>
            <a:r>
              <a:rPr lang="de-DE" baseline="0" dirty="0"/>
              <a:t> zu einem Design Ihrer Wahl.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238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Ändern Sie erneut nur für Folie 5</a:t>
            </a:r>
            <a:r>
              <a:rPr lang="de-DE" baseline="0" dirty="0"/>
              <a:t> und 7 das Design zu einem Design Ihrer Wahl.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763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Weisen</a:t>
            </a:r>
            <a:r>
              <a:rPr lang="de-DE" baseline="0" dirty="0"/>
              <a:t> Sie allen Folien der Präsentation das standardmäßige Design zu.</a:t>
            </a:r>
          </a:p>
          <a:p>
            <a:r>
              <a:rPr lang="de-DE" baseline="0" dirty="0"/>
              <a:t>Weisen Sie allen Folien ein Design Ihrer Wahl zu und speichern Sie die Änderungen an der Datei.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123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BIZ Nürnberg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9785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255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248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0831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1655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2965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2331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070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271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2311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1011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778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77916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1178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40486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4718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0074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0658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66837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2027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50243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8204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 algn="ctr">
              <a:buNone/>
              <a:defRPr sz="1600"/>
            </a:lvl2pPr>
            <a:lvl3pPr marL="914377" indent="0" algn="ctr">
              <a:buNone/>
              <a:defRPr sz="16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6887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58849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1758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97502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31009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5359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180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83163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3746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85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69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BIZ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602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9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56BF0EE-03F9-44F6-B204-19AD2B7D5F15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50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Unser Modell: Fertighaus FAMILY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sz="2000" kern="1200" dirty="0" err="1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rPr>
              <a:t>Immobilia</a:t>
            </a:r>
            <a:r>
              <a:rPr lang="de-DE" sz="2000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rPr>
              <a:t> GmbH</a:t>
            </a:r>
            <a:br>
              <a:rPr lang="de-DE" sz="2000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de-DE" sz="2000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rPr>
              <a:t>Für eine sichere Zukunft</a:t>
            </a:r>
            <a:endParaRPr lang="de-DE" sz="2000" dirty="0">
              <a:latin typeface="Arial Black" panose="020B0A040201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68FDC53-567D-47B9-88C1-F0871B94D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612" y="1314114"/>
            <a:ext cx="23907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Strategie</a:t>
            </a:r>
            <a:endParaRPr lang="de-DE" u="sng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Intensive Werbung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Erschließung der Kundengruppe</a:t>
            </a:r>
            <a:r>
              <a:rPr lang="de-DE" sz="4400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junge Familien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Erhöhung unseres Marktanteils</a:t>
            </a:r>
          </a:p>
        </p:txBody>
      </p:sp>
      <p:pic>
        <p:nvPicPr>
          <p:cNvPr id="1026" name="Picture 2" descr="Das Große Buch Der Strategie Comics, Spaß, Karikaturen ...">
            <a:extLst>
              <a:ext uri="{FF2B5EF4-FFF2-40B4-BE49-F238E27FC236}">
                <a16:creationId xmlns:a16="http://schemas.microsoft.com/office/drawing/2014/main" id="{408B52E2-4175-455B-B1DD-5893CBB26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869160"/>
            <a:ext cx="1716297" cy="161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Kundenwünsche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Günstiger Preis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Kurze Bauzeit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Raum für individuelle Wünsche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Gute Isolierung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Garantieleistung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Unser Service: hohe Qualität durch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Hochwertiges Material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Umfassende Organisation</a:t>
            </a:r>
          </a:p>
        </p:txBody>
      </p:sp>
      <p:pic>
        <p:nvPicPr>
          <p:cNvPr id="4098" name="Picture 2" descr="Kellner Restaurant Bedienung Gastronomie — www.Live ...">
            <a:extLst>
              <a:ext uri="{FF2B5EF4-FFF2-40B4-BE49-F238E27FC236}">
                <a16:creationId xmlns:a16="http://schemas.microsoft.com/office/drawing/2014/main" id="{6D92C87E-2610-43AE-BE43-CA6D328F6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221088"/>
            <a:ext cx="17811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Unser Plus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Betreuung vor, während und nach der Bauzeit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Ansprechpartner sein</a:t>
            </a:r>
            <a:endParaRPr lang="de-DE" dirty="0"/>
          </a:p>
        </p:txBody>
      </p:sp>
      <p:pic>
        <p:nvPicPr>
          <p:cNvPr id="3074" name="Picture 2" descr="Mensch Comic-Hand Auf Weißem Hintergrund Zeigt Daumen ...">
            <a:extLst>
              <a:ext uri="{FF2B5EF4-FFF2-40B4-BE49-F238E27FC236}">
                <a16:creationId xmlns:a16="http://schemas.microsoft.com/office/drawing/2014/main" id="{646AB9DF-5935-49DA-83E5-19D265A39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868255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Was ist neu an FAMILY?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76622" y="1402145"/>
            <a:ext cx="8229600" cy="4525963"/>
          </a:xfrm>
        </p:spPr>
        <p:txBody>
          <a:bodyPr/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Optional Unterkellerung</a:t>
            </a:r>
            <a:endParaRPr lang="de-DE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Optional Fußbodenheizung</a:t>
            </a:r>
            <a:endParaRPr lang="de-DE" dirty="0"/>
          </a:p>
        </p:txBody>
      </p:sp>
      <p:pic>
        <p:nvPicPr>
          <p:cNvPr id="2050" name="Picture 2" descr="260+ Grafiken, lizenzfreie Vektorgrafiken und Clipart zu ...">
            <a:extLst>
              <a:ext uri="{FF2B5EF4-FFF2-40B4-BE49-F238E27FC236}">
                <a16:creationId xmlns:a16="http://schemas.microsoft.com/office/drawing/2014/main" id="{E05EEB33-8309-4499-B8E9-6EAE1E3ED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179745"/>
            <a:ext cx="2664296" cy="250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unkle, gruselige, leere büro zimmer - dunkel keller stock-fotos und bilder">
            <a:extLst>
              <a:ext uri="{FF2B5EF4-FFF2-40B4-BE49-F238E27FC236}">
                <a16:creationId xmlns:a16="http://schemas.microsoft.com/office/drawing/2014/main" id="{D00D7BA4-880E-4087-AE18-11EA281AE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179744"/>
            <a:ext cx="2977938" cy="140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Werbung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Presse</a:t>
            </a:r>
          </a:p>
          <a:p>
            <a:r>
              <a:rPr lang="de-DE" dirty="0"/>
              <a:t>Broschüren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Messepräsenz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16E24A4-A5E0-45EC-887E-ACF868EC4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74" y="2724150"/>
            <a:ext cx="2505075" cy="14097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C3678C8-DE6E-4283-A2CF-C7F60D6A07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225" y="4552950"/>
            <a:ext cx="1933575" cy="14097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1180316-93C5-47F3-B223-90EA5BA87B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2453481"/>
            <a:ext cx="25527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20A446-85E9-4718-A7A4-747519517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Paar Bilder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5115B7A-9F33-49F1-BA68-782728BC9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 dirty="0"/>
              <a:t>Musterhäuser Erlangen</a:t>
            </a:r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148C4E2F-E4B4-47E0-8B49-5A90DC5D56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" b="69"/>
          <a:stretch>
            <a:fillRect/>
          </a:stretch>
        </p:blipFill>
        <p:spPr>
          <a:xfrm>
            <a:off x="467544" y="328999"/>
            <a:ext cx="5584309" cy="418823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415769F-781D-48C3-AC6B-9B65A2304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559" y="1636459"/>
            <a:ext cx="3816483" cy="286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03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8616F95-3DDE-433E-B276-8A6694315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08" y="245715"/>
            <a:ext cx="7772400" cy="1470025"/>
          </a:xfrm>
        </p:spPr>
        <p:txBody>
          <a:bodyPr/>
          <a:lstStyle/>
          <a:p>
            <a:r>
              <a:rPr lang="de-DE" dirty="0"/>
              <a:t>Format zuschneiden</a:t>
            </a:r>
          </a:p>
        </p:txBody>
      </p:sp>
      <p:sp>
        <p:nvSpPr>
          <p:cNvPr id="6" name="Untertitel 5">
            <a:extLst>
              <a:ext uri="{FF2B5EF4-FFF2-40B4-BE49-F238E27FC236}">
                <a16:creationId xmlns:a16="http://schemas.microsoft.com/office/drawing/2014/main" id="{9E3EDE4D-3AF6-4025-85F0-BA8119037C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Fürtj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CA1CD2D-18F8-45BE-8E0B-ACD7AB2C04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5" b="15493"/>
          <a:stretch/>
        </p:blipFill>
        <p:spPr>
          <a:xfrm>
            <a:off x="1371600" y="1715740"/>
            <a:ext cx="6843338" cy="4320480"/>
          </a:xfrm>
          <a:prstGeom prst="diamond">
            <a:avLst/>
          </a:prstGeom>
        </p:spPr>
      </p:pic>
    </p:spTree>
    <p:extLst>
      <p:ext uri="{BB962C8B-B14F-4D97-AF65-F5344CB8AC3E}">
        <p14:creationId xmlns:p14="http://schemas.microsoft.com/office/powerpoint/2010/main" val="1675144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571AECB-720C-48C7-8A69-3B85F14D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Ende</a:t>
            </a:r>
          </a:p>
        </p:txBody>
      </p:sp>
      <p:pic>
        <p:nvPicPr>
          <p:cNvPr id="5122" name="Picture 2" descr="The end comic book bubble text retro style">
            <a:extLst>
              <a:ext uri="{FF2B5EF4-FFF2-40B4-BE49-F238E27FC236}">
                <a16:creationId xmlns:a16="http://schemas.microsoft.com/office/drawing/2014/main" id="{91ABEB66-C225-4E92-919A-568F0FB1A8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924944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07008"/>
      </p:ext>
    </p:extLst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3.xml><?xml version="1.0" encoding="utf-8"?>
<a:theme xmlns:a="http://schemas.openxmlformats.org/drawingml/2006/main" name="Rückblick">
  <a:themeElements>
    <a:clrScheme name="Rückblick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5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292</Words>
  <Application>Microsoft Office PowerPoint</Application>
  <PresentationFormat>Bildschirmpräsentation (4:3)</PresentationFormat>
  <Paragraphs>54</Paragraphs>
  <Slides>10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10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Rockwell</vt:lpstr>
      <vt:lpstr>Tw Cen MT</vt:lpstr>
      <vt:lpstr>Tw Cen MT Condensed</vt:lpstr>
      <vt:lpstr>Wingdings</vt:lpstr>
      <vt:lpstr>Wingdings 3</vt:lpstr>
      <vt:lpstr>Larissa-Design</vt:lpstr>
      <vt:lpstr>Atlas</vt:lpstr>
      <vt:lpstr>Rückblick</vt:lpstr>
      <vt:lpstr>Integral</vt:lpstr>
      <vt:lpstr>Unser Modell: Fertighaus FAMILY</vt:lpstr>
      <vt:lpstr>Strategie</vt:lpstr>
      <vt:lpstr>Kundenwünsche</vt:lpstr>
      <vt:lpstr>Unser Service: hohe Qualität durch</vt:lpstr>
      <vt:lpstr>Unser Plus</vt:lpstr>
      <vt:lpstr>Was ist neu an FAMILY?</vt:lpstr>
      <vt:lpstr>Werbung</vt:lpstr>
      <vt:lpstr>Ein Paar Bilder</vt:lpstr>
      <vt:lpstr>Format zuschneiden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Unser Modell: Fertighaus „Family„</dc:title>
  <dc:creator>microstar</dc:creator>
  <cp:lastModifiedBy>P09</cp:lastModifiedBy>
  <cp:revision>36</cp:revision>
  <dcterms:created xsi:type="dcterms:W3CDTF">2007-11-15T13:35:57Z</dcterms:created>
  <dcterms:modified xsi:type="dcterms:W3CDTF">2024-03-20T18:15:41Z</dcterms:modified>
</cp:coreProperties>
</file>
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260" r:id="rId10"/>
    <p:sldId id="269" r:id="rId11"/>
    <p:sldId id="267" r:id="rId12"/>
    <p:sldId id="270" r:id="rId13"/>
    <p:sldId id="271" r:id="rId14"/>
    <p:sldId id="272" r:id="rId15"/>
  </p:sldIdLst>
  <p:sldSz cx="9144000" cy="6858000" type="screen4x3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/>
              <a:t>7a_Absatzformatierung - Lösung.pptx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BE5A1F49-279B-4C67-A04C-1BD74E20E975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DD9DE1FA-6430-4C9F-A1F9-57F8E54FF9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20286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/>
              <a:t>7a_Absatzformatierung - Lösung.pptx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58EEF2A7-8A1D-476E-BCD3-F20C3B20EEF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1250950"/>
            <a:ext cx="4497387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73EDFCBC-5DED-466E-A07C-F56D5A497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1866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DFCBC-5DED-466E-A07C-F56D5A497E05}" type="slidenum">
              <a:rPr lang="de-DE" smtClean="0"/>
              <a:t>1</a:t>
            </a:fld>
            <a:endParaRPr lang="de-DE"/>
          </a:p>
        </p:txBody>
      </p:sp>
      <p:sp>
        <p:nvSpPr>
          <p:cNvPr id="5" name="Kopfzeilenplatzhalt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</p:spTree>
    <p:extLst>
      <p:ext uri="{BB962C8B-B14F-4D97-AF65-F5344CB8AC3E}">
        <p14:creationId xmlns:p14="http://schemas.microsoft.com/office/powerpoint/2010/main" val="10166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B352-0F33-49B1-BE03-ADC5294C5BA1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3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F404D-4172-4BBC-BB2A-88A118CA81AA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4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95EC-0788-4F74-918D-2D6D706F50B9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0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9129-75FD-4EEB-8D4F-5D07DA9D365B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69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97712-7161-4D59-B983-45EAA185F264}" type="datetime1">
              <a:rPr lang="de-DE" smtClean="0"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64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5A91-B20A-4CC6-8617-62F126267E09}" type="datetime1">
              <a:rPr lang="de-DE" smtClean="0"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7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51EB-EAFF-4190-9B93-FB58F855F0C0}" type="datetime1">
              <a:rPr lang="de-DE" smtClean="0"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78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00A0-02AF-4562-B07A-A20C116B03FA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50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C6DD-7CE2-4043-A315-D60B0D09C507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20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5102-2379-4C78-A8FB-003859024946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80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DBCAC-C173-47FA-B74E-034E7BC3791D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34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E1199-05B2-4AC8-97E9-D5B4BB40F93C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7a_Absatzformatierung - Lösung.pptx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ED5A-6D3B-458A-B8AE-8D2F3F66A3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Normale Aufzählung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Viele Menschen wissen, dass sie unglücklich sind. Aber noch mehr Menschen wissen nicht, dass sie glücklich sind. (Albert Schweitzer)</a:t>
            </a:r>
          </a:p>
          <a:p>
            <a:r>
              <a:rPr lang="de-DE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26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Horizontal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algn="ctr"/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72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Vertikal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6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Zeilenabstand 1,5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>
              <a:lnSpc>
                <a:spcPct val="150000"/>
              </a:lnSpc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61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Ohne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0" indent="0">
              <a:buNone/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1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Geändertes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514350" indent="-514350">
              <a:buFont typeface="+mj-lt"/>
              <a:buAutoNum type="romanUcPeriod"/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88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Aufzählungszeichen:</a:t>
            </a:r>
            <a:br>
              <a:rPr lang="de-DE"/>
            </a:br>
            <a:r>
              <a:rPr lang="de-DE"/>
              <a:t>Farbe und Größe geändert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200" dirty="0">
                <a:highlight>
                  <a:srgbClr val="FFFF00"/>
                </a:highlight>
              </a:rPr>
              <a:t>Viele Menschen wissen, dass sie unglücklich sind. Aber noch mehr Menschen wissen nicht, dass sie glücklich sind. (Albert Schweitzer</a:t>
            </a:r>
            <a:r>
              <a:rPr lang="de-DE" dirty="0">
                <a:highlight>
                  <a:srgbClr val="FFFF00"/>
                </a:highlight>
              </a:rPr>
              <a:t>)</a:t>
            </a:r>
          </a:p>
          <a:p>
            <a:r>
              <a:rPr lang="de-DE" dirty="0">
                <a:highlight>
                  <a:srgbClr val="008000"/>
                </a:highlight>
              </a:rPr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60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Aufzählungszeichen: Wingdings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47788" indent="-531813" defTabSz="360363">
              <a:buFont typeface="Calibri" panose="020F0502020204030204" pitchFamily="34" charset="0"/>
              <a:buChar char="❶"/>
              <a:tabLst>
                <a:tab pos="268288" algn="l"/>
                <a:tab pos="989013" algn="l"/>
              </a:tabLst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>
              <a:buFont typeface="Calibri" panose="020F0502020204030204" pitchFamily="34" charset="0"/>
              <a:buChar char="❷"/>
            </a:pPr>
            <a:r>
              <a:rPr lang="de-DE" dirty="0"/>
              <a:t>Ein Pessimist ist einer, der, wenn er die Wahl zwischen zwei Übeln hat, beide wählt. (Oscar Wilde)</a:t>
            </a:r>
          </a:p>
          <a:p>
            <a:pPr>
              <a:buFont typeface="Calibri" panose="020F0502020204030204" pitchFamily="34" charset="0"/>
              <a:buChar char="❷"/>
            </a:pPr>
            <a:r>
              <a:rPr lang="de-DE" dirty="0"/>
              <a:t>Ein Pessimist2 ist einer, der, wenn er die Wahl zwischen zwei Übeln hat, beide wählt. (Oscar Wilde)</a:t>
            </a:r>
          </a:p>
          <a:p>
            <a:pPr>
              <a:buFont typeface="Calibri" panose="020F0502020204030204" pitchFamily="34" charset="0"/>
              <a:buChar char="❷"/>
            </a:pP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9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Einzug vor Text: 3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80000"/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1080000"/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Einzug vor Text: 3 cm</a:t>
            </a:r>
            <a:br>
              <a:rPr lang="de-DE"/>
            </a:br>
            <a:r>
              <a:rPr lang="de-DE"/>
              <a:t>Objektdaten: hängend, innerhalb von 2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0" indent="-36000">
              <a:spcAft>
                <a:spcPts val="2400"/>
              </a:spcAft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720000" indent="-36000">
              <a:spcAft>
                <a:spcPts val="2400"/>
              </a:spcAft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82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Aufzählungszeichen: Bild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3" name="Grafik 2" descr="Kaninchen">
            <a:extLst>
              <a:ext uri="{FF2B5EF4-FFF2-40B4-BE49-F238E27FC236}">
                <a16:creationId xmlns:a16="http://schemas.microsoft.com/office/drawing/2014/main" id="{1DBE8E9E-6463-4469-BE86-12C99D600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7817" y="3309072"/>
            <a:ext cx="2867891" cy="286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21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Normale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Ein Pessimist ist einer, der, wenn er die Wahl zwischen zwei Übeln hat, beide</a:t>
            </a:r>
            <a:br>
              <a:rPr lang="de-DE" dirty="0"/>
            </a:br>
            <a:r>
              <a:rPr lang="de-DE" dirty="0"/>
              <a:t>Ohne Nummer geht es weiter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 wählt. (Oscar Wilde)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Tschaikowski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478A6EF-CA4B-4F34-9F40-93893450DC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66" y="3860800"/>
            <a:ext cx="1284152" cy="9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8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514350" indent="-514350">
              <a:buFont typeface="+mj-lt"/>
              <a:buAutoNum type="romanUcPeriod"/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659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 startAt="3"/>
            </a:pPr>
            <a:r>
              <a:rPr lang="de-DE" dirty="0"/>
              <a:t>Viele Menschen wissen, dass sie unglücklich sind. Aber noch mehr Menschen wissen nicht, dass sie glücklich sind. (Albert Schweitzer)</a:t>
            </a:r>
          </a:p>
          <a:p>
            <a:pPr marL="514350" indent="-514350">
              <a:buFont typeface="+mj-lt"/>
              <a:buAutoNum type="romanUcPeriod" startAt="3"/>
            </a:pPr>
            <a:r>
              <a:rPr lang="de-DE" dirty="0"/>
              <a:t>Ein Pessimist ist einer, der, wenn er die Wahl zwischen zwei Übeln hat, beide wählt. (Oscar Wilde)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7a_Absatzformatierung - Lösung.pptx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42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875</Words>
  <Application>Microsoft Office PowerPoint</Application>
  <PresentationFormat>Bildschirmpräsentation (4:3)</PresentationFormat>
  <Paragraphs>75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Normale Aufzählung</vt:lpstr>
      <vt:lpstr>Horizontal zentriert</vt:lpstr>
      <vt:lpstr>Vertikal zentriert</vt:lpstr>
      <vt:lpstr>Zeilenabstand 1,5</vt:lpstr>
      <vt:lpstr>Ohne Aufzählungszeichen</vt:lpstr>
      <vt:lpstr>Geändertes Aufzählungszeichen</vt:lpstr>
      <vt:lpstr>Aufzählungszeichen: Farbe und Größe geändert</vt:lpstr>
      <vt:lpstr>Aufzählungszeichen: Wingdings</vt:lpstr>
      <vt:lpstr>Einzug vor Text: 3 cm</vt:lpstr>
      <vt:lpstr>Einzug vor Text: 3 cm Objektdaten: hängend, innerhalb von 2 cm</vt:lpstr>
      <vt:lpstr>Aufzählungszeichen: Bild</vt:lpstr>
      <vt:lpstr>Normale Nummerierung</vt:lpstr>
      <vt:lpstr>Geänderte Nummerierung</vt:lpstr>
      <vt:lpstr>Geänderte Nummerierung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Normale Aufzählung</dc:title>
  <dc:creator>Sandra Giebitz</dc:creator>
  <cp:lastModifiedBy>P09</cp:lastModifiedBy>
  <cp:revision>21</cp:revision>
  <cp:lastPrinted>2014-01-04T18:41:43Z</cp:lastPrinted>
  <dcterms:created xsi:type="dcterms:W3CDTF">2014-01-04T18:28:46Z</dcterms:created>
  <dcterms:modified xsi:type="dcterms:W3CDTF">2024-03-20T19:52:53Z</dcterms:modified>
</cp:coreProperties>
</file>
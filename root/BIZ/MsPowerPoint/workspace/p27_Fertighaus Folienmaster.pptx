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60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2" autoAdjust="0"/>
    <p:restoredTop sz="94687" autoAdjust="0"/>
  </p:normalViewPr>
  <p:slideViewPr>
    <p:cSldViewPr snapToGrid="0">
      <p:cViewPr varScale="1">
        <p:scale>
          <a:sx n="114" d="100"/>
          <a:sy n="114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DC413D2-F917-4EA1-9BC6-8AD7A86A50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628" y="926399"/>
            <a:ext cx="1179827" cy="15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92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857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012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62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841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77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651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48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08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7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9845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u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947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77D0179-4887-4167-8A31-CD020A3947A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B65B1A9-16FE-44D2-892A-33C41E81EC0E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6F96B93-04F5-4139-A81E-5AAE8D518861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969" y="365760"/>
            <a:ext cx="688543" cy="88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3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Immobilia GmbH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Für eine sichere Zukunft</a:t>
            </a:r>
          </a:p>
        </p:txBody>
      </p:sp>
    </p:spTree>
    <p:extLst>
      <p:ext uri="{BB962C8B-B14F-4D97-AF65-F5344CB8AC3E}">
        <p14:creationId xmlns:p14="http://schemas.microsoft.com/office/powerpoint/2010/main" val="373690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Passivhaus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Typ C</a:t>
            </a:r>
          </a:p>
          <a:p>
            <a:pPr lvl="1"/>
            <a:r>
              <a:rPr lang="de-DE" dirty="0"/>
              <a:t>Bausatzhaus</a:t>
            </a:r>
          </a:p>
          <a:p>
            <a:pPr lvl="1"/>
            <a:r>
              <a:rPr lang="de-DE" dirty="0"/>
              <a:t>173 qm</a:t>
            </a:r>
          </a:p>
          <a:p>
            <a:pPr lvl="1"/>
            <a:r>
              <a:rPr lang="de-DE" dirty="0"/>
              <a:t>Keller oder Bodenplatte</a:t>
            </a:r>
          </a:p>
        </p:txBody>
      </p:sp>
    </p:spTree>
    <p:extLst>
      <p:ext uri="{BB962C8B-B14F-4D97-AF65-F5344CB8AC3E}">
        <p14:creationId xmlns:p14="http://schemas.microsoft.com/office/powerpoint/2010/main" val="279884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platzhalter 2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5" b="784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425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Passivhaus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Typ D</a:t>
            </a:r>
          </a:p>
          <a:p>
            <a:pPr lvl="1"/>
            <a:r>
              <a:rPr lang="de-DE" dirty="0"/>
              <a:t>Massives Fertighaus</a:t>
            </a:r>
          </a:p>
          <a:p>
            <a:pPr lvl="1"/>
            <a:r>
              <a:rPr lang="de-DE" dirty="0"/>
              <a:t>213 qm + 25 qm Garage</a:t>
            </a:r>
          </a:p>
          <a:p>
            <a:pPr lvl="1"/>
            <a:r>
              <a:rPr lang="de-DE" dirty="0"/>
              <a:t>Keller</a:t>
            </a:r>
          </a:p>
        </p:txBody>
      </p:sp>
    </p:spTree>
    <p:extLst>
      <p:ext uri="{BB962C8B-B14F-4D97-AF65-F5344CB8AC3E}">
        <p14:creationId xmlns:p14="http://schemas.microsoft.com/office/powerpoint/2010/main" val="3408268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4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9" b="782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16661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Immobilia GmbH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Nürnberg</a:t>
            </a:r>
          </a:p>
          <a:p>
            <a:r>
              <a:rPr lang="de-DE" dirty="0"/>
              <a:t>München</a:t>
            </a:r>
          </a:p>
          <a:p>
            <a:r>
              <a:rPr lang="de-DE" dirty="0"/>
              <a:t>Ulm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Seit 1965</a:t>
            </a:r>
          </a:p>
        </p:txBody>
      </p:sp>
    </p:spTree>
    <p:extLst>
      <p:ext uri="{BB962C8B-B14F-4D97-AF65-F5344CB8AC3E}">
        <p14:creationId xmlns:p14="http://schemas.microsoft.com/office/powerpoint/2010/main" val="424762440"/>
      </p:ext>
    </p:extLst>
  </p:cSld>
  <p:clrMapOvr>
    <a:masterClrMapping/>
  </p:clrMapOvr>
</p:sld>
</file>

<file path=ppt/theme/theme1.xml><?xml version="1.0" encoding="utf-8"?>
<a:theme xmlns:a="http://schemas.openxmlformats.org/drawingml/2006/main" name="Ansicht">
  <a:themeElements>
    <a:clrScheme name="An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n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n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TM03457515[[fn=Aussicht]]</Template>
  <TotalTime>0</TotalTime>
  <Words>34</Words>
  <Application>Microsoft Office PowerPoint</Application>
  <PresentationFormat>Breitbild</PresentationFormat>
  <Paragraphs>17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Ansicht</vt:lpstr>
      <vt:lpstr>Immobilia GmbH</vt:lpstr>
      <vt:lpstr>Passivhaus</vt:lpstr>
      <vt:lpstr>PowerPoint-Präsentation</vt:lpstr>
      <vt:lpstr>Passivhaus</vt:lpstr>
      <vt:lpstr>PowerPoint-Präsentation</vt:lpstr>
      <vt:lpstr>Immobilia GmbH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Immobilia GmbH</dc:title>
  <dc:creator>Sandra Giebitz</dc:creator>
  <cp:lastModifiedBy>P09</cp:lastModifiedBy>
  <cp:revision>5</cp:revision>
  <dcterms:created xsi:type="dcterms:W3CDTF">2014-01-05T19:20:11Z</dcterms:created>
  <dcterms:modified xsi:type="dcterms:W3CDTF">2024-04-24T21:46:59Z</dcterms:modified>
</cp:coreProperties>
</file>
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leichschenkliges Dreieck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Master-Untertitelformat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de-DE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3691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965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winkliges Dreieck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Gleichschenkliges Dreieck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1" name="Gerade Verbindung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52809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24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281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6533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3444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9314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/>
              <a:t>Bild durch Klicken auf Symbol hinzufügen</a:t>
            </a:r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1129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9888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de-DE"/>
              <a:t>Mastertitelformat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896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Gerade Verbindung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de-DE"/>
              <a:t>Textmasterformat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753F9D28-DAF5-40C9-A112-0864BA0DFBC9}" type="datetimeFigureOut">
              <a:rPr lang="de-DE" smtClean="0"/>
              <a:pPr/>
              <a:t>20.03.2024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6370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Kopieren und verschieben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Zitat 2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Es stört mich nicht, was meine Minister sagen, solange sie tun, was ich ihnen sage. (Margaret Thatcher)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lesto">
  <a:themeElements>
    <a:clrScheme name="Telesto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Telesto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lesto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Telesto</Template>
  <TotalTime>0</TotalTime>
  <Words>28</Words>
  <Application>Microsoft Office PowerPoint</Application>
  <PresentationFormat>Bildschirmpräsentation 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Century Gothic</vt:lpstr>
      <vt:lpstr>Verdana</vt:lpstr>
      <vt:lpstr>Wingdings 2</vt:lpstr>
      <vt:lpstr>Telesto</vt:lpstr>
      <vt:lpstr>Kopieren und verschieben</vt:lpstr>
      <vt:lpstr>Zitat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microstar</dc:creator>
  <cp:lastModifiedBy>P09</cp:lastModifiedBy>
  <cp:revision>10</cp:revision>
  <dcterms:created xsi:type="dcterms:W3CDTF">2008-05-25T08:03:34Z</dcterms:created>
  <dcterms:modified xsi:type="dcterms:W3CDTF">2024-03-20T20:06:16Z</dcterms:modified>
</cp:coreProperties>
</file>
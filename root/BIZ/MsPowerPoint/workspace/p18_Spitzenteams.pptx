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handoutMasterIdLst>
    <p:handoutMasterId r:id="rId5"/>
  </p:handoutMasterIdLst>
  <p:sldIdLst>
    <p:sldId id="256" r:id="rId2"/>
    <p:sldId id="257" r:id="rId3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7900" autoAdjust="0"/>
    <p:restoredTop sz="86423" autoAdjust="0"/>
  </p:normalViewPr>
  <p:slideViewPr>
    <p:cSldViewPr snapToGrid="0">
      <p:cViewPr varScale="1">
        <p:scale>
          <a:sx n="89" d="100"/>
          <a:sy n="89" d="100"/>
        </p:scale>
        <p:origin x="84" y="28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de-DE"/>
              <a:t>11a_Spitzenteams.pptx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BA1A0E-2341-4C05-8D15-61FB7CEC09B1}" type="datetime1">
              <a:rPr lang="de-DE" smtClean="0"/>
              <a:t>17.04.2024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CDD302-9254-448D-9BB1-A39DA3471C7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1932105"/>
      </p:ext>
    </p:extLst>
  </p:cSld>
  <p:clrMap bg1="lt1" tx1="dk1" bg2="lt2" tx2="dk2" accent1="accent1" accent2="accent2" accent3="accent3" accent4="accent4" accent5="accent5" accent6="accent6" hlink="hlink" folHlink="folHlink"/>
  <p:hf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de-DE"/>
              <a:t>11a_Spitzenteams.pptx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904B1F-B21D-4029-B4AA-D124875C3211}" type="datetime1">
              <a:rPr lang="de-DE" smtClean="0"/>
              <a:t>17.04.2024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03BCF2-2F5A-4092-A587-026728ACD51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7244960"/>
      </p:ext>
    </p:extLst>
  </p:cSld>
  <p:clrMap bg1="lt1" tx1="dk1" bg2="lt2" tx2="dk2" accent1="accent1" accent2="accent2" accent3="accent3" accent4="accent4" accent5="accent5" accent6="accent6" hlink="hlink" folHlink="folHlink"/>
  <p:hf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Design der Präsentation:</a:t>
            </a:r>
          </a:p>
          <a:p>
            <a:r>
              <a:rPr lang="de-DE" dirty="0"/>
              <a:t>Standarddesign (diese Musterdatei wurde mit PP2013 und dem Standarddesign „Office Theme“ erstellt)</a:t>
            </a:r>
          </a:p>
          <a:p>
            <a:endParaRPr lang="de-DE" dirty="0"/>
          </a:p>
          <a:p>
            <a:r>
              <a:rPr lang="de-DE" dirty="0"/>
              <a:t>Layout der Folie 1: leer</a:t>
            </a:r>
          </a:p>
          <a:p>
            <a:endParaRPr lang="de-DE" dirty="0"/>
          </a:p>
          <a:p>
            <a:r>
              <a:rPr lang="de-DE" dirty="0"/>
              <a:t>Word-Art „Spitzenteams“:</a:t>
            </a:r>
            <a:r>
              <a:rPr lang="de-DE" baseline="0" dirty="0"/>
              <a:t> Füllung – Orange, Akzent 2, Kontur – Akzent 2 (PP2013!)</a:t>
            </a:r>
          </a:p>
          <a:p>
            <a:endParaRPr lang="de-DE" baseline="0" dirty="0"/>
          </a:p>
          <a:p>
            <a:r>
              <a:rPr lang="de-DE" baseline="0" dirty="0"/>
              <a:t>Pokal: Office-Grafik, s. Ordner mit Übungsbildern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03BCF2-2F5A-4092-A587-026728ACD51C}" type="slidenum">
              <a:rPr lang="de-DE" smtClean="0"/>
              <a:t>1</a:t>
            </a:fld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A233A512-5D52-4A50-B0B1-D1F02384C220}" type="datetime1">
              <a:rPr lang="de-DE" smtClean="0"/>
              <a:t>17.04.2024</a:t>
            </a:fld>
            <a:endParaRPr lang="de-DE"/>
          </a:p>
        </p:txBody>
      </p:sp>
      <p:sp>
        <p:nvSpPr>
          <p:cNvPr id="6" name="Kopfzeilenplatzhalter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de-DE"/>
              <a:t>11a_Spitzenteams.pptx</a:t>
            </a:r>
          </a:p>
        </p:txBody>
      </p:sp>
    </p:spTree>
    <p:extLst>
      <p:ext uri="{BB962C8B-B14F-4D97-AF65-F5344CB8AC3E}">
        <p14:creationId xmlns:p14="http://schemas.microsoft.com/office/powerpoint/2010/main" val="23984272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Layout der Folie 2: Vergleich</a:t>
            </a:r>
          </a:p>
          <a:p>
            <a:r>
              <a:rPr lang="de-DE" dirty="0"/>
              <a:t>Bilder: Office-Onlinegrafiken, s. Ordner mit Übungsbildern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03BCF2-2F5A-4092-A587-026728ACD51C}" type="slidenum">
              <a:rPr lang="de-DE" smtClean="0"/>
              <a:t>2</a:t>
            </a:fld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C53AACFB-37BB-4F19-9D32-6B10FCC4EE3C}" type="datetime1">
              <a:rPr lang="de-DE" smtClean="0"/>
              <a:t>17.04.2024</a:t>
            </a:fld>
            <a:endParaRPr lang="de-DE"/>
          </a:p>
        </p:txBody>
      </p:sp>
      <p:sp>
        <p:nvSpPr>
          <p:cNvPr id="6" name="Kopfzeilenplatzhalter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de-DE"/>
              <a:t>11a_Spitzenteams.pptx</a:t>
            </a:r>
          </a:p>
        </p:txBody>
      </p:sp>
    </p:spTree>
    <p:extLst>
      <p:ext uri="{BB962C8B-B14F-4D97-AF65-F5344CB8AC3E}">
        <p14:creationId xmlns:p14="http://schemas.microsoft.com/office/powerpoint/2010/main" val="18573117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F01D0-A918-4ECF-8BDF-2B41D374666B}" type="datetime1">
              <a:rPr lang="de-DE" smtClean="0"/>
              <a:t>17.04.2024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11a_Spitzenteams.pptx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A99D-524C-4FAC-89EE-0C50B4D7F35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37992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2170B-8EB4-49C2-AE9A-563DBD49F2A0}" type="datetime1">
              <a:rPr lang="de-DE" smtClean="0"/>
              <a:t>17.04.2024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11a_Spitzenteams.pptx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A99D-524C-4FAC-89EE-0C50B4D7F35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76486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86004-0117-45D5-A5F5-B0656CDF7B70}" type="datetime1">
              <a:rPr lang="de-DE" smtClean="0"/>
              <a:t>17.04.2024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11a_Spitzenteams.pptx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A99D-524C-4FAC-89EE-0C50B4D7F35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0727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76522-76F8-478C-BC8B-2D636A4D1F0E}" type="datetime1">
              <a:rPr lang="de-DE" smtClean="0"/>
              <a:t>17.04.2024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11a_Spitzenteams.pptx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A99D-524C-4FAC-89EE-0C50B4D7F35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52865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E5899-4B89-4884-A4FA-E53817C0C6E9}" type="datetime1">
              <a:rPr lang="de-DE" smtClean="0"/>
              <a:t>17.04.2024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11a_Spitzenteams.pptx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A99D-524C-4FAC-89EE-0C50B4D7F35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3727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7E4F3-86FE-4007-88B4-9E1A9C9CAA01}" type="datetime1">
              <a:rPr lang="de-DE" smtClean="0"/>
              <a:t>17.04.2024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11a_Spitzenteams.pptx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A99D-524C-4FAC-89EE-0C50B4D7F35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2898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4E899-BA4B-404F-9608-BE4A7A9322AE}" type="datetime1">
              <a:rPr lang="de-DE" smtClean="0"/>
              <a:t>17.04.2024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11a_Spitzenteams.pptx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A99D-524C-4FAC-89EE-0C50B4D7F35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6013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47B0B-8177-4DF6-B554-5BDDD586ABBF}" type="datetime1">
              <a:rPr lang="de-DE" smtClean="0"/>
              <a:t>17.04.2024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11a_Spitzenteams.pptx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A99D-524C-4FAC-89EE-0C50B4D7F35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44175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5A61E-7FA6-47C6-B37A-DAE751550BD6}" type="datetime1">
              <a:rPr lang="de-DE" smtClean="0"/>
              <a:t>17.04.2024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11a_Spitzenteams.pptx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A99D-524C-4FAC-89EE-0C50B4D7F35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92561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836F8-DBBE-4ACF-8012-1E5778114808}" type="datetime1">
              <a:rPr lang="de-DE" smtClean="0"/>
              <a:t>17.04.2024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11a_Spitzenteams.pptx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A99D-524C-4FAC-89EE-0C50B4D7F35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84340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87EE6-DF23-4FF9-A982-D1E9D066D924}" type="datetime1">
              <a:rPr lang="de-DE" smtClean="0"/>
              <a:t>17.04.2024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11a_Spitzenteams.pptx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A99D-524C-4FAC-89EE-0C50B4D7F35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21627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797140-BA38-4DD9-B7B6-1E9C2F1980F4}" type="datetime1">
              <a:rPr lang="de-DE" smtClean="0"/>
              <a:t>17.04.2024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11a_Spitzenteams.pptx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D4A99D-524C-4FAC-89EE-0C50B4D7F35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0182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/>
        </p:nvSpPr>
        <p:spPr>
          <a:xfrm>
            <a:off x="2557093" y="1433503"/>
            <a:ext cx="402982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de-DE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Spitzenteams</a:t>
            </a:r>
          </a:p>
        </p:txBody>
      </p:sp>
      <p:pic>
        <p:nvPicPr>
          <p:cNvPr id="12" name="Grafik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4751" y="2571751"/>
            <a:ext cx="1714500" cy="1714500"/>
          </a:xfrm>
          <a:prstGeom prst="rect">
            <a:avLst/>
          </a:prstGeom>
        </p:spPr>
      </p:pic>
      <p:sp>
        <p:nvSpPr>
          <p:cNvPr id="13" name="Datumsplatzhalt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AE40E-CA90-409E-AF1B-291B8A63C0FD}" type="datetime1">
              <a:rPr lang="de-DE" smtClean="0"/>
              <a:t>17.04.2024</a:t>
            </a:fld>
            <a:endParaRPr lang="de-DE"/>
          </a:p>
        </p:txBody>
      </p:sp>
      <p:sp>
        <p:nvSpPr>
          <p:cNvPr id="14" name="Fußzeilenplatzhalter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11a_Spitzenteams.pptx</a:t>
            </a:r>
          </a:p>
        </p:txBody>
      </p:sp>
      <p:sp>
        <p:nvSpPr>
          <p:cNvPr id="15" name="Foliennummernplatzhalt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A99D-524C-4FAC-89EE-0C50B4D7F352}" type="slidenum">
              <a:rPr lang="de-DE" smtClean="0"/>
              <a:t>1</a:t>
            </a:fld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8DA812DC-B713-4BD1-AA98-52EB056D68BF}"/>
              </a:ext>
            </a:extLst>
          </p:cNvPr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de-DE" dirty="0">
                <a:solidFill>
                  <a:schemeClr val="bg1"/>
                </a:solidFill>
              </a:rPr>
              <a:t>Spitzenteam</a:t>
            </a:r>
          </a:p>
        </p:txBody>
      </p:sp>
    </p:spTree>
    <p:extLst>
      <p:ext uri="{BB962C8B-B14F-4D97-AF65-F5344CB8AC3E}">
        <p14:creationId xmlns:p14="http://schemas.microsoft.com/office/powerpoint/2010/main" val="2072862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Nürnberg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Süd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e-DE" dirty="0"/>
              <a:t>Andrea Meyer</a:t>
            </a:r>
          </a:p>
          <a:p>
            <a:r>
              <a:rPr lang="de-DE" dirty="0" err="1"/>
              <a:t>Sevinç</a:t>
            </a:r>
            <a:r>
              <a:rPr lang="de-DE" dirty="0"/>
              <a:t> Gül</a:t>
            </a:r>
          </a:p>
          <a:p>
            <a:r>
              <a:rPr lang="de-DE" dirty="0"/>
              <a:t>Kevin Kraus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DE" dirty="0"/>
              <a:t>Nord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de-DE" dirty="0"/>
              <a:t>Christian Baumann</a:t>
            </a:r>
          </a:p>
          <a:p>
            <a:r>
              <a:rPr lang="de-DE" dirty="0"/>
              <a:t>Vladimir </a:t>
            </a:r>
            <a:r>
              <a:rPr lang="de-DE" dirty="0" err="1"/>
              <a:t>Tepelev</a:t>
            </a:r>
            <a:endParaRPr lang="de-DE" dirty="0"/>
          </a:p>
          <a:p>
            <a:r>
              <a:rPr lang="de-DE" dirty="0"/>
              <a:t>Antonia </a:t>
            </a:r>
            <a:r>
              <a:rPr lang="de-DE" dirty="0" err="1"/>
              <a:t>Osterrieder-Stanglhuber</a:t>
            </a:r>
            <a:endParaRPr lang="de-DE" dirty="0"/>
          </a:p>
        </p:txBody>
      </p:sp>
      <p:sp>
        <p:nvSpPr>
          <p:cNvPr id="19" name="Datumsplatzhalter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3112B-015F-48D5-BCAA-703163671AF0}" type="datetime1">
              <a:rPr lang="de-DE" smtClean="0"/>
              <a:t>17.04.2024</a:t>
            </a:fld>
            <a:endParaRPr lang="de-DE"/>
          </a:p>
        </p:txBody>
      </p:sp>
      <p:sp>
        <p:nvSpPr>
          <p:cNvPr id="20" name="Fußzeilenplatzhalt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11a_Spitzenteams.pptx</a:t>
            </a:r>
          </a:p>
        </p:txBody>
      </p:sp>
      <p:sp>
        <p:nvSpPr>
          <p:cNvPr id="21" name="Foliennummernplatzhalter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D4A99D-524C-4FAC-89EE-0C50B4D7F352}" type="slidenum">
              <a:rPr lang="de-DE" smtClean="0"/>
              <a:t>2</a:t>
            </a:fld>
            <a:endParaRPr lang="de-DE"/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459" y="4648906"/>
            <a:ext cx="1080000" cy="1440000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050" y="4648906"/>
            <a:ext cx="960000" cy="1440000"/>
          </a:xfrm>
          <a:prstGeom prst="rect">
            <a:avLst/>
          </a:prstGeom>
        </p:spPr>
      </p:pic>
      <p:pic>
        <p:nvPicPr>
          <p:cNvPr id="10" name="Grafik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6758" y="4648906"/>
            <a:ext cx="963967" cy="1440000"/>
          </a:xfrm>
          <a:prstGeom prst="rect">
            <a:avLst/>
          </a:prstGeom>
        </p:spPr>
      </p:pic>
      <p:pic>
        <p:nvPicPr>
          <p:cNvPr id="14" name="Grafik 1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4974" y="4749663"/>
            <a:ext cx="963967" cy="1440000"/>
          </a:xfrm>
          <a:prstGeom prst="rect">
            <a:avLst/>
          </a:prstGeom>
        </p:spPr>
      </p:pic>
      <p:pic>
        <p:nvPicPr>
          <p:cNvPr id="16" name="Grafik 15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5137" y="4648906"/>
            <a:ext cx="1011657" cy="1440000"/>
          </a:xfrm>
          <a:prstGeom prst="rect">
            <a:avLst/>
          </a:prstGeom>
        </p:spPr>
      </p:pic>
      <p:pic>
        <p:nvPicPr>
          <p:cNvPr id="17" name="Grafik 16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9155" y="4648906"/>
            <a:ext cx="963967" cy="144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60645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7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150"/>
                            </p:stCondLst>
                            <p:childTnLst>
                              <p:par>
                                <p:cTn id="9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900"/>
                            </p:stCondLst>
                            <p:childTnLst>
                              <p:par>
                                <p:cTn id="1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7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650"/>
                            </p:stCondLst>
                            <p:childTnLst>
                              <p:par>
                                <p:cTn id="19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400"/>
                            </p:stCondLst>
                            <p:childTnLst>
                              <p:par>
                                <p:cTn id="2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7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150"/>
                            </p:stCondLst>
                            <p:childTnLst>
                              <p:par>
                                <p:cTn id="2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900"/>
                            </p:stCondLst>
                            <p:childTnLst>
                              <p:par>
                                <p:cTn id="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75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665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7400"/>
                            </p:stCondLst>
                            <p:childTnLst>
                              <p:par>
                                <p:cTn id="4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75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8150"/>
                            </p:stCondLst>
                            <p:childTnLst>
                              <p:par>
                                <p:cTn id="4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8650"/>
                            </p:stCondLst>
                            <p:childTnLst>
                              <p:par>
                                <p:cTn id="5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75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9400"/>
                            </p:stCondLst>
                            <p:childTnLst>
                              <p:par>
                                <p:cTn id="5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150"/>
                            </p:stCondLst>
                            <p:childTnLst>
                              <p:par>
                                <p:cTn id="59" presetID="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6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113</Words>
  <Application>Microsoft Office PowerPoint</Application>
  <PresentationFormat>Bildschirmpräsentation (4:3)</PresentationFormat>
  <Paragraphs>33</Paragraphs>
  <Slides>2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Spitzenteam</vt:lpstr>
      <vt:lpstr>Nürnberg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Sandra Giebitz</dc:creator>
  <cp:lastModifiedBy>P09</cp:lastModifiedBy>
  <cp:revision>19</cp:revision>
  <dcterms:created xsi:type="dcterms:W3CDTF">2014-01-05T17:12:11Z</dcterms:created>
  <dcterms:modified xsi:type="dcterms:W3CDTF">2024-04-17T21:10:11Z</dcterms:modified>
</cp:coreProperties>
</file>
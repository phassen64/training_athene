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handoutMasterIdLst>
    <p:handoutMasterId r:id="rId4"/>
  </p:handoutMasterIdLst>
  <p:sldIdLst>
    <p:sldId id="258" r:id="rId2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20" y="1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3" d="100"/>
          <a:sy n="53" d="100"/>
        </p:scale>
        <p:origin x="-1830" y="-108"/>
      </p:cViewPr>
      <p:guideLst>
        <p:guide orient="horz" pos="2880"/>
        <p:guide pos="2160"/>
      </p:guideLst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E64AB0-0955-46BC-BDC5-9C2493D9DAA4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DE17C7-41D4-4AF3-8347-131FB9E2213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555697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2DF722-DB26-4943-85DE-463A4E1D23E1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96B295-5EAC-4397-A30B-AF8EE6AD4080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489470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A895E-7252-43F5-8E1A-8FF44D3C844A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EE6F2-900F-4A8E-9FF9-2542D3A85CBD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A895E-7252-43F5-8E1A-8FF44D3C844A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EE6F2-900F-4A8E-9FF9-2542D3A85CBD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A895E-7252-43F5-8E1A-8FF44D3C844A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EE6F2-900F-4A8E-9FF9-2542D3A85CBD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A895E-7252-43F5-8E1A-8FF44D3C844A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EE6F2-900F-4A8E-9FF9-2542D3A85CBD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A895E-7252-43F5-8E1A-8FF44D3C844A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EE6F2-900F-4A8E-9FF9-2542D3A85CBD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A895E-7252-43F5-8E1A-8FF44D3C844A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EE6F2-900F-4A8E-9FF9-2542D3A85CBD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A895E-7252-43F5-8E1A-8FF44D3C844A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EE6F2-900F-4A8E-9FF9-2542D3A85CBD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A895E-7252-43F5-8E1A-8FF44D3C844A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EE6F2-900F-4A8E-9FF9-2542D3A85CBD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A895E-7252-43F5-8E1A-8FF44D3C844A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EE6F2-900F-4A8E-9FF9-2542D3A85CBD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A895E-7252-43F5-8E1A-8FF44D3C844A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EE6F2-900F-4A8E-9FF9-2542D3A85CBD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A895E-7252-43F5-8E1A-8FF44D3C844A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EE6F2-900F-4A8E-9FF9-2542D3A85CBD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FA895E-7252-43F5-8E1A-8FF44D3C844A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2EE6F2-900F-4A8E-9FF9-2542D3A85CBD}" type="slidenum">
              <a:rPr lang="de-DE" smtClean="0"/>
              <a:pPr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b="1"/>
              <a:t>Vorüberlegungen zum Erstellen von Präsentationen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de-DE" sz="2000" b="1" dirty="0">
                <a:solidFill>
                  <a:srgbClr val="7030A0"/>
                </a:solidFill>
              </a:rPr>
              <a:t>Präsentationsziel</a:t>
            </a:r>
            <a:r>
              <a:rPr lang="de-DE" sz="2000" dirty="0">
                <a:solidFill>
                  <a:srgbClr val="7030A0"/>
                </a:solidFill>
              </a:rPr>
              <a:t>: was soll mit der Präsentation erreicht werden?</a:t>
            </a:r>
          </a:p>
          <a:p>
            <a:r>
              <a:rPr lang="de-DE" sz="2000" b="1" dirty="0">
                <a:solidFill>
                  <a:srgbClr val="FF0000"/>
                </a:solidFill>
              </a:rPr>
              <a:t>Zielgruppe</a:t>
            </a:r>
            <a:r>
              <a:rPr lang="de-DE" sz="2000" dirty="0">
                <a:solidFill>
                  <a:srgbClr val="FF0000"/>
                </a:solidFill>
              </a:rPr>
              <a:t>: Wer wird das Publikum sein? Informationen, Design, Medien etc. entsprechend anpassen.</a:t>
            </a:r>
          </a:p>
          <a:p>
            <a:r>
              <a:rPr lang="de-DE" sz="2000" b="1" dirty="0">
                <a:solidFill>
                  <a:srgbClr val="FF0000"/>
                </a:solidFill>
              </a:rPr>
              <a:t>Zeitrahmen</a:t>
            </a:r>
            <a:r>
              <a:rPr lang="de-DE" sz="2000" dirty="0">
                <a:solidFill>
                  <a:srgbClr val="FF0000"/>
                </a:solidFill>
              </a:rPr>
              <a:t>: Zeitlimit einhalten. Wenig Zeit nicht mit zu vielen Folien „kompensieren“!</a:t>
            </a:r>
          </a:p>
          <a:p>
            <a:r>
              <a:rPr lang="de-DE" sz="2000" b="1" dirty="0">
                <a:solidFill>
                  <a:srgbClr val="FF0000"/>
                </a:solidFill>
              </a:rPr>
              <a:t>Ausgabemedium</a:t>
            </a:r>
            <a:r>
              <a:rPr lang="de-DE" sz="2000" dirty="0">
                <a:solidFill>
                  <a:srgbClr val="FF0000"/>
                </a:solidFill>
              </a:rPr>
              <a:t>: Overhead (Beschriftung, Abdecken), Beamer (Animationen, Multimediaeffekte, kurzfristiges Ändern möglich), Ausdruck, Webpräsentation</a:t>
            </a:r>
          </a:p>
          <a:p>
            <a:r>
              <a:rPr lang="de-DE" sz="2000" b="1" dirty="0">
                <a:solidFill>
                  <a:srgbClr val="00B050"/>
                </a:solidFill>
              </a:rPr>
              <a:t>Inhaltliche</a:t>
            </a:r>
            <a:r>
              <a:rPr lang="de-DE" sz="2000" dirty="0">
                <a:solidFill>
                  <a:srgbClr val="00B050"/>
                </a:solidFill>
              </a:rPr>
              <a:t> </a:t>
            </a:r>
            <a:r>
              <a:rPr lang="de-DE" sz="2000" b="1" dirty="0">
                <a:solidFill>
                  <a:srgbClr val="00B050"/>
                </a:solidFill>
              </a:rPr>
              <a:t>Struktur</a:t>
            </a:r>
            <a:r>
              <a:rPr lang="de-DE" sz="2000" dirty="0">
                <a:solidFill>
                  <a:srgbClr val="00B050"/>
                </a:solidFill>
              </a:rPr>
              <a:t>: Einleitung (Begrüßung, Vorstellung, Thema nennen, Ziel, Ablauf), Hauptteil (These – Beweis – Beispiel – These 2…), Schluss (Zusammenfassung, Ziel wiederholen, Dank, Diskussion)</a:t>
            </a:r>
          </a:p>
          <a:p>
            <a:r>
              <a:rPr lang="de-DE" sz="2000" dirty="0">
                <a:solidFill>
                  <a:srgbClr val="FF0000"/>
                </a:solidFill>
              </a:rPr>
              <a:t>PP-Hilfe: Start mit F1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27147-C168-4AD7-A8E1-1174A105B822}" type="datetime1">
              <a:rPr lang="de-DE" smtClean="0"/>
              <a:t>17.04.2024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01b Wichtige Faktoren bei der Planung.pptx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EE6F2-900F-4A8E-9FF9-2542D3A85CBD}" type="slidenum">
              <a:rPr lang="de-DE" smtClean="0"/>
              <a:pPr/>
              <a:t>1</a:t>
            </a:fld>
            <a:endParaRPr lang="de-D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122</Words>
  <Application>Microsoft Office PowerPoint</Application>
  <PresentationFormat>Bildschirmpräsentation (4:3)</PresentationFormat>
  <Paragraphs>10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Arial</vt:lpstr>
      <vt:lpstr>Calibri</vt:lpstr>
      <vt:lpstr>Larissa-Design</vt:lpstr>
      <vt:lpstr>Vorüberlegungen zum Erstellen von Präsentationen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Wichtige Faktoren bei der Planung</dc:title>
  <dc:creator>microstar</dc:creator>
  <cp:lastModifiedBy>P09</cp:lastModifiedBy>
  <cp:revision>11</cp:revision>
  <dcterms:created xsi:type="dcterms:W3CDTF">2008-08-01T19:14:36Z</dcterms:created>
  <dcterms:modified xsi:type="dcterms:W3CDTF">2024-04-17T21:21:06Z</dcterms:modified>
</cp:coreProperties>
</file>
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280E0-1DAF-4E0F-9B3B-A20A97A62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1E02C99-12F1-49FD-B918-877C0B648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5BD442-FF62-4539-9459-76CD0BF3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774873-0B64-43E4-9767-D0C059EF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04CC05-96BE-4338-BD22-A3F46F0C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2154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3A1D7C-0D5A-4E91-B2A5-66D112A1E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E27857-E75A-4F30-AC44-4AB9AE332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E62555-A598-4106-98C4-AF2B4071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237946-A269-4570-A99D-19BEE413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52658D-91A4-4D48-AA24-DFC20EE9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584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57546-C947-4EFA-9731-A9579B8AF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9B0A8B-9512-4376-B8D8-E5D8735F7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3E429E-29CF-4B60-8FFB-EB59FEF7B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324DCD-EEAC-4FA3-98A0-97CF54B15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734903-65D0-4811-ABE7-4460E041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429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64867-9EF9-4523-8444-0F9443A9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D7640E-D40D-4EC3-AD6B-E0BF1672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28628D-32FF-443B-B07D-32ED15B34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F7C7B3-2ADC-4B2F-9D6D-0CD100B9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1197F1-9EF5-4BE6-8B21-B997BF3E7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BBF27F-4187-4071-B4A2-D0F23A128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82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E7608-F556-47C6-B87A-7F8A50E40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2E87DD-0B98-497D-B5C4-E0169E44E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42573C-7904-42A3-BFA6-21A4A8B74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6388687-2CB0-4B29-BDB3-479B63DB4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C926864-96FC-45AF-A0D9-4B8FD1D9F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04AA5B9-C748-4084-8A4E-51DD921D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033D2BA-E9A2-454A-83DA-86CECE9B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EDA4404-7B72-4EA4-B2EC-2C11A1FC4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687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9DE489-06DB-4EF5-AE28-3E1D47F1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D5C778-9319-44CF-8F6D-9D08E7E3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5C3FB2E-D294-4485-8D76-569F227E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CA8F06C-974F-450D-B4F6-0DB3B237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398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A1ECDB7-BDC5-4F4B-9444-678AD8C2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E561B0-0C25-4CF3-A4BB-8A01A119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9FD851-B580-4EF1-85DB-FA27DBFE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82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2ABF1-B149-4E2E-9481-5CE2B2CA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AD97B5-8D69-46D1-A4A8-7A00387D2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4F4CEC-5F58-4354-921A-A1B48D3AF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B08887-FE3E-44DE-AC53-BC7F9810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34923C4-9251-41DE-A8BE-83149A3E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C0A83B-5A7A-4A59-8D91-B9599B52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5620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A1CE98-AEF6-4E17-9B5F-3F3545901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AFCC9D8-4ECA-496B-B3D4-34625194B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B83C90-760E-41F2-A298-6AF985D05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43EDBF-4023-4831-BFA0-5945582C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56F903-397D-4437-B82F-04097F96E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5367A2-3D0D-4732-9302-4E4B425D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60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F4B8C4-074F-4217-8108-4703D5DE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3CC01C-33CA-48EF-980A-1929600B6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D5F473-3AE6-42E1-B8E6-288CC148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A68C97-F76E-4FB4-B2D0-1C09035B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F199BE-04DC-4171-BF28-C9873DB9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265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789F3B2-33B1-4A27-8759-080045B88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FEE435D-D2D2-4413-A365-3F4AD9209D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55CF42-3FB4-41A4-B496-4AC640476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0F3EE5-18DF-4F9E-8BF6-63D08B70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42C7DE-A270-43FA-91F1-4B344075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69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5C5C72A-245F-4F5F-95D1-4256E298F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1945A7-AF3A-4B12-9A83-76B7E514A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D951BC-D2CE-48EF-963C-AFB7D2132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0ADA6-1FD1-4DDC-BD59-423E0BD8A377}" type="datetimeFigureOut">
              <a:rPr lang="de-DE" smtClean="0"/>
              <a:t>20.03.2024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72F35ED-5C6D-4A1D-A014-928DF2DC5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4B4E9B-5859-4871-AA5B-5739CB4420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F36A4-9F72-427D-A475-9F9EFB299B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261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D26C2FD-13F4-418E-9116-2EB57680137D}"/>
              </a:ext>
            </a:extLst>
          </p:cNvPr>
          <p:cNvSpPr/>
          <p:nvPr/>
        </p:nvSpPr>
        <p:spPr>
          <a:xfrm>
            <a:off x="2993203" y="1782001"/>
            <a:ext cx="5477462" cy="229046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Pour">
              <a:avLst/>
            </a:prstTxWarp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B050"/>
                </a:solidFill>
                <a:effectLst>
                  <a:reflection blurRad="6350" stA="60000" endA="900" endPos="58000" dir="5400000" sy="-100000" algn="bl" rotWithShape="0"/>
                </a:effectLst>
              </a:rPr>
              <a:t>Hier steht </a:t>
            </a:r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reflection blurRad="6350" stA="60000" endA="900" endPos="58000" dir="5400000" sy="-100000" algn="bl" rotWithShape="0"/>
                </a:effectLst>
              </a:rPr>
              <a:t>Ihr Text.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B92BABC-9AE2-469D-9A72-2257495FB6BD}"/>
              </a:ext>
            </a:extLst>
          </p:cNvPr>
          <p:cNvSpPr txBox="1"/>
          <p:nvPr/>
        </p:nvSpPr>
        <p:spPr>
          <a:xfrm>
            <a:off x="651933" y="262466"/>
            <a:ext cx="210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Word Art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5604F00-FE94-4D0B-9AB4-ED5DDE4FEBE4}"/>
              </a:ext>
            </a:extLst>
          </p:cNvPr>
          <p:cNvSpPr/>
          <p:nvPr/>
        </p:nvSpPr>
        <p:spPr>
          <a:xfrm>
            <a:off x="651933" y="5498070"/>
            <a:ext cx="41291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82550" h="38100" prst="coolSlant"/>
            </a:sp3d>
          </a:bodyPr>
          <a:lstStyle/>
          <a:p>
            <a:pPr algn="ctr"/>
            <a:r>
              <a:rPr lang="de-DE" sz="5400" b="1" cap="none" spc="0" dirty="0">
                <a:ln w="12700">
                  <a:solidFill>
                    <a:srgbClr val="7030A0"/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Word Art Test</a:t>
            </a:r>
          </a:p>
        </p:txBody>
      </p:sp>
    </p:spTree>
    <p:extLst>
      <p:ext uri="{BB962C8B-B14F-4D97-AF65-F5344CB8AC3E}">
        <p14:creationId xmlns:p14="http://schemas.microsoft.com/office/powerpoint/2010/main" val="882894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0663BB4E-ADEA-4ADD-8349-920997BA6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306" y="2067845"/>
            <a:ext cx="1011936" cy="143865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438FD06-7C5F-4D19-A402-73FA4207D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915" y="2787173"/>
            <a:ext cx="1078992" cy="14386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EF7BD16-BC93-4558-AA99-352AE0DB3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051" y="3875618"/>
            <a:ext cx="957072" cy="1438656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5CDD864-ABDB-4211-BAA1-51C395843B26}"/>
              </a:ext>
            </a:extLst>
          </p:cNvPr>
          <p:cNvSpPr/>
          <p:nvPr/>
        </p:nvSpPr>
        <p:spPr>
          <a:xfrm>
            <a:off x="390603" y="267267"/>
            <a:ext cx="7145610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">
              <a:avLst/>
            </a:prstTxWarp>
            <a:spAutoFit/>
          </a:bodyPr>
          <a:lstStyle/>
          <a:p>
            <a:pPr algn="ctr"/>
            <a:r>
              <a:rPr lang="de-DE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Personen aus </a:t>
            </a:r>
            <a:r>
              <a:rPr lang="de-DE" sz="5400" b="1" dirty="0">
                <a:ln w="22225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dem </a:t>
            </a:r>
            <a:r>
              <a:rPr lang="de-DE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Team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CCA131A-2621-45E9-99C3-1F9C98033A8A}"/>
              </a:ext>
            </a:extLst>
          </p:cNvPr>
          <p:cNvSpPr txBox="1"/>
          <p:nvPr/>
        </p:nvSpPr>
        <p:spPr>
          <a:xfrm>
            <a:off x="1421404" y="1619553"/>
            <a:ext cx="1830753" cy="36933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Rosi  </a:t>
            </a:r>
            <a:r>
              <a:rPr lang="de-DE" dirty="0">
                <a:sym typeface="Wingdings" panose="05000000000000000000" pitchFamily="2" charset="2"/>
              </a:rPr>
              <a:t>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4112F60-2C29-45E9-8097-92659A31FDE9}"/>
              </a:ext>
            </a:extLst>
          </p:cNvPr>
          <p:cNvSpPr txBox="1"/>
          <p:nvPr/>
        </p:nvSpPr>
        <p:spPr>
          <a:xfrm>
            <a:off x="4096168" y="2163775"/>
            <a:ext cx="1726662" cy="36933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 rtlCol="0">
            <a:spAutoFit/>
          </a:bodyPr>
          <a:lstStyle>
            <a:defPPr>
              <a:defRPr lang="de-DE"/>
            </a:defPPr>
          </a:lstStyle>
          <a:p>
            <a:r>
              <a:rPr lang="de-DE" dirty="0"/>
              <a:t>DorÓen </a:t>
            </a:r>
            <a:r>
              <a:rPr lang="de-DE" dirty="0">
                <a:sym typeface="Wingdings" panose="05000000000000000000" pitchFamily="2" charset="2"/>
              </a:rPr>
              <a:t>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0906DD5-1298-4024-A9C0-3967A5556F55}"/>
              </a:ext>
            </a:extLst>
          </p:cNvPr>
          <p:cNvSpPr txBox="1"/>
          <p:nvPr/>
        </p:nvSpPr>
        <p:spPr>
          <a:xfrm>
            <a:off x="7174186" y="3398790"/>
            <a:ext cx="1011937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>
            <a:defPPr>
              <a:defRPr lang="de-DE"/>
            </a:defPPr>
          </a:lstStyle>
          <a:p>
            <a:r>
              <a:rPr lang="de-DE" dirty="0"/>
              <a:t>Winfried</a:t>
            </a:r>
            <a:r>
              <a:rPr lang="de-DE" dirty="0">
                <a:sym typeface="Wingdings" panose="05000000000000000000" pitchFamily="2" charset="2"/>
              </a:rPr>
              <a:t></a:t>
            </a: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43CA3D5-8E2B-4C92-AB6A-F11F33FF320E}"/>
              </a:ext>
            </a:extLst>
          </p:cNvPr>
          <p:cNvSpPr txBox="1"/>
          <p:nvPr/>
        </p:nvSpPr>
        <p:spPr>
          <a:xfrm>
            <a:off x="1269575" y="4594946"/>
            <a:ext cx="2802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Symbole – </a:t>
            </a:r>
            <a:r>
              <a:rPr lang="de-DE" dirty="0" err="1"/>
              <a:t>Windings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</a:t>
            </a:r>
            <a:r>
              <a:rPr lang="de-DE" dirty="0">
                <a:solidFill>
                  <a:srgbClr val="FFC000"/>
                </a:solidFill>
                <a:sym typeface="Wingdings" panose="05000000000000000000" pitchFamily="2" charset="2"/>
              </a:rPr>
              <a:t></a:t>
            </a:r>
            <a:r>
              <a:rPr lang="de-DE" dirty="0">
                <a:sym typeface="Wingdings" panose="05000000000000000000" pitchFamily="2" charset="2"/>
              </a:rPr>
              <a:t>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</a:t>
            </a:r>
            <a:r>
              <a:rPr lang="de-DE" dirty="0">
                <a:sym typeface="Wingdings" panose="05000000000000000000" pitchFamily="2" charset="2"/>
              </a:rPr>
              <a:t>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3421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</Words>
  <Application>Microsoft Office PowerPoint</Application>
  <PresentationFormat>Breitbild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P09</dc:creator>
  <cp:lastModifiedBy>P09</cp:lastModifiedBy>
  <cp:revision>12</cp:revision>
  <dcterms:created xsi:type="dcterms:W3CDTF">2024-03-20T18:30:40Z</dcterms:created>
  <dcterms:modified xsi:type="dcterms:W3CDTF">2024-03-20T19:24:22Z</dcterms:modified>
</cp:coreProperties>
</file>
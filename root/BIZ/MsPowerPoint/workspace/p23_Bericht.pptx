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  <p:sldMasterId id="2147483818" r:id="rId2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8EDEF2-0D66-4457-8E33-73C2BE8D1DAC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de-DE"/>
        </a:p>
      </dgm:t>
    </dgm:pt>
    <dgm:pt modelId="{19CCCE10-2CF2-4D8A-8544-AD689CBFC407}">
      <dgm:prSet/>
      <dgm:spPr/>
      <dgm:t>
        <a:bodyPr/>
        <a:lstStyle/>
        <a:p>
          <a:r>
            <a:rPr lang="de-DE"/>
            <a:t>Ausweitung des Exports nach Westeuropa</a:t>
          </a:r>
        </a:p>
      </dgm:t>
    </dgm:pt>
    <dgm:pt modelId="{73A5D6B0-9544-4FF7-B5E8-A5FDA5C5481A}" type="parTrans" cxnId="{B7015C80-22E4-4D05-A4AA-A269C5822050}">
      <dgm:prSet/>
      <dgm:spPr/>
      <dgm:t>
        <a:bodyPr/>
        <a:lstStyle/>
        <a:p>
          <a:endParaRPr lang="de-DE"/>
        </a:p>
      </dgm:t>
    </dgm:pt>
    <dgm:pt modelId="{F697C092-3C68-4AD0-A984-2A3829614847}" type="sibTrans" cxnId="{B7015C80-22E4-4D05-A4AA-A269C5822050}">
      <dgm:prSet/>
      <dgm:spPr/>
      <dgm:t>
        <a:bodyPr/>
        <a:lstStyle/>
        <a:p>
          <a:endParaRPr lang="de-DE"/>
        </a:p>
      </dgm:t>
    </dgm:pt>
    <dgm:pt modelId="{F17B1576-F1CE-40CE-A325-899A57A07B8E}">
      <dgm:prSet/>
      <dgm:spPr/>
      <dgm:t>
        <a:bodyPr/>
        <a:lstStyle/>
        <a:p>
          <a:r>
            <a:rPr lang="de-DE"/>
            <a:t>Erreichen der Marktführerschaft</a:t>
          </a:r>
        </a:p>
      </dgm:t>
    </dgm:pt>
    <dgm:pt modelId="{4CE621C7-A2AA-49FF-8F3B-54D31AFD34FA}" type="parTrans" cxnId="{29327D48-FF97-4053-8B82-ABA553A9ACF0}">
      <dgm:prSet/>
      <dgm:spPr/>
      <dgm:t>
        <a:bodyPr/>
        <a:lstStyle/>
        <a:p>
          <a:endParaRPr lang="de-DE"/>
        </a:p>
      </dgm:t>
    </dgm:pt>
    <dgm:pt modelId="{05BC3600-CECE-47C2-831B-0C60978FEE67}" type="sibTrans" cxnId="{29327D48-FF97-4053-8B82-ABA553A9ACF0}">
      <dgm:prSet/>
      <dgm:spPr/>
      <dgm:t>
        <a:bodyPr/>
        <a:lstStyle/>
        <a:p>
          <a:endParaRPr lang="de-DE"/>
        </a:p>
      </dgm:t>
    </dgm:pt>
    <dgm:pt modelId="{3989C1D7-9BC2-47AD-8777-D86A01A7BAA9}">
      <dgm:prSet/>
      <dgm:spPr/>
      <dgm:t>
        <a:bodyPr/>
        <a:lstStyle/>
        <a:p>
          <a:r>
            <a:rPr lang="de-DE"/>
            <a:t>Entwicklung innovativer Produkte</a:t>
          </a:r>
        </a:p>
      </dgm:t>
    </dgm:pt>
    <dgm:pt modelId="{6C3DC127-F0DB-4C28-951C-3868323B8D2F}" type="parTrans" cxnId="{7C3F594D-4DCD-4796-B5C5-C278AB552BF5}">
      <dgm:prSet/>
      <dgm:spPr/>
      <dgm:t>
        <a:bodyPr/>
        <a:lstStyle/>
        <a:p>
          <a:endParaRPr lang="de-DE"/>
        </a:p>
      </dgm:t>
    </dgm:pt>
    <dgm:pt modelId="{8B2AFD8C-07E2-453B-9678-F539218AD8DE}" type="sibTrans" cxnId="{7C3F594D-4DCD-4796-B5C5-C278AB552BF5}">
      <dgm:prSet/>
      <dgm:spPr/>
      <dgm:t>
        <a:bodyPr/>
        <a:lstStyle/>
        <a:p>
          <a:endParaRPr lang="de-DE"/>
        </a:p>
      </dgm:t>
    </dgm:pt>
    <dgm:pt modelId="{7B6720FC-6785-42DA-B382-317B50699D29}" type="pres">
      <dgm:prSet presAssocID="{058EDEF2-0D66-4457-8E33-73C2BE8D1DA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565F72A-9970-40A2-A21C-784301D13BCB}" type="pres">
      <dgm:prSet presAssocID="{19CCCE10-2CF2-4D8A-8544-AD689CBFC407}" presName="hierRoot1" presStyleCnt="0">
        <dgm:presLayoutVars>
          <dgm:hierBranch val="init"/>
        </dgm:presLayoutVars>
      </dgm:prSet>
      <dgm:spPr/>
    </dgm:pt>
    <dgm:pt modelId="{230AA567-4939-4D40-BF92-D654A9E9F0EE}" type="pres">
      <dgm:prSet presAssocID="{19CCCE10-2CF2-4D8A-8544-AD689CBFC407}" presName="rootComposite1" presStyleCnt="0"/>
      <dgm:spPr/>
    </dgm:pt>
    <dgm:pt modelId="{8881886F-5A61-44FE-B496-D0D1A3DC4C19}" type="pres">
      <dgm:prSet presAssocID="{19CCCE10-2CF2-4D8A-8544-AD689CBFC407}" presName="rootText1" presStyleLbl="node0" presStyleIdx="0" presStyleCnt="3">
        <dgm:presLayoutVars>
          <dgm:chPref val="3"/>
        </dgm:presLayoutVars>
      </dgm:prSet>
      <dgm:spPr/>
    </dgm:pt>
    <dgm:pt modelId="{AB3C3B00-635B-4A95-B863-FCE6568B6182}" type="pres">
      <dgm:prSet presAssocID="{19CCCE10-2CF2-4D8A-8544-AD689CBFC407}" presName="rootConnector1" presStyleLbl="node1" presStyleIdx="0" presStyleCnt="0"/>
      <dgm:spPr/>
    </dgm:pt>
    <dgm:pt modelId="{0D99691C-1ADD-47B4-B05D-797A9867BE88}" type="pres">
      <dgm:prSet presAssocID="{19CCCE10-2CF2-4D8A-8544-AD689CBFC407}" presName="hierChild2" presStyleCnt="0"/>
      <dgm:spPr/>
    </dgm:pt>
    <dgm:pt modelId="{50032A75-3783-4304-AE21-6A192E212F8E}" type="pres">
      <dgm:prSet presAssocID="{19CCCE10-2CF2-4D8A-8544-AD689CBFC407}" presName="hierChild3" presStyleCnt="0"/>
      <dgm:spPr/>
    </dgm:pt>
    <dgm:pt modelId="{5442914C-E4EC-4FFB-8157-A0B113B4CB7E}" type="pres">
      <dgm:prSet presAssocID="{F17B1576-F1CE-40CE-A325-899A57A07B8E}" presName="hierRoot1" presStyleCnt="0">
        <dgm:presLayoutVars>
          <dgm:hierBranch val="init"/>
        </dgm:presLayoutVars>
      </dgm:prSet>
      <dgm:spPr/>
    </dgm:pt>
    <dgm:pt modelId="{6960A7AA-4D04-48ED-A23F-7411AD569E76}" type="pres">
      <dgm:prSet presAssocID="{F17B1576-F1CE-40CE-A325-899A57A07B8E}" presName="rootComposite1" presStyleCnt="0"/>
      <dgm:spPr/>
    </dgm:pt>
    <dgm:pt modelId="{1AB2117C-AE42-4F06-9B60-B19345DC433C}" type="pres">
      <dgm:prSet presAssocID="{F17B1576-F1CE-40CE-A325-899A57A07B8E}" presName="rootText1" presStyleLbl="node0" presStyleIdx="1" presStyleCnt="3">
        <dgm:presLayoutVars>
          <dgm:chPref val="3"/>
        </dgm:presLayoutVars>
      </dgm:prSet>
      <dgm:spPr/>
    </dgm:pt>
    <dgm:pt modelId="{0FBD5B34-6213-4F86-A1B4-5B610791F215}" type="pres">
      <dgm:prSet presAssocID="{F17B1576-F1CE-40CE-A325-899A57A07B8E}" presName="rootConnector1" presStyleLbl="node1" presStyleIdx="0" presStyleCnt="0"/>
      <dgm:spPr/>
    </dgm:pt>
    <dgm:pt modelId="{F51AFB4F-1D2E-4AE1-BA84-81277044B198}" type="pres">
      <dgm:prSet presAssocID="{F17B1576-F1CE-40CE-A325-899A57A07B8E}" presName="hierChild2" presStyleCnt="0"/>
      <dgm:spPr/>
    </dgm:pt>
    <dgm:pt modelId="{59563FD8-F9CC-4113-8985-DB50D58B9A9F}" type="pres">
      <dgm:prSet presAssocID="{F17B1576-F1CE-40CE-A325-899A57A07B8E}" presName="hierChild3" presStyleCnt="0"/>
      <dgm:spPr/>
    </dgm:pt>
    <dgm:pt modelId="{5C595716-BBC8-4288-A4BA-841F01CB3B39}" type="pres">
      <dgm:prSet presAssocID="{3989C1D7-9BC2-47AD-8777-D86A01A7BAA9}" presName="hierRoot1" presStyleCnt="0">
        <dgm:presLayoutVars>
          <dgm:hierBranch val="init"/>
        </dgm:presLayoutVars>
      </dgm:prSet>
      <dgm:spPr/>
    </dgm:pt>
    <dgm:pt modelId="{662A6182-AF6A-44FF-8110-BCE921ABBFBC}" type="pres">
      <dgm:prSet presAssocID="{3989C1D7-9BC2-47AD-8777-D86A01A7BAA9}" presName="rootComposite1" presStyleCnt="0"/>
      <dgm:spPr/>
    </dgm:pt>
    <dgm:pt modelId="{E7A8AEB0-ED5A-46BB-8BB3-ABF85C3BB58B}" type="pres">
      <dgm:prSet presAssocID="{3989C1D7-9BC2-47AD-8777-D86A01A7BAA9}" presName="rootText1" presStyleLbl="node0" presStyleIdx="2" presStyleCnt="3">
        <dgm:presLayoutVars>
          <dgm:chPref val="3"/>
        </dgm:presLayoutVars>
      </dgm:prSet>
      <dgm:spPr/>
    </dgm:pt>
    <dgm:pt modelId="{F0D79230-E6CC-4BD2-A165-AEB483868B7E}" type="pres">
      <dgm:prSet presAssocID="{3989C1D7-9BC2-47AD-8777-D86A01A7BAA9}" presName="rootConnector1" presStyleLbl="node1" presStyleIdx="0" presStyleCnt="0"/>
      <dgm:spPr/>
    </dgm:pt>
    <dgm:pt modelId="{9326A9B9-D182-4E4F-A050-B9A21D5D406B}" type="pres">
      <dgm:prSet presAssocID="{3989C1D7-9BC2-47AD-8777-D86A01A7BAA9}" presName="hierChild2" presStyleCnt="0"/>
      <dgm:spPr/>
    </dgm:pt>
    <dgm:pt modelId="{28AF5BEF-7962-416F-A181-455309F43929}" type="pres">
      <dgm:prSet presAssocID="{3989C1D7-9BC2-47AD-8777-D86A01A7BAA9}" presName="hierChild3" presStyleCnt="0"/>
      <dgm:spPr/>
    </dgm:pt>
  </dgm:ptLst>
  <dgm:cxnLst>
    <dgm:cxn modelId="{81C54D00-AEEA-4B91-85B5-F67D318FD0A0}" type="presOf" srcId="{19CCCE10-2CF2-4D8A-8544-AD689CBFC407}" destId="{8881886F-5A61-44FE-B496-D0D1A3DC4C19}" srcOrd="0" destOrd="0" presId="urn:microsoft.com/office/officeart/2005/8/layout/orgChart1"/>
    <dgm:cxn modelId="{0D914122-0EFF-41CF-9487-9283971EEEAE}" type="presOf" srcId="{3989C1D7-9BC2-47AD-8777-D86A01A7BAA9}" destId="{F0D79230-E6CC-4BD2-A165-AEB483868B7E}" srcOrd="1" destOrd="0" presId="urn:microsoft.com/office/officeart/2005/8/layout/orgChart1"/>
    <dgm:cxn modelId="{4D997333-FF62-44A0-93F9-98513B353600}" type="presOf" srcId="{3989C1D7-9BC2-47AD-8777-D86A01A7BAA9}" destId="{E7A8AEB0-ED5A-46BB-8BB3-ABF85C3BB58B}" srcOrd="0" destOrd="0" presId="urn:microsoft.com/office/officeart/2005/8/layout/orgChart1"/>
    <dgm:cxn modelId="{9EAB2961-FFE5-4F77-B956-15A80999B4B0}" type="presOf" srcId="{F17B1576-F1CE-40CE-A325-899A57A07B8E}" destId="{1AB2117C-AE42-4F06-9B60-B19345DC433C}" srcOrd="0" destOrd="0" presId="urn:microsoft.com/office/officeart/2005/8/layout/orgChart1"/>
    <dgm:cxn modelId="{29327D48-FF97-4053-8B82-ABA553A9ACF0}" srcId="{058EDEF2-0D66-4457-8E33-73C2BE8D1DAC}" destId="{F17B1576-F1CE-40CE-A325-899A57A07B8E}" srcOrd="1" destOrd="0" parTransId="{4CE621C7-A2AA-49FF-8F3B-54D31AFD34FA}" sibTransId="{05BC3600-CECE-47C2-831B-0C60978FEE67}"/>
    <dgm:cxn modelId="{7C3F594D-4DCD-4796-B5C5-C278AB552BF5}" srcId="{058EDEF2-0D66-4457-8E33-73C2BE8D1DAC}" destId="{3989C1D7-9BC2-47AD-8777-D86A01A7BAA9}" srcOrd="2" destOrd="0" parTransId="{6C3DC127-F0DB-4C28-951C-3868323B8D2F}" sibTransId="{8B2AFD8C-07E2-453B-9678-F539218AD8DE}"/>
    <dgm:cxn modelId="{DDFB995A-6907-475F-899B-D38A453373E6}" type="presOf" srcId="{F17B1576-F1CE-40CE-A325-899A57A07B8E}" destId="{0FBD5B34-6213-4F86-A1B4-5B610791F215}" srcOrd="1" destOrd="0" presId="urn:microsoft.com/office/officeart/2005/8/layout/orgChart1"/>
    <dgm:cxn modelId="{B7015C80-22E4-4D05-A4AA-A269C5822050}" srcId="{058EDEF2-0D66-4457-8E33-73C2BE8D1DAC}" destId="{19CCCE10-2CF2-4D8A-8544-AD689CBFC407}" srcOrd="0" destOrd="0" parTransId="{73A5D6B0-9544-4FF7-B5E8-A5FDA5C5481A}" sibTransId="{F697C092-3C68-4AD0-A984-2A3829614847}"/>
    <dgm:cxn modelId="{B14E8D9F-27BC-4341-A142-693648892EF1}" type="presOf" srcId="{19CCCE10-2CF2-4D8A-8544-AD689CBFC407}" destId="{AB3C3B00-635B-4A95-B863-FCE6568B6182}" srcOrd="1" destOrd="0" presId="urn:microsoft.com/office/officeart/2005/8/layout/orgChart1"/>
    <dgm:cxn modelId="{EEB27DEB-1303-478C-9262-D7EA786E0D59}" type="presOf" srcId="{058EDEF2-0D66-4457-8E33-73C2BE8D1DAC}" destId="{7B6720FC-6785-42DA-B382-317B50699D29}" srcOrd="0" destOrd="0" presId="urn:microsoft.com/office/officeart/2005/8/layout/orgChart1"/>
    <dgm:cxn modelId="{11761CDF-2C58-44B5-8D5A-76B5221D3F89}" type="presParOf" srcId="{7B6720FC-6785-42DA-B382-317B50699D29}" destId="{7565F72A-9970-40A2-A21C-784301D13BCB}" srcOrd="0" destOrd="0" presId="urn:microsoft.com/office/officeart/2005/8/layout/orgChart1"/>
    <dgm:cxn modelId="{0AEF3965-1DEE-41C5-8103-3FACABB2C525}" type="presParOf" srcId="{7565F72A-9970-40A2-A21C-784301D13BCB}" destId="{230AA567-4939-4D40-BF92-D654A9E9F0EE}" srcOrd="0" destOrd="0" presId="urn:microsoft.com/office/officeart/2005/8/layout/orgChart1"/>
    <dgm:cxn modelId="{D81783B9-FF56-48C0-BE27-B3EC6BE1794A}" type="presParOf" srcId="{230AA567-4939-4D40-BF92-D654A9E9F0EE}" destId="{8881886F-5A61-44FE-B496-D0D1A3DC4C19}" srcOrd="0" destOrd="0" presId="urn:microsoft.com/office/officeart/2005/8/layout/orgChart1"/>
    <dgm:cxn modelId="{905192F8-7F19-45F0-AF29-E5AE2E2B928B}" type="presParOf" srcId="{230AA567-4939-4D40-BF92-D654A9E9F0EE}" destId="{AB3C3B00-635B-4A95-B863-FCE6568B6182}" srcOrd="1" destOrd="0" presId="urn:microsoft.com/office/officeart/2005/8/layout/orgChart1"/>
    <dgm:cxn modelId="{32F4E29E-4EA3-4A28-A4D4-535649D43FEF}" type="presParOf" srcId="{7565F72A-9970-40A2-A21C-784301D13BCB}" destId="{0D99691C-1ADD-47B4-B05D-797A9867BE88}" srcOrd="1" destOrd="0" presId="urn:microsoft.com/office/officeart/2005/8/layout/orgChart1"/>
    <dgm:cxn modelId="{829082FE-04E8-43CD-8400-AF9B3AB13472}" type="presParOf" srcId="{7565F72A-9970-40A2-A21C-784301D13BCB}" destId="{50032A75-3783-4304-AE21-6A192E212F8E}" srcOrd="2" destOrd="0" presId="urn:microsoft.com/office/officeart/2005/8/layout/orgChart1"/>
    <dgm:cxn modelId="{4DAB2991-F136-45AF-A8BF-AD46FC7FEE2C}" type="presParOf" srcId="{7B6720FC-6785-42DA-B382-317B50699D29}" destId="{5442914C-E4EC-4FFB-8157-A0B113B4CB7E}" srcOrd="1" destOrd="0" presId="urn:microsoft.com/office/officeart/2005/8/layout/orgChart1"/>
    <dgm:cxn modelId="{1E609446-D8E2-4AD8-B0E2-7957BB3C616C}" type="presParOf" srcId="{5442914C-E4EC-4FFB-8157-A0B113B4CB7E}" destId="{6960A7AA-4D04-48ED-A23F-7411AD569E76}" srcOrd="0" destOrd="0" presId="urn:microsoft.com/office/officeart/2005/8/layout/orgChart1"/>
    <dgm:cxn modelId="{12354E0B-29DD-4330-AF43-317E226C49C0}" type="presParOf" srcId="{6960A7AA-4D04-48ED-A23F-7411AD569E76}" destId="{1AB2117C-AE42-4F06-9B60-B19345DC433C}" srcOrd="0" destOrd="0" presId="urn:microsoft.com/office/officeart/2005/8/layout/orgChart1"/>
    <dgm:cxn modelId="{59E67439-3BA7-4183-A525-B32D0BE8EF4F}" type="presParOf" srcId="{6960A7AA-4D04-48ED-A23F-7411AD569E76}" destId="{0FBD5B34-6213-4F86-A1B4-5B610791F215}" srcOrd="1" destOrd="0" presId="urn:microsoft.com/office/officeart/2005/8/layout/orgChart1"/>
    <dgm:cxn modelId="{254B8F9E-2F06-4E1E-AA0E-B13EB5FB1659}" type="presParOf" srcId="{5442914C-E4EC-4FFB-8157-A0B113B4CB7E}" destId="{F51AFB4F-1D2E-4AE1-BA84-81277044B198}" srcOrd="1" destOrd="0" presId="urn:microsoft.com/office/officeart/2005/8/layout/orgChart1"/>
    <dgm:cxn modelId="{382D04ED-B330-4F60-8622-AF2E426A2501}" type="presParOf" srcId="{5442914C-E4EC-4FFB-8157-A0B113B4CB7E}" destId="{59563FD8-F9CC-4113-8985-DB50D58B9A9F}" srcOrd="2" destOrd="0" presId="urn:microsoft.com/office/officeart/2005/8/layout/orgChart1"/>
    <dgm:cxn modelId="{1FA69951-4F3C-4AA9-868F-20BC39107B7D}" type="presParOf" srcId="{7B6720FC-6785-42DA-B382-317B50699D29}" destId="{5C595716-BBC8-4288-A4BA-841F01CB3B39}" srcOrd="2" destOrd="0" presId="urn:microsoft.com/office/officeart/2005/8/layout/orgChart1"/>
    <dgm:cxn modelId="{88786B0F-CE60-415F-AEC5-C463E0D35A3D}" type="presParOf" srcId="{5C595716-BBC8-4288-A4BA-841F01CB3B39}" destId="{662A6182-AF6A-44FF-8110-BCE921ABBFBC}" srcOrd="0" destOrd="0" presId="urn:microsoft.com/office/officeart/2005/8/layout/orgChart1"/>
    <dgm:cxn modelId="{05370FE1-3F72-4B44-A80A-0FF94C2EEE9E}" type="presParOf" srcId="{662A6182-AF6A-44FF-8110-BCE921ABBFBC}" destId="{E7A8AEB0-ED5A-46BB-8BB3-ABF85C3BB58B}" srcOrd="0" destOrd="0" presId="urn:microsoft.com/office/officeart/2005/8/layout/orgChart1"/>
    <dgm:cxn modelId="{382ED099-02B6-44A2-A208-7C0B6E2BDCCC}" type="presParOf" srcId="{662A6182-AF6A-44FF-8110-BCE921ABBFBC}" destId="{F0D79230-E6CC-4BD2-A165-AEB483868B7E}" srcOrd="1" destOrd="0" presId="urn:microsoft.com/office/officeart/2005/8/layout/orgChart1"/>
    <dgm:cxn modelId="{0BEC366F-5D23-490E-A897-C4BF85DC0C05}" type="presParOf" srcId="{5C595716-BBC8-4288-A4BA-841F01CB3B39}" destId="{9326A9B9-D182-4E4F-A050-B9A21D5D406B}" srcOrd="1" destOrd="0" presId="urn:microsoft.com/office/officeart/2005/8/layout/orgChart1"/>
    <dgm:cxn modelId="{D5B0E76C-BBCA-4E4F-84CD-FDFED490075E}" type="presParOf" srcId="{5C595716-BBC8-4288-A4BA-841F01CB3B39}" destId="{28AF5BEF-7962-416F-A181-455309F4392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47E65B5-8B8A-4863-89A3-D2D9E9AE4FD2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de-DE"/>
        </a:p>
      </dgm:t>
    </dgm:pt>
    <dgm:pt modelId="{FD380008-2AD8-4652-A49F-CE0D61FEF5DB}">
      <dgm:prSet/>
      <dgm:spPr/>
      <dgm:t>
        <a:bodyPr/>
        <a:lstStyle/>
        <a:p>
          <a:r>
            <a:rPr lang="de-DE"/>
            <a:t>Zu wenig Neukunden</a:t>
          </a:r>
        </a:p>
      </dgm:t>
    </dgm:pt>
    <dgm:pt modelId="{69BF990A-8BCE-4BBA-9EC4-07EA364501EC}" type="parTrans" cxnId="{1780AAB2-597E-4A30-B9DD-00D618BB5EF1}">
      <dgm:prSet/>
      <dgm:spPr/>
      <dgm:t>
        <a:bodyPr/>
        <a:lstStyle/>
        <a:p>
          <a:endParaRPr lang="de-DE"/>
        </a:p>
      </dgm:t>
    </dgm:pt>
    <dgm:pt modelId="{1EF4FA9A-A4AE-46D0-A878-31091EE9D2C1}" type="sibTrans" cxnId="{1780AAB2-597E-4A30-B9DD-00D618BB5EF1}">
      <dgm:prSet/>
      <dgm:spPr/>
      <dgm:t>
        <a:bodyPr/>
        <a:lstStyle/>
        <a:p>
          <a:endParaRPr lang="de-DE"/>
        </a:p>
      </dgm:t>
    </dgm:pt>
    <dgm:pt modelId="{F5B79BE2-E031-40A7-97BD-6E4570BCC40B}">
      <dgm:prSet/>
      <dgm:spPr/>
      <dgm:t>
        <a:bodyPr/>
        <a:lstStyle/>
        <a:p>
          <a:r>
            <a:rPr lang="de-DE"/>
            <a:t>Großer Konkurrenzdruck</a:t>
          </a:r>
        </a:p>
      </dgm:t>
    </dgm:pt>
    <dgm:pt modelId="{8CD80A82-0BAA-4240-B6A6-E2F9D5165733}" type="parTrans" cxnId="{FE97774D-044B-4539-AEDC-A46A679CBC4B}">
      <dgm:prSet/>
      <dgm:spPr/>
      <dgm:t>
        <a:bodyPr/>
        <a:lstStyle/>
        <a:p>
          <a:endParaRPr lang="de-DE"/>
        </a:p>
      </dgm:t>
    </dgm:pt>
    <dgm:pt modelId="{79C0D691-23D6-432A-9443-2916C71B6C73}" type="sibTrans" cxnId="{FE97774D-044B-4539-AEDC-A46A679CBC4B}">
      <dgm:prSet/>
      <dgm:spPr/>
      <dgm:t>
        <a:bodyPr/>
        <a:lstStyle/>
        <a:p>
          <a:endParaRPr lang="de-DE"/>
        </a:p>
      </dgm:t>
    </dgm:pt>
    <dgm:pt modelId="{A3B575BB-2779-45C8-9EBC-8ADB53FE0F02}">
      <dgm:prSet/>
      <dgm:spPr/>
      <dgm:t>
        <a:bodyPr/>
        <a:lstStyle/>
        <a:p>
          <a:r>
            <a:rPr lang="de-DE"/>
            <a:t>Rückläufige Umsatzzahlen</a:t>
          </a:r>
        </a:p>
      </dgm:t>
    </dgm:pt>
    <dgm:pt modelId="{66AF0E78-8D96-4D74-A4A3-22174E7A6063}" type="parTrans" cxnId="{E0205B68-0CD7-4AD0-BC1E-689EB123E453}">
      <dgm:prSet/>
      <dgm:spPr/>
      <dgm:t>
        <a:bodyPr/>
        <a:lstStyle/>
        <a:p>
          <a:endParaRPr lang="de-DE"/>
        </a:p>
      </dgm:t>
    </dgm:pt>
    <dgm:pt modelId="{AB623C26-05D9-4B1B-8917-83AC73F8ADAC}" type="sibTrans" cxnId="{E0205B68-0CD7-4AD0-BC1E-689EB123E453}">
      <dgm:prSet/>
      <dgm:spPr/>
      <dgm:t>
        <a:bodyPr/>
        <a:lstStyle/>
        <a:p>
          <a:endParaRPr lang="de-DE"/>
        </a:p>
      </dgm:t>
    </dgm:pt>
    <dgm:pt modelId="{527ADE25-A4C2-406E-B978-AF8EB30FF59B}">
      <dgm:prSet/>
      <dgm:spPr/>
      <dgm:t>
        <a:bodyPr/>
        <a:lstStyle/>
        <a:p>
          <a:r>
            <a:rPr lang="de-DE"/>
            <a:t>Hohe Abhängigkeit von Großhändlern</a:t>
          </a:r>
        </a:p>
      </dgm:t>
    </dgm:pt>
    <dgm:pt modelId="{1BCB96D0-BF20-46CF-999D-69818A1D8E36}" type="parTrans" cxnId="{1557DDAD-0A51-4CD5-809E-E2D72590E6C6}">
      <dgm:prSet/>
      <dgm:spPr/>
      <dgm:t>
        <a:bodyPr/>
        <a:lstStyle/>
        <a:p>
          <a:endParaRPr lang="de-DE"/>
        </a:p>
      </dgm:t>
    </dgm:pt>
    <dgm:pt modelId="{62DC2DBA-130C-451F-887D-D756F51181D6}" type="sibTrans" cxnId="{1557DDAD-0A51-4CD5-809E-E2D72590E6C6}">
      <dgm:prSet/>
      <dgm:spPr/>
      <dgm:t>
        <a:bodyPr/>
        <a:lstStyle/>
        <a:p>
          <a:endParaRPr lang="de-DE"/>
        </a:p>
      </dgm:t>
    </dgm:pt>
    <dgm:pt modelId="{09919587-A124-448C-A440-136CBAD431E6}" type="pres">
      <dgm:prSet presAssocID="{247E65B5-8B8A-4863-89A3-D2D9E9AE4FD2}" presName="Name0" presStyleCnt="0">
        <dgm:presLayoutVars>
          <dgm:dir/>
          <dgm:resizeHandles val="exact"/>
        </dgm:presLayoutVars>
      </dgm:prSet>
      <dgm:spPr/>
    </dgm:pt>
    <dgm:pt modelId="{42FB2816-5090-4F84-9676-DA0D1761DA24}" type="pres">
      <dgm:prSet presAssocID="{247E65B5-8B8A-4863-89A3-D2D9E9AE4FD2}" presName="arrow" presStyleLbl="bgShp" presStyleIdx="0" presStyleCnt="1"/>
      <dgm:spPr/>
    </dgm:pt>
    <dgm:pt modelId="{A2A46AD1-072A-4496-B269-C3B5745D3E11}" type="pres">
      <dgm:prSet presAssocID="{247E65B5-8B8A-4863-89A3-D2D9E9AE4FD2}" presName="points" presStyleCnt="0"/>
      <dgm:spPr/>
    </dgm:pt>
    <dgm:pt modelId="{14533936-FD8A-453F-9E68-1378D2EFFDA4}" type="pres">
      <dgm:prSet presAssocID="{FD380008-2AD8-4652-A49F-CE0D61FEF5DB}" presName="compositeA" presStyleCnt="0"/>
      <dgm:spPr/>
    </dgm:pt>
    <dgm:pt modelId="{98CA6672-36FE-4F62-8ADD-98B11CC5793C}" type="pres">
      <dgm:prSet presAssocID="{FD380008-2AD8-4652-A49F-CE0D61FEF5DB}" presName="textA" presStyleLbl="revTx" presStyleIdx="0" presStyleCnt="4">
        <dgm:presLayoutVars>
          <dgm:bulletEnabled val="1"/>
        </dgm:presLayoutVars>
      </dgm:prSet>
      <dgm:spPr/>
    </dgm:pt>
    <dgm:pt modelId="{6132F0EB-7B5B-436B-9A01-1570CD6CC580}" type="pres">
      <dgm:prSet presAssocID="{FD380008-2AD8-4652-A49F-CE0D61FEF5DB}" presName="circleA" presStyleLbl="node1" presStyleIdx="0" presStyleCnt="4"/>
      <dgm:spPr/>
    </dgm:pt>
    <dgm:pt modelId="{5CF83DBC-A543-4E95-A2C0-1FDF7C5A3BBC}" type="pres">
      <dgm:prSet presAssocID="{FD380008-2AD8-4652-A49F-CE0D61FEF5DB}" presName="spaceA" presStyleCnt="0"/>
      <dgm:spPr/>
    </dgm:pt>
    <dgm:pt modelId="{F9AD52F5-2268-4AD5-A876-BD3A52C2B016}" type="pres">
      <dgm:prSet presAssocID="{1EF4FA9A-A4AE-46D0-A878-31091EE9D2C1}" presName="space" presStyleCnt="0"/>
      <dgm:spPr/>
    </dgm:pt>
    <dgm:pt modelId="{B1457FA3-660C-4B40-80F2-D263774A72E4}" type="pres">
      <dgm:prSet presAssocID="{F5B79BE2-E031-40A7-97BD-6E4570BCC40B}" presName="compositeB" presStyleCnt="0"/>
      <dgm:spPr/>
    </dgm:pt>
    <dgm:pt modelId="{490BE71B-4B22-44E8-A428-9FAE54DC6586}" type="pres">
      <dgm:prSet presAssocID="{F5B79BE2-E031-40A7-97BD-6E4570BCC40B}" presName="textB" presStyleLbl="revTx" presStyleIdx="1" presStyleCnt="4">
        <dgm:presLayoutVars>
          <dgm:bulletEnabled val="1"/>
        </dgm:presLayoutVars>
      </dgm:prSet>
      <dgm:spPr/>
    </dgm:pt>
    <dgm:pt modelId="{D23285A7-9C1C-4EEF-9F9E-F593F87793EE}" type="pres">
      <dgm:prSet presAssocID="{F5B79BE2-E031-40A7-97BD-6E4570BCC40B}" presName="circleB" presStyleLbl="node1" presStyleIdx="1" presStyleCnt="4"/>
      <dgm:spPr/>
    </dgm:pt>
    <dgm:pt modelId="{3EC735C9-9888-43AD-920A-C6D81E3AFC7B}" type="pres">
      <dgm:prSet presAssocID="{F5B79BE2-E031-40A7-97BD-6E4570BCC40B}" presName="spaceB" presStyleCnt="0"/>
      <dgm:spPr/>
    </dgm:pt>
    <dgm:pt modelId="{AFD8C9A1-9BA9-41A9-BF10-8DDCA650E045}" type="pres">
      <dgm:prSet presAssocID="{79C0D691-23D6-432A-9443-2916C71B6C73}" presName="space" presStyleCnt="0"/>
      <dgm:spPr/>
    </dgm:pt>
    <dgm:pt modelId="{7450020C-721D-4104-BE49-8374065B545A}" type="pres">
      <dgm:prSet presAssocID="{A3B575BB-2779-45C8-9EBC-8ADB53FE0F02}" presName="compositeA" presStyleCnt="0"/>
      <dgm:spPr/>
    </dgm:pt>
    <dgm:pt modelId="{72673054-96DF-4B53-B4B0-7D119B0F0F94}" type="pres">
      <dgm:prSet presAssocID="{A3B575BB-2779-45C8-9EBC-8ADB53FE0F02}" presName="textA" presStyleLbl="revTx" presStyleIdx="2" presStyleCnt="4">
        <dgm:presLayoutVars>
          <dgm:bulletEnabled val="1"/>
        </dgm:presLayoutVars>
      </dgm:prSet>
      <dgm:spPr/>
    </dgm:pt>
    <dgm:pt modelId="{381496B7-A55A-4F5F-80FB-BAFEF0D28201}" type="pres">
      <dgm:prSet presAssocID="{A3B575BB-2779-45C8-9EBC-8ADB53FE0F02}" presName="circleA" presStyleLbl="node1" presStyleIdx="2" presStyleCnt="4"/>
      <dgm:spPr/>
    </dgm:pt>
    <dgm:pt modelId="{239597C0-57D6-4B3B-A08B-2A1AE14842FE}" type="pres">
      <dgm:prSet presAssocID="{A3B575BB-2779-45C8-9EBC-8ADB53FE0F02}" presName="spaceA" presStyleCnt="0"/>
      <dgm:spPr/>
    </dgm:pt>
    <dgm:pt modelId="{F9EAF8B2-BF49-4C05-875F-406AFFB56612}" type="pres">
      <dgm:prSet presAssocID="{AB623C26-05D9-4B1B-8917-83AC73F8ADAC}" presName="space" presStyleCnt="0"/>
      <dgm:spPr/>
    </dgm:pt>
    <dgm:pt modelId="{EFA1FF09-5A8D-48F1-A3EB-3BA887E0A69C}" type="pres">
      <dgm:prSet presAssocID="{527ADE25-A4C2-406E-B978-AF8EB30FF59B}" presName="compositeB" presStyleCnt="0"/>
      <dgm:spPr/>
    </dgm:pt>
    <dgm:pt modelId="{3338FA90-E96C-4194-9B82-24435C95B479}" type="pres">
      <dgm:prSet presAssocID="{527ADE25-A4C2-406E-B978-AF8EB30FF59B}" presName="textB" presStyleLbl="revTx" presStyleIdx="3" presStyleCnt="4">
        <dgm:presLayoutVars>
          <dgm:bulletEnabled val="1"/>
        </dgm:presLayoutVars>
      </dgm:prSet>
      <dgm:spPr/>
    </dgm:pt>
    <dgm:pt modelId="{E7C8FD02-CC43-40B0-89C7-18DCE4BAFA3F}" type="pres">
      <dgm:prSet presAssocID="{527ADE25-A4C2-406E-B978-AF8EB30FF59B}" presName="circleB" presStyleLbl="node1" presStyleIdx="3" presStyleCnt="4"/>
      <dgm:spPr/>
    </dgm:pt>
    <dgm:pt modelId="{C6702CAF-158A-4C0A-AEB8-32ECE2239838}" type="pres">
      <dgm:prSet presAssocID="{527ADE25-A4C2-406E-B978-AF8EB30FF59B}" presName="spaceB" presStyleCnt="0"/>
      <dgm:spPr/>
    </dgm:pt>
  </dgm:ptLst>
  <dgm:cxnLst>
    <dgm:cxn modelId="{9F21B51C-986A-4D69-AEA8-034B90BA3A2E}" type="presOf" srcId="{A3B575BB-2779-45C8-9EBC-8ADB53FE0F02}" destId="{72673054-96DF-4B53-B4B0-7D119B0F0F94}" srcOrd="0" destOrd="0" presId="urn:microsoft.com/office/officeart/2005/8/layout/hProcess11"/>
    <dgm:cxn modelId="{E0205B68-0CD7-4AD0-BC1E-689EB123E453}" srcId="{247E65B5-8B8A-4863-89A3-D2D9E9AE4FD2}" destId="{A3B575BB-2779-45C8-9EBC-8ADB53FE0F02}" srcOrd="2" destOrd="0" parTransId="{66AF0E78-8D96-4D74-A4A3-22174E7A6063}" sibTransId="{AB623C26-05D9-4B1B-8917-83AC73F8ADAC}"/>
    <dgm:cxn modelId="{FE97774D-044B-4539-AEDC-A46A679CBC4B}" srcId="{247E65B5-8B8A-4863-89A3-D2D9E9AE4FD2}" destId="{F5B79BE2-E031-40A7-97BD-6E4570BCC40B}" srcOrd="1" destOrd="0" parTransId="{8CD80A82-0BAA-4240-B6A6-E2F9D5165733}" sibTransId="{79C0D691-23D6-432A-9443-2916C71B6C73}"/>
    <dgm:cxn modelId="{23855D5A-85D7-4174-A2CE-B33A9C03E432}" type="presOf" srcId="{FD380008-2AD8-4652-A49F-CE0D61FEF5DB}" destId="{98CA6672-36FE-4F62-8ADD-98B11CC5793C}" srcOrd="0" destOrd="0" presId="urn:microsoft.com/office/officeart/2005/8/layout/hProcess11"/>
    <dgm:cxn modelId="{5B8FE37D-AD6F-4737-9F27-59A02D0907EC}" type="presOf" srcId="{247E65B5-8B8A-4863-89A3-D2D9E9AE4FD2}" destId="{09919587-A124-448C-A440-136CBAD431E6}" srcOrd="0" destOrd="0" presId="urn:microsoft.com/office/officeart/2005/8/layout/hProcess11"/>
    <dgm:cxn modelId="{1557DDAD-0A51-4CD5-809E-E2D72590E6C6}" srcId="{247E65B5-8B8A-4863-89A3-D2D9E9AE4FD2}" destId="{527ADE25-A4C2-406E-B978-AF8EB30FF59B}" srcOrd="3" destOrd="0" parTransId="{1BCB96D0-BF20-46CF-999D-69818A1D8E36}" sibTransId="{62DC2DBA-130C-451F-887D-D756F51181D6}"/>
    <dgm:cxn modelId="{1780AAB2-597E-4A30-B9DD-00D618BB5EF1}" srcId="{247E65B5-8B8A-4863-89A3-D2D9E9AE4FD2}" destId="{FD380008-2AD8-4652-A49F-CE0D61FEF5DB}" srcOrd="0" destOrd="0" parTransId="{69BF990A-8BCE-4BBA-9EC4-07EA364501EC}" sibTransId="{1EF4FA9A-A4AE-46D0-A878-31091EE9D2C1}"/>
    <dgm:cxn modelId="{BD3F32CE-77A2-46C2-8E25-74E65AC7823C}" type="presOf" srcId="{F5B79BE2-E031-40A7-97BD-6E4570BCC40B}" destId="{490BE71B-4B22-44E8-A428-9FAE54DC6586}" srcOrd="0" destOrd="0" presId="urn:microsoft.com/office/officeart/2005/8/layout/hProcess11"/>
    <dgm:cxn modelId="{081BCCDC-5D77-4319-8D9B-6F8253B99198}" type="presOf" srcId="{527ADE25-A4C2-406E-B978-AF8EB30FF59B}" destId="{3338FA90-E96C-4194-9B82-24435C95B479}" srcOrd="0" destOrd="0" presId="urn:microsoft.com/office/officeart/2005/8/layout/hProcess11"/>
    <dgm:cxn modelId="{903E889E-931E-48CB-8DE9-ED2404711E76}" type="presParOf" srcId="{09919587-A124-448C-A440-136CBAD431E6}" destId="{42FB2816-5090-4F84-9676-DA0D1761DA24}" srcOrd="0" destOrd="0" presId="urn:microsoft.com/office/officeart/2005/8/layout/hProcess11"/>
    <dgm:cxn modelId="{B43FE468-4627-4AB6-BC40-8B9C20E5BD5E}" type="presParOf" srcId="{09919587-A124-448C-A440-136CBAD431E6}" destId="{A2A46AD1-072A-4496-B269-C3B5745D3E11}" srcOrd="1" destOrd="0" presId="urn:microsoft.com/office/officeart/2005/8/layout/hProcess11"/>
    <dgm:cxn modelId="{2BD02281-1928-47CB-9485-5FAAABCA331E}" type="presParOf" srcId="{A2A46AD1-072A-4496-B269-C3B5745D3E11}" destId="{14533936-FD8A-453F-9E68-1378D2EFFDA4}" srcOrd="0" destOrd="0" presId="urn:microsoft.com/office/officeart/2005/8/layout/hProcess11"/>
    <dgm:cxn modelId="{9657873E-6F24-4F2C-B4CE-0913E15E4DAE}" type="presParOf" srcId="{14533936-FD8A-453F-9E68-1378D2EFFDA4}" destId="{98CA6672-36FE-4F62-8ADD-98B11CC5793C}" srcOrd="0" destOrd="0" presId="urn:microsoft.com/office/officeart/2005/8/layout/hProcess11"/>
    <dgm:cxn modelId="{F3A2921C-BD7C-4CFA-AEE4-5902F49210DA}" type="presParOf" srcId="{14533936-FD8A-453F-9E68-1378D2EFFDA4}" destId="{6132F0EB-7B5B-436B-9A01-1570CD6CC580}" srcOrd="1" destOrd="0" presId="urn:microsoft.com/office/officeart/2005/8/layout/hProcess11"/>
    <dgm:cxn modelId="{DF816C5A-B8A2-4E68-B23A-17F8F7B06BCC}" type="presParOf" srcId="{14533936-FD8A-453F-9E68-1378D2EFFDA4}" destId="{5CF83DBC-A543-4E95-A2C0-1FDF7C5A3BBC}" srcOrd="2" destOrd="0" presId="urn:microsoft.com/office/officeart/2005/8/layout/hProcess11"/>
    <dgm:cxn modelId="{7C76CE2B-A5B7-44F5-9603-FE6D66245808}" type="presParOf" srcId="{A2A46AD1-072A-4496-B269-C3B5745D3E11}" destId="{F9AD52F5-2268-4AD5-A876-BD3A52C2B016}" srcOrd="1" destOrd="0" presId="urn:microsoft.com/office/officeart/2005/8/layout/hProcess11"/>
    <dgm:cxn modelId="{C103A817-7C51-4E13-B220-A471DD13B1EF}" type="presParOf" srcId="{A2A46AD1-072A-4496-B269-C3B5745D3E11}" destId="{B1457FA3-660C-4B40-80F2-D263774A72E4}" srcOrd="2" destOrd="0" presId="urn:microsoft.com/office/officeart/2005/8/layout/hProcess11"/>
    <dgm:cxn modelId="{ACAAD9CD-58FE-4250-9565-0C4729285181}" type="presParOf" srcId="{B1457FA3-660C-4B40-80F2-D263774A72E4}" destId="{490BE71B-4B22-44E8-A428-9FAE54DC6586}" srcOrd="0" destOrd="0" presId="urn:microsoft.com/office/officeart/2005/8/layout/hProcess11"/>
    <dgm:cxn modelId="{279C1AD7-01A3-4414-8CEF-A3795EA285FA}" type="presParOf" srcId="{B1457FA3-660C-4B40-80F2-D263774A72E4}" destId="{D23285A7-9C1C-4EEF-9F9E-F593F87793EE}" srcOrd="1" destOrd="0" presId="urn:microsoft.com/office/officeart/2005/8/layout/hProcess11"/>
    <dgm:cxn modelId="{67A385F2-B459-4726-AD9A-102C7DF1AEA3}" type="presParOf" srcId="{B1457FA3-660C-4B40-80F2-D263774A72E4}" destId="{3EC735C9-9888-43AD-920A-C6D81E3AFC7B}" srcOrd="2" destOrd="0" presId="urn:microsoft.com/office/officeart/2005/8/layout/hProcess11"/>
    <dgm:cxn modelId="{83A19099-5CAE-44F7-B2A8-647544289D5A}" type="presParOf" srcId="{A2A46AD1-072A-4496-B269-C3B5745D3E11}" destId="{AFD8C9A1-9BA9-41A9-BF10-8DDCA650E045}" srcOrd="3" destOrd="0" presId="urn:microsoft.com/office/officeart/2005/8/layout/hProcess11"/>
    <dgm:cxn modelId="{521958DC-98AB-43BC-951A-7DC20C8A20BD}" type="presParOf" srcId="{A2A46AD1-072A-4496-B269-C3B5745D3E11}" destId="{7450020C-721D-4104-BE49-8374065B545A}" srcOrd="4" destOrd="0" presId="urn:microsoft.com/office/officeart/2005/8/layout/hProcess11"/>
    <dgm:cxn modelId="{A3D951A1-B485-4EDC-B758-733F57A7BD2C}" type="presParOf" srcId="{7450020C-721D-4104-BE49-8374065B545A}" destId="{72673054-96DF-4B53-B4B0-7D119B0F0F94}" srcOrd="0" destOrd="0" presId="urn:microsoft.com/office/officeart/2005/8/layout/hProcess11"/>
    <dgm:cxn modelId="{3CDC85D7-DC9A-4518-83FC-2AE486453EDB}" type="presParOf" srcId="{7450020C-721D-4104-BE49-8374065B545A}" destId="{381496B7-A55A-4F5F-80FB-BAFEF0D28201}" srcOrd="1" destOrd="0" presId="urn:microsoft.com/office/officeart/2005/8/layout/hProcess11"/>
    <dgm:cxn modelId="{BA488D43-5587-4AEB-BA8F-C9B15900C0C1}" type="presParOf" srcId="{7450020C-721D-4104-BE49-8374065B545A}" destId="{239597C0-57D6-4B3B-A08B-2A1AE14842FE}" srcOrd="2" destOrd="0" presId="urn:microsoft.com/office/officeart/2005/8/layout/hProcess11"/>
    <dgm:cxn modelId="{7629F0F8-9E2E-4E28-A2AE-45270819A408}" type="presParOf" srcId="{A2A46AD1-072A-4496-B269-C3B5745D3E11}" destId="{F9EAF8B2-BF49-4C05-875F-406AFFB56612}" srcOrd="5" destOrd="0" presId="urn:microsoft.com/office/officeart/2005/8/layout/hProcess11"/>
    <dgm:cxn modelId="{98838BE1-FB0B-4D7A-9FBF-C906EDFDE218}" type="presParOf" srcId="{A2A46AD1-072A-4496-B269-C3B5745D3E11}" destId="{EFA1FF09-5A8D-48F1-A3EB-3BA887E0A69C}" srcOrd="6" destOrd="0" presId="urn:microsoft.com/office/officeart/2005/8/layout/hProcess11"/>
    <dgm:cxn modelId="{5A37E196-53FF-4B11-B367-8EE2668573A4}" type="presParOf" srcId="{EFA1FF09-5A8D-48F1-A3EB-3BA887E0A69C}" destId="{3338FA90-E96C-4194-9B82-24435C95B479}" srcOrd="0" destOrd="0" presId="urn:microsoft.com/office/officeart/2005/8/layout/hProcess11"/>
    <dgm:cxn modelId="{1A8AE55F-55E5-4E66-A7EC-339B10C3E128}" type="presParOf" srcId="{EFA1FF09-5A8D-48F1-A3EB-3BA887E0A69C}" destId="{E7C8FD02-CC43-40B0-89C7-18DCE4BAFA3F}" srcOrd="1" destOrd="0" presId="urn:microsoft.com/office/officeart/2005/8/layout/hProcess11"/>
    <dgm:cxn modelId="{6D316512-8A89-4BE1-AFB2-0A363DDF9412}" type="presParOf" srcId="{EFA1FF09-5A8D-48F1-A3EB-3BA887E0A69C}" destId="{C6702CAF-158A-4C0A-AEB8-32ECE2239838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AC4122B-5959-4BA1-92E2-CAD65B7C92C7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de-DE"/>
        </a:p>
      </dgm:t>
    </dgm:pt>
    <dgm:pt modelId="{B8C7AE10-31B3-4F85-A654-232B1D322182}">
      <dgm:prSet/>
      <dgm:spPr/>
      <dgm:t>
        <a:bodyPr/>
        <a:lstStyle/>
        <a:p>
          <a:r>
            <a:rPr lang="de-DE"/>
            <a:t>Verkaufsgebiete sind zu groß</a:t>
          </a:r>
        </a:p>
      </dgm:t>
    </dgm:pt>
    <dgm:pt modelId="{461D6251-6335-42CE-8CBA-3B283F0B2153}" type="parTrans" cxnId="{EDB0C448-3887-44F2-A847-1D57C48C9C20}">
      <dgm:prSet/>
      <dgm:spPr/>
      <dgm:t>
        <a:bodyPr/>
        <a:lstStyle/>
        <a:p>
          <a:endParaRPr lang="de-DE"/>
        </a:p>
      </dgm:t>
    </dgm:pt>
    <dgm:pt modelId="{27F5623F-B3CD-4BB8-812A-0AE5BEE67FDC}" type="sibTrans" cxnId="{EDB0C448-3887-44F2-A847-1D57C48C9C20}">
      <dgm:prSet/>
      <dgm:spPr/>
      <dgm:t>
        <a:bodyPr/>
        <a:lstStyle/>
        <a:p>
          <a:endParaRPr lang="de-DE"/>
        </a:p>
      </dgm:t>
    </dgm:pt>
    <dgm:pt modelId="{5A87CDDC-45E7-40F7-A032-B7B6DD2C40B5}">
      <dgm:prSet/>
      <dgm:spPr/>
      <dgm:t>
        <a:bodyPr/>
        <a:lstStyle/>
        <a:p>
          <a:r>
            <a:rPr lang="de-DE"/>
            <a:t>Können nicht optimal betreut werden</a:t>
          </a:r>
        </a:p>
      </dgm:t>
    </dgm:pt>
    <dgm:pt modelId="{65838D88-362F-4610-B3FA-51EC34B46FB4}" type="parTrans" cxnId="{86F107BC-BECA-4A0C-9CAB-53E7D06227B3}">
      <dgm:prSet/>
      <dgm:spPr/>
      <dgm:t>
        <a:bodyPr/>
        <a:lstStyle/>
        <a:p>
          <a:endParaRPr lang="de-DE"/>
        </a:p>
      </dgm:t>
    </dgm:pt>
    <dgm:pt modelId="{3D106D9C-66E5-4B43-97B9-A8AAB44615AD}" type="sibTrans" cxnId="{86F107BC-BECA-4A0C-9CAB-53E7D06227B3}">
      <dgm:prSet/>
      <dgm:spPr/>
      <dgm:t>
        <a:bodyPr/>
        <a:lstStyle/>
        <a:p>
          <a:endParaRPr lang="de-DE"/>
        </a:p>
      </dgm:t>
    </dgm:pt>
    <dgm:pt modelId="{F2B10DF1-7BD6-4F8C-AC8A-C34F2605F3CD}">
      <dgm:prSet/>
      <dgm:spPr/>
      <dgm:t>
        <a:bodyPr/>
        <a:lstStyle/>
        <a:p>
          <a:r>
            <a:rPr lang="de-DE"/>
            <a:t>Dadurch unzufriedene Kunden</a:t>
          </a:r>
        </a:p>
      </dgm:t>
    </dgm:pt>
    <dgm:pt modelId="{82CA714B-BA96-44C8-843F-A00AF380E585}" type="parTrans" cxnId="{36A5284B-CC34-4B4E-B233-72D789FED35D}">
      <dgm:prSet/>
      <dgm:spPr/>
      <dgm:t>
        <a:bodyPr/>
        <a:lstStyle/>
        <a:p>
          <a:endParaRPr lang="de-DE"/>
        </a:p>
      </dgm:t>
    </dgm:pt>
    <dgm:pt modelId="{2EDD24D1-9488-44F3-8442-C54B5967611C}" type="sibTrans" cxnId="{36A5284B-CC34-4B4E-B233-72D789FED35D}">
      <dgm:prSet/>
      <dgm:spPr/>
      <dgm:t>
        <a:bodyPr/>
        <a:lstStyle/>
        <a:p>
          <a:endParaRPr lang="de-DE"/>
        </a:p>
      </dgm:t>
    </dgm:pt>
    <dgm:pt modelId="{17DF151F-1D91-4149-BD9D-1BA0A0C5A525}">
      <dgm:prSet/>
      <dgm:spPr/>
      <dgm:t>
        <a:bodyPr/>
        <a:lstStyle/>
        <a:p>
          <a:r>
            <a:rPr lang="de-DE"/>
            <a:t>Wenig Neuentwicklungen</a:t>
          </a:r>
        </a:p>
      </dgm:t>
    </dgm:pt>
    <dgm:pt modelId="{3F40BC60-8C86-4DC7-BFF5-8C56DC846690}" type="parTrans" cxnId="{6F27AC33-665A-459C-805C-F667A22B4B12}">
      <dgm:prSet/>
      <dgm:spPr/>
      <dgm:t>
        <a:bodyPr/>
        <a:lstStyle/>
        <a:p>
          <a:endParaRPr lang="de-DE"/>
        </a:p>
      </dgm:t>
    </dgm:pt>
    <dgm:pt modelId="{49880243-69D7-4BD5-9821-E8F0D840F307}" type="sibTrans" cxnId="{6F27AC33-665A-459C-805C-F667A22B4B12}">
      <dgm:prSet/>
      <dgm:spPr/>
      <dgm:t>
        <a:bodyPr/>
        <a:lstStyle/>
        <a:p>
          <a:endParaRPr lang="de-DE"/>
        </a:p>
      </dgm:t>
    </dgm:pt>
    <dgm:pt modelId="{444286F2-ECED-43CE-A24B-FA23F8AD6A86}" type="pres">
      <dgm:prSet presAssocID="{0AC4122B-5959-4BA1-92E2-CAD65B7C92C7}" presName="compositeShape" presStyleCnt="0">
        <dgm:presLayoutVars>
          <dgm:dir/>
          <dgm:resizeHandles/>
        </dgm:presLayoutVars>
      </dgm:prSet>
      <dgm:spPr/>
    </dgm:pt>
    <dgm:pt modelId="{CAF08F07-8540-4A63-B12A-C15452E82AA9}" type="pres">
      <dgm:prSet presAssocID="{0AC4122B-5959-4BA1-92E2-CAD65B7C92C7}" presName="pyramid" presStyleLbl="node1" presStyleIdx="0" presStyleCnt="1"/>
      <dgm:spPr/>
    </dgm:pt>
    <dgm:pt modelId="{8E9A873F-AE43-456A-AB44-7AF1005E16AE}" type="pres">
      <dgm:prSet presAssocID="{0AC4122B-5959-4BA1-92E2-CAD65B7C92C7}" presName="theList" presStyleCnt="0"/>
      <dgm:spPr/>
    </dgm:pt>
    <dgm:pt modelId="{441F0AF9-CAD0-4A5D-9C8F-AB5CB593DDDC}" type="pres">
      <dgm:prSet presAssocID="{B8C7AE10-31B3-4F85-A654-232B1D322182}" presName="aNode" presStyleLbl="fgAcc1" presStyleIdx="0" presStyleCnt="2">
        <dgm:presLayoutVars>
          <dgm:bulletEnabled val="1"/>
        </dgm:presLayoutVars>
      </dgm:prSet>
      <dgm:spPr/>
    </dgm:pt>
    <dgm:pt modelId="{7294DE41-373E-4A07-B805-8A39A3EED96A}" type="pres">
      <dgm:prSet presAssocID="{B8C7AE10-31B3-4F85-A654-232B1D322182}" presName="aSpace" presStyleCnt="0"/>
      <dgm:spPr/>
    </dgm:pt>
    <dgm:pt modelId="{EFBAB820-42DE-4E68-AB53-BDB41E56B163}" type="pres">
      <dgm:prSet presAssocID="{17DF151F-1D91-4149-BD9D-1BA0A0C5A525}" presName="aNode" presStyleLbl="fgAcc1" presStyleIdx="1" presStyleCnt="2">
        <dgm:presLayoutVars>
          <dgm:bulletEnabled val="1"/>
        </dgm:presLayoutVars>
      </dgm:prSet>
      <dgm:spPr/>
    </dgm:pt>
    <dgm:pt modelId="{382EA49A-4B4D-4F89-9BB8-F3271347A5D5}" type="pres">
      <dgm:prSet presAssocID="{17DF151F-1D91-4149-BD9D-1BA0A0C5A525}" presName="aSpace" presStyleCnt="0"/>
      <dgm:spPr/>
    </dgm:pt>
  </dgm:ptLst>
  <dgm:cxnLst>
    <dgm:cxn modelId="{7D503C21-7912-406F-B869-5C88F94758A9}" type="presOf" srcId="{F2B10DF1-7BD6-4F8C-AC8A-C34F2605F3CD}" destId="{441F0AF9-CAD0-4A5D-9C8F-AB5CB593DDDC}" srcOrd="0" destOrd="2" presId="urn:microsoft.com/office/officeart/2005/8/layout/pyramid2"/>
    <dgm:cxn modelId="{6F27AC33-665A-459C-805C-F667A22B4B12}" srcId="{0AC4122B-5959-4BA1-92E2-CAD65B7C92C7}" destId="{17DF151F-1D91-4149-BD9D-1BA0A0C5A525}" srcOrd="1" destOrd="0" parTransId="{3F40BC60-8C86-4DC7-BFF5-8C56DC846690}" sibTransId="{49880243-69D7-4BD5-9821-E8F0D840F307}"/>
    <dgm:cxn modelId="{EDB0C448-3887-44F2-A847-1D57C48C9C20}" srcId="{0AC4122B-5959-4BA1-92E2-CAD65B7C92C7}" destId="{B8C7AE10-31B3-4F85-A654-232B1D322182}" srcOrd="0" destOrd="0" parTransId="{461D6251-6335-42CE-8CBA-3B283F0B2153}" sibTransId="{27F5623F-B3CD-4BB8-812A-0AE5BEE67FDC}"/>
    <dgm:cxn modelId="{36A5284B-CC34-4B4E-B233-72D789FED35D}" srcId="{B8C7AE10-31B3-4F85-A654-232B1D322182}" destId="{F2B10DF1-7BD6-4F8C-AC8A-C34F2605F3CD}" srcOrd="1" destOrd="0" parTransId="{82CA714B-BA96-44C8-843F-A00AF380E585}" sibTransId="{2EDD24D1-9488-44F3-8442-C54B5967611C}"/>
    <dgm:cxn modelId="{E4F5746F-604A-45B4-BD71-A4FC2A5EDA56}" type="presOf" srcId="{B8C7AE10-31B3-4F85-A654-232B1D322182}" destId="{441F0AF9-CAD0-4A5D-9C8F-AB5CB593DDDC}" srcOrd="0" destOrd="0" presId="urn:microsoft.com/office/officeart/2005/8/layout/pyramid2"/>
    <dgm:cxn modelId="{38C05882-880F-4E1F-8465-982D2A3AEE6E}" type="presOf" srcId="{17DF151F-1D91-4149-BD9D-1BA0A0C5A525}" destId="{EFBAB820-42DE-4E68-AB53-BDB41E56B163}" srcOrd="0" destOrd="0" presId="urn:microsoft.com/office/officeart/2005/8/layout/pyramid2"/>
    <dgm:cxn modelId="{C0E74CA6-FF39-40EF-B163-005CEAE1FE06}" type="presOf" srcId="{0AC4122B-5959-4BA1-92E2-CAD65B7C92C7}" destId="{444286F2-ECED-43CE-A24B-FA23F8AD6A86}" srcOrd="0" destOrd="0" presId="urn:microsoft.com/office/officeart/2005/8/layout/pyramid2"/>
    <dgm:cxn modelId="{86F107BC-BECA-4A0C-9CAB-53E7D06227B3}" srcId="{B8C7AE10-31B3-4F85-A654-232B1D322182}" destId="{5A87CDDC-45E7-40F7-A032-B7B6DD2C40B5}" srcOrd="0" destOrd="0" parTransId="{65838D88-362F-4610-B3FA-51EC34B46FB4}" sibTransId="{3D106D9C-66E5-4B43-97B9-A8AAB44615AD}"/>
    <dgm:cxn modelId="{9955B3F2-4204-493A-95D3-66F9A78DE24B}" type="presOf" srcId="{5A87CDDC-45E7-40F7-A032-B7B6DD2C40B5}" destId="{441F0AF9-CAD0-4A5D-9C8F-AB5CB593DDDC}" srcOrd="0" destOrd="1" presId="urn:microsoft.com/office/officeart/2005/8/layout/pyramid2"/>
    <dgm:cxn modelId="{5034B104-5013-4BE4-866C-1428490274A0}" type="presParOf" srcId="{444286F2-ECED-43CE-A24B-FA23F8AD6A86}" destId="{CAF08F07-8540-4A63-B12A-C15452E82AA9}" srcOrd="0" destOrd="0" presId="urn:microsoft.com/office/officeart/2005/8/layout/pyramid2"/>
    <dgm:cxn modelId="{3E8B2436-B21D-4D5E-9044-A6F6581689BE}" type="presParOf" srcId="{444286F2-ECED-43CE-A24B-FA23F8AD6A86}" destId="{8E9A873F-AE43-456A-AB44-7AF1005E16AE}" srcOrd="1" destOrd="0" presId="urn:microsoft.com/office/officeart/2005/8/layout/pyramid2"/>
    <dgm:cxn modelId="{E9FC56A0-1219-4A86-95D6-B3D832AE317C}" type="presParOf" srcId="{8E9A873F-AE43-456A-AB44-7AF1005E16AE}" destId="{441F0AF9-CAD0-4A5D-9C8F-AB5CB593DDDC}" srcOrd="0" destOrd="0" presId="urn:microsoft.com/office/officeart/2005/8/layout/pyramid2"/>
    <dgm:cxn modelId="{28C8C8BD-4586-4852-9C23-6E5DDBAB09F4}" type="presParOf" srcId="{8E9A873F-AE43-456A-AB44-7AF1005E16AE}" destId="{7294DE41-373E-4A07-B805-8A39A3EED96A}" srcOrd="1" destOrd="0" presId="urn:microsoft.com/office/officeart/2005/8/layout/pyramid2"/>
    <dgm:cxn modelId="{8274618D-4143-41AA-828C-23D027701117}" type="presParOf" srcId="{8E9A873F-AE43-456A-AB44-7AF1005E16AE}" destId="{EFBAB820-42DE-4E68-AB53-BDB41E56B163}" srcOrd="2" destOrd="0" presId="urn:microsoft.com/office/officeart/2005/8/layout/pyramid2"/>
    <dgm:cxn modelId="{38331BB8-DF33-4A79-B7B3-77317A041A22}" type="presParOf" srcId="{8E9A873F-AE43-456A-AB44-7AF1005E16AE}" destId="{382EA49A-4B4D-4F89-9BB8-F3271347A5D5}" srcOrd="3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D27C896-B8A1-4ED9-B2B7-33264CB8A8B8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de-DE"/>
        </a:p>
      </dgm:t>
    </dgm:pt>
    <dgm:pt modelId="{3903E2E7-11DE-4A88-984E-F7ACC4D87899}">
      <dgm:prSet/>
      <dgm:spPr/>
      <dgm:t>
        <a:bodyPr/>
        <a:lstStyle/>
        <a:p>
          <a:r>
            <a:rPr lang="de-DE"/>
            <a:t>Neustrukturierung der Absatzgebiete</a:t>
          </a:r>
        </a:p>
      </dgm:t>
    </dgm:pt>
    <dgm:pt modelId="{76C17A2A-FCD1-4341-B107-468B129E2103}" type="parTrans" cxnId="{276844DB-61C9-4EAC-AF9F-E932123A11A6}">
      <dgm:prSet/>
      <dgm:spPr/>
      <dgm:t>
        <a:bodyPr/>
        <a:lstStyle/>
        <a:p>
          <a:endParaRPr lang="de-DE"/>
        </a:p>
      </dgm:t>
    </dgm:pt>
    <dgm:pt modelId="{7D91A0A8-383C-4B7D-9F96-94ED8900884E}" type="sibTrans" cxnId="{276844DB-61C9-4EAC-AF9F-E932123A11A6}">
      <dgm:prSet/>
      <dgm:spPr/>
      <dgm:t>
        <a:bodyPr/>
        <a:lstStyle/>
        <a:p>
          <a:endParaRPr lang="de-DE"/>
        </a:p>
      </dgm:t>
    </dgm:pt>
    <dgm:pt modelId="{4D65D206-DC59-4250-88A6-96F9495943BE}">
      <dgm:prSet/>
      <dgm:spPr/>
      <dgm:t>
        <a:bodyPr/>
        <a:lstStyle/>
        <a:p>
          <a:r>
            <a:rPr lang="de-DE"/>
            <a:t>Personalbedarf im Außendienst erhöhen</a:t>
          </a:r>
        </a:p>
      </dgm:t>
    </dgm:pt>
    <dgm:pt modelId="{96185A91-F638-470F-A231-B43BD2F2E444}" type="parTrans" cxnId="{73F973D9-9336-432C-860F-72D34A55BDF9}">
      <dgm:prSet/>
      <dgm:spPr/>
      <dgm:t>
        <a:bodyPr/>
        <a:lstStyle/>
        <a:p>
          <a:endParaRPr lang="de-DE"/>
        </a:p>
      </dgm:t>
    </dgm:pt>
    <dgm:pt modelId="{515F6A8F-1EFA-47ED-8CD7-CF138536694A}" type="sibTrans" cxnId="{73F973D9-9336-432C-860F-72D34A55BDF9}">
      <dgm:prSet/>
      <dgm:spPr/>
      <dgm:t>
        <a:bodyPr/>
        <a:lstStyle/>
        <a:p>
          <a:endParaRPr lang="de-DE"/>
        </a:p>
      </dgm:t>
    </dgm:pt>
    <dgm:pt modelId="{3ABD096B-5733-4D53-9956-E76E414D99A6}">
      <dgm:prSet/>
      <dgm:spPr/>
      <dgm:t>
        <a:bodyPr/>
        <a:lstStyle/>
        <a:p>
          <a:r>
            <a:rPr lang="de-DE"/>
            <a:t>Besondere Betreuung des Großhandels</a:t>
          </a:r>
        </a:p>
      </dgm:t>
    </dgm:pt>
    <dgm:pt modelId="{91A9BC65-3369-42D8-AFB6-2C616A23DBDE}" type="parTrans" cxnId="{9209FD54-0697-4C4A-A85A-239056424FBE}">
      <dgm:prSet/>
      <dgm:spPr/>
      <dgm:t>
        <a:bodyPr/>
        <a:lstStyle/>
        <a:p>
          <a:endParaRPr lang="de-DE"/>
        </a:p>
      </dgm:t>
    </dgm:pt>
    <dgm:pt modelId="{21CB0915-9186-4077-A0F2-B2CD272D97AB}" type="sibTrans" cxnId="{9209FD54-0697-4C4A-A85A-239056424FBE}">
      <dgm:prSet/>
      <dgm:spPr/>
      <dgm:t>
        <a:bodyPr/>
        <a:lstStyle/>
        <a:p>
          <a:endParaRPr lang="de-DE"/>
        </a:p>
      </dgm:t>
    </dgm:pt>
    <dgm:pt modelId="{8A424397-038F-4DF7-9785-4747CA0C5D1C}">
      <dgm:prSet/>
      <dgm:spPr/>
      <dgm:t>
        <a:bodyPr/>
        <a:lstStyle/>
        <a:p>
          <a:r>
            <a:rPr lang="de-DE"/>
            <a:t>Verstärkte Neukundenwerbung</a:t>
          </a:r>
        </a:p>
      </dgm:t>
    </dgm:pt>
    <dgm:pt modelId="{1CCBE5E1-789A-4C04-9932-AACAF44A5613}" type="parTrans" cxnId="{DB350174-7F78-4A43-8594-CFB7184D5E5E}">
      <dgm:prSet/>
      <dgm:spPr/>
      <dgm:t>
        <a:bodyPr/>
        <a:lstStyle/>
        <a:p>
          <a:endParaRPr lang="de-DE"/>
        </a:p>
      </dgm:t>
    </dgm:pt>
    <dgm:pt modelId="{11C122BF-C65C-42E7-B5FD-7BA59328A058}" type="sibTrans" cxnId="{DB350174-7F78-4A43-8594-CFB7184D5E5E}">
      <dgm:prSet/>
      <dgm:spPr/>
      <dgm:t>
        <a:bodyPr/>
        <a:lstStyle/>
        <a:p>
          <a:endParaRPr lang="de-DE"/>
        </a:p>
      </dgm:t>
    </dgm:pt>
    <dgm:pt modelId="{8A9F25A6-5E81-4459-9523-C47468BE2412}" type="pres">
      <dgm:prSet presAssocID="{7D27C896-B8A1-4ED9-B2B7-33264CB8A8B8}" presName="diagram" presStyleCnt="0">
        <dgm:presLayoutVars>
          <dgm:dir/>
          <dgm:animLvl val="lvl"/>
          <dgm:resizeHandles val="exact"/>
        </dgm:presLayoutVars>
      </dgm:prSet>
      <dgm:spPr/>
    </dgm:pt>
    <dgm:pt modelId="{2B452BF8-57A6-45B6-924D-CFCCDF39149E}" type="pres">
      <dgm:prSet presAssocID="{3903E2E7-11DE-4A88-984E-F7ACC4D87899}" presName="compNode" presStyleCnt="0"/>
      <dgm:spPr/>
    </dgm:pt>
    <dgm:pt modelId="{FC15A542-CC11-4CE9-88EA-408A11452556}" type="pres">
      <dgm:prSet presAssocID="{3903E2E7-11DE-4A88-984E-F7ACC4D87899}" presName="childRect" presStyleLbl="bgAcc1" presStyleIdx="0" presStyleCnt="1">
        <dgm:presLayoutVars>
          <dgm:bulletEnabled val="1"/>
        </dgm:presLayoutVars>
      </dgm:prSet>
      <dgm:spPr/>
    </dgm:pt>
    <dgm:pt modelId="{503565F5-C575-4B3D-BEF3-299E9FD8EED3}" type="pres">
      <dgm:prSet presAssocID="{3903E2E7-11DE-4A88-984E-F7ACC4D87899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A00CED2B-10D0-4869-BD58-A6316567BA33}" type="pres">
      <dgm:prSet presAssocID="{3903E2E7-11DE-4A88-984E-F7ACC4D87899}" presName="parentRect" presStyleLbl="alignNode1" presStyleIdx="0" presStyleCnt="1"/>
      <dgm:spPr/>
    </dgm:pt>
    <dgm:pt modelId="{EC2D01B3-3F98-4B5B-B634-F22C31C8B801}" type="pres">
      <dgm:prSet presAssocID="{3903E2E7-11DE-4A88-984E-F7ACC4D87899}" presName="adorn" presStyleLbl="fgAccFollowNode1" presStyleIdx="0" presStyleCnt="1"/>
      <dgm:spPr/>
    </dgm:pt>
  </dgm:ptLst>
  <dgm:cxnLst>
    <dgm:cxn modelId="{71DECA06-8F0C-4C9C-B6B1-55E0EABE4D6B}" type="presOf" srcId="{3903E2E7-11DE-4A88-984E-F7ACC4D87899}" destId="{A00CED2B-10D0-4869-BD58-A6316567BA33}" srcOrd="1" destOrd="0" presId="urn:microsoft.com/office/officeart/2005/8/layout/bList2"/>
    <dgm:cxn modelId="{E5E9B828-A119-477D-B402-CCE57985D38E}" type="presOf" srcId="{3ABD096B-5733-4D53-9956-E76E414D99A6}" destId="{FC15A542-CC11-4CE9-88EA-408A11452556}" srcOrd="0" destOrd="1" presId="urn:microsoft.com/office/officeart/2005/8/layout/bList2"/>
    <dgm:cxn modelId="{8485B963-740E-4F56-B4FA-E6A01852B108}" type="presOf" srcId="{8A424397-038F-4DF7-9785-4747CA0C5D1C}" destId="{FC15A542-CC11-4CE9-88EA-408A11452556}" srcOrd="0" destOrd="2" presId="urn:microsoft.com/office/officeart/2005/8/layout/bList2"/>
    <dgm:cxn modelId="{DB350174-7F78-4A43-8594-CFB7184D5E5E}" srcId="{3903E2E7-11DE-4A88-984E-F7ACC4D87899}" destId="{8A424397-038F-4DF7-9785-4747CA0C5D1C}" srcOrd="2" destOrd="0" parTransId="{1CCBE5E1-789A-4C04-9932-AACAF44A5613}" sibTransId="{11C122BF-C65C-42E7-B5FD-7BA59328A058}"/>
    <dgm:cxn modelId="{9209FD54-0697-4C4A-A85A-239056424FBE}" srcId="{3903E2E7-11DE-4A88-984E-F7ACC4D87899}" destId="{3ABD096B-5733-4D53-9956-E76E414D99A6}" srcOrd="1" destOrd="0" parTransId="{91A9BC65-3369-42D8-AFB6-2C616A23DBDE}" sibTransId="{21CB0915-9186-4077-A0F2-B2CD272D97AB}"/>
    <dgm:cxn modelId="{8FCE0C85-C491-4D6B-BC72-94C6E7E1FC11}" type="presOf" srcId="{7D27C896-B8A1-4ED9-B2B7-33264CB8A8B8}" destId="{8A9F25A6-5E81-4459-9523-C47468BE2412}" srcOrd="0" destOrd="0" presId="urn:microsoft.com/office/officeart/2005/8/layout/bList2"/>
    <dgm:cxn modelId="{C9FA05AC-1E7C-43A6-AC1C-198CF587CE7E}" type="presOf" srcId="{3903E2E7-11DE-4A88-984E-F7ACC4D87899}" destId="{503565F5-C575-4B3D-BEF3-299E9FD8EED3}" srcOrd="0" destOrd="0" presId="urn:microsoft.com/office/officeart/2005/8/layout/bList2"/>
    <dgm:cxn modelId="{DB1617D5-B9DE-42BF-A15F-322BD9E2552D}" type="presOf" srcId="{4D65D206-DC59-4250-88A6-96F9495943BE}" destId="{FC15A542-CC11-4CE9-88EA-408A11452556}" srcOrd="0" destOrd="0" presId="urn:microsoft.com/office/officeart/2005/8/layout/bList2"/>
    <dgm:cxn modelId="{73F973D9-9336-432C-860F-72D34A55BDF9}" srcId="{3903E2E7-11DE-4A88-984E-F7ACC4D87899}" destId="{4D65D206-DC59-4250-88A6-96F9495943BE}" srcOrd="0" destOrd="0" parTransId="{96185A91-F638-470F-A231-B43BD2F2E444}" sibTransId="{515F6A8F-1EFA-47ED-8CD7-CF138536694A}"/>
    <dgm:cxn modelId="{276844DB-61C9-4EAC-AF9F-E932123A11A6}" srcId="{7D27C896-B8A1-4ED9-B2B7-33264CB8A8B8}" destId="{3903E2E7-11DE-4A88-984E-F7ACC4D87899}" srcOrd="0" destOrd="0" parTransId="{76C17A2A-FCD1-4341-B107-468B129E2103}" sibTransId="{7D91A0A8-383C-4B7D-9F96-94ED8900884E}"/>
    <dgm:cxn modelId="{606BB2D1-8734-4924-AAB3-02DB87B03957}" type="presParOf" srcId="{8A9F25A6-5E81-4459-9523-C47468BE2412}" destId="{2B452BF8-57A6-45B6-924D-CFCCDF39149E}" srcOrd="0" destOrd="0" presId="urn:microsoft.com/office/officeart/2005/8/layout/bList2"/>
    <dgm:cxn modelId="{CDD9B2F0-1D26-4A5F-AF9D-338CC24B9282}" type="presParOf" srcId="{2B452BF8-57A6-45B6-924D-CFCCDF39149E}" destId="{FC15A542-CC11-4CE9-88EA-408A11452556}" srcOrd="0" destOrd="0" presId="urn:microsoft.com/office/officeart/2005/8/layout/bList2"/>
    <dgm:cxn modelId="{7A8C9E31-96A0-44EE-9411-CA6DCC6C1D76}" type="presParOf" srcId="{2B452BF8-57A6-45B6-924D-CFCCDF39149E}" destId="{503565F5-C575-4B3D-BEF3-299E9FD8EED3}" srcOrd="1" destOrd="0" presId="urn:microsoft.com/office/officeart/2005/8/layout/bList2"/>
    <dgm:cxn modelId="{E993EA55-74B8-411D-BA4C-6AB70A1EC3E3}" type="presParOf" srcId="{2B452BF8-57A6-45B6-924D-CFCCDF39149E}" destId="{A00CED2B-10D0-4869-BD58-A6316567BA33}" srcOrd="2" destOrd="0" presId="urn:microsoft.com/office/officeart/2005/8/layout/bList2"/>
    <dgm:cxn modelId="{626B6B66-68EB-47AC-9EDF-53E3EC93DE79}" type="presParOf" srcId="{2B452BF8-57A6-45B6-924D-CFCCDF39149E}" destId="{EC2D01B3-3F98-4B5B-B634-F22C31C8B801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D292602-8075-4B8B-8015-21F4A5CC877B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de-DE"/>
        </a:p>
      </dgm:t>
    </dgm:pt>
    <dgm:pt modelId="{A97ABDBA-5FB6-4DCB-A429-EB382763C126}">
      <dgm:prSet/>
      <dgm:spPr/>
      <dgm:t>
        <a:bodyPr/>
        <a:lstStyle/>
        <a:p>
          <a:r>
            <a:rPr lang="de-DE"/>
            <a:t>Verbesserung des Kundendienstes</a:t>
          </a:r>
        </a:p>
      </dgm:t>
    </dgm:pt>
    <dgm:pt modelId="{44C61F3D-E9D4-475C-BADB-031242CC8FA2}" type="parTrans" cxnId="{3F15E2D6-B988-4C76-8ED4-1FB036564E63}">
      <dgm:prSet/>
      <dgm:spPr/>
      <dgm:t>
        <a:bodyPr/>
        <a:lstStyle/>
        <a:p>
          <a:endParaRPr lang="de-DE"/>
        </a:p>
      </dgm:t>
    </dgm:pt>
    <dgm:pt modelId="{3176C7A6-D27A-4FA3-9771-2474582BECB7}" type="sibTrans" cxnId="{3F15E2D6-B988-4C76-8ED4-1FB036564E63}">
      <dgm:prSet/>
      <dgm:spPr/>
      <dgm:t>
        <a:bodyPr/>
        <a:lstStyle/>
        <a:p>
          <a:endParaRPr lang="de-DE"/>
        </a:p>
      </dgm:t>
    </dgm:pt>
    <dgm:pt modelId="{E78BDF3F-1ABD-41E7-8D6E-BF1D91654D2B}">
      <dgm:prSet/>
      <dgm:spPr/>
      <dgm:t>
        <a:bodyPr/>
        <a:lstStyle/>
        <a:p>
          <a:r>
            <a:rPr lang="de-DE"/>
            <a:t>Hotline</a:t>
          </a:r>
        </a:p>
      </dgm:t>
    </dgm:pt>
    <dgm:pt modelId="{5D6E928A-50BF-49FE-BD82-C9AB278A4493}" type="parTrans" cxnId="{BB13B909-4C22-4579-B7C9-60D75E00AE77}">
      <dgm:prSet/>
      <dgm:spPr/>
      <dgm:t>
        <a:bodyPr/>
        <a:lstStyle/>
        <a:p>
          <a:endParaRPr lang="de-DE"/>
        </a:p>
      </dgm:t>
    </dgm:pt>
    <dgm:pt modelId="{4EEDE771-82ED-4CFE-9396-CD6F88300EAF}" type="sibTrans" cxnId="{BB13B909-4C22-4579-B7C9-60D75E00AE77}">
      <dgm:prSet/>
      <dgm:spPr/>
      <dgm:t>
        <a:bodyPr/>
        <a:lstStyle/>
        <a:p>
          <a:endParaRPr lang="de-DE"/>
        </a:p>
      </dgm:t>
    </dgm:pt>
    <dgm:pt modelId="{629D884E-AFFF-4295-8B69-FE9038788C54}">
      <dgm:prSet/>
      <dgm:spPr/>
      <dgm:t>
        <a:bodyPr/>
        <a:lstStyle/>
        <a:p>
          <a:r>
            <a:rPr lang="de-DE" dirty="0"/>
            <a:t>0180-123567</a:t>
          </a:r>
        </a:p>
      </dgm:t>
    </dgm:pt>
    <dgm:pt modelId="{786FBAB9-86B5-4F8E-8E91-8383C11DD9BB}" type="parTrans" cxnId="{C5C2207C-7923-453A-B298-D4844CF2A1E4}">
      <dgm:prSet/>
      <dgm:spPr/>
      <dgm:t>
        <a:bodyPr/>
        <a:lstStyle/>
        <a:p>
          <a:endParaRPr lang="de-DE"/>
        </a:p>
      </dgm:t>
    </dgm:pt>
    <dgm:pt modelId="{74D407AF-E441-4F9A-9645-B4566AE07CD8}" type="sibTrans" cxnId="{C5C2207C-7923-453A-B298-D4844CF2A1E4}">
      <dgm:prSet/>
      <dgm:spPr/>
      <dgm:t>
        <a:bodyPr/>
        <a:lstStyle/>
        <a:p>
          <a:endParaRPr lang="de-DE"/>
        </a:p>
      </dgm:t>
    </dgm:pt>
    <dgm:pt modelId="{073AA83D-B8C1-4672-8DA1-4E05DB23B25A}">
      <dgm:prSet/>
      <dgm:spPr/>
      <dgm:t>
        <a:bodyPr/>
        <a:lstStyle/>
        <a:p>
          <a:r>
            <a:rPr lang="de-DE"/>
            <a:t>24-Stunden-Lieferservice</a:t>
          </a:r>
        </a:p>
      </dgm:t>
    </dgm:pt>
    <dgm:pt modelId="{F0A3EAD0-E9B4-4F0E-A542-BDA77B85BBBC}" type="parTrans" cxnId="{B573AAE0-8D0D-4FA8-96BD-3CAC077D2AB5}">
      <dgm:prSet/>
      <dgm:spPr/>
      <dgm:t>
        <a:bodyPr/>
        <a:lstStyle/>
        <a:p>
          <a:endParaRPr lang="de-DE"/>
        </a:p>
      </dgm:t>
    </dgm:pt>
    <dgm:pt modelId="{41D41839-BD0A-430B-A67C-3561A252A52D}" type="sibTrans" cxnId="{B573AAE0-8D0D-4FA8-96BD-3CAC077D2AB5}">
      <dgm:prSet/>
      <dgm:spPr/>
      <dgm:t>
        <a:bodyPr/>
        <a:lstStyle/>
        <a:p>
          <a:endParaRPr lang="de-DE"/>
        </a:p>
      </dgm:t>
    </dgm:pt>
    <dgm:pt modelId="{A67AF3CC-CE7F-44DC-936B-EA96229377E9}" type="pres">
      <dgm:prSet presAssocID="{BD292602-8075-4B8B-8015-21F4A5CC877B}" presName="diagram" presStyleCnt="0">
        <dgm:presLayoutVars>
          <dgm:dir/>
          <dgm:animLvl val="lvl"/>
          <dgm:resizeHandles val="exact"/>
        </dgm:presLayoutVars>
      </dgm:prSet>
      <dgm:spPr/>
    </dgm:pt>
    <dgm:pt modelId="{6550BDA1-1853-4FE7-BE00-CAA6685E2147}" type="pres">
      <dgm:prSet presAssocID="{A97ABDBA-5FB6-4DCB-A429-EB382763C126}" presName="compNode" presStyleCnt="0"/>
      <dgm:spPr/>
    </dgm:pt>
    <dgm:pt modelId="{A3EC1AC4-7816-4B10-907A-B1FE3ADE6680}" type="pres">
      <dgm:prSet presAssocID="{A97ABDBA-5FB6-4DCB-A429-EB382763C126}" presName="childRect" presStyleLbl="bgAcc1" presStyleIdx="0" presStyleCnt="1">
        <dgm:presLayoutVars>
          <dgm:bulletEnabled val="1"/>
        </dgm:presLayoutVars>
      </dgm:prSet>
      <dgm:spPr/>
    </dgm:pt>
    <dgm:pt modelId="{F0EE17F0-13A3-49AE-A92C-D896471906B3}" type="pres">
      <dgm:prSet presAssocID="{A97ABDBA-5FB6-4DCB-A429-EB382763C126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E2CB13C2-20F8-4ECC-95F0-0ED4A3CE8C00}" type="pres">
      <dgm:prSet presAssocID="{A97ABDBA-5FB6-4DCB-A429-EB382763C126}" presName="parentRect" presStyleLbl="alignNode1" presStyleIdx="0" presStyleCnt="1"/>
      <dgm:spPr/>
    </dgm:pt>
    <dgm:pt modelId="{3EB995E4-3FE6-48C8-A8DB-B15FEAAE4934}" type="pres">
      <dgm:prSet presAssocID="{A97ABDBA-5FB6-4DCB-A429-EB382763C126}" presName="adorn" presStyleLbl="fgAccFollowNode1" presStyleIdx="0" presStyleCnt="1"/>
      <dgm:spPr/>
    </dgm:pt>
  </dgm:ptLst>
  <dgm:cxnLst>
    <dgm:cxn modelId="{BB13B909-4C22-4579-B7C9-60D75E00AE77}" srcId="{A97ABDBA-5FB6-4DCB-A429-EB382763C126}" destId="{E78BDF3F-1ABD-41E7-8D6E-BF1D91654D2B}" srcOrd="0" destOrd="0" parTransId="{5D6E928A-50BF-49FE-BD82-C9AB278A4493}" sibTransId="{4EEDE771-82ED-4CFE-9396-CD6F88300EAF}"/>
    <dgm:cxn modelId="{66D7CE18-71D6-4EE0-8E66-2C020701EB3C}" type="presOf" srcId="{629D884E-AFFF-4295-8B69-FE9038788C54}" destId="{A3EC1AC4-7816-4B10-907A-B1FE3ADE6680}" srcOrd="0" destOrd="1" presId="urn:microsoft.com/office/officeart/2005/8/layout/bList2"/>
    <dgm:cxn modelId="{40FF521D-9190-4284-9BEB-5C5887C1ABE6}" type="presOf" srcId="{E78BDF3F-1ABD-41E7-8D6E-BF1D91654D2B}" destId="{A3EC1AC4-7816-4B10-907A-B1FE3ADE6680}" srcOrd="0" destOrd="0" presId="urn:microsoft.com/office/officeart/2005/8/layout/bList2"/>
    <dgm:cxn modelId="{A0E58A2A-F464-4C00-AF89-29C8506660E3}" type="presOf" srcId="{073AA83D-B8C1-4672-8DA1-4E05DB23B25A}" destId="{A3EC1AC4-7816-4B10-907A-B1FE3ADE6680}" srcOrd="0" destOrd="2" presId="urn:microsoft.com/office/officeart/2005/8/layout/bList2"/>
    <dgm:cxn modelId="{C5C2207C-7923-453A-B298-D4844CF2A1E4}" srcId="{E78BDF3F-1ABD-41E7-8D6E-BF1D91654D2B}" destId="{629D884E-AFFF-4295-8B69-FE9038788C54}" srcOrd="0" destOrd="0" parTransId="{786FBAB9-86B5-4F8E-8E91-8383C11DD9BB}" sibTransId="{74D407AF-E441-4F9A-9645-B4566AE07CD8}"/>
    <dgm:cxn modelId="{CD5552B4-98E0-45A6-A003-015CD661D085}" type="presOf" srcId="{A97ABDBA-5FB6-4DCB-A429-EB382763C126}" destId="{E2CB13C2-20F8-4ECC-95F0-0ED4A3CE8C00}" srcOrd="1" destOrd="0" presId="urn:microsoft.com/office/officeart/2005/8/layout/bList2"/>
    <dgm:cxn modelId="{C6CDAED0-79D3-4572-98E8-F3B9AD016CDD}" type="presOf" srcId="{A97ABDBA-5FB6-4DCB-A429-EB382763C126}" destId="{F0EE17F0-13A3-49AE-A92C-D896471906B3}" srcOrd="0" destOrd="0" presId="urn:microsoft.com/office/officeart/2005/8/layout/bList2"/>
    <dgm:cxn modelId="{3F15E2D6-B988-4C76-8ED4-1FB036564E63}" srcId="{BD292602-8075-4B8B-8015-21F4A5CC877B}" destId="{A97ABDBA-5FB6-4DCB-A429-EB382763C126}" srcOrd="0" destOrd="0" parTransId="{44C61F3D-E9D4-475C-BADB-031242CC8FA2}" sibTransId="{3176C7A6-D27A-4FA3-9771-2474582BECB7}"/>
    <dgm:cxn modelId="{B573AAE0-8D0D-4FA8-96BD-3CAC077D2AB5}" srcId="{A97ABDBA-5FB6-4DCB-A429-EB382763C126}" destId="{073AA83D-B8C1-4672-8DA1-4E05DB23B25A}" srcOrd="1" destOrd="0" parTransId="{F0A3EAD0-E9B4-4F0E-A542-BDA77B85BBBC}" sibTransId="{41D41839-BD0A-430B-A67C-3561A252A52D}"/>
    <dgm:cxn modelId="{934F1DF0-5771-4496-AF8D-21C12A1BB743}" type="presOf" srcId="{BD292602-8075-4B8B-8015-21F4A5CC877B}" destId="{A67AF3CC-CE7F-44DC-936B-EA96229377E9}" srcOrd="0" destOrd="0" presId="urn:microsoft.com/office/officeart/2005/8/layout/bList2"/>
    <dgm:cxn modelId="{E26ECF0A-ECFC-430E-9143-4F48CAC3B205}" type="presParOf" srcId="{A67AF3CC-CE7F-44DC-936B-EA96229377E9}" destId="{6550BDA1-1853-4FE7-BE00-CAA6685E2147}" srcOrd="0" destOrd="0" presId="urn:microsoft.com/office/officeart/2005/8/layout/bList2"/>
    <dgm:cxn modelId="{EE16EC44-D697-4610-932D-289FE558E20D}" type="presParOf" srcId="{6550BDA1-1853-4FE7-BE00-CAA6685E2147}" destId="{A3EC1AC4-7816-4B10-907A-B1FE3ADE6680}" srcOrd="0" destOrd="0" presId="urn:microsoft.com/office/officeart/2005/8/layout/bList2"/>
    <dgm:cxn modelId="{EF2ADB0C-00FA-4B19-BA1F-F3ABB63BAC73}" type="presParOf" srcId="{6550BDA1-1853-4FE7-BE00-CAA6685E2147}" destId="{F0EE17F0-13A3-49AE-A92C-D896471906B3}" srcOrd="1" destOrd="0" presId="urn:microsoft.com/office/officeart/2005/8/layout/bList2"/>
    <dgm:cxn modelId="{D01487F2-610F-499A-A9D3-49AB12004B12}" type="presParOf" srcId="{6550BDA1-1853-4FE7-BE00-CAA6685E2147}" destId="{E2CB13C2-20F8-4ECC-95F0-0ED4A3CE8C00}" srcOrd="2" destOrd="0" presId="urn:microsoft.com/office/officeart/2005/8/layout/bList2"/>
    <dgm:cxn modelId="{2C616F2D-F35F-427E-B241-0B75783585C5}" type="presParOf" srcId="{6550BDA1-1853-4FE7-BE00-CAA6685E2147}" destId="{3EB995E4-3FE6-48C8-A8DB-B15FEAAE4934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290EB6E-664F-4805-82BF-6038743454C5}" type="doc">
      <dgm:prSet loTypeId="urn:microsoft.com/office/officeart/2005/8/layout/hProcess9" loCatId="process" qsTypeId="urn:microsoft.com/office/officeart/2005/8/quickstyle/3d3" qsCatId="3D" csTypeId="urn:microsoft.com/office/officeart/2005/8/colors/accent1_2" csCatId="accent1"/>
      <dgm:spPr/>
      <dgm:t>
        <a:bodyPr/>
        <a:lstStyle/>
        <a:p>
          <a:endParaRPr lang="de-DE"/>
        </a:p>
      </dgm:t>
    </dgm:pt>
    <dgm:pt modelId="{82DEC340-731E-4BE7-A2B6-848244D762CC}">
      <dgm:prSet/>
      <dgm:spPr/>
      <dgm:t>
        <a:bodyPr/>
        <a:lstStyle/>
        <a:p>
          <a:r>
            <a:rPr lang="de-DE"/>
            <a:t>Motivation der Mitarbeiter durch</a:t>
          </a:r>
        </a:p>
      </dgm:t>
    </dgm:pt>
    <dgm:pt modelId="{FFA445C6-4ACF-4DC3-98D7-F8D2F61FDAA4}" type="parTrans" cxnId="{D2F88789-D6FE-45D9-AA0F-1BD0408D30E6}">
      <dgm:prSet/>
      <dgm:spPr/>
      <dgm:t>
        <a:bodyPr/>
        <a:lstStyle/>
        <a:p>
          <a:endParaRPr lang="de-DE"/>
        </a:p>
      </dgm:t>
    </dgm:pt>
    <dgm:pt modelId="{6BE1BD11-3D17-41C2-AB13-54B4A0B86353}" type="sibTrans" cxnId="{D2F88789-D6FE-45D9-AA0F-1BD0408D30E6}">
      <dgm:prSet/>
      <dgm:spPr/>
      <dgm:t>
        <a:bodyPr/>
        <a:lstStyle/>
        <a:p>
          <a:endParaRPr lang="de-DE"/>
        </a:p>
      </dgm:t>
    </dgm:pt>
    <dgm:pt modelId="{63C99413-F80D-4120-91D9-22A40CB5E505}">
      <dgm:prSet/>
      <dgm:spPr/>
      <dgm:t>
        <a:bodyPr/>
        <a:lstStyle/>
        <a:p>
          <a:r>
            <a:rPr lang="de-DE"/>
            <a:t>Intensive Akquisition von Großkunden</a:t>
          </a:r>
        </a:p>
      </dgm:t>
    </dgm:pt>
    <dgm:pt modelId="{9F7526D8-C359-402A-B590-5B4B8871E5EC}" type="parTrans" cxnId="{906D6517-60B2-432C-9B50-AA0D47896A09}">
      <dgm:prSet/>
      <dgm:spPr/>
      <dgm:t>
        <a:bodyPr/>
        <a:lstStyle/>
        <a:p>
          <a:endParaRPr lang="de-DE"/>
        </a:p>
      </dgm:t>
    </dgm:pt>
    <dgm:pt modelId="{762637FF-AEBE-43AE-BB69-0DBEAA02A0EE}" type="sibTrans" cxnId="{906D6517-60B2-432C-9B50-AA0D47896A09}">
      <dgm:prSet/>
      <dgm:spPr/>
      <dgm:t>
        <a:bodyPr/>
        <a:lstStyle/>
        <a:p>
          <a:endParaRPr lang="de-DE"/>
        </a:p>
      </dgm:t>
    </dgm:pt>
    <dgm:pt modelId="{12AECE39-D6F5-4216-A2D0-93C7ACB61E6A}">
      <dgm:prSet/>
      <dgm:spPr/>
      <dgm:t>
        <a:bodyPr/>
        <a:lstStyle/>
        <a:p>
          <a:r>
            <a:rPr lang="de-DE"/>
            <a:t>Verstärkte Werbung in neuen Medien</a:t>
          </a:r>
        </a:p>
      </dgm:t>
    </dgm:pt>
    <dgm:pt modelId="{1CE6DAA1-4677-4E8E-94BE-E0617C57D49F}" type="parTrans" cxnId="{1D6A5DC6-A3EB-4186-9954-DC497B5C308B}">
      <dgm:prSet/>
      <dgm:spPr/>
      <dgm:t>
        <a:bodyPr/>
        <a:lstStyle/>
        <a:p>
          <a:endParaRPr lang="de-DE"/>
        </a:p>
      </dgm:t>
    </dgm:pt>
    <dgm:pt modelId="{9AB46DFB-954A-416E-A45D-04489C1111B2}" type="sibTrans" cxnId="{1D6A5DC6-A3EB-4186-9954-DC497B5C308B}">
      <dgm:prSet/>
      <dgm:spPr/>
      <dgm:t>
        <a:bodyPr/>
        <a:lstStyle/>
        <a:p>
          <a:endParaRPr lang="de-DE"/>
        </a:p>
      </dgm:t>
    </dgm:pt>
    <dgm:pt modelId="{3CF2A72A-2775-495B-BD6C-EEC6BE8C9CFC}">
      <dgm:prSet/>
      <dgm:spPr/>
      <dgm:t>
        <a:bodyPr/>
        <a:lstStyle/>
        <a:p>
          <a:r>
            <a:rPr lang="de-DE"/>
            <a:t>Marktgerechte Preisgestaltung</a:t>
          </a:r>
        </a:p>
      </dgm:t>
    </dgm:pt>
    <dgm:pt modelId="{1363226C-F398-4F61-8BE9-CB20108A05D1}" type="parTrans" cxnId="{C2905F4A-8E4D-4AB1-97CC-6F61E931C65F}">
      <dgm:prSet/>
      <dgm:spPr/>
      <dgm:t>
        <a:bodyPr/>
        <a:lstStyle/>
        <a:p>
          <a:endParaRPr lang="de-DE"/>
        </a:p>
      </dgm:t>
    </dgm:pt>
    <dgm:pt modelId="{2E35BEE2-A2D9-4090-AF21-86496CD267AA}" type="sibTrans" cxnId="{C2905F4A-8E4D-4AB1-97CC-6F61E931C65F}">
      <dgm:prSet/>
      <dgm:spPr/>
      <dgm:t>
        <a:bodyPr/>
        <a:lstStyle/>
        <a:p>
          <a:endParaRPr lang="de-DE"/>
        </a:p>
      </dgm:t>
    </dgm:pt>
    <dgm:pt modelId="{9CE6F605-F168-4C02-8990-27642BA5F4E0}" type="pres">
      <dgm:prSet presAssocID="{C290EB6E-664F-4805-82BF-6038743454C5}" presName="CompostProcess" presStyleCnt="0">
        <dgm:presLayoutVars>
          <dgm:dir/>
          <dgm:resizeHandles val="exact"/>
        </dgm:presLayoutVars>
      </dgm:prSet>
      <dgm:spPr/>
    </dgm:pt>
    <dgm:pt modelId="{31BBE52F-A828-4D19-B175-CE150D6AAE7E}" type="pres">
      <dgm:prSet presAssocID="{C290EB6E-664F-4805-82BF-6038743454C5}" presName="arrow" presStyleLbl="bgShp" presStyleIdx="0" presStyleCnt="1"/>
      <dgm:spPr/>
    </dgm:pt>
    <dgm:pt modelId="{D5FB8FD9-0FBE-4620-9C86-860438241AE4}" type="pres">
      <dgm:prSet presAssocID="{C290EB6E-664F-4805-82BF-6038743454C5}" presName="linearProcess" presStyleCnt="0"/>
      <dgm:spPr/>
    </dgm:pt>
    <dgm:pt modelId="{1B3113F3-C824-40A0-AB03-298FA9E0BF3C}" type="pres">
      <dgm:prSet presAssocID="{82DEC340-731E-4BE7-A2B6-848244D762CC}" presName="textNode" presStyleLbl="node1" presStyleIdx="0" presStyleCnt="4">
        <dgm:presLayoutVars>
          <dgm:bulletEnabled val="1"/>
        </dgm:presLayoutVars>
      </dgm:prSet>
      <dgm:spPr/>
    </dgm:pt>
    <dgm:pt modelId="{8459F8C4-3384-4361-8508-ECC6BF8755E0}" type="pres">
      <dgm:prSet presAssocID="{6BE1BD11-3D17-41C2-AB13-54B4A0B86353}" presName="sibTrans" presStyleCnt="0"/>
      <dgm:spPr/>
    </dgm:pt>
    <dgm:pt modelId="{61AB619B-8095-480F-BC83-55261206CE48}" type="pres">
      <dgm:prSet presAssocID="{63C99413-F80D-4120-91D9-22A40CB5E505}" presName="textNode" presStyleLbl="node1" presStyleIdx="1" presStyleCnt="4">
        <dgm:presLayoutVars>
          <dgm:bulletEnabled val="1"/>
        </dgm:presLayoutVars>
      </dgm:prSet>
      <dgm:spPr/>
    </dgm:pt>
    <dgm:pt modelId="{5F6DBC43-D437-409B-9B2A-0C0874BC78DB}" type="pres">
      <dgm:prSet presAssocID="{762637FF-AEBE-43AE-BB69-0DBEAA02A0EE}" presName="sibTrans" presStyleCnt="0"/>
      <dgm:spPr/>
    </dgm:pt>
    <dgm:pt modelId="{915B2670-741F-47FF-8813-015F409CB5B8}" type="pres">
      <dgm:prSet presAssocID="{12AECE39-D6F5-4216-A2D0-93C7ACB61E6A}" presName="textNode" presStyleLbl="node1" presStyleIdx="2" presStyleCnt="4">
        <dgm:presLayoutVars>
          <dgm:bulletEnabled val="1"/>
        </dgm:presLayoutVars>
      </dgm:prSet>
      <dgm:spPr/>
    </dgm:pt>
    <dgm:pt modelId="{5E4BF0E4-163E-4EBB-ACCC-47C79DD9F167}" type="pres">
      <dgm:prSet presAssocID="{9AB46DFB-954A-416E-A45D-04489C1111B2}" presName="sibTrans" presStyleCnt="0"/>
      <dgm:spPr/>
    </dgm:pt>
    <dgm:pt modelId="{36EA733F-E9F7-4D4B-90EA-BD9D8CE2D6A1}" type="pres">
      <dgm:prSet presAssocID="{3CF2A72A-2775-495B-BD6C-EEC6BE8C9CFC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906D6517-60B2-432C-9B50-AA0D47896A09}" srcId="{C290EB6E-664F-4805-82BF-6038743454C5}" destId="{63C99413-F80D-4120-91D9-22A40CB5E505}" srcOrd="1" destOrd="0" parTransId="{9F7526D8-C359-402A-B590-5B4B8871E5EC}" sibTransId="{762637FF-AEBE-43AE-BB69-0DBEAA02A0EE}"/>
    <dgm:cxn modelId="{E40C262F-A042-43F1-B11B-EEEE38DA9B62}" type="presOf" srcId="{C290EB6E-664F-4805-82BF-6038743454C5}" destId="{9CE6F605-F168-4C02-8990-27642BA5F4E0}" srcOrd="0" destOrd="0" presId="urn:microsoft.com/office/officeart/2005/8/layout/hProcess9"/>
    <dgm:cxn modelId="{C2905F4A-8E4D-4AB1-97CC-6F61E931C65F}" srcId="{C290EB6E-664F-4805-82BF-6038743454C5}" destId="{3CF2A72A-2775-495B-BD6C-EEC6BE8C9CFC}" srcOrd="3" destOrd="0" parTransId="{1363226C-F398-4F61-8BE9-CB20108A05D1}" sibTransId="{2E35BEE2-A2D9-4090-AF21-86496CD267AA}"/>
    <dgm:cxn modelId="{5ECFF36D-D5F5-43F0-A95B-FAA23C7B07E8}" type="presOf" srcId="{3CF2A72A-2775-495B-BD6C-EEC6BE8C9CFC}" destId="{36EA733F-E9F7-4D4B-90EA-BD9D8CE2D6A1}" srcOrd="0" destOrd="0" presId="urn:microsoft.com/office/officeart/2005/8/layout/hProcess9"/>
    <dgm:cxn modelId="{D2F88789-D6FE-45D9-AA0F-1BD0408D30E6}" srcId="{C290EB6E-664F-4805-82BF-6038743454C5}" destId="{82DEC340-731E-4BE7-A2B6-848244D762CC}" srcOrd="0" destOrd="0" parTransId="{FFA445C6-4ACF-4DC3-98D7-F8D2F61FDAA4}" sibTransId="{6BE1BD11-3D17-41C2-AB13-54B4A0B86353}"/>
    <dgm:cxn modelId="{095CA6A8-64DC-48C7-A53D-640A172A35B9}" type="presOf" srcId="{82DEC340-731E-4BE7-A2B6-848244D762CC}" destId="{1B3113F3-C824-40A0-AB03-298FA9E0BF3C}" srcOrd="0" destOrd="0" presId="urn:microsoft.com/office/officeart/2005/8/layout/hProcess9"/>
    <dgm:cxn modelId="{6468E3B9-405D-4D49-A3FB-40AD89F1A491}" type="presOf" srcId="{12AECE39-D6F5-4216-A2D0-93C7ACB61E6A}" destId="{915B2670-741F-47FF-8813-015F409CB5B8}" srcOrd="0" destOrd="0" presId="urn:microsoft.com/office/officeart/2005/8/layout/hProcess9"/>
    <dgm:cxn modelId="{D276F9C5-5DBC-425A-9624-94F487022B60}" type="presOf" srcId="{63C99413-F80D-4120-91D9-22A40CB5E505}" destId="{61AB619B-8095-480F-BC83-55261206CE48}" srcOrd="0" destOrd="0" presId="urn:microsoft.com/office/officeart/2005/8/layout/hProcess9"/>
    <dgm:cxn modelId="{1D6A5DC6-A3EB-4186-9954-DC497B5C308B}" srcId="{C290EB6E-664F-4805-82BF-6038743454C5}" destId="{12AECE39-D6F5-4216-A2D0-93C7ACB61E6A}" srcOrd="2" destOrd="0" parTransId="{1CE6DAA1-4677-4E8E-94BE-E0617C57D49F}" sibTransId="{9AB46DFB-954A-416E-A45D-04489C1111B2}"/>
    <dgm:cxn modelId="{60F5B5A3-6501-4532-8DF3-9EBB8B9ADF4E}" type="presParOf" srcId="{9CE6F605-F168-4C02-8990-27642BA5F4E0}" destId="{31BBE52F-A828-4D19-B175-CE150D6AAE7E}" srcOrd="0" destOrd="0" presId="urn:microsoft.com/office/officeart/2005/8/layout/hProcess9"/>
    <dgm:cxn modelId="{787459C0-2BCC-4A12-BC68-FB553C69D4C2}" type="presParOf" srcId="{9CE6F605-F168-4C02-8990-27642BA5F4E0}" destId="{D5FB8FD9-0FBE-4620-9C86-860438241AE4}" srcOrd="1" destOrd="0" presId="urn:microsoft.com/office/officeart/2005/8/layout/hProcess9"/>
    <dgm:cxn modelId="{691BBD8C-1837-4790-A9CF-471E28FB1A4D}" type="presParOf" srcId="{D5FB8FD9-0FBE-4620-9C86-860438241AE4}" destId="{1B3113F3-C824-40A0-AB03-298FA9E0BF3C}" srcOrd="0" destOrd="0" presId="urn:microsoft.com/office/officeart/2005/8/layout/hProcess9"/>
    <dgm:cxn modelId="{18AEBFCC-7DA3-4DA7-B572-1D79097DB88C}" type="presParOf" srcId="{D5FB8FD9-0FBE-4620-9C86-860438241AE4}" destId="{8459F8C4-3384-4361-8508-ECC6BF8755E0}" srcOrd="1" destOrd="0" presId="urn:microsoft.com/office/officeart/2005/8/layout/hProcess9"/>
    <dgm:cxn modelId="{B0DA7894-5180-476D-8B38-C630C36DD27E}" type="presParOf" srcId="{D5FB8FD9-0FBE-4620-9C86-860438241AE4}" destId="{61AB619B-8095-480F-BC83-55261206CE48}" srcOrd="2" destOrd="0" presId="urn:microsoft.com/office/officeart/2005/8/layout/hProcess9"/>
    <dgm:cxn modelId="{4A4903A9-101D-4D4B-94B3-797F8583386A}" type="presParOf" srcId="{D5FB8FD9-0FBE-4620-9C86-860438241AE4}" destId="{5F6DBC43-D437-409B-9B2A-0C0874BC78DB}" srcOrd="3" destOrd="0" presId="urn:microsoft.com/office/officeart/2005/8/layout/hProcess9"/>
    <dgm:cxn modelId="{411923A6-5010-40B2-9D10-E2EA61F3A1C6}" type="presParOf" srcId="{D5FB8FD9-0FBE-4620-9C86-860438241AE4}" destId="{915B2670-741F-47FF-8813-015F409CB5B8}" srcOrd="4" destOrd="0" presId="urn:microsoft.com/office/officeart/2005/8/layout/hProcess9"/>
    <dgm:cxn modelId="{78C7E239-228D-4CB7-8D4E-4363B18CB1AA}" type="presParOf" srcId="{D5FB8FD9-0FBE-4620-9C86-860438241AE4}" destId="{5E4BF0E4-163E-4EBB-ACCC-47C79DD9F167}" srcOrd="5" destOrd="0" presId="urn:microsoft.com/office/officeart/2005/8/layout/hProcess9"/>
    <dgm:cxn modelId="{A9C58D32-6DAE-49A2-B458-A72A7E00BDE7}" type="presParOf" srcId="{D5FB8FD9-0FBE-4620-9C86-860438241AE4}" destId="{36EA733F-E9F7-4D4B-90EA-BD9D8CE2D6A1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81886F-5A61-44FE-B496-D0D1A3DC4C19}">
      <dsp:nvSpPr>
        <dsp:cNvPr id="0" name=""/>
        <dsp:cNvSpPr/>
      </dsp:nvSpPr>
      <dsp:spPr>
        <a:xfrm>
          <a:off x="552" y="1749406"/>
          <a:ext cx="2405992" cy="12029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Ausweitung des Exports nach Westeuropa</a:t>
          </a:r>
        </a:p>
      </dsp:txBody>
      <dsp:txXfrm>
        <a:off x="552" y="1749406"/>
        <a:ext cx="2405992" cy="1202996"/>
      </dsp:txXfrm>
    </dsp:sp>
    <dsp:sp modelId="{1AB2117C-AE42-4F06-9B60-B19345DC433C}">
      <dsp:nvSpPr>
        <dsp:cNvPr id="0" name=""/>
        <dsp:cNvSpPr/>
      </dsp:nvSpPr>
      <dsp:spPr>
        <a:xfrm>
          <a:off x="2911803" y="1749406"/>
          <a:ext cx="2405992" cy="12029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Erreichen der Marktführerschaft</a:t>
          </a:r>
        </a:p>
      </dsp:txBody>
      <dsp:txXfrm>
        <a:off x="2911803" y="1749406"/>
        <a:ext cx="2405992" cy="1202996"/>
      </dsp:txXfrm>
    </dsp:sp>
    <dsp:sp modelId="{E7A8AEB0-ED5A-46BB-8BB3-ABF85C3BB58B}">
      <dsp:nvSpPr>
        <dsp:cNvPr id="0" name=""/>
        <dsp:cNvSpPr/>
      </dsp:nvSpPr>
      <dsp:spPr>
        <a:xfrm>
          <a:off x="5823054" y="1749406"/>
          <a:ext cx="2405992" cy="12029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Entwicklung innovativer Produkte</a:t>
          </a:r>
        </a:p>
      </dsp:txBody>
      <dsp:txXfrm>
        <a:off x="5823054" y="1749406"/>
        <a:ext cx="2405992" cy="12029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FB2816-5090-4F84-9676-DA0D1761DA24}">
      <dsp:nvSpPr>
        <dsp:cNvPr id="0" name=""/>
        <dsp:cNvSpPr/>
      </dsp:nvSpPr>
      <dsp:spPr>
        <a:xfrm>
          <a:off x="0" y="1410542"/>
          <a:ext cx="8229600" cy="1880723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CA6672-36FE-4F62-8ADD-98B11CC5793C}">
      <dsp:nvSpPr>
        <dsp:cNvPr id="0" name=""/>
        <dsp:cNvSpPr/>
      </dsp:nvSpPr>
      <dsp:spPr>
        <a:xfrm>
          <a:off x="3706" y="0"/>
          <a:ext cx="1782946" cy="1880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Zu wenig Neukunden</a:t>
          </a:r>
        </a:p>
      </dsp:txBody>
      <dsp:txXfrm>
        <a:off x="3706" y="0"/>
        <a:ext cx="1782946" cy="1880723"/>
      </dsp:txXfrm>
    </dsp:sp>
    <dsp:sp modelId="{6132F0EB-7B5B-436B-9A01-1570CD6CC580}">
      <dsp:nvSpPr>
        <dsp:cNvPr id="0" name=""/>
        <dsp:cNvSpPr/>
      </dsp:nvSpPr>
      <dsp:spPr>
        <a:xfrm>
          <a:off x="660089" y="2115814"/>
          <a:ext cx="470180" cy="4701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0BE71B-4B22-44E8-A428-9FAE54DC6586}">
      <dsp:nvSpPr>
        <dsp:cNvPr id="0" name=""/>
        <dsp:cNvSpPr/>
      </dsp:nvSpPr>
      <dsp:spPr>
        <a:xfrm>
          <a:off x="1875800" y="2821085"/>
          <a:ext cx="1782946" cy="1880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Großer Konkurrenzdruck</a:t>
          </a:r>
        </a:p>
      </dsp:txBody>
      <dsp:txXfrm>
        <a:off x="1875800" y="2821085"/>
        <a:ext cx="1782946" cy="1880723"/>
      </dsp:txXfrm>
    </dsp:sp>
    <dsp:sp modelId="{D23285A7-9C1C-4EEF-9F9E-F593F87793EE}">
      <dsp:nvSpPr>
        <dsp:cNvPr id="0" name=""/>
        <dsp:cNvSpPr/>
      </dsp:nvSpPr>
      <dsp:spPr>
        <a:xfrm>
          <a:off x="2532182" y="2115814"/>
          <a:ext cx="470180" cy="4701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673054-96DF-4B53-B4B0-7D119B0F0F94}">
      <dsp:nvSpPr>
        <dsp:cNvPr id="0" name=""/>
        <dsp:cNvSpPr/>
      </dsp:nvSpPr>
      <dsp:spPr>
        <a:xfrm>
          <a:off x="3747893" y="0"/>
          <a:ext cx="1782946" cy="1880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Rückläufige Umsatzzahlen</a:t>
          </a:r>
        </a:p>
      </dsp:txBody>
      <dsp:txXfrm>
        <a:off x="3747893" y="0"/>
        <a:ext cx="1782946" cy="1880723"/>
      </dsp:txXfrm>
    </dsp:sp>
    <dsp:sp modelId="{381496B7-A55A-4F5F-80FB-BAFEF0D28201}">
      <dsp:nvSpPr>
        <dsp:cNvPr id="0" name=""/>
        <dsp:cNvSpPr/>
      </dsp:nvSpPr>
      <dsp:spPr>
        <a:xfrm>
          <a:off x="4404276" y="2115814"/>
          <a:ext cx="470180" cy="4701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38FA90-E96C-4194-9B82-24435C95B479}">
      <dsp:nvSpPr>
        <dsp:cNvPr id="0" name=""/>
        <dsp:cNvSpPr/>
      </dsp:nvSpPr>
      <dsp:spPr>
        <a:xfrm>
          <a:off x="5619987" y="2821085"/>
          <a:ext cx="1782946" cy="1880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Hohe Abhängigkeit von Großhändlern</a:t>
          </a:r>
        </a:p>
      </dsp:txBody>
      <dsp:txXfrm>
        <a:off x="5619987" y="2821085"/>
        <a:ext cx="1782946" cy="1880723"/>
      </dsp:txXfrm>
    </dsp:sp>
    <dsp:sp modelId="{E7C8FD02-CC43-40B0-89C7-18DCE4BAFA3F}">
      <dsp:nvSpPr>
        <dsp:cNvPr id="0" name=""/>
        <dsp:cNvSpPr/>
      </dsp:nvSpPr>
      <dsp:spPr>
        <a:xfrm>
          <a:off x="6276369" y="2115814"/>
          <a:ext cx="470180" cy="4701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F08F07-8540-4A63-B12A-C15452E82AA9}">
      <dsp:nvSpPr>
        <dsp:cNvPr id="0" name=""/>
        <dsp:cNvSpPr/>
      </dsp:nvSpPr>
      <dsp:spPr>
        <a:xfrm>
          <a:off x="1411259" y="0"/>
          <a:ext cx="4701809" cy="4701809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1F0AF9-CAD0-4A5D-9C8F-AB5CB593DDDC}">
      <dsp:nvSpPr>
        <dsp:cNvPr id="0" name=""/>
        <dsp:cNvSpPr/>
      </dsp:nvSpPr>
      <dsp:spPr>
        <a:xfrm>
          <a:off x="3762164" y="470640"/>
          <a:ext cx="3056175" cy="167134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/>
            <a:t>Verkaufsgebiete sind zu groß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/>
            <a:t>Können nicht optimal betreut werden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/>
            <a:t>Dadurch unzufriedene Kunden</a:t>
          </a:r>
        </a:p>
      </dsp:txBody>
      <dsp:txXfrm>
        <a:off x="3843752" y="552228"/>
        <a:ext cx="2892999" cy="1508170"/>
      </dsp:txXfrm>
    </dsp:sp>
    <dsp:sp modelId="{EFBAB820-42DE-4E68-AB53-BDB41E56B163}">
      <dsp:nvSpPr>
        <dsp:cNvPr id="0" name=""/>
        <dsp:cNvSpPr/>
      </dsp:nvSpPr>
      <dsp:spPr>
        <a:xfrm>
          <a:off x="3762164" y="2350904"/>
          <a:ext cx="3056175" cy="167134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/>
            <a:t>Wenig Neuentwicklungen</a:t>
          </a:r>
        </a:p>
      </dsp:txBody>
      <dsp:txXfrm>
        <a:off x="3843752" y="2432492"/>
        <a:ext cx="2892999" cy="15081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15A542-CC11-4CE9-88EA-408A11452556}">
      <dsp:nvSpPr>
        <dsp:cNvPr id="0" name=""/>
        <dsp:cNvSpPr/>
      </dsp:nvSpPr>
      <dsp:spPr>
        <a:xfrm>
          <a:off x="1899459" y="2643"/>
          <a:ext cx="4092956" cy="3055305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118110" rIns="39370" bIns="39370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3100" kern="1200"/>
            <a:t>Personalbedarf im Außendienst erhöhen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3100" kern="1200"/>
            <a:t>Besondere Betreuung des Großhandels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3100" kern="1200"/>
            <a:t>Verstärkte Neukundenwerbung</a:t>
          </a:r>
        </a:p>
      </dsp:txBody>
      <dsp:txXfrm>
        <a:off x="1971048" y="74232"/>
        <a:ext cx="3949778" cy="2983716"/>
      </dsp:txXfrm>
    </dsp:sp>
    <dsp:sp modelId="{A00CED2B-10D0-4869-BD58-A6316567BA33}">
      <dsp:nvSpPr>
        <dsp:cNvPr id="0" name=""/>
        <dsp:cNvSpPr/>
      </dsp:nvSpPr>
      <dsp:spPr>
        <a:xfrm>
          <a:off x="1899459" y="3057948"/>
          <a:ext cx="4092956" cy="13137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0" rIns="3556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/>
            <a:t>Neustrukturierung der Absatzgebiete</a:t>
          </a:r>
        </a:p>
      </dsp:txBody>
      <dsp:txXfrm>
        <a:off x="1899459" y="3057948"/>
        <a:ext cx="2882363" cy="1313781"/>
      </dsp:txXfrm>
    </dsp:sp>
    <dsp:sp modelId="{EC2D01B3-3F98-4B5B-B634-F22C31C8B801}">
      <dsp:nvSpPr>
        <dsp:cNvPr id="0" name=""/>
        <dsp:cNvSpPr/>
      </dsp:nvSpPr>
      <dsp:spPr>
        <a:xfrm>
          <a:off x="4897605" y="3266630"/>
          <a:ext cx="1432534" cy="1432534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EC1AC4-7816-4B10-907A-B1FE3ADE6680}">
      <dsp:nvSpPr>
        <dsp:cNvPr id="0" name=""/>
        <dsp:cNvSpPr/>
      </dsp:nvSpPr>
      <dsp:spPr>
        <a:xfrm>
          <a:off x="1899459" y="2643"/>
          <a:ext cx="4092956" cy="3055305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610" tIns="163830" rIns="54610" bIns="54610" numCol="1" spcCol="1270" anchor="t" anchorCtr="0">
          <a:noAutofit/>
        </a:bodyPr>
        <a:lstStyle/>
        <a:p>
          <a:pPr marL="285750" lvl="1" indent="-285750" algn="l" defTabSz="1911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4300" kern="1200"/>
            <a:t>Hotline</a:t>
          </a:r>
        </a:p>
        <a:p>
          <a:pPr marL="571500" lvl="2" indent="-285750" algn="l" defTabSz="1911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4300" kern="1200" dirty="0"/>
            <a:t>0180-123567</a:t>
          </a:r>
        </a:p>
        <a:p>
          <a:pPr marL="285750" lvl="1" indent="-285750" algn="l" defTabSz="1911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4300" kern="1200"/>
            <a:t>24-Stunden-Lieferservice</a:t>
          </a:r>
        </a:p>
      </dsp:txBody>
      <dsp:txXfrm>
        <a:off x="1971048" y="74232"/>
        <a:ext cx="3949778" cy="2983716"/>
      </dsp:txXfrm>
    </dsp:sp>
    <dsp:sp modelId="{E2CB13C2-20F8-4ECC-95F0-0ED4A3CE8C00}">
      <dsp:nvSpPr>
        <dsp:cNvPr id="0" name=""/>
        <dsp:cNvSpPr/>
      </dsp:nvSpPr>
      <dsp:spPr>
        <a:xfrm>
          <a:off x="1899459" y="3057948"/>
          <a:ext cx="4092956" cy="13137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0" rIns="3556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/>
            <a:t>Verbesserung des Kundendienstes</a:t>
          </a:r>
        </a:p>
      </dsp:txBody>
      <dsp:txXfrm>
        <a:off x="1899459" y="3057948"/>
        <a:ext cx="2882363" cy="1313781"/>
      </dsp:txXfrm>
    </dsp:sp>
    <dsp:sp modelId="{3EB995E4-3FE6-48C8-A8DB-B15FEAAE4934}">
      <dsp:nvSpPr>
        <dsp:cNvPr id="0" name=""/>
        <dsp:cNvSpPr/>
      </dsp:nvSpPr>
      <dsp:spPr>
        <a:xfrm>
          <a:off x="4897605" y="3266630"/>
          <a:ext cx="1432534" cy="1432534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BE52F-A828-4D19-B175-CE150D6AAE7E}">
      <dsp:nvSpPr>
        <dsp:cNvPr id="0" name=""/>
        <dsp:cNvSpPr/>
      </dsp:nvSpPr>
      <dsp:spPr>
        <a:xfrm>
          <a:off x="617219" y="0"/>
          <a:ext cx="6995160" cy="4701809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3113F3-C824-40A0-AB03-298FA9E0BF3C}">
      <dsp:nvSpPr>
        <dsp:cNvPr id="0" name=""/>
        <dsp:cNvSpPr/>
      </dsp:nvSpPr>
      <dsp:spPr>
        <a:xfrm>
          <a:off x="4118" y="1410542"/>
          <a:ext cx="1981051" cy="18807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Motivation der Mitarbeiter durch</a:t>
          </a:r>
        </a:p>
      </dsp:txBody>
      <dsp:txXfrm>
        <a:off x="95927" y="1502351"/>
        <a:ext cx="1797433" cy="1697105"/>
      </dsp:txXfrm>
    </dsp:sp>
    <dsp:sp modelId="{61AB619B-8095-480F-BC83-55261206CE48}">
      <dsp:nvSpPr>
        <dsp:cNvPr id="0" name=""/>
        <dsp:cNvSpPr/>
      </dsp:nvSpPr>
      <dsp:spPr>
        <a:xfrm>
          <a:off x="2084222" y="1410542"/>
          <a:ext cx="1981051" cy="18807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Intensive Akquisition von Großkunden</a:t>
          </a:r>
        </a:p>
      </dsp:txBody>
      <dsp:txXfrm>
        <a:off x="2176031" y="1502351"/>
        <a:ext cx="1797433" cy="1697105"/>
      </dsp:txXfrm>
    </dsp:sp>
    <dsp:sp modelId="{915B2670-741F-47FF-8813-015F409CB5B8}">
      <dsp:nvSpPr>
        <dsp:cNvPr id="0" name=""/>
        <dsp:cNvSpPr/>
      </dsp:nvSpPr>
      <dsp:spPr>
        <a:xfrm>
          <a:off x="4164326" y="1410542"/>
          <a:ext cx="1981051" cy="18807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Verstärkte Werbung in neuen Medien</a:t>
          </a:r>
        </a:p>
      </dsp:txBody>
      <dsp:txXfrm>
        <a:off x="4256135" y="1502351"/>
        <a:ext cx="1797433" cy="1697105"/>
      </dsp:txXfrm>
    </dsp:sp>
    <dsp:sp modelId="{36EA733F-E9F7-4D4B-90EA-BD9D8CE2D6A1}">
      <dsp:nvSpPr>
        <dsp:cNvPr id="0" name=""/>
        <dsp:cNvSpPr/>
      </dsp:nvSpPr>
      <dsp:spPr>
        <a:xfrm>
          <a:off x="6244430" y="1410542"/>
          <a:ext cx="1981051" cy="18807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Marktgerechte Preisgestaltung</a:t>
          </a:r>
        </a:p>
      </dsp:txBody>
      <dsp:txXfrm>
        <a:off x="6336239" y="1502351"/>
        <a:ext cx="1797433" cy="16971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900" b="1"/>
            </a:lvl1pPr>
            <a:extLst/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510F8-5592-448C-8E64-953911EEFB5B}" type="slidenum">
              <a:rPr lang="de-DE" smtClean="0"/>
              <a:pPr/>
              <a:t>‹Nr.›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457200" y="260462"/>
            <a:ext cx="8229600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1F22-597B-4321-9A29-CB1A2FB91EFD}" type="slidenum">
              <a:rPr lang="de-DE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überschrift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900" b="1" cap="none" baseline="0"/>
            </a:lvl1pPr>
            <a:extLst/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D6305-1468-4656-A85F-07F6DA01877C}" type="slidenum">
              <a:rPr lang="de-DE" smtClean="0"/>
              <a:pPr/>
              <a:t>‹Nr.›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7000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7000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DD0D5-E1E4-44C1-8AB6-AB6A93F670E0}" type="slidenum">
              <a:rPr lang="de-DE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Shape 3"/>
          <p:cNvSpPr>
            <a:spLocks noGrp="1"/>
          </p:cNvSpPr>
          <p:nvPr>
            <p:ph sz="half" idx="2"/>
          </p:nvPr>
        </p:nvSpPr>
        <p:spPr>
          <a:xfrm>
            <a:off x="457200" y="235072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Shape 4"/>
          <p:cNvSpPr>
            <a:spLocks noGrp="1"/>
          </p:cNvSpPr>
          <p:nvPr>
            <p:ph type="body" sz="quarter" idx="3"/>
          </p:nvPr>
        </p:nvSpPr>
        <p:spPr>
          <a:xfrm>
            <a:off x="4645025" y="1600200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Shape 5"/>
          <p:cNvSpPr>
            <a:spLocks noGrp="1"/>
          </p:cNvSpPr>
          <p:nvPr>
            <p:ph sz="quarter" idx="4"/>
          </p:nvPr>
        </p:nvSpPr>
        <p:spPr>
          <a:xfrm>
            <a:off x="4645025" y="235072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Shap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hap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hap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9CAA4-1F03-4584-8005-B4800BD9EC01}" type="slidenum">
              <a:rPr lang="de-DE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hap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DBB4B-7097-4F58-812C-CA63E22C8DCA}" type="slidenum">
              <a:rPr lang="de-DE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0F26C-652E-4374-8A42-08F10024893C}" type="slidenum">
              <a:rPr lang="de-DE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3BCD8-7E54-4248-847B-00D3093DA6F3}" type="slidenum">
              <a:rPr lang="de-DE" smtClean="0"/>
              <a:pPr/>
              <a:t>‹Nr.›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0A01E734-DE4D-406D-A0E2-362E9889C989}" type="slidenum">
              <a:rPr lang="de-DE" smtClean="0"/>
              <a:pPr/>
              <a:t>‹Nr.›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BB34-2E31-4F28-80C0-7661D878220A}" type="slidenum">
              <a:rPr lang="de-DE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lang="de-DE"/>
              <a:t>Titel durch Klicken hinzufügen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70341-66DB-4478-8965-BA2BACA411B1}" type="slidenum">
              <a:rPr lang="de-DE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ACCF816-8B8F-4E4B-AEE5-F5E025A5524D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510F8-5592-448C-8E64-953911EEFB5B}" type="slidenum">
              <a:rPr lang="de-DE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2324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1F22-597B-4321-9A29-CB1A2FB91EFD}" type="slidenum">
              <a:rPr lang="de-DE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8751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55DF6-7B52-4C95-86DB-82DDBC6E7720}" type="slidenum">
              <a:rPr lang="de-DE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0296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DD0D5-E1E4-44C1-8AB6-AB6A93F670E0}" type="slidenum">
              <a:rPr lang="de-DE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4941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9CAA4-1F03-4584-8005-B4800BD9EC01}" type="slidenum">
              <a:rPr lang="de-DE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6143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DBB4B-7097-4F58-812C-CA63E22C8DCA}" type="slidenum">
              <a:rPr lang="de-DE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6777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0F26C-652E-4374-8A42-08F10024893C}" type="slidenum">
              <a:rPr lang="de-DE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3023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3BCD8-7E54-4248-847B-00D3093DA6F3}" type="slidenum">
              <a:rPr lang="de-DE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34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E734-DE4D-406D-A0E2-362E9889C989}" type="slidenum">
              <a:rPr lang="de-DE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2241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55DF6-7B52-4C95-86DB-82DDBC6E7720}" type="slidenum">
              <a:rPr lang="de-DE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4307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55DF6-7B52-4C95-86DB-82DDBC6E7720}" type="slidenum">
              <a:rPr lang="de-DE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3872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55DF6-7B52-4C95-86DB-82DDBC6E7720}" type="slidenum">
              <a:rPr lang="de-DE" smtClean="0"/>
              <a:pPr/>
              <a:t>‹Nr.›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91582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55DF6-7B52-4C95-86DB-82DDBC6E7720}" type="slidenum">
              <a:rPr lang="de-DE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8362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55DF6-7B52-4C95-86DB-82DDBC6E7720}" type="slidenum">
              <a:rPr lang="de-DE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5342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55DF6-7B52-4C95-86DB-82DDBC6E7720}" type="slidenum">
              <a:rPr lang="de-DE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187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BB34-2E31-4F28-80C0-7661D878220A}" type="slidenum">
              <a:rPr lang="de-DE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6438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70341-66DB-4478-8965-BA2BACA411B1}" type="slidenum">
              <a:rPr lang="de-DE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801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ACCF816-8B8F-4E4B-AEE5-F5E025A5524D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8430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>
          <a:xfrm>
            <a:off x="457200" y="1600203"/>
            <a:ext cx="8229600" cy="4701809"/>
          </a:xfrm>
          <a:prstGeom prst="rect">
            <a:avLst/>
          </a:prstGeom>
        </p:spPr>
        <p:txBody>
          <a:bodyPr vert="horz" lIns="9144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Rectangle 3"/>
          <p:cNvSpPr>
            <a:spLocks noGrp="1"/>
          </p:cNvSpPr>
          <p:nvPr>
            <p:ph type="dt" sz="half" idx="2"/>
          </p:nvPr>
        </p:nvSpPr>
        <p:spPr>
          <a:xfrm>
            <a:off x="457200" y="6377458"/>
            <a:ext cx="2133600" cy="365125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>
              <a:defRPr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5" name="Rectangle 4"/>
          <p:cNvSpPr>
            <a:spLocks noGrp="1"/>
          </p:cNvSpPr>
          <p:nvPr>
            <p:ph type="ftr" sz="quarter" idx="3"/>
          </p:nvPr>
        </p:nvSpPr>
        <p:spPr>
          <a:xfrm>
            <a:off x="2640596" y="6377458"/>
            <a:ext cx="5507719" cy="365125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>
              <a:defRPr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4"/>
          </p:nvPr>
        </p:nvSpPr>
        <p:spPr>
          <a:xfrm>
            <a:off x="8204396" y="6377456"/>
            <a:ext cx="733864" cy="365125"/>
          </a:xfrm>
          <a:prstGeom prst="rect">
            <a:avLst/>
          </a:prstGeom>
        </p:spPr>
        <p:txBody>
          <a:bodyPr vert="horz" bIns="0" rtlCol="0" anchor="b"/>
          <a:lstStyle>
            <a:lvl1pPr algn="r">
              <a:defRPr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FC255DF6-7B52-4C95-86DB-82DDBC6E7720}" type="slidenum">
              <a:rPr lang="de-DE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</p:sldLayoutIdLst>
  <p:txStyles>
    <p:titleStyle>
      <a:lvl1pPr algn="l" rtl="0" eaLnBrk="1" latinLnBrk="0" hangingPunct="1">
        <a:spcBef>
          <a:spcPct val="0"/>
        </a:spcBef>
        <a:buNone/>
        <a:defRPr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55DF6-7B52-4C95-86DB-82DDBC6E7720}" type="slidenum">
              <a:rPr lang="de-DE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0710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  <p:sldLayoutId id="2147483831" r:id="rId13"/>
    <p:sldLayoutId id="2147483832" r:id="rId14"/>
    <p:sldLayoutId id="2147483833" r:id="rId15"/>
    <p:sldLayoutId id="2147483834" r:id="rId16"/>
    <p:sldLayoutId id="2147483835" r:id="rId17"/>
    <p:sldLayoutId id="2147483836" r:id="rId18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0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Marketing-Bericht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Mono &amp; Poly 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</a:t>
            </a:r>
          </a:p>
        </p:txBody>
      </p:sp>
      <p:graphicFrame>
        <p:nvGraphicFramePr>
          <p:cNvPr id="2" name="Diagramm 1">
            <a:extLst>
              <a:ext uri="{FF2B5EF4-FFF2-40B4-BE49-F238E27FC236}">
                <a16:creationId xmlns:a16="http://schemas.microsoft.com/office/drawing/2014/main" id="{ACD6ECAA-390E-400F-B4C1-6B2DD41A451B}"/>
              </a:ext>
            </a:extLst>
          </p:cNvPr>
          <p:cNvGraphicFramePr/>
          <p:nvPr/>
        </p:nvGraphicFramePr>
        <p:xfrm>
          <a:off x="457200" y="1600203"/>
          <a:ext cx="8229600" cy="4701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Jetzige Situation</a:t>
            </a:r>
          </a:p>
        </p:txBody>
      </p:sp>
      <p:graphicFrame>
        <p:nvGraphicFramePr>
          <p:cNvPr id="2" name="Diagramm 1">
            <a:extLst>
              <a:ext uri="{FF2B5EF4-FFF2-40B4-BE49-F238E27FC236}">
                <a16:creationId xmlns:a16="http://schemas.microsoft.com/office/drawing/2014/main" id="{57523BBF-2480-4E33-B5BF-12DF0DC3AB10}"/>
              </a:ext>
            </a:extLst>
          </p:cNvPr>
          <p:cNvGraphicFramePr/>
          <p:nvPr/>
        </p:nvGraphicFramePr>
        <p:xfrm>
          <a:off x="457200" y="1600203"/>
          <a:ext cx="8229600" cy="4701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Gründe für diese Situation</a:t>
            </a:r>
          </a:p>
        </p:txBody>
      </p:sp>
      <p:graphicFrame>
        <p:nvGraphicFramePr>
          <p:cNvPr id="2" name="Diagramm 1">
            <a:extLst>
              <a:ext uri="{FF2B5EF4-FFF2-40B4-BE49-F238E27FC236}">
                <a16:creationId xmlns:a16="http://schemas.microsoft.com/office/drawing/2014/main" id="{F4AA6E4D-0F80-4379-B450-9C3C76E8E176}"/>
              </a:ext>
            </a:extLst>
          </p:cNvPr>
          <p:cNvGraphicFramePr/>
          <p:nvPr/>
        </p:nvGraphicFramePr>
        <p:xfrm>
          <a:off x="457200" y="1600203"/>
          <a:ext cx="8229600" cy="4701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Mögliche Alternativen (1)</a:t>
            </a:r>
          </a:p>
        </p:txBody>
      </p:sp>
      <p:graphicFrame>
        <p:nvGraphicFramePr>
          <p:cNvPr id="2" name="Diagramm 1">
            <a:extLst>
              <a:ext uri="{FF2B5EF4-FFF2-40B4-BE49-F238E27FC236}">
                <a16:creationId xmlns:a16="http://schemas.microsoft.com/office/drawing/2014/main" id="{56E6E5D8-2CD5-4AAE-9541-BAFF12C2005D}"/>
              </a:ext>
            </a:extLst>
          </p:cNvPr>
          <p:cNvGraphicFramePr/>
          <p:nvPr/>
        </p:nvGraphicFramePr>
        <p:xfrm>
          <a:off x="457200" y="1600203"/>
          <a:ext cx="8229600" cy="4701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Mögliche Alternativen (2)</a:t>
            </a:r>
          </a:p>
        </p:txBody>
      </p:sp>
      <p:graphicFrame>
        <p:nvGraphicFramePr>
          <p:cNvPr id="2" name="Diagramm 1">
            <a:extLst>
              <a:ext uri="{FF2B5EF4-FFF2-40B4-BE49-F238E27FC236}">
                <a16:creationId xmlns:a16="http://schemas.microsoft.com/office/drawing/2014/main" id="{85024762-73EC-4380-84EA-100CDBDA7B83}"/>
              </a:ext>
            </a:extLst>
          </p:cNvPr>
          <p:cNvGraphicFramePr/>
          <p:nvPr/>
        </p:nvGraphicFramePr>
        <p:xfrm>
          <a:off x="457200" y="1600203"/>
          <a:ext cx="8229600" cy="4701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Empfehlungen</a:t>
            </a:r>
          </a:p>
        </p:txBody>
      </p:sp>
      <p:graphicFrame>
        <p:nvGraphicFramePr>
          <p:cNvPr id="2" name="Diagramm 1">
            <a:extLst>
              <a:ext uri="{FF2B5EF4-FFF2-40B4-BE49-F238E27FC236}">
                <a16:creationId xmlns:a16="http://schemas.microsoft.com/office/drawing/2014/main" id="{BDD022D3-12C4-4797-9F67-21AB880BDE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1722708"/>
              </p:ext>
            </p:extLst>
          </p:nvPr>
        </p:nvGraphicFramePr>
        <p:xfrm>
          <a:off x="457200" y="1600203"/>
          <a:ext cx="8229600" cy="4701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Modul">
  <a:themeElements>
    <a:clrScheme name="Modul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">
      <a:majorFont>
        <a:latin typeface="Corbel"/>
        <a:ea typeface=""/>
        <a:cs typeface=""/>
        <a:font script="Jpan" typeface="HGｺﾞｼｯｸM"/>
        <a:font script="Hang" typeface="HY엽서L"/>
        <a:font script="Hans" typeface="楷体_GB2312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楷体_GB2312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30000" r="10000" b="180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0</TotalTime>
  <Words>93</Words>
  <Application>Microsoft Office PowerPoint</Application>
  <PresentationFormat>Bildschirmpräsentation (4:3)</PresentationFormat>
  <Paragraphs>31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7</vt:i4>
      </vt:variant>
    </vt:vector>
  </HeadingPairs>
  <TitlesOfParts>
    <vt:vector size="15" baseType="lpstr">
      <vt:lpstr>Arial</vt:lpstr>
      <vt:lpstr>Century Gothic</vt:lpstr>
      <vt:lpstr>Corbel</vt:lpstr>
      <vt:lpstr>Wingdings</vt:lpstr>
      <vt:lpstr>Wingdings 2</vt:lpstr>
      <vt:lpstr>Wingdings 3</vt:lpstr>
      <vt:lpstr>Modul</vt:lpstr>
      <vt:lpstr>Ion</vt:lpstr>
      <vt:lpstr>Marketing-Bericht</vt:lpstr>
      <vt:lpstr>Ziele</vt:lpstr>
      <vt:lpstr>Jetzige Situation</vt:lpstr>
      <vt:lpstr>Gründe für diese Situation</vt:lpstr>
      <vt:lpstr>Mögliche Alternativen (1)</vt:lpstr>
      <vt:lpstr>Mögliche Alternativen (2)</vt:lpstr>
      <vt:lpstr>Empfehlungen</vt:lpstr>
    </vt:vector>
  </TitlesOfParts>
  <Company>HERDT Verlag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Marketing-Bericht</dc:title>
  <dc:creator>Tina Wegener</dc:creator>
  <cp:lastModifiedBy>P09</cp:lastModifiedBy>
  <cp:revision>8</cp:revision>
  <dcterms:created xsi:type="dcterms:W3CDTF">2003-08-18T08:43:08Z</dcterms:created>
  <dcterms:modified xsi:type="dcterms:W3CDTF">2024-04-24T20:43:32Z</dcterms:modified>
</cp:coreProperties>
</file>
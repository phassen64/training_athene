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015257-C91C-4836-BAD2-D401882D2C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94B4DD2-8E86-4AC7-BA47-D2859B7A03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57F364-E404-4B48-B77C-6D9C75DA5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7234-F602-488E-B144-5BB10E682D88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0065EB-F0B0-48BD-9656-ACB8A04D8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E2CA92-7F4C-4EA5-950D-23F5678FD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7FA6-188F-4838-B178-81E8145693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9667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23CA3C-1DFA-40EF-8824-F042BE930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00DB26-E4EB-493E-8E57-A825EEC6A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6E1DDE-AA59-42EB-850E-0C874E4BB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7234-F602-488E-B144-5BB10E682D88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381A59-84E6-44E9-9499-F52E53C6A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F6D6CC-B7FC-4148-8F36-E076E2085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7FA6-188F-4838-B178-81E8145693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5403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65E5CE-F3E8-4618-94CF-B294F30E5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A36DF8-AF43-4E9E-8591-2C1E728D5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51B81A-85DB-4870-9B17-65CF51C13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7234-F602-488E-B144-5BB10E682D88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CA8C5C-7BCE-4CA4-B1E5-2EB83C5C7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F16E70-4DC1-40A3-A9E2-709E7EE21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7FA6-188F-4838-B178-81E8145693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0580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54B8F4-7145-44B4-87D5-A1839DBE3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9B8A9F-2B0B-4A30-AAB4-A15942667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CAB9CBF-8070-451D-AA89-FD6C20078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4F2B15C-11FA-4DE1-8C09-CCBA61F3D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7234-F602-488E-B144-5BB10E682D88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5342CD0-F479-4CC3-B8DE-F7CE52379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B0A916-38C4-4839-861B-2EF109A6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7FA6-188F-4838-B178-81E8145693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2821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A28192-6975-41B0-8F75-423CDA4DE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2F4DAC3-0633-4BB8-AA00-B6BF29241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9E3EB9-EE91-48C7-982F-D529F5528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4D3E415-DE0F-438C-AD3C-E0D4E14B60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F597AFF-2417-40BB-A0A1-EDBC005AA6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E1EB35F-8570-4298-A647-AABFA92F3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7234-F602-488E-B144-5BB10E682D88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DF625D8-8ABB-4F8E-9FEB-F7960B571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5F52841-3543-4083-BE8A-AE2C94558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7FA6-188F-4838-B178-81E8145693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0632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C1059D-FB2B-4446-A591-12E8F82FA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42FB120-1E58-4548-ACA3-F42380F09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7234-F602-488E-B144-5BB10E682D88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69A404-8E75-464B-B73A-2559A2058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9A03B53-989C-4158-8AC2-F8AB05E0D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7FA6-188F-4838-B178-81E8145693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5583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A4F187E-2A6E-4A23-B305-2A243F68F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7234-F602-488E-B144-5BB10E682D88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20D95EC-56F1-4BB5-8BCB-066423936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92B7A86-9717-467C-A064-BC7CC49AD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7FA6-188F-4838-B178-81E8145693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8003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287E53-45A3-4382-9148-6EB4290AE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60F193-D8E8-4C58-8F95-10A10F728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B02C46E-5924-448C-9CF7-D80A73291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B3F8A7A-B891-4869-A451-219470228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7234-F602-488E-B144-5BB10E682D88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CAF950A-0D6B-416D-BE3F-CA99AA0B2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3E24EB8-8DEF-4E20-95E2-9D94728A9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7FA6-188F-4838-B178-81E8145693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2265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69C17D-52F5-4248-B45B-78C3BB91E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FDAC7D2-67A0-43A2-8CA7-4449F1A131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B3165FF-AD2A-47EE-891F-42BE73575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5BF3846-5EBF-4AB7-B8DD-226DF7795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7234-F602-488E-B144-5BB10E682D88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D25423-4B2B-4559-B972-5A0C9D424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A33B4E-55FE-476B-84D7-D138F885A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7FA6-188F-4838-B178-81E8145693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2198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F31B0C-9E06-4FF7-BA9E-6222F3BC7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BDAAEFC-3E56-43E1-8C9E-7F0095762A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3A7F62-C9E9-4EA1-945F-CBEBB170A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7234-F602-488E-B144-5BB10E682D88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7E145C-72B9-43B6-B9FC-BE87224B0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D2C6AB-E8D8-4E56-9751-D268BC90E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7FA6-188F-4838-B178-81E8145693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8310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51E8361-3DAE-456E-AF0B-82415BCEA9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CB76685-A011-4DCB-AAE7-B7B5E8425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E287D5-53F4-4BEC-98A9-F01C4D0D0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7234-F602-488E-B144-5BB10E682D88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A90C77-7E14-4EB5-BEEA-F4E802BBF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2563F0-0A7A-4024-9707-6DBDB737A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7FA6-188F-4838-B178-81E8145693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7121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3FCA245-14CF-4DF3-A905-B8E817A27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D7A82F2-C67B-42B7-BCB8-8C66DC223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AD0DE4-6472-423C-94EF-28C788A6D8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47234-F602-488E-B144-5BB10E682D88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1D3396-65B6-4B6C-9821-1CA13B01D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BE9400E-A9E4-47BC-9867-06CF9704F8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17FA6-188F-4838-B178-81E8145693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8542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051D4F3-F0AE-4A10-BFD9-76A2E085B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Importierte Excel Datei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FB1245AB-DB40-4513-94CC-CB40498125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3592357"/>
              </p:ext>
            </p:extLst>
          </p:nvPr>
        </p:nvGraphicFramePr>
        <p:xfrm>
          <a:off x="1828800" y="2294466"/>
          <a:ext cx="4521200" cy="19720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240">
                  <a:extLst>
                    <a:ext uri="{9D8B030D-6E8A-4147-A177-3AD203B41FA5}">
                      <a16:colId xmlns:a16="http://schemas.microsoft.com/office/drawing/2014/main" val="2005796527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796335702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867716326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1362732914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720082291"/>
                    </a:ext>
                  </a:extLst>
                </a:gridCol>
              </a:tblGrid>
              <a:tr h="372019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u="none" strike="noStrike">
                          <a:effectLst/>
                        </a:rPr>
                        <a:t>Filiale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u="none" strike="noStrike">
                          <a:effectLst/>
                        </a:rPr>
                        <a:t>Nürnberg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u="none" strike="noStrike" dirty="0">
                          <a:effectLst/>
                        </a:rPr>
                        <a:t>Fürth</a:t>
                      </a:r>
                      <a:endParaRPr lang="de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u="none" strike="noStrike">
                          <a:effectLst/>
                        </a:rPr>
                        <a:t>Erlangen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u="none" strike="noStrike">
                          <a:effectLst/>
                        </a:rPr>
                        <a:t>Schwabach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0347758"/>
                  </a:ext>
                </a:extLst>
              </a:tr>
              <a:tr h="400020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u="none" strike="noStrike">
                          <a:effectLst/>
                        </a:rPr>
                        <a:t>1. Quartal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u="none" strike="noStrike">
                          <a:effectLst/>
                        </a:rPr>
                        <a:t>17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u="none" strike="noStrike" dirty="0">
                          <a:effectLst/>
                        </a:rPr>
                        <a:t>44</a:t>
                      </a:r>
                      <a:endParaRPr lang="de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u="none" strike="noStrike">
                          <a:effectLst/>
                        </a:rPr>
                        <a:t>7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u="none" strike="noStrike">
                          <a:effectLst/>
                        </a:rPr>
                        <a:t>12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89397830"/>
                  </a:ext>
                </a:extLst>
              </a:tr>
              <a:tr h="400020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u="none" strike="noStrike">
                          <a:effectLst/>
                        </a:rPr>
                        <a:t>2. Quartal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u="none" strike="noStrike">
                          <a:effectLst/>
                        </a:rPr>
                        <a:t>4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u="none" strike="noStrike">
                          <a:effectLst/>
                        </a:rPr>
                        <a:t>10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u="none" strike="noStrike">
                          <a:effectLst/>
                        </a:rPr>
                        <a:t>11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u="none" strike="noStrike">
                          <a:effectLst/>
                        </a:rPr>
                        <a:t>21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51896422"/>
                  </a:ext>
                </a:extLst>
              </a:tr>
              <a:tr h="400020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u="none" strike="noStrike">
                          <a:effectLst/>
                        </a:rPr>
                        <a:t>3. Quartal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u="none" strike="noStrike">
                          <a:effectLst/>
                        </a:rPr>
                        <a:t>10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u="none" strike="noStrike">
                          <a:effectLst/>
                        </a:rPr>
                        <a:t>5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u="none" strike="noStrike">
                          <a:effectLst/>
                        </a:rPr>
                        <a:t>13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u="none" strike="noStrike">
                          <a:effectLst/>
                        </a:rPr>
                        <a:t>9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14781572"/>
                  </a:ext>
                </a:extLst>
              </a:tr>
              <a:tr h="400020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u="none" strike="noStrike">
                          <a:effectLst/>
                        </a:rPr>
                        <a:t>4. Quartal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u="none" strike="noStrike">
                          <a:effectLst/>
                        </a:rPr>
                        <a:t>30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u="none" strike="noStrike">
                          <a:effectLst/>
                        </a:rPr>
                        <a:t>50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u="none" strike="noStrike">
                          <a:effectLst/>
                        </a:rPr>
                        <a:t>5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u="none" strike="noStrike" dirty="0">
                          <a:effectLst/>
                        </a:rPr>
                        <a:t>31</a:t>
                      </a:r>
                      <a:endParaRPr lang="de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93237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0382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8AB534-FD60-4A7E-A0EF-4F5415B1D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Verknüpfung einfügen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03FEF1-E823-406B-85D5-536B11F44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graphicFrame>
        <p:nvGraphicFramePr>
          <p:cNvPr id="4" name="Objekt 3">
            <a:extLst>
              <a:ext uri="{FF2B5EF4-FFF2-40B4-BE49-F238E27FC236}">
                <a16:creationId xmlns:a16="http://schemas.microsoft.com/office/drawing/2014/main" id="{D8DC2FDE-1540-433A-8DA3-C8919266CD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6114265"/>
              </p:ext>
            </p:extLst>
          </p:nvPr>
        </p:nvGraphicFramePr>
        <p:xfrm>
          <a:off x="4186238" y="2946400"/>
          <a:ext cx="3819525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Worksheet" r:id="rId3" imgW="3819659" imgH="961974" progId="Excel.Sheet.12">
                  <p:embed/>
                </p:oleObj>
              </mc:Choice>
              <mc:Fallback>
                <p:oleObj name="Worksheet" r:id="rId3" imgW="3819659" imgH="96197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86238" y="2946400"/>
                        <a:ext cx="3819525" cy="962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0009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Breitbild</PresentationFormat>
  <Paragraphs>27</Paragraphs>
  <Slides>2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Office</vt:lpstr>
      <vt:lpstr>Microsoft Excel-Arbeitsblatt</vt:lpstr>
      <vt:lpstr>Importierte Excel Datei</vt:lpstr>
      <vt:lpstr>Verknüpfung einfügen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P09</dc:creator>
  <cp:lastModifiedBy>P09</cp:lastModifiedBy>
  <cp:revision>3</cp:revision>
  <dcterms:created xsi:type="dcterms:W3CDTF">2024-04-24T20:45:31Z</dcterms:created>
  <dcterms:modified xsi:type="dcterms:W3CDTF">2024-04-24T21:01:31Z</dcterms:modified>
</cp:coreProperties>
</file>
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mv" ContentType="video/x-ms-wm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 latinLnBrk="0">
              <a:spcBef>
                <a:spcPct val="0"/>
              </a:spcBef>
              <a:buNone/>
              <a:defRPr sz="60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Shape 16"/>
          <p:cNvSpPr>
            <a:spLocks noGrp="1"/>
          </p:cNvSpPr>
          <p:nvPr>
            <p:ph type="subTitle" idx="1"/>
          </p:nvPr>
        </p:nvSpPr>
        <p:spPr>
          <a:xfrm>
            <a:off x="2032000" y="3200400"/>
            <a:ext cx="9144000" cy="1752600"/>
          </a:xfrm>
        </p:spPr>
        <p:txBody>
          <a:bodyPr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30" name="Shap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237F-0323-45EA-98D4-93DF5EA69CB7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19" name="Shap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Shap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DFA7C-C2A2-4032-8C13-24BA4EC537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5813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237F-0323-45EA-98D4-93DF5EA69CB7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DFA7C-C2A2-4032-8C13-24BA4EC537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768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 latinLnBrk="0">
              <a:spcBef>
                <a:spcPct val="0"/>
              </a:spcBef>
              <a:buNone/>
              <a:defRPr lang="en-US" sz="60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de-DE" sz="6000" b="1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Calibri"/>
                <a:ea typeface="+mj-ea"/>
                <a:cs typeface="+mj-cs"/>
              </a:rPr>
              <a:t>Mastertitelformat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711200" y="2676528"/>
            <a:ext cx="10363200" cy="1509712"/>
          </a:xfrm>
        </p:spPr>
        <p:txBody>
          <a:bodyPr anchor="t"/>
          <a:lstStyle>
            <a:lvl1pPr marL="329184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237F-0323-45EA-98D4-93DF5EA69CB7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DFA7C-C2A2-4032-8C13-24BA4EC537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7746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237F-0323-45EA-98D4-93DF5EA69CB7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DFA7C-C2A2-4032-8C13-24BA4EC537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8943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Shape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Shap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237F-0323-45EA-98D4-93DF5EA69CB7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8" name="Shap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hap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DFA7C-C2A2-4032-8C13-24BA4EC537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114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 latinLnBrk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237F-0323-45EA-98D4-93DF5EA69CB7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DFA7C-C2A2-4032-8C13-24BA4EC537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0097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237F-0323-45EA-98D4-93DF5EA69CB7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DFA7C-C2A2-4032-8C13-24BA4EC537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179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 latinLnBrk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237F-0323-45EA-98D4-93DF5EA69CB7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DFA7C-C2A2-4032-8C13-24BA4EC537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3099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237F-0323-45EA-98D4-93DF5EA69CB7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C86DFA7C-C2A2-4032-8C13-24BA4EC537C5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Rectangle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/>
            <a:endParaRPr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/>
            <a:endParaRPr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7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237F-0323-45EA-98D4-93DF5EA69CB7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DFA7C-C2A2-4032-8C13-24BA4EC537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3122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237F-0323-45EA-98D4-93DF5EA69CB7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DFA7C-C2A2-4032-8C13-24BA4EC537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532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/>
            <a:endParaRPr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Shape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/>
            <a:endParaRPr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0" name="Rectangle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6C1237F-0323-45EA-98D4-93DF5EA69CB7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22" name="Rectangle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Rectangle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86DFA7C-C2A2-4032-8C13-24BA4EC537C5}" type="slidenum">
              <a:rPr lang="de-DE" smtClean="0"/>
              <a:t>‹Nr.›</a:t>
            </a:fld>
            <a:endParaRPr lang="de-DE"/>
          </a:p>
        </p:txBody>
      </p:sp>
      <p:grpSp>
        <p:nvGrpSpPr>
          <p:cNvPr id="2" name="Group 9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Shap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 sz="1800"/>
            </a:p>
          </p:txBody>
        </p:sp>
        <p:sp>
          <p:nvSpPr>
            <p:cNvPr id="13" name="Shap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37343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rtl="0" eaLnBrk="1" latinLnBrk="0" hangingPunct="1">
        <a:spcBef>
          <a:spcPct val="0"/>
        </a:spcBef>
        <a:buNone/>
        <a:defRPr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D879E-431B-43A0-B05F-3D41238E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Seltene Naturschauspiele </a:t>
            </a:r>
          </a:p>
        </p:txBody>
      </p:sp>
      <p:pic>
        <p:nvPicPr>
          <p:cNvPr id="6" name="Bear">
            <a:hlinkClick r:id="" action="ppaction://media"/>
            <a:extLst>
              <a:ext uri="{FF2B5EF4-FFF2-40B4-BE49-F238E27FC236}">
                <a16:creationId xmlns:a16="http://schemas.microsoft.com/office/drawing/2014/main" id="{9C6309EF-7BEE-49EC-BCF8-7FF1465F504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03525" y="1935163"/>
            <a:ext cx="6584950" cy="4389437"/>
          </a:xfrm>
        </p:spPr>
      </p:pic>
    </p:spTree>
    <p:extLst>
      <p:ext uri="{BB962C8B-B14F-4D97-AF65-F5344CB8AC3E}">
        <p14:creationId xmlns:p14="http://schemas.microsoft.com/office/powerpoint/2010/main" val="329934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4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466CA8-D454-4902-9D98-426E038B6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Malerbild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64D7260-02C8-4CE0-90A0-5F798B15A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767" y="1764475"/>
            <a:ext cx="5844465" cy="4389437"/>
          </a:xfrm>
          <a:prstGeom prst="verticalScroll">
            <a:avLst/>
          </a:prstGeom>
        </p:spPr>
      </p:pic>
    </p:spTree>
    <p:extLst>
      <p:ext uri="{BB962C8B-B14F-4D97-AF65-F5344CB8AC3E}">
        <p14:creationId xmlns:p14="http://schemas.microsoft.com/office/powerpoint/2010/main" val="2733523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3E3E4-954D-4A64-BD25-981F5FB2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Sehr hell</a:t>
            </a:r>
          </a:p>
        </p:txBody>
      </p:sp>
      <p:pic>
        <p:nvPicPr>
          <p:cNvPr id="4" name="Lake">
            <a:hlinkClick r:id="" action="ppaction://media"/>
            <a:extLst>
              <a:ext uri="{FF2B5EF4-FFF2-40B4-BE49-F238E27FC236}">
                <a16:creationId xmlns:a16="http://schemas.microsoft.com/office/drawing/2014/main" id="{BCF105CB-F984-427A-80CC-DA64BB26FD78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lum bright="40000" contrast="-20000"/>
          </a:blip>
          <a:stretch>
            <a:fillRect/>
          </a:stretch>
        </p:blipFill>
        <p:spPr>
          <a:xfrm>
            <a:off x="2481792" y="1847088"/>
            <a:ext cx="6584950" cy="4389437"/>
          </a:xfrm>
          <a:ln>
            <a:solidFill>
              <a:srgbClr val="00206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7369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yperion">
  <a:themeElements>
    <a:clrScheme name="Hyperion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Hyperion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Hyperio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100000" t="200000" r="100000" b="4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100000" t="200000" r="100000" b="4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yperion" id="{DD3266B2-0D29-42FD-A370-C6FC762D1EA6}" vid="{3ADB0302-EDEF-43B8-9F54-0EC6A0CABD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Hyperion</Template>
  <TotalTime>0</TotalTime>
  <Words>5</Words>
  <Application>Microsoft Office PowerPoint</Application>
  <PresentationFormat>Breitbild</PresentationFormat>
  <Paragraphs>3</Paragraphs>
  <Slides>3</Slides>
  <Notes>0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Calibri</vt:lpstr>
      <vt:lpstr>Constantia</vt:lpstr>
      <vt:lpstr>Wingdings 2</vt:lpstr>
      <vt:lpstr>Hyperion</vt:lpstr>
      <vt:lpstr>Seltene Naturschauspiele </vt:lpstr>
      <vt:lpstr>Malerbild</vt:lpstr>
      <vt:lpstr>Sehr hell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Seltene Naturschauspiele </dc:title>
  <dc:creator>P09</dc:creator>
  <cp:lastModifiedBy>P09</cp:lastModifiedBy>
  <cp:revision>5</cp:revision>
  <dcterms:created xsi:type="dcterms:W3CDTF">2024-04-10T19:13:40Z</dcterms:created>
  <dcterms:modified xsi:type="dcterms:W3CDTF">2024-04-10T20:10:27Z</dcterms:modified>
</cp:coreProperties>
</file>
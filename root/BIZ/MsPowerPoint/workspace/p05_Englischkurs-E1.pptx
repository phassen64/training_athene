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62500" autoAdjust="0"/>
  </p:normalViewPr>
  <p:slideViewPr>
    <p:cSldViewPr>
      <p:cViewPr varScale="1">
        <p:scale>
          <a:sx n="71" d="100"/>
          <a:sy n="71" d="100"/>
        </p:scale>
        <p:origin x="275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1ACDB6-C7EF-4A17-93AC-5C01F1AF512A}" type="datetimeFigureOut">
              <a:rPr lang="de-DE" smtClean="0"/>
              <a:t>13.03.2024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23ACA6-A43E-472B-8692-AB74D61F3602}" type="slidenum">
              <a:rPr lang="de-DE" smtClean="0"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59A7C4-4344-493E-9666-C879B96DCEF3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5F8131-F6E5-4625-95F1-190F38905590}" type="slidenum">
              <a:rPr lang="de-DE" smtClean="0"/>
              <a:pPr/>
              <a:t>‹Nr.›</a:t>
            </a:fld>
            <a:endParaRPr 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Übung aus dem Lehrbuch</a:t>
            </a:r>
            <a:r>
              <a:rPr lang="de-DE" baseline="0" dirty="0"/>
              <a:t> (4.7):</a:t>
            </a:r>
          </a:p>
          <a:p>
            <a:endParaRPr lang="de-DE" baseline="0" dirty="0"/>
          </a:p>
          <a:p>
            <a:r>
              <a:rPr lang="de-DE" dirty="0"/>
              <a:t>Erzeugen Sie eine neue Präsentation auf der Basis</a:t>
            </a:r>
            <a:r>
              <a:rPr lang="de-DE" baseline="0" dirty="0"/>
              <a:t> der bestehenden Präsentation Computerkurs-E1.</a:t>
            </a:r>
          </a:p>
          <a:p>
            <a:endParaRPr lang="de-DE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baseline="0" dirty="0"/>
              <a:t>Ersetzen Sie im Titel der ersten Folie das Wort „Computerkurse durch „Englischkurse“ und ändern Sie die zweite Folie wie aus der Abbildung ersichtlich.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aseline="0" dirty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i="0" dirty="0"/>
              <a:t>Sichern Sie die Präsentation unter dem Namen „Englischkurs-E1“ und schließen Sie die Präsentation.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1</a:t>
            </a:fld>
            <a:endParaRPr lang="de-DE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Sie möchten auch eine Präsentation für Ihre Französischkurse</a:t>
            </a:r>
            <a:r>
              <a:rPr lang="de-DE" baseline="0" dirty="0"/>
              <a:t> anfertigen. Da sich die Präsentation Englischkurs-E1 als Basis für diese Kursbeschreibung eignet, erstellen Sie eine neue Präsentation auf der Basis dieser Präsentation.</a:t>
            </a:r>
          </a:p>
          <a:p>
            <a:endParaRPr lang="de-DE" baseline="0" dirty="0"/>
          </a:p>
          <a:p>
            <a:r>
              <a:rPr lang="de-DE" baseline="0" dirty="0"/>
              <a:t>Ändern Sie den Titel der Präsentation, indem Sie das Wort „Englischkurse“ durch „Französischkurse“ ersetzen und die Altersangabe „5 - 18“ ergänzen.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2</a:t>
            </a:fld>
            <a:endParaRPr lang="de-DE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/>
              <a:t>Da Sie die Präsentation auf A4-Papier ausdrucken möchten, stellen Sie in der Seitenformatierung das Papierformat A4-Papier (210x297 mm) ein.</a:t>
            </a:r>
          </a:p>
          <a:p>
            <a:endParaRPr lang="de-DE" baseline="0" dirty="0"/>
          </a:p>
          <a:p>
            <a:r>
              <a:rPr lang="de-DE" baseline="0" dirty="0"/>
              <a:t>Stellen Sie wieder das Standardformat Bildschirmpräsentation (4:3) ein und speichern Sie die Präsentation unter dem Namen Französischkurs-E1.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3</a:t>
            </a:fld>
            <a:endParaRPr lang="de-DE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de-DE" baseline="0" dirty="0"/>
              <a:t>Öffnen Sie nun die Dateien Computerkurs-E1 und Englischkurs-E1 und wechseln Sie mithilfe der Taskleiste zwischen den Präsentationen.</a:t>
            </a:r>
          </a:p>
          <a:p>
            <a:endParaRPr lang="de-DE" baseline="0" dirty="0"/>
          </a:p>
          <a:p>
            <a:r>
              <a:rPr lang="de-DE" baseline="0" dirty="0"/>
              <a:t>Schließen Sie alle Präsentationen.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B5F8131-F6E5-4625-95F1-190F38905590}" type="slidenum">
              <a:rPr lang="de-DE" smtClean="0"/>
              <a:pPr/>
              <a:t>4</a:t>
            </a:fld>
            <a:endParaRPr lang="de-DE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el 13"/>
          <p:cNvSpPr>
            <a:spLocks noGrp="1"/>
          </p:cNvSpPr>
          <p:nvPr>
            <p:ph type="ctrTitle"/>
          </p:nvPr>
        </p:nvSpPr>
        <p:spPr>
          <a:xfrm>
            <a:off x="1432560" y="359898"/>
            <a:ext cx="7406640" cy="1472184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22" name="Untertitel 21"/>
          <p:cNvSpPr>
            <a:spLocks noGrp="1"/>
          </p:cNvSpPr>
          <p:nvPr>
            <p:ph type="subTitle" idx="1"/>
          </p:nvPr>
        </p:nvSpPr>
        <p:spPr>
          <a:xfrm>
            <a:off x="1432560" y="1850064"/>
            <a:ext cx="7406640" cy="1752600"/>
          </a:xfrm>
        </p:spPr>
        <p:txBody>
          <a:bodyPr tIns="0"/>
          <a:lstStyle>
            <a:lvl1pPr marL="27432" indent="0" algn="l">
              <a:buNone/>
              <a:defRPr sz="26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de-DE"/>
              <a:t>Formatvorlage des Untertitelmasters durch Klicken bearbeiten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20" name="Fußzeilenplatzhalter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Ellipse 7"/>
          <p:cNvSpPr/>
          <p:nvPr/>
        </p:nvSpPr>
        <p:spPr>
          <a:xfrm>
            <a:off x="921433" y="1413802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1157176" y="1345016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de-DE"/>
              <a:t>Textmasterformate durch Klicken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2282890" y="-54"/>
            <a:ext cx="68580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578392" y="2600325"/>
            <a:ext cx="6400800" cy="2286000"/>
          </a:xfrm>
        </p:spPr>
        <p:txBody>
          <a:bodyPr anchor="t"/>
          <a:lstStyle>
            <a:lvl1pPr algn="l">
              <a:lnSpc>
                <a:spcPts val="4500"/>
              </a:lnSpc>
              <a:buNone/>
              <a:defRPr sz="4000" b="1" cap="all"/>
            </a:lvl1pPr>
            <a:extLst/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2578392" y="1066800"/>
            <a:ext cx="6400800" cy="1509712"/>
          </a:xfrm>
        </p:spPr>
        <p:txBody>
          <a:bodyPr anchor="b"/>
          <a:lstStyle>
            <a:lvl1pPr marL="18288" indent="0">
              <a:lnSpc>
                <a:spcPts val="2300"/>
              </a:lnSpc>
              <a:spcBef>
                <a:spcPts val="0"/>
              </a:spcBef>
              <a:buNone/>
              <a:defRPr sz="2000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de-DE"/>
              <a:t>Textmasterformate durch Klicken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0" name="Rechteck 9"/>
          <p:cNvSpPr/>
          <p:nvPr/>
        </p:nvSpPr>
        <p:spPr bwMode="invGray">
          <a:xfrm>
            <a:off x="2286000" y="0"/>
            <a:ext cx="76200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2172321" y="2814656"/>
            <a:ext cx="210312" cy="210312"/>
          </a:xfrm>
          <a:prstGeom prst="ellipse">
            <a:avLst/>
          </a:prstGeom>
          <a:gradFill rotWithShape="1">
            <a:gsLst>
              <a:gs pos="0">
                <a:schemeClr val="accent1">
                  <a:tint val="20000"/>
                  <a:satMod val="450000"/>
                  <a:alpha val="95000"/>
                </a:schemeClr>
              </a:gs>
              <a:gs pos="50000">
                <a:schemeClr val="accent1">
                  <a:tint val="38000"/>
                  <a:satMod val="250000"/>
                  <a:alpha val="90000"/>
                </a:schemeClr>
              </a:gs>
              <a:gs pos="95000">
                <a:schemeClr val="accent1">
                  <a:tint val="75000"/>
                  <a:satMod val="255000"/>
                  <a:alpha val="88000"/>
                </a:schemeClr>
              </a:gs>
              <a:gs pos="100000">
                <a:schemeClr val="accent1">
                  <a:tint val="100000"/>
                  <a:shade val="90000"/>
                  <a:satMod val="255000"/>
                  <a:alpha val="85000"/>
                </a:schemeClr>
              </a:gs>
            </a:gsLst>
            <a:path path="circle">
              <a:fillToRect l="25000" t="12500" r="75000" b="87500"/>
            </a:path>
          </a:gradFill>
          <a:ln w="2000" cap="rnd" cmpd="sng" algn="ctr">
            <a:solidFill>
              <a:schemeClr val="accent1">
                <a:shade val="90000"/>
                <a:satMod val="110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llipse 8"/>
          <p:cNvSpPr/>
          <p:nvPr/>
        </p:nvSpPr>
        <p:spPr>
          <a:xfrm>
            <a:off x="2408064" y="2745870"/>
            <a:ext cx="64008" cy="64008"/>
          </a:xfrm>
          <a:prstGeom prst="ellipse">
            <a:avLst/>
          </a:prstGeom>
          <a:noFill/>
          <a:ln w="12700" cap="rnd" cmpd="sng" algn="ctr">
            <a:solidFill>
              <a:schemeClr val="accent1">
                <a:shade val="75000"/>
                <a:alpha val="60000"/>
              </a:schemeClr>
            </a:solidFill>
            <a:prstDash val="solid"/>
          </a:ln>
          <a:effectLst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43560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de-DE"/>
              <a:t>Textmasterformate durch Klicken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276088" y="1524000"/>
            <a:ext cx="3657600" cy="466344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de-DE"/>
              <a:t>Textmasterformate durch Klicken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5160336"/>
            <a:ext cx="8229600" cy="1143000"/>
          </a:xfrm>
        </p:spPr>
        <p:txBody>
          <a:bodyPr anchor="ctr"/>
          <a:lstStyle>
            <a:lvl1pPr algn="ctr">
              <a:defRPr sz="4500" b="1" cap="none" baseline="0"/>
            </a:lvl1pPr>
            <a:extLst/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de-DE"/>
              <a:t>Textmasterformate durch Klicken bearbeiten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3"/>
          </p:nvPr>
        </p:nvSpPr>
        <p:spPr>
          <a:xfrm>
            <a:off x="4663440" y="328278"/>
            <a:ext cx="4023360" cy="640080"/>
          </a:xfrm>
          <a:solidFill>
            <a:schemeClr val="bg1"/>
          </a:solidFill>
          <a:ln w="10795">
            <a:solidFill>
              <a:schemeClr val="bg1"/>
            </a:solidFill>
            <a:miter lim="800000"/>
          </a:ln>
        </p:spPr>
        <p:txBody>
          <a:bodyPr anchor="ctr"/>
          <a:lstStyle>
            <a:lvl1pPr marL="64008" indent="0" algn="l">
              <a:lnSpc>
                <a:spcPct val="100000"/>
              </a:lnSpc>
              <a:spcBef>
                <a:spcPts val="100"/>
              </a:spcBef>
              <a:buNone/>
              <a:defRPr sz="19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de-DE"/>
              <a:t>Textmasterformate durch Klicken bearbeiten</a:t>
            </a:r>
          </a:p>
        </p:txBody>
      </p:sp>
      <p:sp>
        <p:nvSpPr>
          <p:cNvPr id="5" name="Inhaltsplatzhalter 4"/>
          <p:cNvSpPr>
            <a:spLocks noGrp="1"/>
          </p:cNvSpPr>
          <p:nvPr>
            <p:ph sz="quarter" idx="2"/>
          </p:nvPr>
        </p:nvSpPr>
        <p:spPr>
          <a:xfrm>
            <a:off x="45720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de-DE"/>
              <a:t>Textmasterformate durch Klicken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63440" y="969336"/>
            <a:ext cx="4023360" cy="4114800"/>
          </a:xfrm>
          <a:ln w="10795">
            <a:solidFill>
              <a:schemeClr val="bg1"/>
            </a:solidFill>
            <a:prstDash val="dash"/>
            <a:miter lim="800000"/>
          </a:ln>
        </p:spPr>
        <p:txBody>
          <a:bodyPr/>
          <a:lstStyle>
            <a:lvl1pPr marL="393192" indent="-274320">
              <a:lnSpc>
                <a:spcPct val="100000"/>
              </a:lnSpc>
              <a:spcBef>
                <a:spcPts val="700"/>
              </a:spcBef>
              <a:defRPr sz="2400"/>
            </a:lvl1pPr>
            <a:lvl2pPr>
              <a:lnSpc>
                <a:spcPct val="100000"/>
              </a:lnSpc>
              <a:spcBef>
                <a:spcPts val="700"/>
              </a:spcBef>
              <a:defRPr sz="2000"/>
            </a:lvl2pPr>
            <a:lvl3pPr>
              <a:lnSpc>
                <a:spcPct val="100000"/>
              </a:lnSpc>
              <a:spcBef>
                <a:spcPts val="700"/>
              </a:spcBef>
              <a:defRPr sz="1800"/>
            </a:lvl3pPr>
            <a:lvl4pPr>
              <a:lnSpc>
                <a:spcPct val="100000"/>
              </a:lnSpc>
              <a:spcBef>
                <a:spcPts val="700"/>
              </a:spcBef>
              <a:defRPr sz="1600"/>
            </a:lvl4pPr>
            <a:lvl5pPr>
              <a:lnSpc>
                <a:spcPct val="100000"/>
              </a:lnSpc>
              <a:spcBef>
                <a:spcPts val="700"/>
              </a:spcBef>
              <a:defRPr sz="1600"/>
            </a:lvl5pPr>
            <a:extLst/>
          </a:lstStyle>
          <a:p>
            <a:pPr lvl="0" eaLnBrk="1" latinLnBrk="0" hangingPunct="1"/>
            <a:r>
              <a:rPr lang="de-DE"/>
              <a:t>Textmasterformate durch Klicken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435608" y="274320"/>
            <a:ext cx="7498080" cy="1143000"/>
          </a:xfrm>
        </p:spPr>
        <p:txBody>
          <a:bodyPr anchor="ctr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hteck 4"/>
          <p:cNvSpPr/>
          <p:nvPr/>
        </p:nvSpPr>
        <p:spPr>
          <a:xfrm>
            <a:off x="1014984" y="0"/>
            <a:ext cx="8129016" cy="6858000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6" name="Rechteck 5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0" y="216778"/>
            <a:ext cx="3810000" cy="1162050"/>
          </a:xfrm>
          <a:ln>
            <a:noFill/>
          </a:ln>
        </p:spPr>
        <p:txBody>
          <a:bodyPr anchor="b"/>
          <a:lstStyle>
            <a:lvl1pPr algn="l">
              <a:lnSpc>
                <a:spcPts val="2000"/>
              </a:lnSpc>
              <a:buNone/>
              <a:defRPr sz="2200" b="1" cap="all" baseline="0"/>
            </a:lvl1pPr>
            <a:extLst/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2"/>
          </p:nvPr>
        </p:nvSpPr>
        <p:spPr>
          <a:xfrm>
            <a:off x="457200" y="1406964"/>
            <a:ext cx="3810000" cy="698500"/>
          </a:xfrm>
        </p:spPr>
        <p:txBody>
          <a:bodyPr/>
          <a:lstStyle>
            <a:lvl1pPr marL="45720" indent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8153400" cy="399256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de-DE"/>
              <a:t>Textmasterformate durch Klicken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86896" y="1066800"/>
            <a:ext cx="2743200" cy="1981200"/>
          </a:xfrm>
        </p:spPr>
        <p:txBody>
          <a:bodyPr anchor="b">
            <a:noAutofit/>
          </a:bodyPr>
          <a:lstStyle>
            <a:lvl1pPr algn="l">
              <a:buNone/>
              <a:defRPr sz="2100" b="1">
                <a:effectLst/>
              </a:defRPr>
            </a:lvl1pPr>
            <a:extLst/>
          </a:lstStyle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8" name="Rechteck 7"/>
          <p:cNvSpPr/>
          <p:nvPr/>
        </p:nvSpPr>
        <p:spPr>
          <a:xfrm>
            <a:off x="762000" y="1066800"/>
            <a:ext cx="4572000" cy="4572000"/>
          </a:xfrm>
          <a:prstGeom prst="rect">
            <a:avLst/>
          </a:prstGeom>
          <a:solidFill>
            <a:srgbClr val="FFFFFF"/>
          </a:solidFill>
          <a:ln w="88900" cap="sq">
            <a:solidFill>
              <a:srgbClr val="FFFFFF"/>
            </a:solidFill>
            <a:miter lim="800000"/>
          </a:ln>
          <a:effectLst>
            <a:outerShdw blurRad="55500" dist="18500" dir="5400000" algn="tl" rotWithShape="0">
              <a:srgbClr val="000000">
                <a:alpha val="3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635">
            <a:bevelT w="25400" h="19050"/>
            <a:contourClr>
              <a:srgbClr val="969696"/>
            </a:contourClr>
          </a:sp3d>
        </p:spPr>
        <p:txBody>
          <a:bodyPr lIns="91440" tIns="274320" rtlCol="0" anchor="t">
            <a:normAutofit/>
          </a:bodyPr>
          <a:lstStyle/>
          <a:p>
            <a:pPr marL="0" indent="-283464" algn="l" rtl="0" eaLnBrk="1" latinLnBrk="0" hangingPunct="1">
              <a:lnSpc>
                <a:spcPts val="3000"/>
              </a:lnSpc>
              <a:spcBef>
                <a:spcPts val="600"/>
              </a:spcBef>
              <a:buClr>
                <a:schemeClr val="accent1"/>
              </a:buClr>
              <a:buSzPct val="80000"/>
              <a:buFont typeface="Wingdings 2"/>
              <a:buNone/>
            </a:pPr>
            <a:endParaRPr kumimoji="0" lang="en-US" sz="32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838200" y="1143003"/>
            <a:ext cx="4419600" cy="3514531"/>
          </a:xfrm>
          <a:prstGeom prst="roundRect">
            <a:avLst>
              <a:gd name="adj" fmla="val 783"/>
            </a:avLst>
          </a:prstGeom>
          <a:solidFill>
            <a:schemeClr val="bg2"/>
          </a:solidFill>
          <a:ln w="127000">
            <a:noFill/>
            <a:miter lim="800000"/>
          </a:ln>
          <a:effectLst/>
        </p:spPr>
        <p:txBody>
          <a:bodyPr lIns="91440" tIns="274320" anchor="t"/>
          <a:lstStyle>
            <a:lvl1pPr indent="0">
              <a:buNone/>
              <a:defRPr sz="3200"/>
            </a:lvl1pPr>
            <a:extLst/>
          </a:lstStyle>
          <a:p>
            <a:pPr marL="0" algn="l" eaLnBrk="1" latinLnBrk="0" hangingPunct="1"/>
            <a:r>
              <a:rPr kumimoji="0" lang="de-DE"/>
              <a:t>Bild durch Klicken auf Symbol hinzufügen</a:t>
            </a:r>
            <a:endParaRPr kumimoji="0" lang="en-US" dirty="0"/>
          </a:p>
        </p:txBody>
      </p:sp>
      <p:sp>
        <p:nvSpPr>
          <p:cNvPr id="9" name="Flussdiagramm: Prozess 8"/>
          <p:cNvSpPr/>
          <p:nvPr/>
        </p:nvSpPr>
        <p:spPr>
          <a:xfrm rot="19468671">
            <a:off x="396725" y="954341"/>
            <a:ext cx="685800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shade val="90000"/>
                <a:satMod val="200000"/>
                <a:alpha val="4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Flussdiagramm: Prozess 9"/>
          <p:cNvSpPr/>
          <p:nvPr/>
        </p:nvSpPr>
        <p:spPr>
          <a:xfrm rot="2103354" flipH="1">
            <a:off x="5003667" y="936786"/>
            <a:ext cx="649224" cy="204310"/>
          </a:xfrm>
          <a:prstGeom prst="flowChartProcess">
            <a:avLst/>
          </a:prstGeom>
          <a:solidFill>
            <a:srgbClr val="FBFBFB">
              <a:alpha val="45098"/>
            </a:srgbClr>
          </a:solidFill>
          <a:ln w="6350" cap="rnd" cmpd="sng" algn="ctr">
            <a:solidFill>
              <a:srgbClr val="FFFFFF">
                <a:alpha val="100000"/>
              </a:srgbClr>
            </a:solidFill>
            <a:prstDash val="solid"/>
          </a:ln>
          <a:effectLst>
            <a:outerShdw blurRad="25400" dist="25400" dir="3300000" sx="96000" sy="96000" algn="tl" rotWithShape="0">
              <a:schemeClr val="bg2">
                <a:alpha val="20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838200" y="4800600"/>
            <a:ext cx="4419600" cy="762000"/>
          </a:xfrm>
        </p:spPr>
        <p:txBody>
          <a:bodyPr anchor="ctr"/>
          <a:lstStyle>
            <a:lvl1pPr marL="0" indent="0" algn="l">
              <a:lnSpc>
                <a:spcPts val="1600"/>
              </a:lnSpc>
              <a:spcBef>
                <a:spcPts val="0"/>
              </a:spcBef>
              <a:buNone/>
              <a:defRPr sz="1400">
                <a:solidFill>
                  <a:srgbClr val="777777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de-DE"/>
              <a:t>Textmasterformate durch Klicken bearbeiten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de-DE"/>
              <a:t>Textmasterformate durch Klicken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858000" y="274639"/>
            <a:ext cx="1828800" cy="5851525"/>
          </a:xfrm>
        </p:spPr>
        <p:txBody>
          <a:bodyPr vert="eaVert"/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11430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de-DE"/>
              <a:t>Textmasterformate durch Klicken bearbeiten</a:t>
            </a:r>
          </a:p>
          <a:p>
            <a:pPr lvl="1" eaLnBrk="1" latinLnBrk="0" hangingPunct="1"/>
            <a:r>
              <a:rPr lang="de-DE"/>
              <a:t>Zweite Ebene</a:t>
            </a:r>
          </a:p>
          <a:p>
            <a:pPr lvl="2" eaLnBrk="1" latinLnBrk="0" hangingPunct="1"/>
            <a:r>
              <a:rPr lang="de-DE"/>
              <a:t>Dritte Ebene</a:t>
            </a:r>
          </a:p>
          <a:p>
            <a:pPr lvl="3" eaLnBrk="1" latinLnBrk="0" hangingPunct="1"/>
            <a:r>
              <a:rPr lang="de-DE"/>
              <a:t>Vierte Ebene</a:t>
            </a:r>
          </a:p>
          <a:p>
            <a:pPr lvl="4" eaLnBrk="1" latinLnBrk="0" hangingPunct="1"/>
            <a:r>
              <a:rPr lang="de-DE"/>
              <a:t>Fünfte Ebene</a:t>
            </a:r>
            <a:endParaRPr kumimoji="0" lang="en-US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orte 6"/>
          <p:cNvSpPr/>
          <p:nvPr/>
        </p:nvSpPr>
        <p:spPr>
          <a:xfrm>
            <a:off x="-815927" y="-815922"/>
            <a:ext cx="1638887" cy="1638887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Ellipse 7"/>
          <p:cNvSpPr/>
          <p:nvPr/>
        </p:nvSpPr>
        <p:spPr>
          <a:xfrm>
            <a:off x="168816" y="21102"/>
            <a:ext cx="1702191" cy="1702191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ad 10"/>
          <p:cNvSpPr/>
          <p:nvPr/>
        </p:nvSpPr>
        <p:spPr>
          <a:xfrm rot="2315675">
            <a:off x="182881" y="1055077"/>
            <a:ext cx="1125717" cy="1102624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hteck 11"/>
          <p:cNvSpPr/>
          <p:nvPr/>
        </p:nvSpPr>
        <p:spPr>
          <a:xfrm>
            <a:off x="1012873" y="-54"/>
            <a:ext cx="8131127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5" name="Titelplatzhalter 4"/>
          <p:cNvSpPr>
            <a:spLocks noGrp="1"/>
          </p:cNvSpPr>
          <p:nvPr>
            <p:ph type="title"/>
          </p:nvPr>
        </p:nvSpPr>
        <p:spPr>
          <a:xfrm>
            <a:off x="1435608" y="274638"/>
            <a:ext cx="7498080" cy="114300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de-DE"/>
              <a:t>Titelmasterformat durch Klicken bearbeiten</a:t>
            </a:r>
            <a:endParaRPr kumimoji="0" lang="en-US"/>
          </a:p>
        </p:txBody>
      </p:sp>
      <p:sp>
        <p:nvSpPr>
          <p:cNvPr id="9" name="Textplatzhalter 8"/>
          <p:cNvSpPr>
            <a:spLocks noGrp="1"/>
          </p:cNvSpPr>
          <p:nvPr>
            <p:ph type="body" idx="1"/>
          </p:nvPr>
        </p:nvSpPr>
        <p:spPr>
          <a:xfrm>
            <a:off x="1435608" y="1447800"/>
            <a:ext cx="7498080" cy="48006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de-DE"/>
              <a:t>Textmasterformate durch Klicken bearbeiten</a:t>
            </a:r>
          </a:p>
          <a:p>
            <a:pPr lvl="1" eaLnBrk="1" latinLnBrk="0" hangingPunct="1"/>
            <a:r>
              <a:rPr kumimoji="0" lang="de-DE"/>
              <a:t>Zweite Ebene</a:t>
            </a:r>
          </a:p>
          <a:p>
            <a:pPr lvl="2" eaLnBrk="1" latinLnBrk="0" hangingPunct="1"/>
            <a:r>
              <a:rPr kumimoji="0" lang="de-DE"/>
              <a:t>Dritte Ebene</a:t>
            </a:r>
          </a:p>
          <a:p>
            <a:pPr lvl="3" eaLnBrk="1" latinLnBrk="0" hangingPunct="1"/>
            <a:r>
              <a:rPr kumimoji="0" lang="de-DE"/>
              <a:t>Vierte Ebene</a:t>
            </a:r>
          </a:p>
          <a:p>
            <a:pPr lvl="4" eaLnBrk="1" latinLnBrk="0" hangingPunct="1"/>
            <a:r>
              <a:rPr kumimoji="0" lang="de-DE"/>
              <a:t>Fünfte Ebene</a:t>
            </a:r>
            <a:endParaRPr kumimoji="0" lang="en-US"/>
          </a:p>
        </p:txBody>
      </p:sp>
      <p:sp>
        <p:nvSpPr>
          <p:cNvPr id="24" name="Datumsplatzhalter 23"/>
          <p:cNvSpPr>
            <a:spLocks noGrp="1"/>
          </p:cNvSpPr>
          <p:nvPr>
            <p:ph type="dt" sz="half" idx="2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</p:spPr>
        <p:txBody>
          <a:bodyPr anchor="b"/>
          <a:lstStyle>
            <a:lvl1pPr algn="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</a:defRPr>
            </a:lvl1pPr>
            <a:extLst/>
          </a:lstStyle>
          <a:p>
            <a:fld id="{C461B729-02C4-4B6D-8515-809B81B91645}" type="datetimeFigureOut">
              <a:rPr lang="de-DE" smtClean="0"/>
              <a:pPr/>
              <a:t>13.03.2024</a:t>
            </a:fld>
            <a:endParaRPr lang="de-DE"/>
          </a:p>
        </p:txBody>
      </p:sp>
      <p:sp>
        <p:nvSpPr>
          <p:cNvPr id="10" name="Fußzeilenplatzhalter 9"/>
          <p:cNvSpPr>
            <a:spLocks noGrp="1"/>
          </p:cNvSpPr>
          <p:nvPr>
            <p:ph type="ftr" sz="quarter" idx="3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</p:spPr>
        <p:txBody>
          <a:bodyPr anchor="b"/>
          <a:lstStyle>
            <a:lvl1pPr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endParaRPr lang="de-DE"/>
          </a:p>
        </p:txBody>
      </p:sp>
      <p:sp>
        <p:nvSpPr>
          <p:cNvPr id="22" name="Foliennummernplatzhalter 21"/>
          <p:cNvSpPr>
            <a:spLocks noGrp="1"/>
          </p:cNvSpPr>
          <p:nvPr>
            <p:ph type="sldNum" sz="quarter" idx="4"/>
          </p:nvPr>
        </p:nvSpPr>
        <p:spPr>
          <a:xfrm>
            <a:off x="8613648" y="6305550"/>
            <a:ext cx="457200" cy="476250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200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1F495C7-4F3C-4ED9-8CFF-8CCDF21999EA}" type="slidenum">
              <a:rPr lang="de-DE" smtClean="0"/>
              <a:pPr/>
              <a:t>‹Nr.›</a:t>
            </a:fld>
            <a:endParaRPr lang="de-DE"/>
          </a:p>
        </p:txBody>
      </p:sp>
      <p:sp>
        <p:nvSpPr>
          <p:cNvPr id="15" name="Rechteck 14"/>
          <p:cNvSpPr/>
          <p:nvPr/>
        </p:nvSpPr>
        <p:spPr bwMode="invGray">
          <a:xfrm>
            <a:off x="1014984" y="-54"/>
            <a:ext cx="73152" cy="6858054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300" kern="1200">
          <a:solidFill>
            <a:schemeClr val="tx2">
              <a:satMod val="130000"/>
            </a:schemeClr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83464" algn="l" rtl="0" eaLnBrk="1" latinLnBrk="0" hangingPunct="1">
        <a:lnSpc>
          <a:spcPct val="100000"/>
        </a:lnSpc>
        <a:spcBef>
          <a:spcPts val="600"/>
        </a:spcBef>
        <a:buClr>
          <a:schemeClr val="accent1"/>
        </a:buClr>
        <a:buSzPct val="80000"/>
        <a:buFont typeface="Wingdings 2"/>
        <a:buChar char="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37744" algn="l" rtl="0" eaLnBrk="1" latinLnBrk="0" hangingPunct="1">
        <a:lnSpc>
          <a:spcPct val="100000"/>
        </a:lnSpc>
        <a:spcBef>
          <a:spcPts val="550"/>
        </a:spcBef>
        <a:buClr>
          <a:schemeClr val="accent1"/>
        </a:buClr>
        <a:buFont typeface="Verdana"/>
        <a:buChar char="◦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886968" indent="-228600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173736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182880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508760" indent="-182880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07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1920240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2130552" indent="-182880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Englischkurse für Kids</a:t>
            </a:r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Kurse für Kinder und Jugendliche von 4 – 14 Jahren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Kindgerechte Kurse durch: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Pädagogisch geschulte Muttersprachler</a:t>
            </a:r>
          </a:p>
          <a:p>
            <a:r>
              <a:rPr lang="de-DE" dirty="0"/>
              <a:t>Speziell für die unterschiedlichen Altersstufen aufbereitetes Schulungsmaterial</a:t>
            </a:r>
          </a:p>
          <a:p>
            <a:r>
              <a:rPr lang="de-DE" dirty="0"/>
              <a:t>Audio- und Videomaterialien</a:t>
            </a:r>
          </a:p>
          <a:p>
            <a:r>
              <a:rPr lang="de-DE" dirty="0"/>
              <a:t>Auf die Konzentrationsfähigkeit von Kindern abgestimmte Kurszeiten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Wir bieten günstige Konditionen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50.- € monatliche Kursgebühr bei einer Zeitstunde Unterricht je Woche</a:t>
            </a:r>
          </a:p>
          <a:p>
            <a:r>
              <a:rPr lang="de-DE" dirty="0"/>
              <a:t>Ermäßigung der Kursgebühr um 25% ab dem zweiten Kind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Ihr Vorteil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de-DE" dirty="0"/>
              <a:t>Alle ausgefallenen Stunden können nachgeholt werden! Dies gilt z.B. für…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de-DE" dirty="0"/>
              <a:t>… Kursstunden, die durch Ferien entfallen</a:t>
            </a:r>
          </a:p>
          <a:p>
            <a:r>
              <a:rPr lang="de-DE" dirty="0"/>
              <a:t>… Kursausfall </a:t>
            </a:r>
            <a:r>
              <a:rPr lang="de-DE"/>
              <a:t>durch Krankheit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3b Computerkurs-E1">
  <a:themeElements>
    <a:clrScheme name="Nyad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Nya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Nyad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3b Computerkurs-E1</Template>
  <TotalTime>0</TotalTime>
  <Words>285</Words>
  <Application>Microsoft Office PowerPoint</Application>
  <PresentationFormat>Bildschirmpräsentation (4:3)</PresentationFormat>
  <Paragraphs>34</Paragraphs>
  <Slides>4</Slides>
  <Notes>4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9" baseType="lpstr">
      <vt:lpstr>Calibri</vt:lpstr>
      <vt:lpstr>Gill Sans MT</vt:lpstr>
      <vt:lpstr>Verdana</vt:lpstr>
      <vt:lpstr>Wingdings 2</vt:lpstr>
      <vt:lpstr>3b Computerkurs-E1</vt:lpstr>
      <vt:lpstr>Englischkurse für Kids</vt:lpstr>
      <vt:lpstr>Kindgerechte Kurse durch:</vt:lpstr>
      <vt:lpstr>Wir bieten günstige Konditionen</vt:lpstr>
      <vt:lpstr>Ihr Vorteil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Englischkurse für Kids</dc:title>
  <dc:creator>microstar</dc:creator>
  <cp:lastModifiedBy>P09</cp:lastModifiedBy>
  <cp:revision>3</cp:revision>
  <dcterms:created xsi:type="dcterms:W3CDTF">2007-11-27T14:56:50Z</dcterms:created>
  <dcterms:modified xsi:type="dcterms:W3CDTF">2024-03-13T19:50:57Z</dcterms:modified>
</cp:coreProperties>
</file>
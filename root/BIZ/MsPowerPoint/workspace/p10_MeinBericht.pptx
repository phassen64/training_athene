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7" r:id="rId2"/>
    <p:sldId id="259" r:id="rId3"/>
    <p:sldId id="260" r:id="rId4"/>
    <p:sldId id="261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8" autoAdjust="0"/>
    <p:restoredTop sz="86444" autoAdjust="0"/>
  </p:normalViewPr>
  <p:slideViewPr>
    <p:cSldViewPr>
      <p:cViewPr varScale="1">
        <p:scale>
          <a:sx n="98" d="100"/>
          <a:sy n="98" d="100"/>
        </p:scale>
        <p:origin x="15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7BE236C3-FE0E-4BC2-AE14-7D313A12189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210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90FF4-881F-4F35-8639-AC3CF167A20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83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2C79-A7ED-4784-8D2E-0AA7405803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089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2150-EF24-430A-8105-43723EF0374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04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2C79-A7ED-4784-8D2E-0AA74058038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27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C4D4-3C3C-40E5-A837-2AE1135C05F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79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C8E6-7FD7-4D54-9E27-023176252AAE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0CD9-8024-4CD2-A5CE-4A9507677C4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60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B3E6-1A7B-4FCB-BE8D-8EA5599CA70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89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13E-402F-47A2-8D86-F2AB3247C69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82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718CC-1EEF-415E-806C-EDBCD5E59AF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476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B66FDE-FB5F-403D-A911-74A161914D9A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58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AD02C79-A7ED-4784-8D2E-0AA74058038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74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Marketing-Bericht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Mono &amp; Poly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Ausweitung des Exports nach Westeuropa</a:t>
            </a:r>
          </a:p>
          <a:p>
            <a:r>
              <a:rPr lang="de-DE" dirty="0"/>
              <a:t>Erreichen der Marktführerschaft</a:t>
            </a:r>
          </a:p>
          <a:p>
            <a:r>
              <a:rPr lang="de-DE" dirty="0"/>
              <a:t>Entwicklung innovativer Produkte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Jetzige Situation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 wenig Neukunden</a:t>
            </a:r>
          </a:p>
          <a:p>
            <a:r>
              <a:rPr lang="de-DE" dirty="0"/>
              <a:t>Großer Konkurrenzdruck</a:t>
            </a:r>
          </a:p>
          <a:p>
            <a:r>
              <a:rPr lang="de-DE" dirty="0"/>
              <a:t>Hohe Abhängigkeit von Großhändlern</a:t>
            </a:r>
          </a:p>
          <a:p>
            <a:r>
              <a:rPr lang="de-DE" dirty="0"/>
              <a:t>Rückläufige Umsatzzahlen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Gründe für diese Situation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Verkaufsgebiete sind zu groß</a:t>
            </a:r>
          </a:p>
          <a:p>
            <a:pPr lvl="1"/>
            <a:r>
              <a:rPr lang="de-DE" dirty="0"/>
              <a:t>Können nicht optimal betreut werden</a:t>
            </a:r>
          </a:p>
          <a:p>
            <a:pPr lvl="1"/>
            <a:r>
              <a:rPr lang="de-DE" dirty="0"/>
              <a:t>Dadurch unzufriedene Kunden</a:t>
            </a:r>
          </a:p>
          <a:p>
            <a:r>
              <a:rPr lang="de-DE" dirty="0"/>
              <a:t>Wenig Neuentwicklungen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Alternativen 1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de-DE" dirty="0"/>
              <a:t>Neustrukturierung der Absatzgebiete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Personalbedarf im Außendienst erhöhen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Besondere Betreuung des Großhandels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Verstärkte Neukundenwerbung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Alternativen 2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de-DE" dirty="0"/>
              <a:t>Verbesserung des Kundendienstes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Hotline</a:t>
            </a:r>
          </a:p>
          <a:p>
            <a:pPr lvl="3">
              <a:lnSpc>
                <a:spcPct val="90000"/>
              </a:lnSpc>
            </a:pPr>
            <a:r>
              <a:rPr lang="de-DE" dirty="0"/>
              <a:t>0130-123567</a:t>
            </a:r>
          </a:p>
          <a:p>
            <a:pPr lvl="2">
              <a:lnSpc>
                <a:spcPct val="90000"/>
              </a:lnSpc>
            </a:pPr>
            <a:r>
              <a:rPr lang="de-DE" dirty="0"/>
              <a:t>24-Stunden-Lieferservice</a:t>
            </a:r>
          </a:p>
        </p:txBody>
      </p:sp>
    </p:spTree>
    <p:extLst>
      <p:ext uri="{BB962C8B-B14F-4D97-AF65-F5344CB8AC3E}">
        <p14:creationId xmlns:p14="http://schemas.microsoft.com/office/powerpoint/2010/main" val="195706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Empfehlungen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Motivation der Mitarbeiter durch</a:t>
            </a:r>
          </a:p>
          <a:p>
            <a:r>
              <a:rPr lang="de-DE" dirty="0"/>
              <a:t>Intensive Akquisition von Großkunden</a:t>
            </a:r>
          </a:p>
          <a:p>
            <a:r>
              <a:rPr lang="de-DE" dirty="0"/>
              <a:t>Verstärkte Werbung in neuen Medien</a:t>
            </a:r>
          </a:p>
          <a:p>
            <a:r>
              <a:rPr lang="de-DE" dirty="0"/>
              <a:t>Marktgerechte Preisgestaltung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icht">
  <a:themeElements>
    <a:clrScheme name="An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n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n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89</Words>
  <Application>Microsoft Office PowerPoint</Application>
  <PresentationFormat>Bildschirmpräsentation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Ansicht</vt:lpstr>
      <vt:lpstr>Marketing-Bericht</vt:lpstr>
      <vt:lpstr>Ziele</vt:lpstr>
      <vt:lpstr>Jetzige Situation</vt:lpstr>
      <vt:lpstr>Gründe für diese Situation</vt:lpstr>
      <vt:lpstr>Mögliche Alternativen 1</vt:lpstr>
      <vt:lpstr>Mögliche Alternativen 2</vt:lpstr>
      <vt:lpstr>Empfehlungen</vt:lpstr>
    </vt:vector>
  </TitlesOfParts>
  <Company>HERDT Verlag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Marketing-Bericht</dc:title>
  <dc:creator>Tina Wegener</dc:creator>
  <cp:lastModifiedBy>P09</cp:lastModifiedBy>
  <cp:revision>8</cp:revision>
  <dcterms:created xsi:type="dcterms:W3CDTF">2003-08-18T08:45:23Z</dcterms:created>
  <dcterms:modified xsi:type="dcterms:W3CDTF">2024-04-10T18:16:11Z</dcterms:modified>
</cp:coreProperties>
</file>

<file path=[Content_Types].xml><?xml version="1.0" encoding="utf-8"?>
<Types xmlns="http://schemas.openxmlformats.org/package/2006/content-types">
  <Default Extension="png" ContentType="image/png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E609E-A7B6-43DA-9A4A-5C39BF47A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9B243E-5387-4ECA-B6CD-1A5AF232D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779EAC-589F-4400-B7A7-671AC700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D8F8D5-070F-430B-AA9A-B2507C8D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CE7EDA-DD31-40F0-AD54-217264DA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53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B17BA-2CC4-454F-8161-4E8DD66B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6CF815-D64A-44D6-ADFB-3629E3E14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25E1CC-9C43-4C78-ACAE-773EFDF9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80CF52-9611-4232-9F32-6085193F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5A2A53-6C18-4390-B37A-9CF3FABC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30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E19F6-6F45-4D8A-9393-3B1798A3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B2E155-6CE5-4691-9345-CC1F3BD10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E17F3-7AA3-4A91-BBE2-36DCB060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40EEA1-9307-4005-86C3-3CB0CB56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1DB79-94B1-4F1D-BA16-B88DFF62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46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F83E9-D7AE-4FC6-91A3-26F45172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8805F2-6B45-4E2B-8EDC-E1A8776D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50A0D9-7074-4A1D-91F8-DC688EDCB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7A9FE4-91AD-4AA4-BC02-1A942F17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685E57-0FEC-4F33-8203-8169317A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FC872F-7A7C-4BE6-8BCC-4A6B6E76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3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D44046-0F8B-4277-BCE0-F5DB8F35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31540B-3A56-40E0-922D-9C07F422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24230A-B7BE-4F0E-9F76-1CD953A4C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BFF6BD-5809-4BA9-A066-F657322F4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62E5414-872B-46EA-8746-5FD65A1E4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0EBCB51-EBB8-40BB-AFAE-644EF1EF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1F2854-A93B-4C27-9DCD-8DAA3BF8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3EE82DF-06A6-4F14-8168-089DD367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56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90D68-6A5A-4930-B66A-ED91BE56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D6C501-5A66-410F-8B7E-1A520F88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08B972-F19C-404C-BBEE-0C08E0C3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328411-A352-4CE4-9214-50DE494A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04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C5A577-4822-4836-88B7-BDE5C9FD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842548-91E3-4E8C-A472-138C350D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BA9BF8-1A9E-48B7-BBA0-C29F5F81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141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187F2-940D-4053-8ED2-2A5E0EAD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3DAABE-3C94-4BA0-ADF6-9CFFE4A91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3B2201-EC87-4572-897C-B559D867F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0F167D-ED1A-4707-928E-E5ADC4EA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754E57-58CE-42F7-9D76-59F51145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C5DC8E-CFB1-4A20-8DAF-90D44B84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0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564B0-ADDA-42A2-993F-311FE924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AEB5A3-532C-4295-ADE0-E625C9986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664ADD-BE29-4239-A4C5-0DA8767AB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F1B43B-6D33-4FF7-AD05-5D962B97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4BF42C-393A-4C2A-AAB9-83881BAD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729088-BB14-4CE2-A24E-CC17A004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32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BA649-327F-4F95-A044-15081F33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2EC68A-CECC-4005-A41A-773C9774A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73D6E3-795D-4AED-8029-10AEFF37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CB6F73-0716-456E-9C41-A5E81CEA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72C77E-327B-4B88-ABA7-14454706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85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1848A45-86A9-45CF-B460-48CCAA661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63DEB0-1E28-4CF5-80BE-FB4019971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B63F4-F291-4288-AA4E-57A09234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17376E-5AF6-48DD-BAA8-4CE051C7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975539-ACB0-4580-89E0-059ADF34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17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1864775-3E82-4713-9C7B-754E7322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2B4983-DE6F-4A54-B326-AADEA192E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B13699-56F4-4659-9623-81A3A3908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85DD1-6EFE-4659-A05D-7A23A0E88FE7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D50332-9B5B-40B6-B4BF-59D2B7A9D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D7EDDB-C5A3-4E4E-8C3A-42B435025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164B-5A5C-45AD-B040-BB41266632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74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8B6DB08-655D-4537-A5F7-0FE240EE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Musik</a:t>
            </a:r>
          </a:p>
        </p:txBody>
      </p:sp>
      <p:pic>
        <p:nvPicPr>
          <p:cNvPr id="7" name="Amanda">
            <a:hlinkClick r:id="" action="ppaction://media"/>
            <a:extLst>
              <a:ext uri="{FF2B5EF4-FFF2-40B4-BE49-F238E27FC236}">
                <a16:creationId xmlns:a16="http://schemas.microsoft.com/office/drawing/2014/main" id="{5E957033-3AAC-477B-9A3A-600B7AF6A8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3667" y="4183327"/>
            <a:ext cx="609600" cy="609600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FEBEE6-DB2A-4106-BD1F-3281A95D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266"/>
            <a:ext cx="10515600" cy="4351338"/>
          </a:xfrm>
        </p:spPr>
        <p:txBody>
          <a:bodyPr/>
          <a:lstStyle/>
          <a:p>
            <a:r>
              <a:rPr lang="de-DE" dirty="0"/>
              <a:t>Dies ist meine Musik</a:t>
            </a:r>
          </a:p>
        </p:txBody>
      </p:sp>
      <p:pic>
        <p:nvPicPr>
          <p:cNvPr id="2" name="Amanda">
            <a:hlinkClick r:id="" action="ppaction://media"/>
            <a:extLst>
              <a:ext uri="{FF2B5EF4-FFF2-40B4-BE49-F238E27FC236}">
                <a16:creationId xmlns:a16="http://schemas.microsoft.com/office/drawing/2014/main" id="{02F7F1F2-B575-4F55-AE52-2649A9812F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0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46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64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2</Paragraphs>
  <Slides>1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Musik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Musik</dc:title>
  <dc:creator>P09</dc:creator>
  <cp:lastModifiedBy>P09</cp:lastModifiedBy>
  <cp:revision>5</cp:revision>
  <dcterms:created xsi:type="dcterms:W3CDTF">2024-04-10T19:23:13Z</dcterms:created>
  <dcterms:modified xsi:type="dcterms:W3CDTF">2024-04-17T19:14:37Z</dcterms:modified>
</cp:coreProperties>
</file>
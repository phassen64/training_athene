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D36A0-3D88-4AD6-BE93-5145B0589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8371D9-CF60-4F2D-9407-6E3F8DBB1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9066D0-0548-4105-B5C3-4A2A7622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903F93-0C40-41A3-B2EB-C26F293E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3F935F-F707-4A79-9E07-F0E568F0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91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1D6D9-AC33-409E-9AE9-1885716B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D2F23E-878A-43D8-A5ED-39F3F2986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A40C61-3064-45CD-88DE-F22E273B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987989-9525-455B-8D06-B8BEA081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79B6D3-AED5-416B-8F0F-13916A67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5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62395-C510-4F41-BE22-AAD0428C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0FC302-3B22-43EF-90B4-CFA8F274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1621D8-1C2A-48B6-945C-F1B2EB56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1D64D0-0B71-4F81-A462-2DC6848E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32090D-C63D-4863-816A-BACDE021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84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4D7EC-BACD-467B-97C3-130B31E7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9BFEFB-13B5-40D9-9AB8-160B88E37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C68761-6689-4AE1-87F7-4CA9B97D9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7C8E93-2FAF-40CB-9294-42B134FD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AF198B-A9F4-463E-BF91-D216B431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9A592E-79BD-437E-B54C-295167CA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52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E1E84-9C2C-4C87-B3A4-35617924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C03AB6-DB21-4552-8A61-A46C49953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09C35B-D352-4308-BD35-AB3BE73CB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C4C818-DD14-4556-8E8D-98AF5D4E1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6D6BF2-F71D-4C2F-970D-AB769C2E7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2220E2-64B2-4941-B9B4-F434ABFC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FBAFBF-045A-4AEE-A2B3-BBA1D922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A11ECEF-2DC6-4DAF-8E7E-F21E63E8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51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37E49-89D4-4780-9558-AC619285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2BD001-1CC3-4BBB-B549-F60717DB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3D2253-1488-4E81-B8C6-03E30E9F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9C5D0A-82D1-428F-B28A-A87F954C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36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7DF1C8-AB7F-49A8-BAE1-05A32FC0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7FE320-56A2-4A01-9204-0474427E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EB2EE4-1DE4-44F4-995B-F51CFC66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0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A1EF0-21D8-477E-9E0D-9F82D04E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AE9FA2-33A5-4420-9C43-8EB7A760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9C3C67-1BBC-4511-AFDD-E75A5435D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B99238-12BF-4A20-9006-F88DEEC9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827AF1-7FBF-4EFD-BF17-04BF9499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DF6141-BF77-4D83-B44F-2ABF5FE6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64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57D62D-D69F-4E6D-9E2D-04D95D28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17D289-C207-453F-97AC-B7521F5DD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A226F2-17DB-4B8F-9A6C-F026A7446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FF56B6-B4C7-4002-8FE0-47CD6D6F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3791B0-820D-4047-A157-87F85FBD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2416F8-1D35-4963-A56D-1F2508C5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13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8CCD4-39C3-42B5-BB57-816D514E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90584E-FCB9-4315-A002-113A755C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660EE4-FA11-4BD1-80BF-76CC9170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FD6073-1470-4EB6-88FA-849AD81D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D4714-6C9A-4D96-B498-B80393ED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72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B0058A-D81C-43BF-9C3D-6507E0852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7E9DE4-796F-4EF8-BAB5-A30FDC3F7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502E18-EC5E-4DF6-83F1-BF0C5EEE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0F47D7-D4AC-4495-BFA6-10576FAB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BF2511-BA2A-48D5-B9EE-95C05170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95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5310AA9-1FDC-439F-BAB7-FC76C371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3793CE-FEBB-4396-BD74-420759050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8AC718-6C88-4220-A9A1-48F4A422B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285E6-5DED-4643-A10D-1E9854952449}" type="datetimeFigureOut">
              <a:rPr lang="de-DE" smtClean="0"/>
              <a:t>17.04.2024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19E5F-F797-45F4-ADB8-EC77095E6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FE296D-2B94-473D-A4DA-B8EDE3CD0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B053F-DF1B-48B9-B2BA-88E9ACF55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41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F0951C1-51B1-4A9D-A8AA-5AFA34618613}"/>
              </a:ext>
            </a:extLst>
          </p:cNvPr>
          <p:cNvSpPr/>
          <p:nvPr/>
        </p:nvSpPr>
        <p:spPr>
          <a:xfrm>
            <a:off x="1635008" y="935333"/>
            <a:ext cx="4460992" cy="2273534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de-DE" sz="5400" b="1" cap="none" spc="0" dirty="0">
                <a:ln w="95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Nord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E0BA21-4497-48B5-A6AE-34C6F483800B}"/>
              </a:ext>
            </a:extLst>
          </p:cNvPr>
          <p:cNvSpPr/>
          <p:nvPr/>
        </p:nvSpPr>
        <p:spPr>
          <a:xfrm>
            <a:off x="3865504" y="3492268"/>
            <a:ext cx="2622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12700" cmpd="sng">
                  <a:solidFill>
                    <a:srgbClr val="DC58AD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Süd</a:t>
            </a:r>
            <a:r>
              <a:rPr lang="de-DE" sz="5400" b="1" dirty="0">
                <a:ln w="12700" cmpd="sng">
                  <a:solidFill>
                    <a:srgbClr val="DC58AD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west</a:t>
            </a:r>
            <a:endParaRPr lang="de-DE" sz="5400" b="1" cap="none" spc="0" dirty="0">
              <a:ln w="12700" cmpd="sng">
                <a:solidFill>
                  <a:srgbClr val="DC58AD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78DEAAA-C0DF-4055-8162-8CD112427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168" y="3441468"/>
            <a:ext cx="969264" cy="143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2</cp:revision>
  <dcterms:created xsi:type="dcterms:W3CDTF">2024-04-17T19:45:40Z</dcterms:created>
  <dcterms:modified xsi:type="dcterms:W3CDTF">2024-04-17T19:54:05Z</dcterms:modified>
</cp:coreProperties>
</file>
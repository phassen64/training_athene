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F89ABD-A040-410C-A7FE-152C10A2B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8E0F7F8-9D98-4193-9C35-DD39B2A59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6B2854-6451-4AE6-8485-AD2891238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4141-78A5-4980-AF2B-729B7BBBE8D1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4DDB9D-0C81-4BC0-B861-C16831DA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466A3B-882C-43C6-9A03-3D3C106B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2982-623C-4C23-9840-B27C62376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9088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12708C-C5E1-4787-B4FC-211EB5210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D238AA-B1A1-4236-B6AB-6F7EE16E1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893D5A-111A-4F64-91A5-C57A9543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4141-78A5-4980-AF2B-729B7BBBE8D1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6721DB-9974-4336-B17A-9ED66A124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B12CAF-8360-43EF-98DA-163692567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2982-623C-4C23-9840-B27C62376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4430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B52CB1-CBA4-4492-9F7D-CA1A55FB7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B660D5-4A04-42BB-90D1-DA42CF676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22FD0A-83E1-4A38-89E9-F5EB3A3E7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4141-78A5-4980-AF2B-729B7BBBE8D1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7DC526-4AC0-4CD6-933D-632967F58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6D666F-50F8-4993-9248-FAB4F2827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2982-623C-4C23-9840-B27C62376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5800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565458-693E-45FA-B4F0-771EACA5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199D56-992C-4E84-9C64-AD66749EB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EC0AA20-B259-40A8-9D5F-A7C2BB69C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86D765-0302-4F67-854A-F3D17F376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4141-78A5-4980-AF2B-729B7BBBE8D1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35A3D30-C371-4253-8967-774CE9867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CABCFE-B604-4235-A854-D6E4016F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2982-623C-4C23-9840-B27C62376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538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9C79D6-E4CB-4762-B4EE-35E90059D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C771F0-60CE-4CC3-B368-F16659F28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BDC7214-70DC-443F-935A-3859CB437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463F3F2-72D6-4747-89C3-C8C37DE76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B597B53-F522-44D5-9B01-359C18E08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047CF0B-1848-4054-BC45-0290A7DB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4141-78A5-4980-AF2B-729B7BBBE8D1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78ED02D-555A-47C0-B920-4D98BEC88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B941C34-89EB-4625-8910-080F2A16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2982-623C-4C23-9840-B27C62376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0329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DD15FB-E908-44FA-A6CC-B2F3D685F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9121B23-3DC1-41D1-8E4A-C0F8D05D3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4141-78A5-4980-AF2B-729B7BBBE8D1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0E81C7-AF1D-436B-AE5D-94119669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6926580-EFFF-4E8D-920A-E8164A42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2982-623C-4C23-9840-B27C62376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5086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8DD3828-42C3-47D4-9231-4F8A0BBE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4141-78A5-4980-AF2B-729B7BBBE8D1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ACECD3-D7C1-4AF0-AB86-04FB5C8EE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6813C0-5ADD-4B1F-B69C-BC0FED3E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2982-623C-4C23-9840-B27C62376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295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9831A7-9D47-4000-958C-1821FF994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AC834B-5AC3-42E1-99B5-3D0813EE4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C3AA2AA-689C-44A8-87EC-A82C17D41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811D41-4E36-4AA4-B3E8-68CD7562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4141-78A5-4980-AF2B-729B7BBBE8D1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888456-26B2-4E85-A7B9-8F1C9FF41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99835F-3AA4-4CC8-AB85-E3FC33623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2982-623C-4C23-9840-B27C62376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0721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496D33-960C-4459-BD54-194B533B4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A12EC46-8383-47DE-831B-C913282048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9D4E84F-9797-41CD-A37F-038C87F93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15BB996-7C3A-457A-A1CA-ADC8BC5FF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4141-78A5-4980-AF2B-729B7BBBE8D1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AB155F-C776-4B90-9776-45ECDDDB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CBA68D-0C14-4A94-B5F0-42F06279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2982-623C-4C23-9840-B27C62376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1433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15FFEB-D0BA-4DC7-88E7-73B9AE423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E2654D1-2A0A-451E-BEF1-EE9B8CA9D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AE4EE7-AFA4-4C2B-8AB9-72753625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4141-78A5-4980-AF2B-729B7BBBE8D1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7EB275-8E27-4C7C-9527-DA1F24FD3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377F94-A675-42BF-8893-EDC1024D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2982-623C-4C23-9840-B27C62376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4297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6B80F44-A281-4851-B5F0-2FECB180A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6675D8-DBC4-404C-86A9-9E7BFA472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8B48E0-1190-4886-8A5E-B4B743709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4141-78A5-4980-AF2B-729B7BBBE8D1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048C1A-ACE5-4E59-BB82-D5BCE969F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527D4B-0C83-41E1-8E25-4B8693F95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2982-623C-4C23-9840-B27C62376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944DAFC-257C-4B87-9B8A-449521284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7686AF-C876-4120-94CE-58A800512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8F4567-54D4-4D93-AFE9-788435D0F8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CC4141-78A5-4980-AF2B-729B7BBBE8D1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5F5D05-3074-4EF2-9AE0-408180471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784E9D-EFC9-4251-8E3B-A4E675F9C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A2982-623C-4C23-9840-B27C623760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386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9631A70-3509-47F3-9870-78B213EB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Mein Schmetterling</a:t>
            </a:r>
            <a:br>
              <a:rPr lang="de-DE" dirty="0"/>
            </a:br>
            <a:endParaRPr lang="de-DE" dirty="0"/>
          </a:p>
        </p:txBody>
      </p:sp>
      <p:pic>
        <p:nvPicPr>
          <p:cNvPr id="8" name="Butterfly">
            <a:hlinkClick r:id="" action="ppaction://media"/>
            <a:extLst>
              <a:ext uri="{FF2B5EF4-FFF2-40B4-BE49-F238E27FC236}">
                <a16:creationId xmlns:a16="http://schemas.microsoft.com/office/drawing/2014/main" id="{7EE01E58-5014-4F31-A508-35001E3777D0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3367" y="1817159"/>
            <a:ext cx="6527800" cy="4351338"/>
          </a:xfrm>
          <a:prstGeom prst="teardrop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07017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Breitbild</PresentationFormat>
  <Paragraphs>1</Paragraphs>
  <Slides>1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Mein Schmetterling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P09</dc:creator>
  <cp:lastModifiedBy>P09</cp:lastModifiedBy>
  <cp:revision>6</cp:revision>
  <dcterms:created xsi:type="dcterms:W3CDTF">2024-04-10T18:49:25Z</dcterms:created>
  <dcterms:modified xsi:type="dcterms:W3CDTF">2024-04-10T19:07:46Z</dcterms:modified>
</cp:coreProperties>
</file>
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7"/>
  </p:notesMasterIdLst>
  <p:handoutMasterIdLst>
    <p:handoutMasterId r:id="rId8"/>
  </p:handoutMasterIdLst>
  <p:sldIdLst>
    <p:sldId id="257" r:id="rId2"/>
    <p:sldId id="259" r:id="rId3"/>
    <p:sldId id="258" r:id="rId4"/>
    <p:sldId id="261" r:id="rId5"/>
    <p:sldId id="260" r:id="rId6"/>
  </p:sldIdLst>
  <p:sldSz cx="9144000" cy="6858000" type="screen4x3"/>
  <p:notesSz cx="10002838" cy="68818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E6E6"/>
    <a:srgbClr val="EF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3" autoAdjust="0"/>
    <p:restoredTop sz="94660"/>
  </p:normalViewPr>
  <p:slideViewPr>
    <p:cSldViewPr>
      <p:cViewPr varScale="1">
        <p:scale>
          <a:sx n="107" d="100"/>
          <a:sy n="107" d="100"/>
        </p:scale>
        <p:origin x="133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34563" cy="344091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l">
              <a:defRPr sz="1300"/>
            </a:lvl1pPr>
          </a:lstStyle>
          <a:p>
            <a:r>
              <a:rPr lang="de-DE"/>
              <a:t>6f_Schrift und Farben.pptx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65960" y="0"/>
            <a:ext cx="4334563" cy="344091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r">
              <a:defRPr sz="1300"/>
            </a:lvl1pPr>
          </a:lstStyle>
          <a:p>
            <a:fld id="{C2F586D8-3A6C-4FAE-8E29-E38EB0D0051F}" type="datetime1">
              <a:rPr lang="de-DE" smtClean="0"/>
              <a:t>20.03.2024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6536528"/>
            <a:ext cx="4334563" cy="344091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65960" y="6536528"/>
            <a:ext cx="4334563" cy="344091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r">
              <a:defRPr sz="1300"/>
            </a:lvl1pPr>
          </a:lstStyle>
          <a:p>
            <a:fld id="{5F5D779C-5A55-40B9-933E-DF3DE2C5E5C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3405799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34563" cy="344091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l">
              <a:defRPr sz="1300"/>
            </a:lvl1pPr>
          </a:lstStyle>
          <a:p>
            <a:r>
              <a:rPr lang="de-DE"/>
              <a:t>6f_Schrift und Farben.pptx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65960" y="0"/>
            <a:ext cx="4334563" cy="344091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r">
              <a:defRPr sz="1300"/>
            </a:lvl1pPr>
          </a:lstStyle>
          <a:p>
            <a:fld id="{FD3D3297-5CFA-4919-8681-3A49B057C52E}" type="datetime1">
              <a:rPr lang="de-DE" smtClean="0"/>
              <a:t>20.03.2024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279775" y="515938"/>
            <a:ext cx="3443288" cy="2581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78" tIns="48239" rIns="96478" bIns="48239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1000284" y="3268861"/>
            <a:ext cx="8002270" cy="3096816"/>
          </a:xfrm>
          <a:prstGeom prst="rect">
            <a:avLst/>
          </a:prstGeom>
        </p:spPr>
        <p:txBody>
          <a:bodyPr vert="horz" lIns="96478" tIns="48239" rIns="96478" bIns="48239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6536528"/>
            <a:ext cx="4334563" cy="344091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65960" y="6536528"/>
            <a:ext cx="4334563" cy="344091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r">
              <a:defRPr sz="1300"/>
            </a:lvl1pPr>
          </a:lstStyle>
          <a:p>
            <a:fld id="{C3D3E55C-2838-4136-B253-A7896931E91B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4299834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3E55C-2838-4136-B253-A7896931E91B}" type="slidenum">
              <a:rPr lang="de-DE" smtClean="0"/>
              <a:pPr/>
              <a:t>1</a:t>
            </a:fld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716133D-E5A8-4755-ACCD-AF6376D9CE01}" type="datetime1">
              <a:rPr lang="de-DE" smtClean="0"/>
              <a:t>20.03.2024</a:t>
            </a:fld>
            <a:endParaRPr lang="de-DE"/>
          </a:p>
        </p:txBody>
      </p:sp>
      <p:sp>
        <p:nvSpPr>
          <p:cNvPr id="6" name="Kopfzeilenplatzhalt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de-DE"/>
              <a:t>6f_Schrift und Farben.pptx</a:t>
            </a:r>
          </a:p>
        </p:txBody>
      </p:sp>
    </p:spTree>
    <p:extLst>
      <p:ext uri="{BB962C8B-B14F-4D97-AF65-F5344CB8AC3E}">
        <p14:creationId xmlns:p14="http://schemas.microsoft.com/office/powerpoint/2010/main" val="817240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3E55C-2838-4136-B253-A7896931E91B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632A23A5-CF3E-4F85-AB77-B88424D950B7}" type="datetime1">
              <a:rPr lang="de-DE" smtClean="0"/>
              <a:t>20.03.2024</a:t>
            </a:fld>
            <a:endParaRPr lang="de-DE"/>
          </a:p>
        </p:txBody>
      </p:sp>
      <p:sp>
        <p:nvSpPr>
          <p:cNvPr id="6" name="Kopfzeilenplatzhalt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de-DE"/>
              <a:t>6f_Schrift und Farben.pptx</a:t>
            </a:r>
          </a:p>
        </p:txBody>
      </p:sp>
    </p:spTree>
    <p:extLst>
      <p:ext uri="{BB962C8B-B14F-4D97-AF65-F5344CB8AC3E}">
        <p14:creationId xmlns:p14="http://schemas.microsoft.com/office/powerpoint/2010/main" val="3499104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D2111-1757-4C2A-9C57-06CD53029624}" type="datetime1">
              <a:rPr lang="de-DE" smtClean="0"/>
              <a:t>20.03.2024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2A84-0CEF-4000-A47B-3F4FA2543D3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076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17F4B-1EFD-4932-831B-2A0383E9ABE1}" type="datetime1">
              <a:rPr lang="de-DE" smtClean="0"/>
              <a:t>20.03.2024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2A84-0CEF-4000-A47B-3F4FA2543D3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1698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B6EC7-A5FE-46C3-8223-B9DC88A0FF98}" type="datetime1">
              <a:rPr lang="de-DE" smtClean="0"/>
              <a:t>20.03.2024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2A84-0CEF-4000-A47B-3F4FA2543D3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12473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EDB0-455C-4CF4-B223-00CC00B3898C}" type="datetime1">
              <a:rPr lang="de-DE" smtClean="0"/>
              <a:t>20.03.2024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2A84-0CEF-4000-A47B-3F4FA2543D3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2079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A3E90-71A5-462C-8601-9ACFE6D0EA44}" type="datetime1">
              <a:rPr lang="de-DE" smtClean="0"/>
              <a:t>20.03.2024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2A84-0CEF-4000-A47B-3F4FA2543D3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166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0DE39-4A8C-4F53-B254-CDF387F6CE3D}" type="datetime1">
              <a:rPr lang="de-DE" smtClean="0"/>
              <a:t>20.03.2024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2A84-0CEF-4000-A47B-3F4FA2543D3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5485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BFF57-26B3-456F-A020-8D1DBCD68078}" type="datetimeFigureOut">
              <a:rPr lang="de-DE" smtClean="0"/>
              <a:t>20.03.2024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9EF6D-632D-435C-9D8C-27D6023392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6821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EB731-9D07-4D34-BC79-B685F626C4E2}" type="datetime1">
              <a:rPr lang="de-DE" smtClean="0"/>
              <a:t>20.03.2024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2A84-0CEF-4000-A47B-3F4FA2543D3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5829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8287F-DBD1-4CEE-B298-9505CF8A608A}" type="datetime1">
              <a:rPr lang="de-DE" smtClean="0"/>
              <a:t>20.03.2024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2A84-0CEF-4000-A47B-3F4FA2543D3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7239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01ACF-3A89-48F0-AE19-CA8B3A85DF9D}" type="datetime1">
              <a:rPr lang="de-DE" smtClean="0"/>
              <a:t>20.03.2024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2A84-0CEF-4000-A47B-3F4FA2543D3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4107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21A97-DEEF-4817-8453-CF9A8645AA0F}" type="datetime1">
              <a:rPr lang="de-DE" smtClean="0"/>
              <a:t>20.03.2024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2A84-0CEF-4000-A47B-3F4FA2543D3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5929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B6EC7-A5FE-46C3-8223-B9DC88A0FF98}" type="datetime1">
              <a:rPr lang="de-DE" smtClean="0"/>
              <a:t>20.03.2024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32A84-0CEF-4000-A47B-3F4FA2543D3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1994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gif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gif"/><Relationship Id="rId4" Type="http://schemas.openxmlformats.org/officeDocument/2006/relationships/image" Target="../media/image4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619108" y="375037"/>
            <a:ext cx="3643338" cy="17859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dirty="0">
                <a:latin typeface="Amienne" pitchFamily="82" charset="0"/>
              </a:rPr>
              <a:t>Eine solche Schrift höchstens in Überschriften</a:t>
            </a:r>
          </a:p>
        </p:txBody>
      </p:sp>
      <p:sp>
        <p:nvSpPr>
          <p:cNvPr id="5" name="Rechteck 4"/>
          <p:cNvSpPr/>
          <p:nvPr/>
        </p:nvSpPr>
        <p:spPr>
          <a:xfrm>
            <a:off x="619108" y="4697011"/>
            <a:ext cx="3643338" cy="17859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dirty="0">
                <a:latin typeface="Arial Black" pitchFamily="34" charset="0"/>
              </a:rPr>
              <a:t>Elegance</a:t>
            </a:r>
          </a:p>
          <a:p>
            <a:pPr algn="ctr"/>
            <a:r>
              <a:rPr lang="de-DE" sz="4000" dirty="0">
                <a:latin typeface="Monotype Corsiva" pitchFamily="66" charset="0"/>
              </a:rPr>
              <a:t>Stahlträger</a:t>
            </a:r>
            <a:endParaRPr lang="de-DE" sz="4000" dirty="0">
              <a:latin typeface="Arial Black" pitchFamily="34" charset="0"/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4881554" y="4697013"/>
            <a:ext cx="3643338" cy="17859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Titel: 120 bis 150 % des Textes</a:t>
            </a:r>
          </a:p>
          <a:p>
            <a:pPr algn="ctr"/>
            <a:r>
              <a:rPr lang="de-DE" sz="1600" dirty="0"/>
              <a:t>Text: mindestens 16</a:t>
            </a:r>
          </a:p>
        </p:txBody>
      </p:sp>
      <p:sp>
        <p:nvSpPr>
          <p:cNvPr id="7" name="Rechteck 6"/>
          <p:cNvSpPr/>
          <p:nvPr/>
        </p:nvSpPr>
        <p:spPr>
          <a:xfrm>
            <a:off x="4881554" y="2536025"/>
            <a:ext cx="3643338" cy="17859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dirty="0">
                <a:latin typeface="Monotype Corsiva" pitchFamily="66" charset="0"/>
              </a:rPr>
              <a:t>Elegance</a:t>
            </a:r>
          </a:p>
          <a:p>
            <a:pPr algn="ctr"/>
            <a:r>
              <a:rPr lang="de-DE" sz="4000" dirty="0">
                <a:latin typeface="Arial Black" pitchFamily="34" charset="0"/>
              </a:rPr>
              <a:t>Stahlträger</a:t>
            </a:r>
          </a:p>
        </p:txBody>
      </p:sp>
      <p:sp>
        <p:nvSpPr>
          <p:cNvPr id="8" name="Rechteck 7"/>
          <p:cNvSpPr/>
          <p:nvPr/>
        </p:nvSpPr>
        <p:spPr>
          <a:xfrm>
            <a:off x="619108" y="2536024"/>
            <a:ext cx="3643338" cy="17859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dirty="0"/>
              <a:t>Elegance</a:t>
            </a:r>
          </a:p>
          <a:p>
            <a:pPr algn="ctr"/>
            <a:r>
              <a:rPr lang="de-DE" sz="4000" dirty="0"/>
              <a:t>Stahlträger</a:t>
            </a:r>
          </a:p>
        </p:txBody>
      </p:sp>
      <p:sp>
        <p:nvSpPr>
          <p:cNvPr id="9" name="Rechteck 8"/>
          <p:cNvSpPr/>
          <p:nvPr/>
        </p:nvSpPr>
        <p:spPr>
          <a:xfrm>
            <a:off x="4881554" y="375037"/>
            <a:ext cx="3643338" cy="17859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/>
              <a:t>maximal</a:t>
            </a:r>
          </a:p>
          <a:p>
            <a:pPr algn="ctr"/>
            <a:r>
              <a:rPr lang="de-DE" sz="2800" dirty="0"/>
              <a:t>2 Schriftarten </a:t>
            </a:r>
          </a:p>
          <a:p>
            <a:pPr algn="ctr"/>
            <a:r>
              <a:rPr lang="de-DE" sz="2800" dirty="0"/>
              <a:t>3 Schriftgrade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619108" y="375037"/>
            <a:ext cx="3643338" cy="1785950"/>
          </a:xfrm>
          <a:prstGeom prst="rect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dirty="0">
                <a:solidFill>
                  <a:srgbClr val="00B050"/>
                </a:solidFill>
              </a:rPr>
              <a:t>Komplementär-kontrast von Rot und Grün</a:t>
            </a:r>
          </a:p>
        </p:txBody>
      </p:sp>
      <p:sp>
        <p:nvSpPr>
          <p:cNvPr id="7" name="Rechteck 6"/>
          <p:cNvSpPr/>
          <p:nvPr/>
        </p:nvSpPr>
        <p:spPr>
          <a:xfrm>
            <a:off x="4881554" y="2536025"/>
            <a:ext cx="3643338" cy="1785950"/>
          </a:xfrm>
          <a:prstGeom prst="rect">
            <a:avLst/>
          </a:prstGeom>
          <a:solidFill>
            <a:srgbClr val="F0E6E6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Hintergrundgrau mit höherem Rotanteil eingefärbt</a:t>
            </a:r>
          </a:p>
        </p:txBody>
      </p:sp>
      <p:sp>
        <p:nvSpPr>
          <p:cNvPr id="8" name="Rechteck 7"/>
          <p:cNvSpPr/>
          <p:nvPr/>
        </p:nvSpPr>
        <p:spPr>
          <a:xfrm>
            <a:off x="619108" y="2536024"/>
            <a:ext cx="3643338" cy="1785950"/>
          </a:xfrm>
          <a:prstGeom prst="rect">
            <a:avLst/>
          </a:prstGeom>
          <a:solidFill>
            <a:schemeClr val="bg2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Grau auf Grau</a:t>
            </a:r>
          </a:p>
        </p:txBody>
      </p:sp>
      <p:sp>
        <p:nvSpPr>
          <p:cNvPr id="9" name="Rechteck 8"/>
          <p:cNvSpPr/>
          <p:nvPr/>
        </p:nvSpPr>
        <p:spPr>
          <a:xfrm>
            <a:off x="4881554" y="375037"/>
            <a:ext cx="3643338" cy="1785950"/>
          </a:xfrm>
          <a:prstGeom prst="rect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dirty="0">
                <a:solidFill>
                  <a:srgbClr val="00B0F0"/>
                </a:solidFill>
              </a:rPr>
              <a:t>Kalte auf warmer Farbe</a:t>
            </a:r>
          </a:p>
        </p:txBody>
      </p:sp>
    </p:spTree>
    <p:extLst>
      <p:ext uri="{BB962C8B-B14F-4D97-AF65-F5344CB8AC3E}">
        <p14:creationId xmlns:p14="http://schemas.microsoft.com/office/powerpoint/2010/main" val="4229785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20" y="2491279"/>
            <a:ext cx="1905000" cy="1533525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70" y="3569977"/>
            <a:ext cx="868680" cy="1088136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Textfelder einfügen</a:t>
            </a:r>
          </a:p>
        </p:txBody>
      </p:sp>
      <p:sp>
        <p:nvSpPr>
          <p:cNvPr id="2" name="Textfeld 1"/>
          <p:cNvSpPr txBox="1"/>
          <p:nvPr/>
        </p:nvSpPr>
        <p:spPr>
          <a:xfrm>
            <a:off x="1150977" y="4088974"/>
            <a:ext cx="1369286" cy="82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r>
              <a:rPr lang="de-DE" dirty="0"/>
              <a:t>Blumenbuch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4600375" y="4916974"/>
            <a:ext cx="2376000" cy="900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DE" dirty="0"/>
              <a:t>Metamorphose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DAA30AB-FE3C-4F2F-8F10-8DA0E73B24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4234" y="1484730"/>
            <a:ext cx="1714500" cy="17145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6DC7CEE-9F0C-49FF-BA0F-29A8E01289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933" y="77359"/>
            <a:ext cx="1609725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158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ECF496-554F-4F17-9E92-7CDC7F537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Animations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D63ABA5-3E7B-42E6-8410-C924CC790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3922" y="4918641"/>
            <a:ext cx="1724025" cy="10287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FA1C06A-492F-415C-B514-17BB4B05B0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580" y="5147241"/>
            <a:ext cx="952500" cy="5715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2C3DD57-F2C9-4E45-8E54-05B3C4B77D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7098" y="318942"/>
            <a:ext cx="1609725" cy="1609725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2D01C79C-C3D5-441D-A73B-90858B59E9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177" y="1710759"/>
            <a:ext cx="2095500" cy="209550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BC7BB047-1A1A-406D-838D-06CEC46B4E8C}"/>
              </a:ext>
            </a:extLst>
          </p:cNvPr>
          <p:cNvSpPr txBox="1"/>
          <p:nvPr/>
        </p:nvSpPr>
        <p:spPr>
          <a:xfrm>
            <a:off x="4572000" y="2636889"/>
            <a:ext cx="23043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asassxadasdadddddddddddddddddddddd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3144808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20" y="2491279"/>
            <a:ext cx="1905000" cy="1533525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70" y="3569977"/>
            <a:ext cx="868680" cy="1088136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Merian: Blumenbuch, Metamorphose</a:t>
            </a:r>
          </a:p>
        </p:txBody>
      </p:sp>
    </p:spTree>
    <p:extLst>
      <p:ext uri="{BB962C8B-B14F-4D97-AF65-F5344CB8AC3E}">
        <p14:creationId xmlns:p14="http://schemas.microsoft.com/office/powerpoint/2010/main" val="2988680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</Words>
  <Application>Microsoft Office PowerPoint</Application>
  <PresentationFormat>Bildschirmpräsentation (4:3)</PresentationFormat>
  <Paragraphs>28</Paragraphs>
  <Slides>5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2" baseType="lpstr">
      <vt:lpstr>Amienne</vt:lpstr>
      <vt:lpstr>Arial</vt:lpstr>
      <vt:lpstr>Arial Black</vt:lpstr>
      <vt:lpstr>Calibri</vt:lpstr>
      <vt:lpstr>Calibri Light</vt:lpstr>
      <vt:lpstr>Monotype Corsiva</vt:lpstr>
      <vt:lpstr>Office Theme</vt:lpstr>
      <vt:lpstr>PowerPoint-Präsentation</vt:lpstr>
      <vt:lpstr>PowerPoint-Präsentation</vt:lpstr>
      <vt:lpstr>Textfelder einfügen</vt:lpstr>
      <vt:lpstr>Animations</vt:lpstr>
      <vt:lpstr>Merian: Blumenbuch, Metamorphose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microstar</dc:creator>
  <cp:lastModifiedBy>P09</cp:lastModifiedBy>
  <cp:revision>14</cp:revision>
  <cp:lastPrinted>2014-01-04T18:20:34Z</cp:lastPrinted>
  <dcterms:created xsi:type="dcterms:W3CDTF">2008-08-01T20:35:23Z</dcterms:created>
  <dcterms:modified xsi:type="dcterms:W3CDTF">2024-03-20T18:29:42Z</dcterms:modified>
</cp:coreProperties>
</file>
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sldIdLst>
    <p:sldId id="256" r:id="rId2"/>
    <p:sldId id="258" r:id="rId3"/>
    <p:sldId id="259" r:id="rId4"/>
    <p:sldId id="260" r:id="rId5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7377" autoAdjust="0"/>
    <p:restoredTop sz="94434" autoAdjust="0"/>
  </p:normalViewPr>
  <p:slideViewPr>
    <p:cSldViewPr snapToGrid="0">
      <p:cViewPr varScale="1">
        <p:scale>
          <a:sx n="105" d="100"/>
          <a:sy n="105" d="100"/>
        </p:scale>
        <p:origin x="120" y="150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6" d="100"/>
          <a:sy n="86" d="100"/>
        </p:scale>
        <p:origin x="3864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D274436-0E8A-41E5-AD1C-4970E4066FAE}" type="datetimeFigureOut">
              <a:rPr lang="de-DE" smtClean="0"/>
              <a:t>24.04.2024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500DB1B-EA79-4FAD-8CA8-6F3FA3A5AED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067813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492A265-2352-43AC-99A3-3A357F9639E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812DB879-5A36-4E1C-B143-283D33E7473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2CD3A99-F74B-422D-A33D-4CE9A1A615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6A0AD7-BBCA-4178-9E9D-A0B7A3EC4C8F}" type="datetime1">
              <a:rPr lang="de-DE" smtClean="0"/>
              <a:t>24.04.2024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AC2B8C6-AEE2-4911-9A64-A2B3DAE3B2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Firma Vector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9A91E86-7F83-487B-8570-7EE923FE42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59E5C-FC9B-485A-820B-D6EDEBEE837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39957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3682A72-4CF4-4BCF-923E-7A270F3600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7A8A739-D268-48E1-8A70-4E4220EB68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519B4A6-BCE8-443E-8D86-D5C1EB9AEC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70B6D0-E542-44D2-9AE5-661EFA298725}" type="datetime1">
              <a:rPr lang="de-DE" smtClean="0"/>
              <a:t>24.04.2024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D7E811C-20A3-4AAD-A842-85D1791B3B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Firma Vector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5361164-D647-4217-A243-689EEF9D3F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59E5C-FC9B-485A-820B-D6EDEBEE837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945295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4ADC748-89C4-4A75-A923-51BB3BE954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C2ABBF7E-2DA7-4D1D-B7C1-1545745B19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CFB037D-A7F7-4E98-8FC4-B8D2C72FA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DEDC2C-7DAD-46E6-A222-362CEA40F586}" type="datetime1">
              <a:rPr lang="de-DE" smtClean="0"/>
              <a:t>24.04.2024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A78B7E8-C4D4-49E5-B505-A340E00F2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Firma Vector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5339FF5-1450-4E85-AD25-4489261582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59E5C-FC9B-485A-820B-D6EDEBEE837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155406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087975D-2C7C-4A9D-822D-90E518A701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A6392EA-09D7-4144-A135-4EBDE402C73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FDD7D849-5D52-405D-9AC3-8EE1A79E2A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C46D7D1B-EAA6-41F0-B3B3-32F5A93462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BF0B8F-EC21-4FAB-A046-7AFF092FD77D}" type="datetime1">
              <a:rPr lang="de-DE" smtClean="0"/>
              <a:t>24.04.2024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EE3C9D9A-0223-45DF-B53D-20D30779A0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Firma Vector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CC21CA1E-3D73-4ADB-9805-E84D3D75CF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59E5C-FC9B-485A-820B-D6EDEBEE837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001431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4C27CAC-6094-4E3A-BF59-4A5D362B2E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313B9F86-528D-48BA-AB6D-5FCFA2BFE2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9B1E06D4-893C-4775-85FB-A48E8169E6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732FE12D-5B44-4639-AF21-0FA47A24AEF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335E3325-180F-4488-9E61-23C4C76929D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42465C2B-97FD-4C9B-85EC-616DCDE958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2105D8-C458-407D-B2BB-F91C967DAF86}" type="datetime1">
              <a:rPr lang="de-DE" smtClean="0"/>
              <a:t>24.04.2024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C13198EF-25AB-433E-959F-A45943113F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Firma Vector</a:t>
            </a:r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7EAACB3F-C11E-436F-8267-530C0E3F51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59E5C-FC9B-485A-820B-D6EDEBEE837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261811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216CA9B-A62F-4DD6-B5BA-6861A430F2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951AF98-D35C-4870-9F14-A8C365829E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F9E00B-FBD2-446B-AC32-3619D23FCB99}" type="datetime1">
              <a:rPr lang="de-DE" smtClean="0"/>
              <a:t>24.04.2024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5C36561E-E135-4CC8-88E4-F1C607BB40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Firma Vector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A91F4F8B-FE47-49C6-AC10-DBF91B17D9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59E5C-FC9B-485A-820B-D6EDEBEE837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79488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6F1DE063-37AF-4C81-BF8C-820B77808E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F76F54-6E5E-4A0D-925B-EE094689132B}" type="datetime1">
              <a:rPr lang="de-DE" smtClean="0"/>
              <a:t>24.04.2024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681771BD-F7DD-4D01-8709-C070EA6D9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Firma Vector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B99390D4-4349-417D-9681-93BD5D2C11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59E5C-FC9B-485A-820B-D6EDEBEE837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242121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6D58548-FA0D-4B05-AE37-0905B1C104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087CFEF-C86E-4A9C-8B6B-59E9B7E4AF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D27E862D-1F1F-4F57-95B5-A7ABB77313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5492CF50-428B-4F4E-9BA2-C879AEBF60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67923-2C39-42A1-A115-770A7D1413C3}" type="datetime1">
              <a:rPr lang="de-DE" smtClean="0"/>
              <a:t>24.04.2024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35FAC335-65D2-4D64-829A-8CF3D4B4F2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Firma Vector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BF2663B-B897-4B99-9BC5-462BC43743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59E5C-FC9B-485A-820B-D6EDEBEE837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652731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CDCA247-9AAD-487C-B11E-FDD734E52D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1C7FA836-BF5C-4C61-A071-7A5AF1A8047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35D284E7-AC20-465F-BD0C-5EAA98A9D2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EB3C94E3-BBA7-44E5-A575-BA4EA24E44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DD5BBE-FBCA-4AD0-9AFF-890F49B33E55}" type="datetime1">
              <a:rPr lang="de-DE" smtClean="0"/>
              <a:t>24.04.2024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F2E1BC63-729B-4A9E-BF22-3E08FDEFEA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Firma Vector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1F8D7E99-87CE-4EDB-92EA-280FA280F6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59E5C-FC9B-485A-820B-D6EDEBEE837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89470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02EBD68-2681-4A14-832A-21A1C470AA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A2097819-06FE-46FD-B857-0E9E2C4900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D129DDB-58BE-49E6-991D-FE29BD1D8D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F59AD0-050E-4461-A760-506B323AE71F}" type="datetime1">
              <a:rPr lang="de-DE" smtClean="0"/>
              <a:t>24.04.2024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3D41949-7A22-49D5-B383-4034F9B6B7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Firma Vector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F9304F9-C6E0-4638-A5FE-4F0854E9CE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59E5C-FC9B-485A-820B-D6EDEBEE837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576482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7BB0EC66-F209-47C6-9A46-C5E0D753ED8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609874D9-74E1-4F6D-B536-48859DE07C0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37875BD-C416-48EC-8645-1D7C2DC3D4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FC0A51-4529-4710-8EBE-FDBE2127CA3B}" type="datetime1">
              <a:rPr lang="de-DE" smtClean="0"/>
              <a:t>24.04.2024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598DB32-FB6C-417B-8E5F-2ADA1A176E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Firma Vector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7B72C94-2740-4388-922E-82B7E82712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59E5C-FC9B-485A-820B-D6EDEBEE837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120552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gif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C0E6DF3B-B20C-4E79-92BF-D2E1735224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2AEEB18A-C484-4773-9829-5B55BAB517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459B2DE-E3CC-45FA-BD9C-0F27AD78FC0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1C1A15-8730-467F-AD61-995D90BFADD4}" type="datetime1">
              <a:rPr lang="de-DE" smtClean="0"/>
              <a:t>24.04.2024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36CADE0-3A9F-48BD-B7CB-C5837CCDA17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de-DE"/>
              <a:t>Firma Vector</a:t>
            </a:r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67A7E65-29B0-4791-BF3C-A55A86C6481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B59E5C-FC9B-485A-820B-D6EDEBEE837D}" type="slidenum">
              <a:rPr lang="de-DE" smtClean="0"/>
              <a:t>‹Nr.›</a:t>
            </a:fld>
            <a:endParaRPr lang="de-DE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DE5C1EF2-D4A5-4995-AAB2-7BE3349AF6FD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481" y="42910"/>
            <a:ext cx="537025" cy="3222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02100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dirty="0"/>
              <a:t>Restaurant „Froschkönig“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e-DE"/>
              <a:t>Am Altmühlsee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52EBE49-422D-49B6-9D18-69C92FA968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E0241B-6657-4161-B1BE-96D7260B7CFB}" type="datetime1">
              <a:rPr lang="de-DE" smtClean="0"/>
              <a:t>24.04.2024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947BD45-8F05-4606-9ED1-B7D386705E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Firma Vector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0435A87-1A06-46A4-9D87-E273397CAD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59E5C-FC9B-485A-820B-D6EDEBEE837D}" type="slidenum">
              <a:rPr lang="de-DE" smtClean="0"/>
              <a:t>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316332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Vorspeisen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 dirty="0"/>
              <a:t>Kalte Vorspeisen</a:t>
            </a:r>
          </a:p>
          <a:p>
            <a:pPr lvl="0"/>
            <a:r>
              <a:rPr lang="de-DE" dirty="0"/>
              <a:t>Warme Vorspeisen</a:t>
            </a:r>
          </a:p>
          <a:p>
            <a:pPr lvl="1"/>
            <a:r>
              <a:rPr lang="de-DE" dirty="0"/>
              <a:t>Tomatensuppe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4DB50F7-5C8D-4F61-AF6D-16F640960C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B0A21F-F8D7-465D-B016-36C72C79B2CA}" type="datetime1">
              <a:rPr lang="de-DE" smtClean="0"/>
              <a:t>24.04.2024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FA05137-2829-4321-BEC2-5DEEE81131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Firma Vector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61DB0CC-64CE-4C88-A548-6892399A28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59E5C-FC9B-485A-820B-D6EDEBEE837D}" type="slidenum">
              <a:rPr lang="de-DE" smtClean="0"/>
              <a:t>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492072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Hauptspeisen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 dirty="0"/>
              <a:t>Vegetarische Gerichte</a:t>
            </a:r>
          </a:p>
          <a:p>
            <a:pPr lvl="1"/>
            <a:r>
              <a:rPr lang="de-DE" dirty="0"/>
              <a:t>Käsespätzle</a:t>
            </a:r>
          </a:p>
          <a:p>
            <a:pPr lvl="0"/>
            <a:r>
              <a:rPr lang="de-DE" dirty="0"/>
              <a:t>Fleischgerichte</a:t>
            </a:r>
          </a:p>
          <a:p>
            <a:pPr lvl="1"/>
            <a:r>
              <a:rPr lang="de-DE" dirty="0"/>
              <a:t>Lammbraten</a:t>
            </a:r>
          </a:p>
          <a:p>
            <a:pPr lvl="0"/>
            <a:r>
              <a:rPr lang="de-DE" dirty="0"/>
              <a:t>Fischgerichte</a:t>
            </a:r>
          </a:p>
          <a:p>
            <a:pPr lvl="1"/>
            <a:r>
              <a:rPr lang="de-DE" dirty="0"/>
              <a:t>Frische Forelle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4BCFD60-7D5B-4B9B-B863-1746B376A9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A9BCFB-A7DB-4DEE-9BC7-22145F65A48B}" type="datetime1">
              <a:rPr lang="de-DE" smtClean="0"/>
              <a:t>24.04.2024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0C15956-D03C-419C-8101-A5973320EA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Firma Vector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042AEB0-7508-471F-81C8-F40E600B53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59E5C-FC9B-485A-820B-D6EDEBEE837D}" type="slidenum">
              <a:rPr lang="de-DE" smtClean="0"/>
              <a:t>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232331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Nachspeisen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 dirty="0"/>
              <a:t>Eisspezialitäten</a:t>
            </a:r>
          </a:p>
          <a:p>
            <a:pPr lvl="0"/>
            <a:r>
              <a:rPr lang="de-DE" dirty="0"/>
              <a:t>Gebäck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86D9817-5D8E-4677-8230-4CB1016F3F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64DCB6-CD79-4E8B-A0AB-ACFC596BA8E3}" type="datetime1">
              <a:rPr lang="de-DE" smtClean="0"/>
              <a:t>24.04.2024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5C4D5D5-4C66-4972-BFD3-909BF88F7E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Firma Vector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93BF336-E64C-4DED-93C1-1D337B4CAA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59E5C-FC9B-485A-820B-D6EDEBEE837D}" type="slidenum">
              <a:rPr lang="de-DE" smtClean="0"/>
              <a:t>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562691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0</TotalTime>
  <Words>40</Words>
  <Application>Microsoft Office PowerPoint</Application>
  <PresentationFormat>Breitbild</PresentationFormat>
  <Paragraphs>28</Paragraphs>
  <Slides>4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</vt:lpstr>
      <vt:lpstr>Restaurant „Froschkönig“</vt:lpstr>
      <vt:lpstr>Vorspeisen</vt:lpstr>
      <vt:lpstr>Hauptspeisen</vt:lpstr>
      <vt:lpstr>Nachspeisen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Restaurant „Froschkönig“</dc:title>
  <dc:creator>Sandra Giebitz</dc:creator>
  <cp:lastModifiedBy>P09</cp:lastModifiedBy>
  <cp:revision>8</cp:revision>
  <dcterms:created xsi:type="dcterms:W3CDTF">2014-01-05T18:51:10Z</dcterms:created>
  <dcterms:modified xsi:type="dcterms:W3CDTF">2024-04-24T21:34:24Z</dcterms:modified>
</cp:coreProperties>
</file>
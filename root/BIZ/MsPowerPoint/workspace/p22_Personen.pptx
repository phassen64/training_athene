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258" r:id="rId3"/>
    <p:sldId id="256" r:id="rId4"/>
    <p:sldId id="25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29DEAA-D271-4A68-8EB0-0D100B7399AB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3DD8A-5668-497A-AD04-5CEB6E991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282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8458C-C80D-4CCD-8A14-27351A99ECF4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671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9CB642-A3F9-496A-A2CE-C6964E8F6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3A99C82-E022-47FB-8A04-810CBCAF2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200A4B-AA31-4D41-B01E-73D723D1E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FE183D-1335-4682-8312-BAC7A2B2A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E75C90-8892-428F-9829-F87EEEA6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2375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F3B83-A454-46A9-82C8-35E4978C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F3AF42-317A-4DF0-98B1-6F1ED3705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C87E6E-AC3F-4AD4-A988-56056593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C7E574-AF22-43A7-98F9-5850B7628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E156B2-4FA5-4054-9FF9-A6A60EE41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039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BEEF20-BEDE-46D9-B80A-2F607FBEB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B5986C-12E2-4A82-9097-C1DD25029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F23103-D8D6-42EE-B12F-24E923D18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B3833D-3E47-464E-997C-6F9032393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B51599-B972-4B8C-B8DA-3F694A598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16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3BBB9F-414B-41D1-BBC5-D70EE0DC6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27AF4B-D415-442F-953F-B1BFDA327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A29D6D-D6A9-406F-AF91-58EE4B1F4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82E70E-3417-4B79-87CA-34199AF97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5647AED-0F1B-4D23-96F8-43C8B6D3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DF75C7-1C12-413A-B73B-240DB213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3364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C13C39-0950-4768-ACBE-2C6B743D6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2B08A4-CA56-4009-A526-0288B69D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5DE4A2C-1750-48DA-A8F5-F5E9D621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8EE48F2-D46A-4864-80B4-5F667D39B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49FCB33-9100-4A94-A368-9E4B3BDE9C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45CA4F6-35C6-4552-B8D9-082DAE10F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2AE7659-4570-4D95-ADC2-5EC3AD55D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71D7792-24AC-4428-96E8-EC53913E8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4668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91ACD3-859F-4FBC-B279-1754FE9F8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C27DDB-20B9-4798-812F-CBF9A7AEE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CF27B9-A11B-478E-B0AC-C3AF64C2F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53CE70C-EE26-41AF-9077-25231C306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6462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F62C3E5-720B-41C3-AB3C-3AA3DE2FA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86C523C-CC4E-42BB-9F09-FF4551CE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9A05DA-12D9-4659-A47E-06B9428A0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0820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6D66B1-A521-4D10-AAC3-E7213D403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C2B375-2C39-4D13-AE30-D26459EBD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862986E-1D57-4540-92E8-6D2AF9289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31DE30-91B1-4E51-A966-626AFC05C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5B6A6B-3D94-411A-A591-CCA96B6C3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7E40D0-9927-453D-ADDC-9C668925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727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6C814F-DEDE-45BA-83D9-DFF909BF7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D0A1E7D-C622-4F46-A3F9-F19822571F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88A9545-3ED5-40CD-AB30-E2B0DF7EDB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D134D0-BACB-421C-ABA4-EC83DC156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11DE6E-74FE-47F4-B470-23CB3ACE1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52990C-2E05-4D4F-92FC-27443D1C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7553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7FC815-864D-4E75-BBAA-1FB9634A3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5A1495B-82C5-4697-AC56-7C7936732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D01639-843A-4456-8BAB-AA9A702EC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A85EB9-B820-4A68-82AE-AC6EB1735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853BC5-739E-4D48-BAF9-2B03538B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0448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90B004B-49B4-4B17-86AA-503B53CD2A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4B57E1E-D14C-40C3-AD19-5015A650B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8BF723-4554-4A4A-94F6-E752EAB3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DCE05D-96B9-4B49-92B9-A104F4F23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F3FB81-8A7E-43DF-90A8-7CD0C1947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311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1895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7227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9192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4742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0446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1956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1300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16879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22516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53122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89514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48907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25308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49306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04819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112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B07DC25-1986-4A40-BFD4-553E1BF4B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DFE97A-C8E5-41EB-87BD-07F4A7DA2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1DA243-8AD0-4415-BF2E-21321C370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A29727-10FD-47B6-B6D8-F60D09D064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623A0E-7286-484B-8C08-49D85B0C9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841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B5851-5EB8-4957-A72E-27871D44176F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2F56E1F-CFD2-44F5-856D-4021DF1152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1188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84E447-B66A-47D8-9A3B-D033F78A2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Phasen im Projektmanagement</a:t>
            </a:r>
          </a:p>
        </p:txBody>
      </p:sp>
      <p:sp>
        <p:nvSpPr>
          <p:cNvPr id="18" name="Inhaltsplatzhalter 17">
            <a:extLst>
              <a:ext uri="{FF2B5EF4-FFF2-40B4-BE49-F238E27FC236}">
                <a16:creationId xmlns:a16="http://schemas.microsoft.com/office/drawing/2014/main" id="{A1E4FA87-0F27-4E17-AD01-BD7C80E77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de-DE" dirty="0"/>
              <a:t>Aufzählung</a:t>
            </a:r>
          </a:p>
          <a:p>
            <a:pPr lvl="0"/>
            <a:r>
              <a:rPr lang="de-DE" dirty="0"/>
              <a:t>Phase 1</a:t>
            </a:r>
          </a:p>
          <a:p>
            <a:pPr lvl="1"/>
            <a:r>
              <a:rPr lang="de-DE" dirty="0"/>
              <a:t>Projektidee</a:t>
            </a:r>
          </a:p>
          <a:p>
            <a:pPr lvl="1"/>
            <a:r>
              <a:rPr lang="de-DE" dirty="0"/>
              <a:t>Zieldefinition</a:t>
            </a:r>
          </a:p>
          <a:p>
            <a:pPr lvl="1"/>
            <a:r>
              <a:rPr lang="de-DE" dirty="0"/>
              <a:t>Durchführbarkeitsanalyse</a:t>
            </a:r>
          </a:p>
          <a:p>
            <a:pPr lvl="0"/>
            <a:r>
              <a:rPr lang="de-DE" dirty="0"/>
              <a:t>Phase 2</a:t>
            </a:r>
          </a:p>
          <a:p>
            <a:pPr lvl="1"/>
            <a:r>
              <a:rPr lang="de-DE" dirty="0"/>
              <a:t>Projektauftrag</a:t>
            </a:r>
          </a:p>
          <a:p>
            <a:pPr lvl="1"/>
            <a:r>
              <a:rPr lang="de-DE" dirty="0"/>
              <a:t>Grobgliederung</a:t>
            </a:r>
          </a:p>
          <a:p>
            <a:pPr lvl="1"/>
            <a:r>
              <a:rPr lang="de-DE" dirty="0"/>
              <a:t>Feinstrukturierung</a:t>
            </a:r>
          </a:p>
          <a:p>
            <a:pPr lvl="0"/>
            <a:r>
              <a:rPr lang="de-DE" dirty="0"/>
              <a:t>Phase 3</a:t>
            </a:r>
          </a:p>
          <a:p>
            <a:pPr lvl="1"/>
            <a:r>
              <a:rPr lang="de-DE" dirty="0"/>
              <a:t>Projektplanung</a:t>
            </a:r>
          </a:p>
          <a:p>
            <a:pPr lvl="1"/>
            <a:r>
              <a:rPr lang="de-DE" dirty="0"/>
              <a:t>Projektüberwachung</a:t>
            </a:r>
          </a:p>
          <a:p>
            <a:pPr lvl="1"/>
            <a:r>
              <a:rPr lang="de-DE" dirty="0"/>
              <a:t>Projektauswertung</a:t>
            </a:r>
          </a:p>
        </p:txBody>
      </p:sp>
    </p:spTree>
    <p:extLst>
      <p:ext uri="{BB962C8B-B14F-4D97-AF65-F5344CB8AC3E}">
        <p14:creationId xmlns:p14="http://schemas.microsoft.com/office/powerpoint/2010/main" val="3136587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24B5A58-535F-43FA-8019-48C6BB860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Ansprechpersonen (Tabelle)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179F32AC-E9A6-4B97-A1E6-D23C593B06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7033808"/>
              </p:ext>
            </p:extLst>
          </p:nvPr>
        </p:nvGraphicFramePr>
        <p:xfrm>
          <a:off x="838200" y="1851025"/>
          <a:ext cx="105156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9152321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769357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405494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758307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Durchwahl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052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Frau Jäger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7-15 Uhr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1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Fragen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Herr Schneider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6-22 Uhr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7239243284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98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Führungen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Frau Osborne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15-19 Uhr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367126473462281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609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Logistik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Britney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18-21 Uhr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64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361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E161557C-A9F1-4427-B090-B0B5734F8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088752"/>
              </p:ext>
            </p:extLst>
          </p:nvPr>
        </p:nvGraphicFramePr>
        <p:xfrm>
          <a:off x="2032000" y="973666"/>
          <a:ext cx="8128000" cy="2219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4057840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889151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8664689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609362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4698684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7837542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891277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89300788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algn="ctr"/>
                      <a:r>
                        <a:rPr lang="de-DE" dirty="0"/>
                        <a:t>Überschrift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941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73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605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3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924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722158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4753451-CAB5-4D0C-837B-1722ECF27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449038"/>
              </p:ext>
            </p:extLst>
          </p:nvPr>
        </p:nvGraphicFramePr>
        <p:xfrm>
          <a:off x="3022600" y="3664375"/>
          <a:ext cx="8128000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4057840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889151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8664689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609362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4698684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7837542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891277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89300788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algn="ctr"/>
                      <a:r>
                        <a:rPr lang="de-DE" dirty="0"/>
                        <a:t>Überschrift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941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73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605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3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924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722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269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52</Words>
  <Application>Microsoft Office PowerPoint</Application>
  <PresentationFormat>Breitbild</PresentationFormat>
  <Paragraphs>37</Paragraphs>
  <Slides>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Trebuchet MS</vt:lpstr>
      <vt:lpstr>Wingdings 3</vt:lpstr>
      <vt:lpstr>Office</vt:lpstr>
      <vt:lpstr>Facette</vt:lpstr>
      <vt:lpstr>Phasen im Projektmanagement</vt:lpstr>
      <vt:lpstr>Ansprechpersonen (Tabelle)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Ansprechpersonen (Tabelle)</dc:title>
  <dc:creator>P09</dc:creator>
  <cp:lastModifiedBy>P09</cp:lastModifiedBy>
  <cp:revision>6</cp:revision>
  <dcterms:created xsi:type="dcterms:W3CDTF">2024-04-24T19:41:20Z</dcterms:created>
  <dcterms:modified xsi:type="dcterms:W3CDTF">2024-04-24T20:04:08Z</dcterms:modified>
</cp:coreProperties>
</file>
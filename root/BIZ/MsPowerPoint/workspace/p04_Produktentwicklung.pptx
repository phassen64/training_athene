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handoutMasterIdLst>
    <p:handoutMasterId r:id="rId8"/>
  </p:handout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669088" cy="9928225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3870" autoAdjust="0"/>
    <p:restoredTop sz="51706" autoAdjust="0"/>
  </p:normalViewPr>
  <p:slideViewPr>
    <p:cSldViewPr>
      <p:cViewPr varScale="1">
        <p:scale>
          <a:sx n="58" d="100"/>
          <a:sy n="58" d="100"/>
        </p:scale>
        <p:origin x="2742" y="7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889938" cy="496411"/>
          </a:xfrm>
          <a:prstGeom prst="rect">
            <a:avLst/>
          </a:prstGeom>
        </p:spPr>
        <p:txBody>
          <a:bodyPr vert="horz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3777607" y="0"/>
            <a:ext cx="2889938" cy="496411"/>
          </a:xfrm>
          <a:prstGeom prst="rect">
            <a:avLst/>
          </a:prstGeom>
        </p:spPr>
        <p:txBody>
          <a:bodyPr vert="horz" rtlCol="0"/>
          <a:lstStyle>
            <a:lvl1pPr algn="r">
              <a:defRPr sz="1200"/>
            </a:lvl1pPr>
          </a:lstStyle>
          <a:p>
            <a:fld id="{E352A5C5-9D80-42D3-B1EB-DDF525BC0C5A}" type="datetimeFigureOut">
              <a:rPr lang="de-DE" smtClean="0"/>
              <a:pPr/>
              <a:t>13.03.2024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0" y="9430091"/>
            <a:ext cx="2889938" cy="496411"/>
          </a:xfrm>
          <a:prstGeom prst="rect">
            <a:avLst/>
          </a:prstGeom>
        </p:spPr>
        <p:txBody>
          <a:bodyPr vert="horz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3777607" y="9430091"/>
            <a:ext cx="2889938" cy="496411"/>
          </a:xfrm>
          <a:prstGeom prst="rect">
            <a:avLst/>
          </a:prstGeom>
        </p:spPr>
        <p:txBody>
          <a:bodyPr vert="horz" rtlCol="0" anchor="b"/>
          <a:lstStyle>
            <a:lvl1pPr algn="r">
              <a:defRPr sz="1200"/>
            </a:lvl1pPr>
          </a:lstStyle>
          <a:p>
            <a:fld id="{BD88940B-70CE-4CEB-ACF0-7BB24AFFC27C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364459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889938" cy="496411"/>
          </a:xfrm>
          <a:prstGeom prst="rect">
            <a:avLst/>
          </a:prstGeom>
        </p:spPr>
        <p:txBody>
          <a:bodyPr vert="horz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777607" y="0"/>
            <a:ext cx="2889938" cy="496411"/>
          </a:xfrm>
          <a:prstGeom prst="rect">
            <a:avLst/>
          </a:prstGeom>
        </p:spPr>
        <p:txBody>
          <a:bodyPr vert="horz" rtlCol="0"/>
          <a:lstStyle>
            <a:lvl1pPr algn="r">
              <a:defRPr sz="1200"/>
            </a:lvl1pPr>
          </a:lstStyle>
          <a:p>
            <a:fld id="{C9EB9068-2397-469D-8315-EF99767AD612}" type="datetimeFigureOut">
              <a:rPr lang="de-DE" smtClean="0"/>
              <a:pPr/>
              <a:t>13.03.2024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1111515" y="744617"/>
            <a:ext cx="4446059" cy="3723084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66909" y="4715907"/>
            <a:ext cx="5335270" cy="4467701"/>
          </a:xfrm>
          <a:prstGeom prst="rect">
            <a:avLst/>
          </a:prstGeom>
        </p:spPr>
        <p:txBody>
          <a:bodyPr vert="horz" rtlCol="0">
            <a:normAutofit/>
          </a:bodyPr>
          <a:lstStyle/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9430091"/>
            <a:ext cx="2889938" cy="496411"/>
          </a:xfrm>
          <a:prstGeom prst="rect">
            <a:avLst/>
          </a:prstGeom>
        </p:spPr>
        <p:txBody>
          <a:bodyPr vert="horz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777607" y="9430091"/>
            <a:ext cx="2889938" cy="496411"/>
          </a:xfrm>
          <a:prstGeom prst="rect">
            <a:avLst/>
          </a:prstGeom>
        </p:spPr>
        <p:txBody>
          <a:bodyPr vert="horz" rtlCol="0" anchor="b"/>
          <a:lstStyle>
            <a:lvl1pPr algn="r">
              <a:defRPr sz="1200"/>
            </a:lvl1pPr>
          </a:lstStyle>
          <a:p>
            <a:fld id="{EF0302E4-769F-44D9-9A0D-296DCF4C452B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115440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rtl="0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rtl="0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rtl="0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rtl="0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rtl="0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854075" y="744538"/>
            <a:ext cx="4960938" cy="3722687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Seitenansicht?</a:t>
            </a:r>
          </a:p>
          <a:p>
            <a:pPr lvl="0"/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Wie kann nur die dritte Folie gedruckt werden?</a:t>
            </a:r>
          </a:p>
          <a:p>
            <a:pPr lvl="0"/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Handzettel mit drei Folien auf der Seite?</a:t>
            </a:r>
          </a:p>
          <a:p>
            <a:pPr lvl="0"/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Gliederungsansicht drucken?</a:t>
            </a:r>
          </a:p>
          <a:p>
            <a:pPr lvl="0"/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Auf erster Folie Notiz eingeben: Begrüßung, Vorstellung, Einführende Erläuterungen. Notizenseite drucken?</a:t>
            </a:r>
          </a:p>
          <a:p>
            <a:pPr lvl="0"/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Wie könnte die gesamte Datei 4x gedruckt werden?</a:t>
            </a:r>
          </a:p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0302E4-769F-44D9-9A0D-296DCF4C452B}" type="slidenum">
              <a:rPr lang="de-DE" smtClean="0"/>
              <a:pPr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793461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erade Verbindung 6"/>
          <p:cNvSpPr>
            <a:spLocks noChangeShapeType="1"/>
          </p:cNvSpPr>
          <p:nvPr/>
        </p:nvSpPr>
        <p:spPr bwMode="auto">
          <a:xfrm>
            <a:off x="514350" y="5349902"/>
            <a:ext cx="862965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lang="en-US"/>
          </a:p>
        </p:txBody>
      </p:sp>
      <p:sp>
        <p:nvSpPr>
          <p:cNvPr id="29" name="Titel 28"/>
          <p:cNvSpPr>
            <a:spLocks noGrp="1"/>
          </p:cNvSpPr>
          <p:nvPr>
            <p:ph type="ctrTitle"/>
          </p:nvPr>
        </p:nvSpPr>
        <p:spPr>
          <a:xfrm>
            <a:off x="381000" y="4853411"/>
            <a:ext cx="8458200" cy="1222375"/>
          </a:xfrm>
        </p:spPr>
        <p:txBody>
          <a:bodyPr anchor="t"/>
          <a:lstStyle/>
          <a:p>
            <a:r>
              <a:rPr lang="de-DE"/>
              <a:t>Titelmasterformat durch Klicken bearbeiten</a:t>
            </a:r>
            <a:endParaRPr lang="en-US" dirty="0"/>
          </a:p>
        </p:txBody>
      </p:sp>
      <p:sp>
        <p:nvSpPr>
          <p:cNvPr id="9" name="Untertitel 8"/>
          <p:cNvSpPr>
            <a:spLocks noGrp="1"/>
          </p:cNvSpPr>
          <p:nvPr>
            <p:ph type="subTitle" idx="1"/>
          </p:nvPr>
        </p:nvSpPr>
        <p:spPr>
          <a:xfrm>
            <a:off x="381000" y="3886200"/>
            <a:ext cx="8458200" cy="914400"/>
          </a:xfrm>
        </p:spPr>
        <p:txBody>
          <a:bodyPr anchor="b"/>
          <a:lstStyle>
            <a:lvl1pPr marL="0" indent="0" algn="l">
              <a:buNone/>
              <a:defRPr sz="2400">
                <a:solidFill>
                  <a:schemeClr val="tx2">
                    <a:shade val="75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de-DE"/>
              <a:t>Formatvorlage des Untertitelmasters durch Klicken bearbeiten</a:t>
            </a:r>
            <a:endParaRPr lang="en-US" dirty="0"/>
          </a:p>
        </p:txBody>
      </p:sp>
      <p:sp>
        <p:nvSpPr>
          <p:cNvPr id="16" name="Datumsplatzhalter 1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0AB5E-65B2-470F-A90D-8944CCF2250D}" type="datetime2">
              <a:rPr lang="en-US" smtClean="0"/>
              <a:pPr/>
              <a:t>Wednesday, March 13, 2024</a:t>
            </a:fld>
            <a:endParaRPr lang="en-US"/>
          </a:p>
        </p:txBody>
      </p:sp>
      <p:sp>
        <p:nvSpPr>
          <p:cNvPr id="2" name="Fußzeilenplatzhalt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5" name="Foliennummernplatzhalter 14"/>
          <p:cNvSpPr>
            <a:spLocks noGrp="1"/>
          </p:cNvSpPr>
          <p:nvPr>
            <p:ph type="sldNum" sz="quarter" idx="12"/>
          </p:nvPr>
        </p:nvSpPr>
        <p:spPr>
          <a:xfrm>
            <a:off x="8229600" y="6473952"/>
            <a:ext cx="758952" cy="246888"/>
          </a:xfrm>
        </p:spPr>
        <p:txBody>
          <a:bodyPr/>
          <a:lstStyle/>
          <a:p>
            <a:fld id="{CF7A2BDD-D331-44F0-96AA-4FB4ED497064}" type="slidenum">
              <a:rPr lang="en-US" smtClean="0"/>
              <a:pPr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el 2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  <a:endParaRPr lang="en-US"/>
          </a:p>
        </p:txBody>
      </p:sp>
      <p:sp>
        <p:nvSpPr>
          <p:cNvPr id="27" name="Inhaltsplatzhalter 2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25" name="Datumsplatzhalter 2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F4066D-E18E-46CA-ADDB-DC7D9F287FCD}" type="datetime2">
              <a:rPr lang="en-US" smtClean="0"/>
              <a:pPr/>
              <a:t>Wednesday, March 13, 2024</a:t>
            </a:fld>
            <a:endParaRPr lang="en-US"/>
          </a:p>
        </p:txBody>
      </p:sp>
      <p:sp>
        <p:nvSpPr>
          <p:cNvPr id="19" name="Fußzeilenplatzhalter 18"/>
          <p:cNvSpPr>
            <a:spLocks noGrp="1"/>
          </p:cNvSpPr>
          <p:nvPr>
            <p:ph type="ftr" sz="quarter" idx="11"/>
          </p:nvPr>
        </p:nvSpPr>
        <p:spPr>
          <a:xfrm>
            <a:off x="3581400" y="76200"/>
            <a:ext cx="2895600" cy="288925"/>
          </a:xfrm>
        </p:spPr>
        <p:txBody>
          <a:bodyPr/>
          <a:lstStyle/>
          <a:p>
            <a:endParaRPr lang="en-US"/>
          </a:p>
        </p:txBody>
      </p:sp>
      <p:sp>
        <p:nvSpPr>
          <p:cNvPr id="16" name="Foliennummernplatzhalter 15"/>
          <p:cNvSpPr>
            <a:spLocks noGrp="1"/>
          </p:cNvSpPr>
          <p:nvPr>
            <p:ph type="sldNum" sz="quarter" idx="12"/>
          </p:nvPr>
        </p:nvSpPr>
        <p:spPr>
          <a:xfrm>
            <a:off x="8229600" y="6473952"/>
            <a:ext cx="758952" cy="246888"/>
          </a:xfrm>
        </p:spPr>
        <p:txBody>
          <a:bodyPr/>
          <a:lstStyle/>
          <a:p>
            <a:fld id="{CF7A2BDD-D331-44F0-96AA-4FB4ED497064}" type="slidenum">
              <a:rPr lang="en-US" smtClean="0"/>
              <a:pPr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bschnittsüberschrift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erade Verbindung 6"/>
          <p:cNvSpPr>
            <a:spLocks noChangeShapeType="1"/>
          </p:cNvSpPr>
          <p:nvPr/>
        </p:nvSpPr>
        <p:spPr bwMode="auto">
          <a:xfrm>
            <a:off x="514350" y="3444902"/>
            <a:ext cx="862965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lang="en-US"/>
          </a:p>
        </p:txBody>
      </p:sp>
      <p:sp>
        <p:nvSpPr>
          <p:cNvPr id="6" name="Textplatzhalter 5"/>
          <p:cNvSpPr>
            <a:spLocks noGrp="1"/>
          </p:cNvSpPr>
          <p:nvPr>
            <p:ph type="body" idx="1"/>
          </p:nvPr>
        </p:nvSpPr>
        <p:spPr>
          <a:xfrm>
            <a:off x="381000" y="1676400"/>
            <a:ext cx="8458200" cy="1219200"/>
          </a:xfrm>
        </p:spPr>
        <p:txBody>
          <a:bodyPr anchor="b"/>
          <a:lstStyle>
            <a:lvl1pPr algn="r">
              <a:buNone/>
              <a:defRPr sz="2000">
                <a:solidFill>
                  <a:schemeClr val="tx2">
                    <a:shade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19" name="Datumsplatzhalter 1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C6C238-36A3-43CE-9745-62AF0A355E2A}" type="datetime2">
              <a:rPr lang="en-US" smtClean="0"/>
              <a:pPr/>
              <a:t>Wednesday, March 13, 2024</a:t>
            </a:fld>
            <a:endParaRPr lang="en-US"/>
          </a:p>
        </p:txBody>
      </p:sp>
      <p:sp>
        <p:nvSpPr>
          <p:cNvPr id="11" name="Fußzeilenplatzhalt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Foliennummernplatzhalter 1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7A2BDD-D331-44F0-96AA-4FB4ED497064}" type="slidenum">
              <a:rPr lang="en-US" smtClean="0"/>
              <a:pPr/>
              <a:t>‹Nr.›</a:t>
            </a:fld>
            <a:endParaRPr lang="en-US"/>
          </a:p>
        </p:txBody>
      </p:sp>
      <p:sp>
        <p:nvSpPr>
          <p:cNvPr id="8" name="Titel 7"/>
          <p:cNvSpPr>
            <a:spLocks noGrp="1"/>
          </p:cNvSpPr>
          <p:nvPr>
            <p:ph type="title"/>
          </p:nvPr>
        </p:nvSpPr>
        <p:spPr>
          <a:xfrm>
            <a:off x="180475" y="2947085"/>
            <a:ext cx="8686800" cy="1184825"/>
          </a:xfrm>
        </p:spPr>
        <p:txBody>
          <a:bodyPr rtlCol="0" anchor="t"/>
          <a:lstStyle>
            <a:lvl1pPr algn="r">
              <a:defRPr/>
            </a:lvl1pPr>
          </a:lstStyle>
          <a:p>
            <a:r>
              <a:rPr lang="de-DE"/>
              <a:t>Titelmasterformat durch Klicken bearbeiten</a:t>
            </a:r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el 19"/>
          <p:cNvSpPr>
            <a:spLocks noGrp="1"/>
          </p:cNvSpPr>
          <p:nvPr>
            <p:ph type="title"/>
          </p:nvPr>
        </p:nvSpPr>
        <p:spPr>
          <a:xfrm>
            <a:off x="301752" y="457200"/>
            <a:ext cx="8686800" cy="841248"/>
          </a:xfrm>
        </p:spPr>
        <p:txBody>
          <a:bodyPr/>
          <a:lstStyle/>
          <a:p>
            <a:r>
              <a:rPr lang="de-DE"/>
              <a:t>Titelmasterformat durch Klicken bearbeiten</a:t>
            </a:r>
            <a:endParaRPr lang="en-US" dirty="0"/>
          </a:p>
        </p:txBody>
      </p:sp>
      <p:sp>
        <p:nvSpPr>
          <p:cNvPr id="14" name="Inhaltsplatzhalter 13"/>
          <p:cNvSpPr>
            <a:spLocks noGrp="1"/>
          </p:cNvSpPr>
          <p:nvPr>
            <p:ph sz="half" idx="1"/>
          </p:nvPr>
        </p:nvSpPr>
        <p:spPr>
          <a:xfrm>
            <a:off x="304800" y="1600200"/>
            <a:ext cx="4191000" cy="4724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13" name="Inhaltsplatzhalter 12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343400" cy="4724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21" name="Datumsplatzhalter 20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06EB92-F772-4663-8537-1301BB50BFAC}" type="datetime2">
              <a:rPr lang="en-US" smtClean="0"/>
              <a:pPr/>
              <a:t>Wednesday, March 13, 2024</a:t>
            </a:fld>
            <a:endParaRPr lang="en-US"/>
          </a:p>
        </p:txBody>
      </p:sp>
      <p:sp>
        <p:nvSpPr>
          <p:cNvPr id="10" name="Fußzeilenplatzhalt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1" name="Foliennummernplatzhalter 3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7A2BDD-D331-44F0-96AA-4FB4ED497064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el 28"/>
          <p:cNvSpPr>
            <a:spLocks noGrp="1"/>
          </p:cNvSpPr>
          <p:nvPr>
            <p:ph type="title"/>
          </p:nvPr>
        </p:nvSpPr>
        <p:spPr>
          <a:xfrm>
            <a:off x="304800" y="5410200"/>
            <a:ext cx="8610600" cy="882650"/>
          </a:xfrm>
        </p:spPr>
        <p:txBody>
          <a:bodyPr anchor="ctr"/>
          <a:lstStyle>
            <a:lvl1pPr>
              <a:defRPr/>
            </a:lvl1pPr>
          </a:lstStyle>
          <a:p>
            <a:r>
              <a:rPr lang="de-DE"/>
              <a:t>Titelmasterformat durch Klicken bearbeiten</a:t>
            </a:r>
            <a:endParaRPr lang="en-US" dirty="0"/>
          </a:p>
        </p:txBody>
      </p:sp>
      <p:sp>
        <p:nvSpPr>
          <p:cNvPr id="13" name="Textplatzhalter 12"/>
          <p:cNvSpPr>
            <a:spLocks noGrp="1"/>
          </p:cNvSpPr>
          <p:nvPr>
            <p:ph type="body" idx="1"/>
          </p:nvPr>
        </p:nvSpPr>
        <p:spPr>
          <a:xfrm>
            <a:off x="281444" y="666750"/>
            <a:ext cx="4290556" cy="639762"/>
          </a:xfrm>
        </p:spPr>
        <p:txBody>
          <a:bodyPr anchor="ctr"/>
          <a:lstStyle>
            <a:lvl1pPr>
              <a:buNone/>
              <a:defRPr sz="1800" b="0" cap="all" baseline="0">
                <a:solidFill>
                  <a:schemeClr val="accent1">
                    <a:shade val="50000"/>
                  </a:schemeClr>
                </a:solidFill>
                <a:latin typeface="+mj-lt"/>
                <a:ea typeface="+mj-lt"/>
                <a:cs typeface="+mj-lt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25" name="Textplatzhalter 24"/>
          <p:cNvSpPr>
            <a:spLocks noGrp="1"/>
          </p:cNvSpPr>
          <p:nvPr>
            <p:ph type="body" sz="half" idx="2"/>
          </p:nvPr>
        </p:nvSpPr>
        <p:spPr>
          <a:xfrm>
            <a:off x="4645025" y="666750"/>
            <a:ext cx="4292241" cy="639762"/>
          </a:xfrm>
        </p:spPr>
        <p:txBody>
          <a:bodyPr anchor="ctr"/>
          <a:lstStyle>
            <a:lvl1pPr>
              <a:buNone/>
              <a:defRPr sz="1800" b="0" cap="all" baseline="0">
                <a:solidFill>
                  <a:schemeClr val="accent1">
                    <a:shade val="50000"/>
                  </a:schemeClr>
                </a:solidFill>
                <a:latin typeface="+mj-lt"/>
                <a:ea typeface="+mj-lt"/>
                <a:cs typeface="+mj-lt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Inhaltsplatzhalter 3"/>
          <p:cNvSpPr>
            <a:spLocks noGrp="1"/>
          </p:cNvSpPr>
          <p:nvPr>
            <p:ph sz="quarter" idx="3"/>
          </p:nvPr>
        </p:nvSpPr>
        <p:spPr>
          <a:xfrm>
            <a:off x="281444" y="1316037"/>
            <a:ext cx="4290556" cy="39417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28" name="Inhaltsplatzhalter 27"/>
          <p:cNvSpPr>
            <a:spLocks noGrp="1"/>
          </p:cNvSpPr>
          <p:nvPr>
            <p:ph sz="quarter" idx="4"/>
          </p:nvPr>
        </p:nvSpPr>
        <p:spPr>
          <a:xfrm>
            <a:off x="4648200" y="1316037"/>
            <a:ext cx="4270375" cy="39417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10" name="Datumsplatzhalter 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2C789-5B62-48FF-9191-791023128F05}" type="datetime2">
              <a:rPr lang="en-US" smtClean="0"/>
              <a:pPr/>
              <a:t>Wednesday, March 13, 2024</a:t>
            </a:fld>
            <a:endParaRPr lang="en-US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>
          <a:xfrm>
            <a:off x="8229600" y="6477000"/>
            <a:ext cx="762000" cy="246888"/>
          </a:xfrm>
        </p:spPr>
        <p:txBody>
          <a:bodyPr/>
          <a:lstStyle/>
          <a:p>
            <a:fld id="{CF7A2BDD-D331-44F0-96AA-4FB4ED497064}" type="slidenum">
              <a:rPr lang="en-US" smtClean="0"/>
              <a:pPr/>
              <a:t>‹Nr.›</a:t>
            </a:fld>
            <a:endParaRPr lang="en-US" dirty="0"/>
          </a:p>
        </p:txBody>
      </p:sp>
      <p:sp>
        <p:nvSpPr>
          <p:cNvPr id="11" name="Gerade Verbindung 10"/>
          <p:cNvSpPr>
            <a:spLocks noChangeShapeType="1"/>
          </p:cNvSpPr>
          <p:nvPr/>
        </p:nvSpPr>
        <p:spPr bwMode="auto">
          <a:xfrm>
            <a:off x="514350" y="6019800"/>
            <a:ext cx="862965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el 29"/>
          <p:cNvSpPr>
            <a:spLocks noGrp="1"/>
          </p:cNvSpPr>
          <p:nvPr>
            <p:ph type="title"/>
          </p:nvPr>
        </p:nvSpPr>
        <p:spPr>
          <a:xfrm>
            <a:off x="301752" y="457200"/>
            <a:ext cx="8686800" cy="841248"/>
          </a:xfrm>
        </p:spPr>
        <p:txBody>
          <a:bodyPr/>
          <a:lstStyle/>
          <a:p>
            <a:r>
              <a:rPr lang="de-DE"/>
              <a:t>Titelmasterformat durch Klicken bearbeiten</a:t>
            </a:r>
            <a:endParaRPr lang="en-US" dirty="0"/>
          </a:p>
        </p:txBody>
      </p:sp>
      <p:sp>
        <p:nvSpPr>
          <p:cNvPr id="12" name="Datumsplatzhalter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2E5AB2-AD30-4274-ADEE-77A916493B5C}" type="datetime2">
              <a:rPr lang="en-US" smtClean="0"/>
              <a:pPr/>
              <a:t>Wednesday, March 13, 2024</a:t>
            </a:fld>
            <a:endParaRPr lang="en-US"/>
          </a:p>
        </p:txBody>
      </p:sp>
      <p:sp>
        <p:nvSpPr>
          <p:cNvPr id="21" name="Fußzeilenplatzhalter 2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7A2BDD-D331-44F0-96AA-4FB4ED497064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C76396-5064-41C5-A285-015EE0047001}" type="datetime2">
              <a:rPr lang="en-US" smtClean="0"/>
              <a:pPr/>
              <a:t>Wednesday, March 13, 2024</a:t>
            </a:fld>
            <a:endParaRPr lang="en-US"/>
          </a:p>
        </p:txBody>
      </p:sp>
      <p:sp>
        <p:nvSpPr>
          <p:cNvPr id="24" name="Fußzeilenplatzhalter 2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7A2BDD-D331-44F0-96AA-4FB4ED497064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erade Verbindung 7"/>
          <p:cNvSpPr>
            <a:spLocks noChangeShapeType="1"/>
          </p:cNvSpPr>
          <p:nvPr/>
        </p:nvSpPr>
        <p:spPr bwMode="auto">
          <a:xfrm>
            <a:off x="514350" y="5849117"/>
            <a:ext cx="862965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lang="en-US"/>
          </a:p>
        </p:txBody>
      </p:sp>
      <p:sp>
        <p:nvSpPr>
          <p:cNvPr id="12" name="Titel 11"/>
          <p:cNvSpPr>
            <a:spLocks noGrp="1"/>
          </p:cNvSpPr>
          <p:nvPr>
            <p:ph type="title"/>
          </p:nvPr>
        </p:nvSpPr>
        <p:spPr>
          <a:xfrm>
            <a:off x="457200" y="5486400"/>
            <a:ext cx="8458200" cy="520700"/>
          </a:xfrm>
        </p:spPr>
        <p:txBody>
          <a:bodyPr anchor="ctr"/>
          <a:lstStyle>
            <a:lvl1pPr algn="l">
              <a:buNone/>
              <a:defRPr sz="2000" b="1"/>
            </a:lvl1pPr>
          </a:lstStyle>
          <a:p>
            <a:r>
              <a:rPr lang="de-DE"/>
              <a:t>Titelmasterformat durch Klicken bearbeiten</a:t>
            </a:r>
            <a:endParaRPr lang="en-US" dirty="0"/>
          </a:p>
        </p:txBody>
      </p:sp>
      <p:sp>
        <p:nvSpPr>
          <p:cNvPr id="26" name="Textplatzhalter 25"/>
          <p:cNvSpPr>
            <a:spLocks noGrp="1"/>
          </p:cNvSpPr>
          <p:nvPr>
            <p:ph type="body" idx="1"/>
          </p:nvPr>
        </p:nvSpPr>
        <p:spPr>
          <a:xfrm>
            <a:off x="457200" y="609600"/>
            <a:ext cx="3008313" cy="4800600"/>
          </a:xfrm>
        </p:spPr>
        <p:txBody>
          <a:bodyPr/>
          <a:lstStyle>
            <a:lvl1pPr marL="0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14" name="Inhaltsplatzhalter 13"/>
          <p:cNvSpPr>
            <a:spLocks noGrp="1"/>
          </p:cNvSpPr>
          <p:nvPr>
            <p:ph sz="half" idx="2"/>
          </p:nvPr>
        </p:nvSpPr>
        <p:spPr>
          <a:xfrm>
            <a:off x="3575050" y="609600"/>
            <a:ext cx="5340350" cy="48006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25" name="Datumsplatzhalter 2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39F948-767F-407F-A020-A5EC9CBC2988}" type="datetime2">
              <a:rPr lang="en-US" smtClean="0"/>
              <a:pPr/>
              <a:t>Wednesday, March 13, 2024</a:t>
            </a:fld>
            <a:endParaRPr lang="en-US"/>
          </a:p>
        </p:txBody>
      </p:sp>
      <p:sp>
        <p:nvSpPr>
          <p:cNvPr id="29" name="Fußzeilenplatzhalter 2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7A2BDD-D331-44F0-96AA-4FB4ED497064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erade Verbindung 7"/>
          <p:cNvSpPr>
            <a:spLocks noChangeShapeType="1"/>
          </p:cNvSpPr>
          <p:nvPr/>
        </p:nvSpPr>
        <p:spPr bwMode="auto">
          <a:xfrm>
            <a:off x="514350" y="5171268"/>
            <a:ext cx="862965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lang="en-US"/>
          </a:p>
        </p:txBody>
      </p:sp>
      <p:sp>
        <p:nvSpPr>
          <p:cNvPr id="13" name="Bildplatzhalter 12"/>
          <p:cNvSpPr>
            <a:spLocks noGrp="1"/>
          </p:cNvSpPr>
          <p:nvPr>
            <p:ph type="pic" idx="1"/>
          </p:nvPr>
        </p:nvSpPr>
        <p:spPr>
          <a:xfrm>
            <a:off x="381000" y="685800"/>
            <a:ext cx="5486400" cy="3810000"/>
          </a:xfrm>
          <a:solidFill>
            <a:schemeClr val="bg1"/>
          </a:solidFill>
          <a:ln w="6350">
            <a:solidFill>
              <a:schemeClr val="accent1"/>
            </a:solidFill>
          </a:ln>
          <a:effectLst>
            <a:reflection blurRad="1000" stA="70000" endPos="10000" dist="50" dir="5400000" sy="-90000" algn="bl" rotWithShape="0"/>
          </a:effectLst>
        </p:spPr>
        <p:txBody>
          <a:bodyPr/>
          <a:lstStyle>
            <a:lvl1pPr>
              <a:buNone/>
              <a:defRPr sz="3200"/>
            </a:lvl1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51B7D-C0F1-466D-856C-C3614969F05D}" type="datetime2">
              <a:rPr lang="en-US" smtClean="0"/>
              <a:pPr/>
              <a:t>Wednesday, March 13, 2024</a:t>
            </a:fld>
            <a:endParaRPr lang="en-US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1" name="Foliennummernplatzhalter 3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7A2BDD-D331-44F0-96AA-4FB4ED497064}" type="slidenum">
              <a:rPr lang="en-US" smtClean="0"/>
              <a:pPr/>
              <a:t>‹Nr.›</a:t>
            </a:fld>
            <a:endParaRPr lang="en-US"/>
          </a:p>
        </p:txBody>
      </p:sp>
      <p:sp>
        <p:nvSpPr>
          <p:cNvPr id="17" name="Titel 16"/>
          <p:cNvSpPr>
            <a:spLocks noGrp="1"/>
          </p:cNvSpPr>
          <p:nvPr>
            <p:ph type="title"/>
          </p:nvPr>
        </p:nvSpPr>
        <p:spPr>
          <a:xfrm>
            <a:off x="381000" y="4811712"/>
            <a:ext cx="8458200" cy="522288"/>
          </a:xfrm>
        </p:spPr>
        <p:txBody>
          <a:bodyPr anchor="ctr"/>
          <a:lstStyle>
            <a:lvl1pPr algn="l">
              <a:buNone/>
              <a:defRPr sz="2000" b="1"/>
            </a:lvl1pPr>
          </a:lstStyle>
          <a:p>
            <a:r>
              <a:rPr lang="de-DE"/>
              <a:t>Titelmasterformat durch Klicken bearbeiten</a:t>
            </a:r>
            <a:endParaRPr lang="en-US"/>
          </a:p>
        </p:txBody>
      </p:sp>
      <p:sp>
        <p:nvSpPr>
          <p:cNvPr id="26" name="Textplatzhalter 25"/>
          <p:cNvSpPr>
            <a:spLocks noGrp="1"/>
          </p:cNvSpPr>
          <p:nvPr>
            <p:ph type="body" sz="half" idx="2"/>
          </p:nvPr>
        </p:nvSpPr>
        <p:spPr>
          <a:xfrm>
            <a:off x="381000" y="5327650"/>
            <a:ext cx="8458200" cy="996950"/>
          </a:xfrm>
        </p:spPr>
        <p:txBody>
          <a:bodyPr/>
          <a:lstStyle>
            <a:lvl1pPr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erade Verbindung 6"/>
          <p:cNvSpPr>
            <a:spLocks noChangeShapeType="1"/>
          </p:cNvSpPr>
          <p:nvPr/>
        </p:nvSpPr>
        <p:spPr bwMode="auto">
          <a:xfrm>
            <a:off x="514350" y="1050898"/>
            <a:ext cx="862965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lang="en-US"/>
          </a:p>
        </p:txBody>
      </p:sp>
      <p:sp>
        <p:nvSpPr>
          <p:cNvPr id="10" name="Titelplatzhalter 9"/>
          <p:cNvSpPr>
            <a:spLocks noGrp="1"/>
          </p:cNvSpPr>
          <p:nvPr>
            <p:ph type="title"/>
          </p:nvPr>
        </p:nvSpPr>
        <p:spPr>
          <a:xfrm>
            <a:off x="304800" y="457200"/>
            <a:ext cx="8686800" cy="8382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Textplatzhalter 7"/>
          <p:cNvSpPr>
            <a:spLocks noGrp="1"/>
          </p:cNvSpPr>
          <p:nvPr>
            <p:ph type="body" idx="1"/>
          </p:nvPr>
        </p:nvSpPr>
        <p:spPr>
          <a:xfrm>
            <a:off x="304800" y="1554162"/>
            <a:ext cx="8686800" cy="45259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Eighth level</a:t>
            </a:r>
          </a:p>
          <a:p>
            <a:pPr lvl="8"/>
            <a:r>
              <a:rPr lang="en-US" dirty="0"/>
              <a:t>Ninth level</a:t>
            </a:r>
          </a:p>
        </p:txBody>
      </p:sp>
      <p:sp>
        <p:nvSpPr>
          <p:cNvPr id="11" name="Datumsplatzhalter 10"/>
          <p:cNvSpPr>
            <a:spLocks noGrp="1"/>
          </p:cNvSpPr>
          <p:nvPr>
            <p:ph type="dt" sz="half" idx="2"/>
          </p:nvPr>
        </p:nvSpPr>
        <p:spPr>
          <a:xfrm>
            <a:off x="6477000" y="76200"/>
            <a:ext cx="2514600" cy="288925"/>
          </a:xfrm>
          <a:prstGeom prst="rect">
            <a:avLst/>
          </a:prstGeom>
        </p:spPr>
        <p:txBody>
          <a:bodyPr vert="horz"/>
          <a:lstStyle>
            <a:lvl1pPr algn="l">
              <a:defRPr sz="1200">
                <a:solidFill>
                  <a:schemeClr val="accent1">
                    <a:shade val="75000"/>
                  </a:schemeClr>
                </a:solidFill>
              </a:defRPr>
            </a:lvl1pPr>
          </a:lstStyle>
          <a:p>
            <a:pPr algn="l"/>
            <a:fld id="{4C8A7A92-D244-4C94-97DC-00C50A8E32A7}" type="datetime2">
              <a:rPr lang="en-US" smtClean="0"/>
              <a:pPr algn="l"/>
              <a:t>Wednesday, March 13, 2024</a:t>
            </a:fld>
            <a:endParaRPr lang="en-US" dirty="0">
              <a:solidFill>
                <a:schemeClr val="accent1">
                  <a:shade val="75000"/>
                </a:schemeClr>
              </a:solidFill>
            </a:endParaRPr>
          </a:p>
        </p:txBody>
      </p:sp>
      <p:sp>
        <p:nvSpPr>
          <p:cNvPr id="28" name="Fußzeilenplatzhalter 27"/>
          <p:cNvSpPr>
            <a:spLocks noGrp="1"/>
          </p:cNvSpPr>
          <p:nvPr>
            <p:ph type="ftr" sz="quarter" idx="3"/>
          </p:nvPr>
        </p:nvSpPr>
        <p:spPr>
          <a:xfrm>
            <a:off x="3124200" y="76200"/>
            <a:ext cx="3352800" cy="288925"/>
          </a:xfrm>
          <a:prstGeom prst="rect">
            <a:avLst/>
          </a:prstGeom>
        </p:spPr>
        <p:txBody>
          <a:bodyPr vert="horz"/>
          <a:lstStyle>
            <a:lvl1pPr algn="r">
              <a:defRPr sz="1200">
                <a:solidFill>
                  <a:schemeClr val="accent1">
                    <a:shade val="75000"/>
                  </a:schemeClr>
                </a:solidFill>
              </a:defRPr>
            </a:lvl1pPr>
          </a:lstStyle>
          <a:p>
            <a:pPr algn="r"/>
            <a:endParaRPr lang="en-US" dirty="0">
              <a:solidFill>
                <a:schemeClr val="accent1">
                  <a:shade val="75000"/>
                </a:schemeClr>
              </a:solidFill>
            </a:endParaRP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4"/>
          </p:nvPr>
        </p:nvSpPr>
        <p:spPr>
          <a:xfrm>
            <a:off x="8229600" y="6477000"/>
            <a:ext cx="762000" cy="244475"/>
          </a:xfrm>
          <a:prstGeom prst="rect">
            <a:avLst/>
          </a:prstGeom>
        </p:spPr>
        <p:txBody>
          <a:bodyPr vert="horz"/>
          <a:lstStyle>
            <a:lvl1pPr algn="r">
              <a:defRPr sz="1200">
                <a:solidFill>
                  <a:schemeClr val="accent1">
                    <a:shade val="75000"/>
                  </a:schemeClr>
                </a:solidFill>
              </a:defRPr>
            </a:lvl1pPr>
          </a:lstStyle>
          <a:p>
            <a:fld id="{CF7A2BDD-D331-44F0-96AA-4FB4ED497064}" type="slidenum">
              <a:rPr lang="en-US" smtClean="0">
                <a:solidFill>
                  <a:schemeClr val="accent1">
                    <a:shade val="75000"/>
                  </a:schemeClr>
                </a:solidFill>
              </a:rPr>
              <a:pPr/>
              <a:t>‹Nr.›</a:t>
            </a:fld>
            <a:endParaRPr lang="en-US" dirty="0">
              <a:solidFill>
                <a:schemeClr val="accent1">
                  <a:shade val="75000"/>
                </a:schemeClr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txStyles>
    <p:titleStyle>
      <a:lvl1pPr algn="l" rtl="0" latinLnBrk="0">
        <a:spcBef>
          <a:spcPct val="0"/>
        </a:spcBef>
        <a:buNone/>
        <a:defRPr sz="3600" kern="1200" cap="all" baseline="0">
          <a:solidFill>
            <a:schemeClr val="tx2"/>
          </a:solidFill>
          <a:effectLst>
            <a:reflection blurRad="12700" stA="50000" endPos="50000" dist="50" dir="5400000" sy="-90000" algn="bl" rotWithShape="0"/>
          </a:effectLst>
          <a:latin typeface="+mj-lt"/>
          <a:ea typeface="+mj-ea"/>
          <a:cs typeface="+mj-cs"/>
        </a:defRPr>
      </a:lvl1pPr>
    </p:titleStyle>
    <p:bodyStyle>
      <a:lvl1pPr marL="342900" indent="-342900" algn="l" rtl="0" latinLnBrk="0">
        <a:spcBef>
          <a:spcPct val="20000"/>
        </a:spcBef>
        <a:buClr>
          <a:schemeClr val="accent1"/>
        </a:buClr>
        <a:buSzPct val="70000"/>
        <a:buFont typeface="Wingdings 2"/>
        <a:buChar char=""/>
        <a:defRPr sz="3200" kern="1200">
          <a:solidFill>
            <a:schemeClr val="tx2"/>
          </a:solidFill>
          <a:latin typeface="+mn-lt"/>
          <a:ea typeface="+mn-ea"/>
          <a:cs typeface="+mn-cs"/>
        </a:defRPr>
      </a:lvl1pPr>
      <a:lvl2pPr marL="742950" indent="-285750" algn="l" rtl="0" latinLnBrk="0">
        <a:spcBef>
          <a:spcPct val="20000"/>
        </a:spcBef>
        <a:buClr>
          <a:schemeClr val="accent1"/>
        </a:buClr>
        <a:buSzPct val="70000"/>
        <a:buFont typeface="Wingdings 2"/>
        <a:buChar char=""/>
        <a:defRPr sz="28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rtl="0" latinLnBrk="0">
        <a:spcBef>
          <a:spcPct val="20000"/>
        </a:spcBef>
        <a:buClr>
          <a:schemeClr val="accent1"/>
        </a:buClr>
        <a:buSzPct val="70000"/>
        <a:buFont typeface="Wingdings 2"/>
        <a:buChar char=""/>
        <a:defRPr sz="24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rtl="0" latinLnBrk="0">
        <a:spcBef>
          <a:spcPct val="20000"/>
        </a:spcBef>
        <a:buClr>
          <a:schemeClr val="accent1"/>
        </a:buClr>
        <a:buSzPct val="70000"/>
        <a:buFont typeface="Wingdings 2"/>
        <a:buChar char=""/>
        <a:defRPr sz="20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rtl="0" latinLnBrk="0">
        <a:spcBef>
          <a:spcPct val="20000"/>
        </a:spcBef>
        <a:buClr>
          <a:schemeClr val="accent1"/>
        </a:buClr>
        <a:buSzPct val="60000"/>
        <a:buFont typeface="Wingdings 2"/>
        <a:buChar char=""/>
        <a:defRPr sz="18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rtl="0" latinLnBrk="0">
        <a:spcBef>
          <a:spcPct val="20000"/>
        </a:spcBef>
        <a:buClr>
          <a:schemeClr val="accent1"/>
        </a:buClr>
        <a:buSzPct val="60000"/>
        <a:buFont typeface="Wingdings 2"/>
        <a:buChar char=""/>
        <a:defRPr sz="1800" kern="1200">
          <a:solidFill>
            <a:schemeClr val="tx2"/>
          </a:solidFill>
          <a:latin typeface="+mn-lt"/>
          <a:ea typeface="+mn-ea"/>
          <a:cs typeface="+mn-cs"/>
        </a:defRPr>
      </a:lvl6pPr>
      <a:lvl7pPr marL="2971800" indent="-228600" algn="l" rtl="0" latinLnBrk="0">
        <a:spcBef>
          <a:spcPct val="20000"/>
        </a:spcBef>
        <a:buClr>
          <a:schemeClr val="accent1"/>
        </a:buClr>
        <a:buSzPct val="60000"/>
        <a:buFont typeface="Wingdings 2"/>
        <a:buChar char=""/>
        <a:defRPr sz="1600" kern="1200">
          <a:solidFill>
            <a:schemeClr val="tx2"/>
          </a:solidFill>
          <a:latin typeface="+mn-lt"/>
          <a:ea typeface="+mn-ea"/>
          <a:cs typeface="+mn-cs"/>
        </a:defRPr>
      </a:lvl7pPr>
      <a:lvl8pPr marL="3429000" indent="-228600" algn="l" rtl="0" latinLnBrk="0">
        <a:spcBef>
          <a:spcPct val="20000"/>
        </a:spcBef>
        <a:buClr>
          <a:schemeClr val="accent1"/>
        </a:buClr>
        <a:buSzPct val="60000"/>
        <a:buFont typeface="Wingdings 2"/>
        <a:buChar char="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3886200" indent="-228600" algn="l" rtl="0" latinLnBrk="0">
        <a:spcBef>
          <a:spcPct val="20000"/>
        </a:spcBef>
        <a:buClr>
          <a:schemeClr val="accent1"/>
        </a:buClr>
        <a:buSzPct val="60000"/>
        <a:buFont typeface="Wingdings 2"/>
        <a:buChar char="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lvl1pPr marL="0" algn="l" rtl="0">
        <a:defRPr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>
        <a:defRPr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>
        <a:defRPr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>
        <a:defRPr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>
        <a:defRPr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>
        <a:defRPr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>
        <a:defRPr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/>
          <p:cNvSpPr>
            <a:spLocks noGrp="1"/>
          </p:cNvSpPr>
          <p:nvPr>
            <p:ph type="ctrTitle"/>
          </p:nvPr>
        </p:nvSpPr>
        <p:spPr>
          <a:xfrm>
            <a:off x="381000" y="4852988"/>
            <a:ext cx="8458200" cy="1222375"/>
          </a:xfrm>
        </p:spPr>
        <p:txBody>
          <a:bodyPr/>
          <a:lstStyle/>
          <a:p>
            <a:r>
              <a:rPr lang="de-DE" dirty="0"/>
              <a:t>Entwicklung einer </a:t>
            </a:r>
            <a:br>
              <a:rPr lang="de-DE" dirty="0"/>
            </a:br>
            <a:r>
              <a:rPr lang="de-DE" dirty="0"/>
              <a:t>kalorienarmen Schokolade</a:t>
            </a:r>
          </a:p>
        </p:txBody>
      </p:sp>
      <p:sp>
        <p:nvSpPr>
          <p:cNvPr id="3" name="Rechteck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de-DE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Marktsituation</a:t>
            </a:r>
          </a:p>
        </p:txBody>
      </p:sp>
      <p:sp>
        <p:nvSpPr>
          <p:cNvPr id="3" name="Rechteck 2"/>
          <p:cNvSpPr>
            <a:spLocks noGrp="1"/>
          </p:cNvSpPr>
          <p:nvPr>
            <p:ph idx="1"/>
          </p:nvPr>
        </p:nvSpPr>
        <p:spPr>
          <a:xfrm>
            <a:off x="304800" y="1571612"/>
            <a:ext cx="8839200" cy="4525962"/>
          </a:xfrm>
        </p:spPr>
        <p:txBody>
          <a:bodyPr/>
          <a:lstStyle/>
          <a:p>
            <a:r>
              <a:rPr lang="de-DE" dirty="0"/>
              <a:t>Expandierender Süßwarenmarkt</a:t>
            </a:r>
          </a:p>
          <a:p>
            <a:r>
              <a:rPr lang="de-DE" dirty="0"/>
              <a:t>Bedürfnis der Käufer nach „Genuss ohne Reue“</a:t>
            </a:r>
          </a:p>
          <a:p>
            <a:r>
              <a:rPr lang="de-DE" dirty="0"/>
              <a:t>Steigender Absatz bei „Light“-Produkten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Aufbau eines Expertenteams</a:t>
            </a:r>
          </a:p>
        </p:txBody>
      </p:sp>
      <p:sp>
        <p:nvSpPr>
          <p:cNvPr id="3" name="Rechteck 2"/>
          <p:cNvSpPr>
            <a:spLocks noGrp="1"/>
          </p:cNvSpPr>
          <p:nvPr>
            <p:ph idx="1"/>
          </p:nvPr>
        </p:nvSpPr>
        <p:spPr>
          <a:xfrm>
            <a:off x="304800" y="1554163"/>
            <a:ext cx="8686800" cy="4525962"/>
          </a:xfrm>
        </p:spPr>
        <p:txBody>
          <a:bodyPr/>
          <a:lstStyle/>
          <a:p>
            <a:r>
              <a:rPr lang="de-DE" dirty="0"/>
              <a:t>Ernährungswissenschaftler</a:t>
            </a:r>
            <a:endParaRPr lang="de-DE"/>
          </a:p>
          <a:p>
            <a:r>
              <a:rPr lang="de-DE" dirty="0"/>
              <a:t>Lebensmittelchemiker</a:t>
            </a:r>
          </a:p>
          <a:p>
            <a:r>
              <a:rPr lang="de-DE" dirty="0"/>
              <a:t>Marketingexperten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dirty="0"/>
              <a:t>Festlegung der Rahmenbedingungen</a:t>
            </a:r>
          </a:p>
        </p:txBody>
      </p:sp>
      <p:sp>
        <p:nvSpPr>
          <p:cNvPr id="3" name="Rechteck 2"/>
          <p:cNvSpPr>
            <a:spLocks noGrp="1"/>
          </p:cNvSpPr>
          <p:nvPr>
            <p:ph idx="1"/>
          </p:nvPr>
        </p:nvSpPr>
        <p:spPr>
          <a:xfrm>
            <a:off x="304800" y="1554163"/>
            <a:ext cx="8686800" cy="4525962"/>
          </a:xfrm>
        </p:spPr>
        <p:txBody>
          <a:bodyPr/>
          <a:lstStyle/>
          <a:p>
            <a:r>
              <a:rPr lang="de-DE" dirty="0"/>
              <a:t>Zeitpläne</a:t>
            </a:r>
          </a:p>
          <a:p>
            <a:pPr lvl="1"/>
            <a:r>
              <a:rPr lang="de-DE" dirty="0"/>
              <a:t>Entwicklungsbeginn/-dauer</a:t>
            </a:r>
          </a:p>
          <a:p>
            <a:pPr lvl="1"/>
            <a:r>
              <a:rPr lang="de-DE" dirty="0"/>
              <a:t>Testphase</a:t>
            </a:r>
          </a:p>
          <a:p>
            <a:r>
              <a:rPr lang="de-DE" dirty="0"/>
              <a:t>Finanzrahmen</a:t>
            </a:r>
          </a:p>
          <a:p>
            <a:pPr lvl="1"/>
            <a:r>
              <a:rPr lang="de-DE" dirty="0"/>
              <a:t>Entwicklungskosten</a:t>
            </a:r>
          </a:p>
          <a:p>
            <a:pPr lvl="1"/>
            <a:r>
              <a:rPr lang="de-DE" dirty="0"/>
              <a:t>Produktionskosten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Nächste Schritte</a:t>
            </a:r>
          </a:p>
        </p:txBody>
      </p:sp>
      <p:sp>
        <p:nvSpPr>
          <p:cNvPr id="3" name="Rechteck 2"/>
          <p:cNvSpPr>
            <a:spLocks noGrp="1"/>
          </p:cNvSpPr>
          <p:nvPr>
            <p:ph idx="1"/>
          </p:nvPr>
        </p:nvSpPr>
        <p:spPr>
          <a:xfrm>
            <a:off x="304800" y="1554163"/>
            <a:ext cx="8686800" cy="4525962"/>
          </a:xfrm>
        </p:spPr>
        <p:txBody>
          <a:bodyPr/>
          <a:lstStyle/>
          <a:p>
            <a:r>
              <a:rPr lang="de-DE" dirty="0"/>
              <a:t>Neue Produktionsanlagen</a:t>
            </a:r>
            <a:endParaRPr lang="de-DE"/>
          </a:p>
          <a:p>
            <a:r>
              <a:rPr lang="de-DE" dirty="0"/>
              <a:t>Erweiterung der Entwicklungsabteilung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Trek">
  <a:themeElements>
    <a:clrScheme name="Trek">
      <a:dk1>
        <a:sysClr val="windowText" lastClr="000000"/>
      </a:dk1>
      <a:lt1>
        <a:sysClr val="window" lastClr="FFFFFF"/>
      </a:lt1>
      <a:dk2>
        <a:srgbClr val="4E3B30"/>
      </a:dk2>
      <a:lt2>
        <a:srgbClr val="FBEEC9"/>
      </a:lt2>
      <a:accent1>
        <a:srgbClr val="F0A22E"/>
      </a:accent1>
      <a:accent2>
        <a:srgbClr val="A5644E"/>
      </a:accent2>
      <a:accent3>
        <a:srgbClr val="B58B80"/>
      </a:accent3>
      <a:accent4>
        <a:srgbClr val="C3986D"/>
      </a:accent4>
      <a:accent5>
        <a:srgbClr val="A19574"/>
      </a:accent5>
      <a:accent6>
        <a:srgbClr val="C17529"/>
      </a:accent6>
      <a:hlink>
        <a:srgbClr val="ED602E"/>
      </a:hlink>
      <a:folHlink>
        <a:srgbClr val="FA8E1A"/>
      </a:folHlink>
    </a:clrScheme>
    <a:fontScheme name="Trek">
      <a:majorFont>
        <a:latin typeface="Franklin Gothic Medium"/>
        <a:ea typeface=""/>
        <a:cs typeface=""/>
        <a:font script="Jpan" typeface="HG創英角ｺﾞｼｯｸUB"/>
        <a:font script="Hang" typeface="돋움"/>
        <a:font script="Hans" typeface="黑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Franklin Gothic Book"/>
        <a:ea typeface=""/>
        <a:cs typeface=""/>
        <a:font script="Jpan" typeface="HGｺﾞｼｯｸE"/>
        <a:font script="Hang" typeface="돋움"/>
        <a:font script="Hans" typeface="楷体_GB2312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Trek">
      <a:fillStyleLst>
        <a:solidFill>
          <a:schemeClr val="phClr"/>
        </a:solidFill>
        <a:gradFill rotWithShape="1">
          <a:gsLst>
            <a:gs pos="0">
              <a:schemeClr val="phClr">
                <a:tint val="30000"/>
                <a:satMod val="250000"/>
              </a:schemeClr>
            </a:gs>
            <a:gs pos="72000">
              <a:schemeClr val="phClr">
                <a:tint val="75000"/>
                <a:satMod val="210000"/>
              </a:schemeClr>
            </a:gs>
            <a:gs pos="100000">
              <a:schemeClr val="phClr">
                <a:tint val="85000"/>
                <a:satMod val="21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5000"/>
                <a:shade val="85000"/>
                <a:satMod val="230000"/>
              </a:schemeClr>
            </a:gs>
            <a:gs pos="25000">
              <a:schemeClr val="phClr">
                <a:tint val="90000"/>
                <a:shade val="70000"/>
                <a:satMod val="220000"/>
              </a:schemeClr>
            </a:gs>
            <a:gs pos="50000">
              <a:schemeClr val="phClr">
                <a:tint val="90000"/>
                <a:shade val="58000"/>
                <a:satMod val="225000"/>
              </a:schemeClr>
            </a:gs>
            <a:gs pos="65000">
              <a:schemeClr val="phClr">
                <a:tint val="90000"/>
                <a:shade val="58000"/>
                <a:satMod val="225000"/>
              </a:schemeClr>
            </a:gs>
            <a:gs pos="80000">
              <a:schemeClr val="phClr">
                <a:tint val="90000"/>
                <a:shade val="69000"/>
                <a:satMod val="220000"/>
              </a:schemeClr>
            </a:gs>
            <a:gs pos="100000">
              <a:schemeClr val="phClr">
                <a:tint val="77000"/>
                <a:shade val="80000"/>
                <a:satMod val="230000"/>
              </a:schemeClr>
            </a:gs>
          </a:gsLst>
          <a:lin ang="5400000" scaled="1"/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76200" dist="50800" dir="5400000" rotWithShape="0">
              <a:srgbClr val="4E3B30">
                <a:alpha val="60000"/>
              </a:srgbClr>
            </a:outerShdw>
          </a:effectLst>
        </a:effectStyle>
        <a:effectStyle>
          <a:effectLst>
            <a:outerShdw blurRad="76200" dist="50800" dir="5400000" rotWithShape="0">
              <a:srgbClr val="4E3B30">
                <a:alpha val="60000"/>
              </a:srgbClr>
            </a:outerShdw>
          </a:effectLst>
          <a:scene3d>
            <a:camera prst="perspectiveFront" fov="60000">
              <a:rot lat="0" lon="0" rev="0"/>
            </a:camera>
            <a:lightRig rig="threePt" dir="tl">
              <a:rot lat="0" lon="0" rev="0"/>
            </a:lightRig>
          </a:scene3d>
          <a:sp3d prstMaterial="metal">
            <a:bevelT w="10000" h="10000"/>
          </a:sp3d>
        </a:effectStyle>
        <a:effectStyle>
          <a:effectLst>
            <a:outerShdw blurRad="76200" dist="50800" dir="5400000" rotWithShape="0">
              <a:srgbClr val="4E3B30">
                <a:alpha val="60000"/>
              </a:srgbClr>
            </a:outerShdw>
          </a:effectLst>
          <a:scene3d>
            <a:camera prst="obliqueTopLeft" fov="600000">
              <a:rot lat="0" lon="0" rev="0"/>
            </a:camera>
            <a:lightRig rig="balanced" dir="t">
              <a:rot lat="0" lon="0" rev="19200000"/>
            </a:lightRig>
          </a:scene3d>
          <a:sp3d contourW="12700" prstMaterial="matte">
            <a:bevelT w="60000" h="50800"/>
            <a:contourClr>
              <a:schemeClr val="phClr">
                <a:shade val="60000"/>
                <a:satMod val="110000"/>
              </a:schemeClr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05000"/>
              </a:schemeClr>
            </a:duotone>
          </a:blip>
          <a:tile tx="0" ty="0" sx="95000" sy="95000" flip="none" algn="t"/>
        </a:blipFill>
        <a:blipFill>
          <a:blip xmlns:r="http://schemas.openxmlformats.org/officeDocument/2006/relationships" r:embed="rId2">
            <a:duotone>
              <a:schemeClr val="phClr">
                <a:shade val="30000"/>
                <a:satMod val="455000"/>
              </a:schemeClr>
              <a:schemeClr val="phClr">
                <a:tint val="95000"/>
                <a:satMod val="120000"/>
              </a:schemeClr>
            </a:duotone>
          </a:blip>
          <a:tile tx="0" ty="0" sx="60000" sy="60000" flip="none" algn="t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40000"/>
                <a:satMod val="155000"/>
              </a:schemeClr>
            </a:gs>
            <a:gs pos="65000">
              <a:schemeClr val="phClr">
                <a:shade val="85000"/>
                <a:satMod val="155000"/>
              </a:schemeClr>
            </a:gs>
            <a:gs pos="100000">
              <a:schemeClr val="phClr">
                <a:shade val="95000"/>
                <a:satMod val="155000"/>
              </a:schemeClr>
            </a:gs>
          </a:gsLst>
          <a:lin ang="16200000" scaled="0"/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  <a:ln w="34925" cap="rnd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algn="tl" rotWithShape="0">
              <a:srgbClr val="000000">
                <a:alpha val="64000"/>
              </a:srgbClr>
            </a:outerShdw>
          </a:effectLst>
        </a:effectStyle>
        <a:effectStyle>
          <a:effectLst>
            <a:outerShdw blurRad="39000" dist="25400" dir="5400000">
              <a:srgbClr val="000000">
                <a:alpha val="35000"/>
              </a:srgbClr>
            </a:outerShdw>
          </a:effectLst>
        </a:effectStyle>
        <a:effectStyle>
          <a:effectLst>
            <a:outerShdw blurRad="39000" dist="25400" dir="5400000">
              <a:srgbClr val="000000">
                <a:alpha val="35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 prstMaterial="matte">
            <a:bevelT h="22225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0000"/>
                <a:satMod val="155000"/>
              </a:schemeClr>
            </a:gs>
            <a:gs pos="35000">
              <a:schemeClr val="phClr">
                <a:shade val="75000"/>
                <a:satMod val="155000"/>
              </a:schemeClr>
            </a:gs>
            <a:gs pos="100000">
              <a:schemeClr val="phClr">
                <a:tint val="80000"/>
                <a:satMod val="255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40000"/>
                <a:satMod val="155000"/>
              </a:schemeClr>
            </a:gs>
            <a:gs pos="65000">
              <a:schemeClr val="phClr">
                <a:shade val="85000"/>
                <a:satMod val="155000"/>
              </a:schemeClr>
            </a:gs>
            <a:gs pos="100000">
              <a:schemeClr val="phClr">
                <a:shade val="95000"/>
                <a:satMod val="155000"/>
              </a:schemeClr>
            </a:gs>
          </a:gsLst>
          <a:lin ang="16200000" scaled="0"/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  <a:ln w="34925" cap="rnd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algn="tl" rotWithShape="0">
              <a:srgbClr val="000000">
                <a:alpha val="64000"/>
              </a:srgbClr>
            </a:outerShdw>
          </a:effectLst>
        </a:effectStyle>
        <a:effectStyle>
          <a:effectLst>
            <a:outerShdw blurRad="39000" dist="25400" dir="5400000">
              <a:srgbClr val="000000">
                <a:alpha val="35000"/>
              </a:srgbClr>
            </a:outerShdw>
          </a:effectLst>
        </a:effectStyle>
        <a:effectStyle>
          <a:effectLst>
            <a:outerShdw blurRad="39000" dist="25400" dir="5400000">
              <a:srgbClr val="000000">
                <a:alpha val="35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 prstMaterial="matte">
            <a:bevelT h="22225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0000"/>
                <a:satMod val="155000"/>
              </a:schemeClr>
            </a:gs>
            <a:gs pos="35000">
              <a:schemeClr val="phClr">
                <a:shade val="75000"/>
                <a:satMod val="155000"/>
              </a:schemeClr>
            </a:gs>
            <a:gs pos="100000">
              <a:schemeClr val="phClr">
                <a:tint val="80000"/>
                <a:satMod val="255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Trek</Template>
  <TotalTime>0</TotalTime>
  <Words>96</Words>
  <Application>Microsoft Office PowerPoint</Application>
  <PresentationFormat>Bildschirmpräsentation (4:3)</PresentationFormat>
  <Paragraphs>26</Paragraphs>
  <Slides>5</Slides>
  <Notes>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5</vt:i4>
      </vt:variant>
    </vt:vector>
  </HeadingPairs>
  <TitlesOfParts>
    <vt:vector size="10" baseType="lpstr">
      <vt:lpstr>Calibri</vt:lpstr>
      <vt:lpstr>Franklin Gothic Book</vt:lpstr>
      <vt:lpstr>Franklin Gothic Medium</vt:lpstr>
      <vt:lpstr>Wingdings 2</vt:lpstr>
      <vt:lpstr>Trek</vt:lpstr>
      <vt:lpstr>Entwicklung einer  kalorienarmen Schokolade</vt:lpstr>
      <vt:lpstr>Marktsituation</vt:lpstr>
      <vt:lpstr>Aufbau eines Expertenteams</vt:lpstr>
      <vt:lpstr>Festlegung der Rahmenbedingungen</vt:lpstr>
      <vt:lpstr>Nächste Schritte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Entwicklung einer  kalorienarmen Schokolade</dc:title>
  <dc:creator>mcaspari</dc:creator>
  <cp:lastModifiedBy>P09</cp:lastModifiedBy>
  <cp:revision>7</cp:revision>
  <dcterms:created xsi:type="dcterms:W3CDTF">2006-10-13T10:16:08Z</dcterms:created>
  <dcterms:modified xsi:type="dcterms:W3CDTF">2024-03-13T19:47:24Z</dcterms:modified>
</cp:coreProperties>
</file>
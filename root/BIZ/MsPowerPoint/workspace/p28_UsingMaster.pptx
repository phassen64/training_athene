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C413D2-F917-4EA1-9BC6-8AD7A86A50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628" y="926399"/>
            <a:ext cx="1179827" cy="1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16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57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918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15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37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47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85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91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5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2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806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75901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6E2D292-D0FA-48B8-81BD-4616F626A676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C4B0C8D-AE07-4165-8F35-B4D89FF9FCCA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6F96B93-04F5-4139-A81E-5AAE8D5188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969" y="365760"/>
            <a:ext cx="688543" cy="88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8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3DF3D-42D9-447D-943D-1A015FA6A5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4558BF-7EF4-4346-8917-709D43D5B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39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0C7D2-61AD-4F4B-B0A6-52160AEE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neuer Anfang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FB62DC-C49C-42AA-948F-3865CEB68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Neuer Test</a:t>
            </a:r>
          </a:p>
        </p:txBody>
      </p:sp>
    </p:spTree>
    <p:extLst>
      <p:ext uri="{BB962C8B-B14F-4D97-AF65-F5344CB8AC3E}">
        <p14:creationId xmlns:p14="http://schemas.microsoft.com/office/powerpoint/2010/main" val="232692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148EB-299E-434B-ACF2-B06A2AE2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Einfaches Bild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F16389E-7BEE-4F98-9A15-932067712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25" y="3237706"/>
            <a:ext cx="1905000" cy="1533525"/>
          </a:xfrm>
        </p:spPr>
      </p:pic>
    </p:spTree>
    <p:extLst>
      <p:ext uri="{BB962C8B-B14F-4D97-AF65-F5344CB8AC3E}">
        <p14:creationId xmlns:p14="http://schemas.microsoft.com/office/powerpoint/2010/main" val="379313372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PassivHaus">
  <a:themeElements>
    <a:clrScheme name="An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n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n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PassivHaus" id="{FB93C20E-29F6-40A7-A9CB-2489C2337966}" vid="{2F40C4D9-FA4F-4148-A181-6B9F1233E5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DesignPassivHaus</Template>
  <TotalTime>0</TotalTime>
  <Words>8</Words>
  <Application>Microsoft Office PowerPoint</Application>
  <PresentationFormat>Breitbild</PresentationFormat>
  <Paragraphs>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Century Schoolbook</vt:lpstr>
      <vt:lpstr>Wingdings 2</vt:lpstr>
      <vt:lpstr>DesignPassivHaus</vt:lpstr>
      <vt:lpstr>PowerPoint-Präsentation</vt:lpstr>
      <vt:lpstr>Ein neuer Anfang </vt:lpstr>
      <vt:lpstr>Einfaches Bild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2</cp:revision>
  <dcterms:created xsi:type="dcterms:W3CDTF">2024-04-24T21:49:50Z</dcterms:created>
  <dcterms:modified xsi:type="dcterms:W3CDTF">2024-04-24T21:58:08Z</dcterms:modified>
</cp:coreProperties>
</file>
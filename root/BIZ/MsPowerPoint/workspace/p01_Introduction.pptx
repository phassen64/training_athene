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9"/>
  </p:notesMasterIdLst>
  <p:handoutMasterIdLst>
    <p:handoutMasterId r:id="rId10"/>
  </p:handoutMasterIdLst>
  <p:sldIdLst>
    <p:sldId id="258" r:id="rId2"/>
    <p:sldId id="257" r:id="rId3"/>
    <p:sldId id="259" r:id="rId4"/>
    <p:sldId id="262" r:id="rId5"/>
    <p:sldId id="263" r:id="rId6"/>
    <p:sldId id="260" r:id="rId7"/>
    <p:sldId id="261" r:id="rId8"/>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532" autoAdjust="0"/>
  </p:normalViewPr>
  <p:slideViewPr>
    <p:cSldViewPr>
      <p:cViewPr varScale="1">
        <p:scale>
          <a:sx n="76" d="100"/>
          <a:sy n="76" d="100"/>
        </p:scale>
        <p:origin x="2634" y="96"/>
      </p:cViewPr>
      <p:guideLst>
        <p:guide orient="horz" pos="2160"/>
        <p:guide pos="2880"/>
      </p:guideLst>
    </p:cSldViewPr>
  </p:slideViewPr>
  <p:notesTextViewPr>
    <p:cViewPr>
      <p:scale>
        <a:sx n="100" d="100"/>
        <a:sy n="100" d="100"/>
      </p:scale>
      <p:origin x="0" y="0"/>
    </p:cViewPr>
  </p:notesTextViewPr>
  <p:notesViewPr>
    <p:cSldViewPr>
      <p:cViewPr varScale="1">
        <p:scale>
          <a:sx n="53" d="100"/>
          <a:sy n="53" d="100"/>
        </p:scale>
        <p:origin x="-1830" y="-108"/>
      </p:cViewPr>
      <p:guideLst>
        <p:guide orient="horz" pos="2880"/>
        <p:guide pos="2160"/>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de-DE" dirty="0"/>
              <a:t>Diagramm</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barChart>
        <c:barDir val="col"/>
        <c:grouping val="stack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A84-4F0A-9CEA-5089BFA0912A}"/>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A84-4F0A-9CEA-5089BFA0912A}"/>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A84-4F0A-9CEA-5089BFA0912A}"/>
            </c:ext>
          </c:extLst>
        </c:ser>
        <c:dLbls>
          <c:showLegendKey val="0"/>
          <c:showVal val="0"/>
          <c:showCatName val="0"/>
          <c:showSerName val="0"/>
          <c:showPercent val="0"/>
          <c:showBubbleSize val="0"/>
        </c:dLbls>
        <c:gapWidth val="150"/>
        <c:overlap val="100"/>
        <c:axId val="-939877184"/>
        <c:axId val="-939879360"/>
      </c:barChart>
      <c:catAx>
        <c:axId val="-939877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939879360"/>
        <c:crosses val="autoZero"/>
        <c:auto val="1"/>
        <c:lblAlgn val="ctr"/>
        <c:lblOffset val="100"/>
        <c:noMultiLvlLbl val="0"/>
      </c:catAx>
      <c:valAx>
        <c:axId val="-939879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9398771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Tabelle1!$B$1</c:f>
              <c:strCache>
                <c:ptCount val="1"/>
                <c:pt idx="0">
                  <c:v>Datenreihe 1</c:v>
                </c:pt>
              </c:strCache>
            </c:strRef>
          </c:tx>
          <c:spPr>
            <a:ln w="28575" cap="rnd">
              <a:solidFill>
                <a:schemeClr val="accent1"/>
              </a:solidFill>
              <a:round/>
            </a:ln>
            <a:effectLst/>
          </c:spPr>
          <c:marker>
            <c:symbol val="none"/>
          </c:marker>
          <c:cat>
            <c:numRef>
              <c:f>Tabelle1!$A$2:$A$6</c:f>
              <c:numCache>
                <c:formatCode>m/d/yyyy</c:formatCode>
                <c:ptCount val="5"/>
                <c:pt idx="0">
                  <c:v>37377</c:v>
                </c:pt>
                <c:pt idx="1">
                  <c:v>37408</c:v>
                </c:pt>
                <c:pt idx="2">
                  <c:v>37438</c:v>
                </c:pt>
                <c:pt idx="3">
                  <c:v>37469</c:v>
                </c:pt>
                <c:pt idx="4">
                  <c:v>37500</c:v>
                </c:pt>
              </c:numCache>
            </c:numRef>
          </c:cat>
          <c:val>
            <c:numRef>
              <c:f>Tabelle1!$B$2:$B$6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1192-4A2F-BD83-91E9DA085C41}"/>
            </c:ext>
          </c:extLst>
        </c:ser>
        <c:ser>
          <c:idx val="1"/>
          <c:order val="1"/>
          <c:tx>
            <c:strRef>
              <c:f>Tabelle1!$C$1</c:f>
              <c:strCache>
                <c:ptCount val="1"/>
                <c:pt idx="0">
                  <c:v>Datenreihe 2</c:v>
                </c:pt>
              </c:strCache>
            </c:strRef>
          </c:tx>
          <c:spPr>
            <a:ln w="28575" cap="rnd">
              <a:solidFill>
                <a:schemeClr val="accent2"/>
              </a:solidFill>
              <a:round/>
            </a:ln>
            <a:effectLst/>
          </c:spPr>
          <c:marker>
            <c:symbol val="none"/>
          </c:marker>
          <c:cat>
            <c:numRef>
              <c:f>Tabelle1!$A$2:$A$6</c:f>
              <c:numCache>
                <c:formatCode>m/d/yyyy</c:formatCode>
                <c:ptCount val="5"/>
                <c:pt idx="0">
                  <c:v>37377</c:v>
                </c:pt>
                <c:pt idx="1">
                  <c:v>37408</c:v>
                </c:pt>
                <c:pt idx="2">
                  <c:v>37438</c:v>
                </c:pt>
                <c:pt idx="3">
                  <c:v>37469</c:v>
                </c:pt>
                <c:pt idx="4">
                  <c:v>37500</c:v>
                </c:pt>
              </c:numCache>
            </c:numRef>
          </c:cat>
          <c:val>
            <c:numRef>
              <c:f>Tabelle1!$C$2:$C$6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1192-4A2F-BD83-91E9DA085C41}"/>
            </c:ext>
          </c:extLst>
        </c:ser>
        <c:dLbls>
          <c:showLegendKey val="0"/>
          <c:showVal val="0"/>
          <c:showCatName val="0"/>
          <c:showSerName val="0"/>
          <c:showPercent val="0"/>
          <c:showBubbleSize val="0"/>
        </c:dLbls>
        <c:axId val="-1208221360"/>
        <c:axId val="-937527360"/>
      </c:radarChart>
      <c:catAx>
        <c:axId val="-1208221360"/>
        <c:scaling>
          <c:orientation val="minMax"/>
        </c:scaling>
        <c:delete val="0"/>
        <c:axPos val="b"/>
        <c:numFmt formatCode="m/d/yy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937527360"/>
        <c:crosses val="autoZero"/>
        <c:auto val="1"/>
        <c:lblAlgn val="ctr"/>
        <c:lblOffset val="100"/>
        <c:noMultiLvlLbl val="0"/>
      </c:catAx>
      <c:valAx>
        <c:axId val="-937527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2082213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PNG"/><Relationship Id="rId1" Type="http://schemas.openxmlformats.org/officeDocument/2006/relationships/image" Target="../media/image6.WMF"/></Relationships>
</file>

<file path=ppt/diagrams/_rels/drawing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PNG"/><Relationship Id="rId1" Type="http://schemas.openxmlformats.org/officeDocument/2006/relationships/image" Target="../media/image6.WMF"/></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D3F8D0-B1E5-4CC9-893F-724DA171A7D9}" type="doc">
      <dgm:prSet loTypeId="urn:microsoft.com/office/officeart/2005/8/layout/bList2" loCatId="list" qsTypeId="urn:microsoft.com/office/officeart/2005/8/quickstyle/simple1" qsCatId="simple" csTypeId="urn:microsoft.com/office/officeart/2005/8/colors/accent1_2" csCatId="accent1" phldr="1"/>
      <dgm:spPr/>
    </dgm:pt>
    <dgm:pt modelId="{6D36A27F-1A59-4790-B42A-30D37BCAD3F1}">
      <dgm:prSet phldrT="[Text]"/>
      <dgm:spPr/>
      <dgm:t>
        <a:bodyPr/>
        <a:lstStyle/>
        <a:p>
          <a:r>
            <a:rPr lang="de-DE" dirty="0"/>
            <a:t>Phase 1</a:t>
          </a:r>
        </a:p>
      </dgm:t>
    </dgm:pt>
    <dgm:pt modelId="{DE23C89F-1D87-4965-B9FB-9758134A4B88}" type="parTrans" cxnId="{8E3ACFCC-3D8A-485E-8E14-33590D76051F}">
      <dgm:prSet/>
      <dgm:spPr/>
      <dgm:t>
        <a:bodyPr/>
        <a:lstStyle/>
        <a:p>
          <a:endParaRPr lang="de-DE"/>
        </a:p>
      </dgm:t>
    </dgm:pt>
    <dgm:pt modelId="{47B932E5-8E50-41EC-8325-95F878462E30}" type="sibTrans" cxnId="{8E3ACFCC-3D8A-485E-8E14-33590D76051F}">
      <dgm:prSet/>
      <dgm:spPr/>
      <dgm:t>
        <a:bodyPr/>
        <a:lstStyle/>
        <a:p>
          <a:endParaRPr lang="de-DE"/>
        </a:p>
      </dgm:t>
    </dgm:pt>
    <dgm:pt modelId="{482A1FD1-FAD0-4E60-881A-56E4FBB3F137}">
      <dgm:prSet phldrT="[Text]"/>
      <dgm:spPr/>
      <dgm:t>
        <a:bodyPr/>
        <a:lstStyle/>
        <a:p>
          <a:r>
            <a:rPr lang="de-DE" dirty="0"/>
            <a:t>Phase 2</a:t>
          </a:r>
        </a:p>
      </dgm:t>
    </dgm:pt>
    <dgm:pt modelId="{1CB2715A-B3B2-42BB-B9BC-446ACAF683FB}" type="parTrans" cxnId="{1A573AB6-0F80-4590-9B07-287BAB780102}">
      <dgm:prSet/>
      <dgm:spPr/>
      <dgm:t>
        <a:bodyPr/>
        <a:lstStyle/>
        <a:p>
          <a:endParaRPr lang="de-DE"/>
        </a:p>
      </dgm:t>
    </dgm:pt>
    <dgm:pt modelId="{3683A1EC-7A9B-4DCD-ABDD-439D6CD1E3BE}" type="sibTrans" cxnId="{1A573AB6-0F80-4590-9B07-287BAB780102}">
      <dgm:prSet/>
      <dgm:spPr/>
      <dgm:t>
        <a:bodyPr/>
        <a:lstStyle/>
        <a:p>
          <a:endParaRPr lang="de-DE"/>
        </a:p>
      </dgm:t>
    </dgm:pt>
    <dgm:pt modelId="{0BFFFF93-7762-4FB1-8474-2591956BC1C1}">
      <dgm:prSet phldrT="[Text]"/>
      <dgm:spPr/>
      <dgm:t>
        <a:bodyPr/>
        <a:lstStyle/>
        <a:p>
          <a:r>
            <a:rPr lang="de-DE" dirty="0"/>
            <a:t>Phase 3</a:t>
          </a:r>
        </a:p>
      </dgm:t>
    </dgm:pt>
    <dgm:pt modelId="{14CAA521-F0B8-4D8F-BD96-2A2A4E3A8F33}" type="parTrans" cxnId="{0D0B0BFF-186D-4CE4-A8D1-4B9BD7F9A90C}">
      <dgm:prSet/>
      <dgm:spPr/>
      <dgm:t>
        <a:bodyPr/>
        <a:lstStyle/>
        <a:p>
          <a:endParaRPr lang="de-DE"/>
        </a:p>
      </dgm:t>
    </dgm:pt>
    <dgm:pt modelId="{C113494E-0ECC-4CC3-9B7B-89D91DB2E81F}" type="sibTrans" cxnId="{0D0B0BFF-186D-4CE4-A8D1-4B9BD7F9A90C}">
      <dgm:prSet/>
      <dgm:spPr/>
      <dgm:t>
        <a:bodyPr/>
        <a:lstStyle/>
        <a:p>
          <a:endParaRPr lang="de-DE"/>
        </a:p>
      </dgm:t>
    </dgm:pt>
    <dgm:pt modelId="{FAF11567-9C1A-4F7D-AB9E-662E3394F834}" type="pres">
      <dgm:prSet presAssocID="{4BD3F8D0-B1E5-4CC9-893F-724DA171A7D9}" presName="diagram" presStyleCnt="0">
        <dgm:presLayoutVars>
          <dgm:dir/>
          <dgm:animLvl val="lvl"/>
          <dgm:resizeHandles val="exact"/>
        </dgm:presLayoutVars>
      </dgm:prSet>
      <dgm:spPr/>
    </dgm:pt>
    <dgm:pt modelId="{913DCE31-96A0-4304-B59B-E718E03AB977}" type="pres">
      <dgm:prSet presAssocID="{6D36A27F-1A59-4790-B42A-30D37BCAD3F1}" presName="compNode" presStyleCnt="0"/>
      <dgm:spPr/>
    </dgm:pt>
    <dgm:pt modelId="{383E59B2-E480-40F3-ADE1-08FD7852831F}" type="pres">
      <dgm:prSet presAssocID="{6D36A27F-1A59-4790-B42A-30D37BCAD3F1}" presName="childRect" presStyleLbl="bgAcc1" presStyleIdx="0" presStyleCnt="3">
        <dgm:presLayoutVars>
          <dgm:bulletEnabled val="1"/>
        </dgm:presLayoutVars>
      </dgm:prSet>
      <dgm:spPr/>
    </dgm:pt>
    <dgm:pt modelId="{8094CC6E-984A-4DD6-A2BD-AFB989566D89}" type="pres">
      <dgm:prSet presAssocID="{6D36A27F-1A59-4790-B42A-30D37BCAD3F1}" presName="parentText" presStyleLbl="node1" presStyleIdx="0" presStyleCnt="0">
        <dgm:presLayoutVars>
          <dgm:chMax val="0"/>
          <dgm:bulletEnabled val="1"/>
        </dgm:presLayoutVars>
      </dgm:prSet>
      <dgm:spPr/>
    </dgm:pt>
    <dgm:pt modelId="{1B0AF754-EE18-4C21-B1DF-6AD850C122DA}" type="pres">
      <dgm:prSet presAssocID="{6D36A27F-1A59-4790-B42A-30D37BCAD3F1}" presName="parentRect" presStyleLbl="alignNode1" presStyleIdx="0" presStyleCnt="3"/>
      <dgm:spPr/>
    </dgm:pt>
    <dgm:pt modelId="{55BEBC7B-771C-4BF8-ACF6-15B933E1EDE2}" type="pres">
      <dgm:prSet presAssocID="{6D36A27F-1A59-4790-B42A-30D37BCAD3F1}" presName="adorn" presStyleLbl="fgAccFollow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CF573265-AFBB-4DE0-8D50-B1D3CF039DC3}" type="pres">
      <dgm:prSet presAssocID="{47B932E5-8E50-41EC-8325-95F878462E30}" presName="sibTrans" presStyleLbl="sibTrans2D1" presStyleIdx="0" presStyleCnt="0"/>
      <dgm:spPr/>
    </dgm:pt>
    <dgm:pt modelId="{F1B67873-6965-40BA-9E80-CE4E5C19CD3E}" type="pres">
      <dgm:prSet presAssocID="{482A1FD1-FAD0-4E60-881A-56E4FBB3F137}" presName="compNode" presStyleCnt="0"/>
      <dgm:spPr/>
    </dgm:pt>
    <dgm:pt modelId="{B1501ACF-B3A0-46EE-8BC6-411805479E53}" type="pres">
      <dgm:prSet presAssocID="{482A1FD1-FAD0-4E60-881A-56E4FBB3F137}" presName="childRect" presStyleLbl="bgAcc1" presStyleIdx="1" presStyleCnt="3">
        <dgm:presLayoutVars>
          <dgm:bulletEnabled val="1"/>
        </dgm:presLayoutVars>
      </dgm:prSet>
      <dgm:spPr/>
    </dgm:pt>
    <dgm:pt modelId="{ACFDABD1-F697-48ED-879C-C5A5039DB3E4}" type="pres">
      <dgm:prSet presAssocID="{482A1FD1-FAD0-4E60-881A-56E4FBB3F137}" presName="parentText" presStyleLbl="node1" presStyleIdx="0" presStyleCnt="0">
        <dgm:presLayoutVars>
          <dgm:chMax val="0"/>
          <dgm:bulletEnabled val="1"/>
        </dgm:presLayoutVars>
      </dgm:prSet>
      <dgm:spPr/>
    </dgm:pt>
    <dgm:pt modelId="{374BF121-CD71-43C9-8373-27D4786CBB70}" type="pres">
      <dgm:prSet presAssocID="{482A1FD1-FAD0-4E60-881A-56E4FBB3F137}" presName="parentRect" presStyleLbl="alignNode1" presStyleIdx="1" presStyleCnt="3"/>
      <dgm:spPr/>
    </dgm:pt>
    <dgm:pt modelId="{45513707-5CA5-44E2-9D92-26BBBB5CB841}" type="pres">
      <dgm:prSet presAssocID="{482A1FD1-FAD0-4E60-881A-56E4FBB3F137}" presName="adorn" presStyleLbl="fgAccFollow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DBA6829F-4F70-4677-A78E-D30A8D6B1DC1}" type="pres">
      <dgm:prSet presAssocID="{3683A1EC-7A9B-4DCD-ABDD-439D6CD1E3BE}" presName="sibTrans" presStyleLbl="sibTrans2D1" presStyleIdx="0" presStyleCnt="0"/>
      <dgm:spPr/>
    </dgm:pt>
    <dgm:pt modelId="{EFDBA342-C063-4FBD-9AD0-D6340B96D978}" type="pres">
      <dgm:prSet presAssocID="{0BFFFF93-7762-4FB1-8474-2591956BC1C1}" presName="compNode" presStyleCnt="0"/>
      <dgm:spPr/>
    </dgm:pt>
    <dgm:pt modelId="{0A5945BE-167F-412F-9AF5-DD983E234BA0}" type="pres">
      <dgm:prSet presAssocID="{0BFFFF93-7762-4FB1-8474-2591956BC1C1}" presName="childRect" presStyleLbl="bgAcc1" presStyleIdx="2" presStyleCnt="3">
        <dgm:presLayoutVars>
          <dgm:bulletEnabled val="1"/>
        </dgm:presLayoutVars>
      </dgm:prSet>
      <dgm:spPr/>
    </dgm:pt>
    <dgm:pt modelId="{F2743272-DBB6-42D8-90C0-AA763D402B96}" type="pres">
      <dgm:prSet presAssocID="{0BFFFF93-7762-4FB1-8474-2591956BC1C1}" presName="parentText" presStyleLbl="node1" presStyleIdx="0" presStyleCnt="0">
        <dgm:presLayoutVars>
          <dgm:chMax val="0"/>
          <dgm:bulletEnabled val="1"/>
        </dgm:presLayoutVars>
      </dgm:prSet>
      <dgm:spPr/>
    </dgm:pt>
    <dgm:pt modelId="{1D3D1E9C-500B-4D36-A048-4196C43F0CC8}" type="pres">
      <dgm:prSet presAssocID="{0BFFFF93-7762-4FB1-8474-2591956BC1C1}" presName="parentRect" presStyleLbl="alignNode1" presStyleIdx="2" presStyleCnt="3"/>
      <dgm:spPr/>
    </dgm:pt>
    <dgm:pt modelId="{B2588602-64DD-419D-8A08-C58C6156C7BF}" type="pres">
      <dgm:prSet presAssocID="{0BFFFF93-7762-4FB1-8474-2591956BC1C1}" presName="adorn" presStyleLbl="fgAccFollow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14000" r="-14000"/>
          </a:stretch>
        </a:blipFill>
      </dgm:spPr>
    </dgm:pt>
  </dgm:ptLst>
  <dgm:cxnLst>
    <dgm:cxn modelId="{05CA3634-B236-4F76-915B-E08FAD8FE3D9}" type="presOf" srcId="{4BD3F8D0-B1E5-4CC9-893F-724DA171A7D9}" destId="{FAF11567-9C1A-4F7D-AB9E-662E3394F834}" srcOrd="0" destOrd="0" presId="urn:microsoft.com/office/officeart/2005/8/layout/bList2"/>
    <dgm:cxn modelId="{4263FB35-57AC-48AC-A25E-15CC3EF443DA}" type="presOf" srcId="{6D36A27F-1A59-4790-B42A-30D37BCAD3F1}" destId="{8094CC6E-984A-4DD6-A2BD-AFB989566D89}" srcOrd="0" destOrd="0" presId="urn:microsoft.com/office/officeart/2005/8/layout/bList2"/>
    <dgm:cxn modelId="{702CFF3F-952A-4EFA-A84F-94339941F510}" type="presOf" srcId="{482A1FD1-FAD0-4E60-881A-56E4FBB3F137}" destId="{ACFDABD1-F697-48ED-879C-C5A5039DB3E4}" srcOrd="0" destOrd="0" presId="urn:microsoft.com/office/officeart/2005/8/layout/bList2"/>
    <dgm:cxn modelId="{6858F65E-393C-4EDA-BF98-CE7251C8BED2}" type="presOf" srcId="{0BFFFF93-7762-4FB1-8474-2591956BC1C1}" destId="{F2743272-DBB6-42D8-90C0-AA763D402B96}" srcOrd="0" destOrd="0" presId="urn:microsoft.com/office/officeart/2005/8/layout/bList2"/>
    <dgm:cxn modelId="{C94AE547-B76F-4B06-892E-F80DAEFFC4C2}" type="presOf" srcId="{47B932E5-8E50-41EC-8325-95F878462E30}" destId="{CF573265-AFBB-4DE0-8D50-B1D3CF039DC3}" srcOrd="0" destOrd="0" presId="urn:microsoft.com/office/officeart/2005/8/layout/bList2"/>
    <dgm:cxn modelId="{EB97D148-3080-46ED-A01D-2D39910CBBFD}" type="presOf" srcId="{6D36A27F-1A59-4790-B42A-30D37BCAD3F1}" destId="{1B0AF754-EE18-4C21-B1DF-6AD850C122DA}" srcOrd="1" destOrd="0" presId="urn:microsoft.com/office/officeart/2005/8/layout/bList2"/>
    <dgm:cxn modelId="{67C49793-4622-4832-8B22-1174020FA345}" type="presOf" srcId="{482A1FD1-FAD0-4E60-881A-56E4FBB3F137}" destId="{374BF121-CD71-43C9-8373-27D4786CBB70}" srcOrd="1" destOrd="0" presId="urn:microsoft.com/office/officeart/2005/8/layout/bList2"/>
    <dgm:cxn modelId="{FBD22EA8-A314-41D2-8136-9361B67A0FF0}" type="presOf" srcId="{3683A1EC-7A9B-4DCD-ABDD-439D6CD1E3BE}" destId="{DBA6829F-4F70-4677-A78E-D30A8D6B1DC1}" srcOrd="0" destOrd="0" presId="urn:microsoft.com/office/officeart/2005/8/layout/bList2"/>
    <dgm:cxn modelId="{1A573AB6-0F80-4590-9B07-287BAB780102}" srcId="{4BD3F8D0-B1E5-4CC9-893F-724DA171A7D9}" destId="{482A1FD1-FAD0-4E60-881A-56E4FBB3F137}" srcOrd="1" destOrd="0" parTransId="{1CB2715A-B3B2-42BB-B9BC-446ACAF683FB}" sibTransId="{3683A1EC-7A9B-4DCD-ABDD-439D6CD1E3BE}"/>
    <dgm:cxn modelId="{8E3ACFCC-3D8A-485E-8E14-33590D76051F}" srcId="{4BD3F8D0-B1E5-4CC9-893F-724DA171A7D9}" destId="{6D36A27F-1A59-4790-B42A-30D37BCAD3F1}" srcOrd="0" destOrd="0" parTransId="{DE23C89F-1D87-4965-B9FB-9758134A4B88}" sibTransId="{47B932E5-8E50-41EC-8325-95F878462E30}"/>
    <dgm:cxn modelId="{C541AAE9-AEBC-42D2-BBC2-A58B7453A682}" type="presOf" srcId="{0BFFFF93-7762-4FB1-8474-2591956BC1C1}" destId="{1D3D1E9C-500B-4D36-A048-4196C43F0CC8}" srcOrd="1" destOrd="0" presId="urn:microsoft.com/office/officeart/2005/8/layout/bList2"/>
    <dgm:cxn modelId="{0D0B0BFF-186D-4CE4-A8D1-4B9BD7F9A90C}" srcId="{4BD3F8D0-B1E5-4CC9-893F-724DA171A7D9}" destId="{0BFFFF93-7762-4FB1-8474-2591956BC1C1}" srcOrd="2" destOrd="0" parTransId="{14CAA521-F0B8-4D8F-BD96-2A2A4E3A8F33}" sibTransId="{C113494E-0ECC-4CC3-9B7B-89D91DB2E81F}"/>
    <dgm:cxn modelId="{3043FC4E-A025-4196-9BB9-9E8022F03C4F}" type="presParOf" srcId="{FAF11567-9C1A-4F7D-AB9E-662E3394F834}" destId="{913DCE31-96A0-4304-B59B-E718E03AB977}" srcOrd="0" destOrd="0" presId="urn:microsoft.com/office/officeart/2005/8/layout/bList2"/>
    <dgm:cxn modelId="{27FBEA02-4BD1-459C-A7AC-F61AB1E83CBC}" type="presParOf" srcId="{913DCE31-96A0-4304-B59B-E718E03AB977}" destId="{383E59B2-E480-40F3-ADE1-08FD7852831F}" srcOrd="0" destOrd="0" presId="urn:microsoft.com/office/officeart/2005/8/layout/bList2"/>
    <dgm:cxn modelId="{5E91A2AC-0E48-4767-86E6-5EE93DA4B126}" type="presParOf" srcId="{913DCE31-96A0-4304-B59B-E718E03AB977}" destId="{8094CC6E-984A-4DD6-A2BD-AFB989566D89}" srcOrd="1" destOrd="0" presId="urn:microsoft.com/office/officeart/2005/8/layout/bList2"/>
    <dgm:cxn modelId="{0283DB2B-6194-48D7-9D6D-5505FD7D4FF4}" type="presParOf" srcId="{913DCE31-96A0-4304-B59B-E718E03AB977}" destId="{1B0AF754-EE18-4C21-B1DF-6AD850C122DA}" srcOrd="2" destOrd="0" presId="urn:microsoft.com/office/officeart/2005/8/layout/bList2"/>
    <dgm:cxn modelId="{73001FC5-68A1-42F7-A07B-5959C498F2D2}" type="presParOf" srcId="{913DCE31-96A0-4304-B59B-E718E03AB977}" destId="{55BEBC7B-771C-4BF8-ACF6-15B933E1EDE2}" srcOrd="3" destOrd="0" presId="urn:microsoft.com/office/officeart/2005/8/layout/bList2"/>
    <dgm:cxn modelId="{7E7FD214-EA96-454E-A7CB-91CA84A61E0C}" type="presParOf" srcId="{FAF11567-9C1A-4F7D-AB9E-662E3394F834}" destId="{CF573265-AFBB-4DE0-8D50-B1D3CF039DC3}" srcOrd="1" destOrd="0" presId="urn:microsoft.com/office/officeart/2005/8/layout/bList2"/>
    <dgm:cxn modelId="{2522DBD2-5CE9-43CF-807D-66A56B7B5B92}" type="presParOf" srcId="{FAF11567-9C1A-4F7D-AB9E-662E3394F834}" destId="{F1B67873-6965-40BA-9E80-CE4E5C19CD3E}" srcOrd="2" destOrd="0" presId="urn:microsoft.com/office/officeart/2005/8/layout/bList2"/>
    <dgm:cxn modelId="{E2DCB867-6BFF-438B-892D-52698B3BCC3D}" type="presParOf" srcId="{F1B67873-6965-40BA-9E80-CE4E5C19CD3E}" destId="{B1501ACF-B3A0-46EE-8BC6-411805479E53}" srcOrd="0" destOrd="0" presId="urn:microsoft.com/office/officeart/2005/8/layout/bList2"/>
    <dgm:cxn modelId="{4FCFCC4E-AABE-4DDB-9079-945B0A8EDB2F}" type="presParOf" srcId="{F1B67873-6965-40BA-9E80-CE4E5C19CD3E}" destId="{ACFDABD1-F697-48ED-879C-C5A5039DB3E4}" srcOrd="1" destOrd="0" presId="urn:microsoft.com/office/officeart/2005/8/layout/bList2"/>
    <dgm:cxn modelId="{34533CA9-14FB-4D06-8EF2-0FD64933143B}" type="presParOf" srcId="{F1B67873-6965-40BA-9E80-CE4E5C19CD3E}" destId="{374BF121-CD71-43C9-8373-27D4786CBB70}" srcOrd="2" destOrd="0" presId="urn:microsoft.com/office/officeart/2005/8/layout/bList2"/>
    <dgm:cxn modelId="{9793B85B-DD3F-4034-8112-A871860E9125}" type="presParOf" srcId="{F1B67873-6965-40BA-9E80-CE4E5C19CD3E}" destId="{45513707-5CA5-44E2-9D92-26BBBB5CB841}" srcOrd="3" destOrd="0" presId="urn:microsoft.com/office/officeart/2005/8/layout/bList2"/>
    <dgm:cxn modelId="{ED0A4299-B4D1-4449-A2DF-D7E490B3A1E8}" type="presParOf" srcId="{FAF11567-9C1A-4F7D-AB9E-662E3394F834}" destId="{DBA6829F-4F70-4677-A78E-D30A8D6B1DC1}" srcOrd="3" destOrd="0" presId="urn:microsoft.com/office/officeart/2005/8/layout/bList2"/>
    <dgm:cxn modelId="{AFE3E1CE-3FD4-4E26-8FFA-A7E880083BFA}" type="presParOf" srcId="{FAF11567-9C1A-4F7D-AB9E-662E3394F834}" destId="{EFDBA342-C063-4FBD-9AD0-D6340B96D978}" srcOrd="4" destOrd="0" presId="urn:microsoft.com/office/officeart/2005/8/layout/bList2"/>
    <dgm:cxn modelId="{23D631F7-BFF2-423F-9E4F-610BA2C3B349}" type="presParOf" srcId="{EFDBA342-C063-4FBD-9AD0-D6340B96D978}" destId="{0A5945BE-167F-412F-9AF5-DD983E234BA0}" srcOrd="0" destOrd="0" presId="urn:microsoft.com/office/officeart/2005/8/layout/bList2"/>
    <dgm:cxn modelId="{C532729E-0980-486F-B2CB-F8510342DE0D}" type="presParOf" srcId="{EFDBA342-C063-4FBD-9AD0-D6340B96D978}" destId="{F2743272-DBB6-42D8-90C0-AA763D402B96}" srcOrd="1" destOrd="0" presId="urn:microsoft.com/office/officeart/2005/8/layout/bList2"/>
    <dgm:cxn modelId="{856BAF7B-BD7A-4DF2-A536-6BC7C3C93797}" type="presParOf" srcId="{EFDBA342-C063-4FBD-9AD0-D6340B96D978}" destId="{1D3D1E9C-500B-4D36-A048-4196C43F0CC8}" srcOrd="2" destOrd="0" presId="urn:microsoft.com/office/officeart/2005/8/layout/bList2"/>
    <dgm:cxn modelId="{E74437E4-F43E-445F-B047-6A6CD3F3EA17}" type="presParOf" srcId="{EFDBA342-C063-4FBD-9AD0-D6340B96D978}" destId="{B2588602-64DD-419D-8A08-C58C6156C7BF}"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E59B2-E480-40F3-ADE1-08FD7852831F}">
      <dsp:nvSpPr>
        <dsp:cNvPr id="0" name=""/>
        <dsp:cNvSpPr/>
      </dsp:nvSpPr>
      <dsp:spPr>
        <a:xfrm>
          <a:off x="1244" y="371757"/>
          <a:ext cx="1345264" cy="1004211"/>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0AF754-EE18-4C21-B1DF-6AD850C122DA}">
      <dsp:nvSpPr>
        <dsp:cNvPr id="0" name=""/>
        <dsp:cNvSpPr/>
      </dsp:nvSpPr>
      <dsp:spPr>
        <a:xfrm>
          <a:off x="1244" y="1375968"/>
          <a:ext cx="1345264" cy="43181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0" rIns="26670" bIns="0" numCol="1" spcCol="1270" anchor="ctr" anchorCtr="0">
          <a:noAutofit/>
        </a:bodyPr>
        <a:lstStyle/>
        <a:p>
          <a:pPr marL="0" lvl="0" indent="0" algn="l" defTabSz="933450">
            <a:lnSpc>
              <a:spcPct val="90000"/>
            </a:lnSpc>
            <a:spcBef>
              <a:spcPct val="0"/>
            </a:spcBef>
            <a:spcAft>
              <a:spcPct val="35000"/>
            </a:spcAft>
            <a:buNone/>
          </a:pPr>
          <a:r>
            <a:rPr lang="de-DE" sz="2100" kern="1200" dirty="0"/>
            <a:t>Phase 1</a:t>
          </a:r>
        </a:p>
      </dsp:txBody>
      <dsp:txXfrm>
        <a:off x="1244" y="1375968"/>
        <a:ext cx="947369" cy="431811"/>
      </dsp:txXfrm>
    </dsp:sp>
    <dsp:sp modelId="{55BEBC7B-771C-4BF8-ACF6-15B933E1EDE2}">
      <dsp:nvSpPr>
        <dsp:cNvPr id="0" name=""/>
        <dsp:cNvSpPr/>
      </dsp:nvSpPr>
      <dsp:spPr>
        <a:xfrm>
          <a:off x="986669" y="1444558"/>
          <a:ext cx="470842" cy="470842"/>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501ACF-B3A0-46EE-8BC6-411805479E53}">
      <dsp:nvSpPr>
        <dsp:cNvPr id="0" name=""/>
        <dsp:cNvSpPr/>
      </dsp:nvSpPr>
      <dsp:spPr>
        <a:xfrm>
          <a:off x="1574160" y="371757"/>
          <a:ext cx="1345264" cy="1004211"/>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4BF121-CD71-43C9-8373-27D4786CBB70}">
      <dsp:nvSpPr>
        <dsp:cNvPr id="0" name=""/>
        <dsp:cNvSpPr/>
      </dsp:nvSpPr>
      <dsp:spPr>
        <a:xfrm>
          <a:off x="1574160" y="1375968"/>
          <a:ext cx="1345264" cy="43181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0" rIns="26670" bIns="0" numCol="1" spcCol="1270" anchor="ctr" anchorCtr="0">
          <a:noAutofit/>
        </a:bodyPr>
        <a:lstStyle/>
        <a:p>
          <a:pPr marL="0" lvl="0" indent="0" algn="l" defTabSz="933450">
            <a:lnSpc>
              <a:spcPct val="90000"/>
            </a:lnSpc>
            <a:spcBef>
              <a:spcPct val="0"/>
            </a:spcBef>
            <a:spcAft>
              <a:spcPct val="35000"/>
            </a:spcAft>
            <a:buNone/>
          </a:pPr>
          <a:r>
            <a:rPr lang="de-DE" sz="2100" kern="1200" dirty="0"/>
            <a:t>Phase 2</a:t>
          </a:r>
        </a:p>
      </dsp:txBody>
      <dsp:txXfrm>
        <a:off x="1574160" y="1375968"/>
        <a:ext cx="947369" cy="431811"/>
      </dsp:txXfrm>
    </dsp:sp>
    <dsp:sp modelId="{45513707-5CA5-44E2-9D92-26BBBB5CB841}">
      <dsp:nvSpPr>
        <dsp:cNvPr id="0" name=""/>
        <dsp:cNvSpPr/>
      </dsp:nvSpPr>
      <dsp:spPr>
        <a:xfrm>
          <a:off x="2559585" y="1444558"/>
          <a:ext cx="470842" cy="470842"/>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A5945BE-167F-412F-9AF5-DD983E234BA0}">
      <dsp:nvSpPr>
        <dsp:cNvPr id="0" name=""/>
        <dsp:cNvSpPr/>
      </dsp:nvSpPr>
      <dsp:spPr>
        <a:xfrm>
          <a:off x="787702" y="2148599"/>
          <a:ext cx="1345264" cy="1004211"/>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D3D1E9C-500B-4D36-A048-4196C43F0CC8}">
      <dsp:nvSpPr>
        <dsp:cNvPr id="0" name=""/>
        <dsp:cNvSpPr/>
      </dsp:nvSpPr>
      <dsp:spPr>
        <a:xfrm>
          <a:off x="787702" y="3152811"/>
          <a:ext cx="1345264" cy="43181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0" rIns="26670" bIns="0" numCol="1" spcCol="1270" anchor="ctr" anchorCtr="0">
          <a:noAutofit/>
        </a:bodyPr>
        <a:lstStyle/>
        <a:p>
          <a:pPr marL="0" lvl="0" indent="0" algn="l" defTabSz="933450">
            <a:lnSpc>
              <a:spcPct val="90000"/>
            </a:lnSpc>
            <a:spcBef>
              <a:spcPct val="0"/>
            </a:spcBef>
            <a:spcAft>
              <a:spcPct val="35000"/>
            </a:spcAft>
            <a:buNone/>
          </a:pPr>
          <a:r>
            <a:rPr lang="de-DE" sz="2100" kern="1200" dirty="0"/>
            <a:t>Phase 3</a:t>
          </a:r>
        </a:p>
      </dsp:txBody>
      <dsp:txXfrm>
        <a:off x="787702" y="3152811"/>
        <a:ext cx="947369" cy="431811"/>
      </dsp:txXfrm>
    </dsp:sp>
    <dsp:sp modelId="{B2588602-64DD-419D-8A08-C58C6156C7BF}">
      <dsp:nvSpPr>
        <dsp:cNvPr id="0" name=""/>
        <dsp:cNvSpPr/>
      </dsp:nvSpPr>
      <dsp:spPr>
        <a:xfrm>
          <a:off x="1773127" y="3221400"/>
          <a:ext cx="470842" cy="470842"/>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4000" r="-14000"/>
          </a:stretch>
        </a:blip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5B1759E-5AA8-40C2-A469-CEA575964D60}" type="datetime1">
              <a:rPr lang="de-DE" smtClean="0"/>
              <a:t>13.03.2024</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DE17C7-41D4-4AF3-8347-131FB9E2213C}" type="slidenum">
              <a:rPr lang="de-DE" smtClean="0"/>
              <a:pPr/>
              <a:t>‹Nr.›</a:t>
            </a:fld>
            <a:endParaRPr lang="de-DE"/>
          </a:p>
        </p:txBody>
      </p:sp>
    </p:spTree>
    <p:extLst>
      <p:ext uri="{BB962C8B-B14F-4D97-AF65-F5344CB8AC3E}">
        <p14:creationId xmlns:p14="http://schemas.microsoft.com/office/powerpoint/2010/main" val="351555697"/>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5B5D09-8163-4AF8-8F83-7F699F2C09E7}" type="datetime1">
              <a:rPr lang="de-DE" smtClean="0"/>
              <a:t>13.03.2024</a:t>
            </a:fld>
            <a:endParaRPr lang="de-DE"/>
          </a:p>
        </p:txBody>
      </p:sp>
      <p:sp>
        <p:nvSpPr>
          <p:cNvPr id="4" name="Folienbildplatzhalt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96B295-5EAC-4397-A30B-AF8EE6AD4080}" type="slidenum">
              <a:rPr lang="de-DE" smtClean="0"/>
              <a:pPr/>
              <a:t>‹Nr.›</a:t>
            </a:fld>
            <a:endParaRPr lang="de-DE"/>
          </a:p>
        </p:txBody>
      </p:sp>
    </p:spTree>
    <p:extLst>
      <p:ext uri="{BB962C8B-B14F-4D97-AF65-F5344CB8AC3E}">
        <p14:creationId xmlns:p14="http://schemas.microsoft.com/office/powerpoint/2010/main" val="366489470"/>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Schrift zu klein</a:t>
            </a:r>
          </a:p>
        </p:txBody>
      </p:sp>
      <p:sp>
        <p:nvSpPr>
          <p:cNvPr id="4" name="Kopfzeilenplatzhalter 3"/>
          <p:cNvSpPr>
            <a:spLocks noGrp="1"/>
          </p:cNvSpPr>
          <p:nvPr>
            <p:ph type="hdr" sz="quarter"/>
          </p:nvPr>
        </p:nvSpPr>
        <p:spPr/>
        <p:txBody>
          <a:bodyPr/>
          <a:lstStyle/>
          <a:p>
            <a:endParaRPr lang="de-DE"/>
          </a:p>
        </p:txBody>
      </p:sp>
      <p:sp>
        <p:nvSpPr>
          <p:cNvPr id="5" name="Datumsplatzhalter 4"/>
          <p:cNvSpPr>
            <a:spLocks noGrp="1"/>
          </p:cNvSpPr>
          <p:nvPr>
            <p:ph type="dt" idx="1"/>
          </p:nvPr>
        </p:nvSpPr>
        <p:spPr/>
        <p:txBody>
          <a:bodyPr/>
          <a:lstStyle/>
          <a:p>
            <a:fld id="{8F5B5D09-8163-4AF8-8F83-7F699F2C09E7}" type="datetime1">
              <a:rPr lang="de-DE" smtClean="0"/>
              <a:t>13.03.2024</a:t>
            </a:fld>
            <a:endParaRPr lang="de-DE"/>
          </a:p>
        </p:txBody>
      </p:sp>
      <p:sp>
        <p:nvSpPr>
          <p:cNvPr id="6" name="Fußzeilenplatzhalter 5"/>
          <p:cNvSpPr>
            <a:spLocks noGrp="1"/>
          </p:cNvSpPr>
          <p:nvPr>
            <p:ph type="ftr" sz="quarter" idx="4"/>
          </p:nvPr>
        </p:nvSpPr>
        <p:spPr/>
        <p:txBody>
          <a:bodyPr/>
          <a:lstStyle/>
          <a:p>
            <a:endParaRPr lang="de-DE"/>
          </a:p>
        </p:txBody>
      </p:sp>
      <p:sp>
        <p:nvSpPr>
          <p:cNvPr id="7" name="Foliennummernplatzhalter 6"/>
          <p:cNvSpPr>
            <a:spLocks noGrp="1"/>
          </p:cNvSpPr>
          <p:nvPr>
            <p:ph type="sldNum" sz="quarter" idx="5"/>
          </p:nvPr>
        </p:nvSpPr>
        <p:spPr/>
        <p:txBody>
          <a:bodyPr/>
          <a:lstStyle/>
          <a:p>
            <a:fld id="{CB96B295-5EAC-4397-A30B-AF8EE6AD4080}" type="slidenum">
              <a:rPr lang="de-DE" smtClean="0"/>
              <a:pPr/>
              <a:t>2</a:t>
            </a:fld>
            <a:endParaRPr lang="de-DE"/>
          </a:p>
        </p:txBody>
      </p:sp>
    </p:spTree>
    <p:extLst>
      <p:ext uri="{BB962C8B-B14F-4D97-AF65-F5344CB8AC3E}">
        <p14:creationId xmlns:p14="http://schemas.microsoft.com/office/powerpoint/2010/main" val="2807495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Hier ist die Schrift zu </a:t>
            </a:r>
            <a:r>
              <a:rPr lang="de-DE" dirty="0" err="1"/>
              <a:t>gross</a:t>
            </a:r>
            <a:endParaRPr lang="de-DE" dirty="0"/>
          </a:p>
        </p:txBody>
      </p:sp>
      <p:sp>
        <p:nvSpPr>
          <p:cNvPr id="4" name="Kopfzeilenplatzhalter 3"/>
          <p:cNvSpPr>
            <a:spLocks noGrp="1"/>
          </p:cNvSpPr>
          <p:nvPr>
            <p:ph type="hdr" sz="quarter"/>
          </p:nvPr>
        </p:nvSpPr>
        <p:spPr/>
        <p:txBody>
          <a:bodyPr/>
          <a:lstStyle/>
          <a:p>
            <a:endParaRPr lang="de-DE"/>
          </a:p>
        </p:txBody>
      </p:sp>
      <p:sp>
        <p:nvSpPr>
          <p:cNvPr id="5" name="Datumsplatzhalter 4"/>
          <p:cNvSpPr>
            <a:spLocks noGrp="1"/>
          </p:cNvSpPr>
          <p:nvPr>
            <p:ph type="dt" idx="1"/>
          </p:nvPr>
        </p:nvSpPr>
        <p:spPr/>
        <p:txBody>
          <a:bodyPr/>
          <a:lstStyle/>
          <a:p>
            <a:fld id="{8F5B5D09-8163-4AF8-8F83-7F699F2C09E7}" type="datetime1">
              <a:rPr lang="de-DE" smtClean="0"/>
              <a:t>13.03.2024</a:t>
            </a:fld>
            <a:endParaRPr lang="de-DE"/>
          </a:p>
        </p:txBody>
      </p:sp>
      <p:sp>
        <p:nvSpPr>
          <p:cNvPr id="6" name="Fußzeilenplatzhalter 5"/>
          <p:cNvSpPr>
            <a:spLocks noGrp="1"/>
          </p:cNvSpPr>
          <p:nvPr>
            <p:ph type="ftr" sz="quarter" idx="4"/>
          </p:nvPr>
        </p:nvSpPr>
        <p:spPr/>
        <p:txBody>
          <a:bodyPr/>
          <a:lstStyle/>
          <a:p>
            <a:endParaRPr lang="de-DE"/>
          </a:p>
        </p:txBody>
      </p:sp>
      <p:sp>
        <p:nvSpPr>
          <p:cNvPr id="7" name="Foliennummernplatzhalter 6"/>
          <p:cNvSpPr>
            <a:spLocks noGrp="1"/>
          </p:cNvSpPr>
          <p:nvPr>
            <p:ph type="sldNum" sz="quarter" idx="5"/>
          </p:nvPr>
        </p:nvSpPr>
        <p:spPr/>
        <p:txBody>
          <a:bodyPr/>
          <a:lstStyle/>
          <a:p>
            <a:fld id="{CB96B295-5EAC-4397-A30B-AF8EE6AD4080}" type="slidenum">
              <a:rPr lang="de-DE" smtClean="0"/>
              <a:pPr/>
              <a:t>3</a:t>
            </a:fld>
            <a:endParaRPr lang="de-DE"/>
          </a:p>
        </p:txBody>
      </p:sp>
    </p:spTree>
    <p:extLst>
      <p:ext uri="{BB962C8B-B14F-4D97-AF65-F5344CB8AC3E}">
        <p14:creationId xmlns:p14="http://schemas.microsoft.com/office/powerpoint/2010/main" val="2062207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Viele </a:t>
            </a:r>
            <a:r>
              <a:rPr lang="de-DE" dirty="0" err="1"/>
              <a:t>verschiedem</a:t>
            </a:r>
            <a:r>
              <a:rPr lang="de-DE" dirty="0"/>
              <a:t> Zeilen</a:t>
            </a:r>
          </a:p>
        </p:txBody>
      </p:sp>
      <p:sp>
        <p:nvSpPr>
          <p:cNvPr id="4" name="Kopfzeilenplatzhalter 3"/>
          <p:cNvSpPr>
            <a:spLocks noGrp="1"/>
          </p:cNvSpPr>
          <p:nvPr>
            <p:ph type="hdr" sz="quarter"/>
          </p:nvPr>
        </p:nvSpPr>
        <p:spPr/>
        <p:txBody>
          <a:bodyPr/>
          <a:lstStyle/>
          <a:p>
            <a:endParaRPr lang="de-DE"/>
          </a:p>
        </p:txBody>
      </p:sp>
      <p:sp>
        <p:nvSpPr>
          <p:cNvPr id="5" name="Datumsplatzhalter 4"/>
          <p:cNvSpPr>
            <a:spLocks noGrp="1"/>
          </p:cNvSpPr>
          <p:nvPr>
            <p:ph type="dt" idx="1"/>
          </p:nvPr>
        </p:nvSpPr>
        <p:spPr/>
        <p:txBody>
          <a:bodyPr/>
          <a:lstStyle/>
          <a:p>
            <a:fld id="{8F5B5D09-8163-4AF8-8F83-7F699F2C09E7}" type="datetime1">
              <a:rPr lang="de-DE" smtClean="0"/>
              <a:t>13.03.2024</a:t>
            </a:fld>
            <a:endParaRPr lang="de-DE"/>
          </a:p>
        </p:txBody>
      </p:sp>
      <p:sp>
        <p:nvSpPr>
          <p:cNvPr id="6" name="Fußzeilenplatzhalter 5"/>
          <p:cNvSpPr>
            <a:spLocks noGrp="1"/>
          </p:cNvSpPr>
          <p:nvPr>
            <p:ph type="ftr" sz="quarter" idx="4"/>
          </p:nvPr>
        </p:nvSpPr>
        <p:spPr/>
        <p:txBody>
          <a:bodyPr/>
          <a:lstStyle/>
          <a:p>
            <a:endParaRPr lang="de-DE"/>
          </a:p>
        </p:txBody>
      </p:sp>
      <p:sp>
        <p:nvSpPr>
          <p:cNvPr id="7" name="Foliennummernplatzhalter 6"/>
          <p:cNvSpPr>
            <a:spLocks noGrp="1"/>
          </p:cNvSpPr>
          <p:nvPr>
            <p:ph type="sldNum" sz="quarter" idx="5"/>
          </p:nvPr>
        </p:nvSpPr>
        <p:spPr/>
        <p:txBody>
          <a:bodyPr/>
          <a:lstStyle/>
          <a:p>
            <a:fld id="{CB96B295-5EAC-4397-A30B-AF8EE6AD4080}" type="slidenum">
              <a:rPr lang="de-DE" smtClean="0"/>
              <a:pPr/>
              <a:t>4</a:t>
            </a:fld>
            <a:endParaRPr lang="de-DE"/>
          </a:p>
        </p:txBody>
      </p:sp>
    </p:spTree>
    <p:extLst>
      <p:ext uri="{BB962C8B-B14F-4D97-AF65-F5344CB8AC3E}">
        <p14:creationId xmlns:p14="http://schemas.microsoft.com/office/powerpoint/2010/main" val="1372514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a:t>Titelmasterformat durch Klicken bearbeiten</a:t>
            </a:r>
          </a:p>
        </p:txBody>
      </p:sp>
      <p:sp>
        <p:nvSpPr>
          <p:cNvPr id="3" name="Unter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9EF7A454-723E-47C7-977F-434076F23037}" type="datetime1">
              <a:rPr lang="de-DE" smtClean="0"/>
              <a:t>13.03.2024</a:t>
            </a:fld>
            <a:endParaRPr lang="de-DE"/>
          </a:p>
        </p:txBody>
      </p:sp>
      <p:sp>
        <p:nvSpPr>
          <p:cNvPr id="5" name="Fußzeilenplatzhalter 4"/>
          <p:cNvSpPr>
            <a:spLocks noGrp="1"/>
          </p:cNvSpPr>
          <p:nvPr>
            <p:ph type="ftr" sz="quarter" idx="11"/>
          </p:nvPr>
        </p:nvSpPr>
        <p:spPr/>
        <p:txBody>
          <a:bodyPr/>
          <a:lstStyle/>
          <a:p>
            <a:r>
              <a:rPr lang="de-DE"/>
              <a:t>Wichtige Faktoren bei der Planung</a:t>
            </a:r>
          </a:p>
        </p:txBody>
      </p:sp>
      <p:sp>
        <p:nvSpPr>
          <p:cNvPr id="6" name="Foliennummernplatzhalter 5"/>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751AB667-1BAC-4003-AB72-779680D7446C}" type="datetime1">
              <a:rPr lang="de-DE" smtClean="0"/>
              <a:t>13.03.2024</a:t>
            </a:fld>
            <a:endParaRPr lang="de-DE"/>
          </a:p>
        </p:txBody>
      </p:sp>
      <p:sp>
        <p:nvSpPr>
          <p:cNvPr id="5" name="Fußzeilenplatzhalter 4"/>
          <p:cNvSpPr>
            <a:spLocks noGrp="1"/>
          </p:cNvSpPr>
          <p:nvPr>
            <p:ph type="ftr" sz="quarter" idx="11"/>
          </p:nvPr>
        </p:nvSpPr>
        <p:spPr/>
        <p:txBody>
          <a:bodyPr/>
          <a:lstStyle/>
          <a:p>
            <a:r>
              <a:rPr lang="de-DE"/>
              <a:t>Wichtige Faktoren bei der Planung</a:t>
            </a:r>
          </a:p>
        </p:txBody>
      </p:sp>
      <p:sp>
        <p:nvSpPr>
          <p:cNvPr id="6" name="Foliennummernplatzhalter 5"/>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Textmasterformate durch Klicken bearbeiten</a:t>
            </a:r>
          </a:p>
        </p:txBody>
      </p:sp>
      <p:sp>
        <p:nvSpPr>
          <p:cNvPr id="4" name="Datumsplatzhalter 3"/>
          <p:cNvSpPr>
            <a:spLocks noGrp="1"/>
          </p:cNvSpPr>
          <p:nvPr>
            <p:ph type="dt" sz="half" idx="10"/>
          </p:nvPr>
        </p:nvSpPr>
        <p:spPr/>
        <p:txBody>
          <a:bodyPr/>
          <a:lstStyle/>
          <a:p>
            <a:fld id="{52D7901C-BCC2-4864-99A7-788E13F0F3BD}" type="datetime1">
              <a:rPr lang="de-DE" smtClean="0"/>
              <a:t>13.03.2024</a:t>
            </a:fld>
            <a:endParaRPr lang="de-DE"/>
          </a:p>
        </p:txBody>
      </p:sp>
      <p:sp>
        <p:nvSpPr>
          <p:cNvPr id="5" name="Fußzeilenplatzhalter 4"/>
          <p:cNvSpPr>
            <a:spLocks noGrp="1"/>
          </p:cNvSpPr>
          <p:nvPr>
            <p:ph type="ftr" sz="quarter" idx="11"/>
          </p:nvPr>
        </p:nvSpPr>
        <p:spPr/>
        <p:txBody>
          <a:bodyPr/>
          <a:lstStyle/>
          <a:p>
            <a:r>
              <a:rPr lang="de-DE"/>
              <a:t>Wichtige Faktoren bei der Planung</a:t>
            </a:r>
          </a:p>
        </p:txBody>
      </p:sp>
      <p:sp>
        <p:nvSpPr>
          <p:cNvPr id="6" name="Foliennummernplatzhalter 5"/>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0DCD718B-653B-4C78-856D-8A4633924480}" type="datetime1">
              <a:rPr lang="de-DE" smtClean="0"/>
              <a:t>13.03.2024</a:t>
            </a:fld>
            <a:endParaRPr lang="de-DE"/>
          </a:p>
        </p:txBody>
      </p:sp>
      <p:sp>
        <p:nvSpPr>
          <p:cNvPr id="6" name="Fußzeilenplatzhalter 5"/>
          <p:cNvSpPr>
            <a:spLocks noGrp="1"/>
          </p:cNvSpPr>
          <p:nvPr>
            <p:ph type="ftr" sz="quarter" idx="11"/>
          </p:nvPr>
        </p:nvSpPr>
        <p:spPr/>
        <p:txBody>
          <a:bodyPr/>
          <a:lstStyle/>
          <a:p>
            <a:r>
              <a:rPr lang="de-DE"/>
              <a:t>Wichtige Faktoren bei der Planung</a:t>
            </a:r>
          </a:p>
        </p:txBody>
      </p:sp>
      <p:sp>
        <p:nvSpPr>
          <p:cNvPr id="7" name="Foliennummernplatzhalter 6"/>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F84ABD02-B94C-490A-84EA-15537646910C}" type="datetime1">
              <a:rPr lang="de-DE" smtClean="0"/>
              <a:t>13.03.2024</a:t>
            </a:fld>
            <a:endParaRPr lang="de-DE"/>
          </a:p>
        </p:txBody>
      </p:sp>
      <p:sp>
        <p:nvSpPr>
          <p:cNvPr id="8" name="Fußzeilenplatzhalter 7"/>
          <p:cNvSpPr>
            <a:spLocks noGrp="1"/>
          </p:cNvSpPr>
          <p:nvPr>
            <p:ph type="ftr" sz="quarter" idx="11"/>
          </p:nvPr>
        </p:nvSpPr>
        <p:spPr/>
        <p:txBody>
          <a:bodyPr/>
          <a:lstStyle/>
          <a:p>
            <a:r>
              <a:rPr lang="de-DE"/>
              <a:t>Wichtige Faktoren bei der Planung</a:t>
            </a:r>
          </a:p>
        </p:txBody>
      </p:sp>
      <p:sp>
        <p:nvSpPr>
          <p:cNvPr id="9" name="Foliennummernplatzhalter 8"/>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D224E354-3A5D-4E67-B7EE-A171D1A44BC2}" type="datetime1">
              <a:rPr lang="de-DE" smtClean="0"/>
              <a:t>13.03.2024</a:t>
            </a:fld>
            <a:endParaRPr lang="de-DE"/>
          </a:p>
        </p:txBody>
      </p:sp>
      <p:sp>
        <p:nvSpPr>
          <p:cNvPr id="4" name="Fußzeilenplatzhalter 3"/>
          <p:cNvSpPr>
            <a:spLocks noGrp="1"/>
          </p:cNvSpPr>
          <p:nvPr>
            <p:ph type="ftr" sz="quarter" idx="11"/>
          </p:nvPr>
        </p:nvSpPr>
        <p:spPr/>
        <p:txBody>
          <a:bodyPr/>
          <a:lstStyle/>
          <a:p>
            <a:r>
              <a:rPr lang="de-DE"/>
              <a:t>Wichtige Faktoren bei der Planung</a:t>
            </a:r>
          </a:p>
        </p:txBody>
      </p:sp>
      <p:sp>
        <p:nvSpPr>
          <p:cNvPr id="5" name="Foliennummernplatzhalter 4"/>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38BC724A-5957-4A05-8704-9886AD44D9BD}" type="datetime1">
              <a:rPr lang="de-DE" smtClean="0"/>
              <a:t>13.03.2024</a:t>
            </a:fld>
            <a:endParaRPr lang="de-DE"/>
          </a:p>
        </p:txBody>
      </p:sp>
      <p:sp>
        <p:nvSpPr>
          <p:cNvPr id="3" name="Fußzeilenplatzhalter 2"/>
          <p:cNvSpPr>
            <a:spLocks noGrp="1"/>
          </p:cNvSpPr>
          <p:nvPr>
            <p:ph type="ftr" sz="quarter" idx="11"/>
          </p:nvPr>
        </p:nvSpPr>
        <p:spPr/>
        <p:txBody>
          <a:bodyPr/>
          <a:lstStyle/>
          <a:p>
            <a:r>
              <a:rPr lang="de-DE"/>
              <a:t>Wichtige Faktoren bei der Planung</a:t>
            </a:r>
          </a:p>
        </p:txBody>
      </p:sp>
      <p:sp>
        <p:nvSpPr>
          <p:cNvPr id="4" name="Foliennummernplatzhalter 3"/>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6308FFC7-CD8C-4D26-8A27-67DCA283EA2D}" type="datetime1">
              <a:rPr lang="de-DE" smtClean="0"/>
              <a:t>13.03.2024</a:t>
            </a:fld>
            <a:endParaRPr lang="de-DE"/>
          </a:p>
        </p:txBody>
      </p:sp>
      <p:sp>
        <p:nvSpPr>
          <p:cNvPr id="6" name="Fußzeilenplatzhalter 5"/>
          <p:cNvSpPr>
            <a:spLocks noGrp="1"/>
          </p:cNvSpPr>
          <p:nvPr>
            <p:ph type="ftr" sz="quarter" idx="11"/>
          </p:nvPr>
        </p:nvSpPr>
        <p:spPr/>
        <p:txBody>
          <a:bodyPr/>
          <a:lstStyle/>
          <a:p>
            <a:r>
              <a:rPr lang="de-DE"/>
              <a:t>Wichtige Faktoren bei der Planung</a:t>
            </a:r>
          </a:p>
        </p:txBody>
      </p:sp>
      <p:sp>
        <p:nvSpPr>
          <p:cNvPr id="7" name="Foliennummernplatzhalter 6"/>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9B0498D0-2A50-44A2-8F01-9238CFF5B8E8}" type="datetime1">
              <a:rPr lang="de-DE" smtClean="0"/>
              <a:t>13.03.2024</a:t>
            </a:fld>
            <a:endParaRPr lang="de-DE"/>
          </a:p>
        </p:txBody>
      </p:sp>
      <p:sp>
        <p:nvSpPr>
          <p:cNvPr id="6" name="Fußzeilenplatzhalter 5"/>
          <p:cNvSpPr>
            <a:spLocks noGrp="1"/>
          </p:cNvSpPr>
          <p:nvPr>
            <p:ph type="ftr" sz="quarter" idx="11"/>
          </p:nvPr>
        </p:nvSpPr>
        <p:spPr/>
        <p:txBody>
          <a:bodyPr/>
          <a:lstStyle/>
          <a:p>
            <a:r>
              <a:rPr lang="de-DE"/>
              <a:t>Wichtige Faktoren bei der Planung</a:t>
            </a:r>
          </a:p>
        </p:txBody>
      </p:sp>
      <p:sp>
        <p:nvSpPr>
          <p:cNvPr id="7" name="Foliennummernplatzhalter 6"/>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458E257E-B9A1-4D7F-9FF7-03297D59279B}" type="datetime1">
              <a:rPr lang="de-DE" smtClean="0"/>
              <a:t>13.03.2024</a:t>
            </a:fld>
            <a:endParaRPr lang="de-DE"/>
          </a:p>
        </p:txBody>
      </p:sp>
      <p:sp>
        <p:nvSpPr>
          <p:cNvPr id="5" name="Fußzeilenplatzhalter 4"/>
          <p:cNvSpPr>
            <a:spLocks noGrp="1"/>
          </p:cNvSpPr>
          <p:nvPr>
            <p:ph type="ftr" sz="quarter" idx="11"/>
          </p:nvPr>
        </p:nvSpPr>
        <p:spPr/>
        <p:txBody>
          <a:bodyPr/>
          <a:lstStyle/>
          <a:p>
            <a:r>
              <a:rPr lang="de-DE"/>
              <a:t>Wichtige Faktoren bei der Planung</a:t>
            </a:r>
          </a:p>
        </p:txBody>
      </p:sp>
      <p:sp>
        <p:nvSpPr>
          <p:cNvPr id="6" name="Foliennummernplatzhalter 5"/>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57200" y="274638"/>
            <a:ext cx="6019800" cy="5851525"/>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5A09D146-F406-46B9-886F-086369BEC4DB}" type="datetime1">
              <a:rPr lang="de-DE" smtClean="0"/>
              <a:t>13.03.2024</a:t>
            </a:fld>
            <a:endParaRPr lang="de-DE"/>
          </a:p>
        </p:txBody>
      </p:sp>
      <p:sp>
        <p:nvSpPr>
          <p:cNvPr id="5" name="Fußzeilenplatzhalter 4"/>
          <p:cNvSpPr>
            <a:spLocks noGrp="1"/>
          </p:cNvSpPr>
          <p:nvPr>
            <p:ph type="ftr" sz="quarter" idx="11"/>
          </p:nvPr>
        </p:nvSpPr>
        <p:spPr/>
        <p:txBody>
          <a:bodyPr/>
          <a:lstStyle/>
          <a:p>
            <a:r>
              <a:rPr lang="de-DE"/>
              <a:t>Wichtige Faktoren bei der Planung</a:t>
            </a:r>
          </a:p>
        </p:txBody>
      </p:sp>
      <p:sp>
        <p:nvSpPr>
          <p:cNvPr id="6" name="Foliennummernplatzhalter 5"/>
          <p:cNvSpPr>
            <a:spLocks noGrp="1"/>
          </p:cNvSpPr>
          <p:nvPr>
            <p:ph type="sldNum" sz="quarter" idx="12"/>
          </p:nvPr>
        </p:nvSpPr>
        <p:spPr/>
        <p:txBody>
          <a:bodyPr/>
          <a:lstStyle/>
          <a:p>
            <a:fld id="{7E2EE6F2-900F-4A8E-9FF9-2542D3A85CBD}" type="slidenum">
              <a:rPr lang="de-DE" smtClean="0"/>
              <a:pPr/>
              <a:t>‹Nr.›</a:t>
            </a:fld>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el, Text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p>
        </p:txBody>
      </p:sp>
      <p:sp>
        <p:nvSpPr>
          <p:cNvPr id="3" name="Text Placeholder 2"/>
          <p:cNvSpPr>
            <a:spLocks noGrp="1"/>
          </p:cNvSpPr>
          <p:nvPr>
            <p:ph type="body" sz="half" idx="1"/>
          </p:nvPr>
        </p:nvSpPr>
        <p:spPr>
          <a:xfrm>
            <a:off x="457200" y="1981200"/>
            <a:ext cx="4038600" cy="3886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Content Placeholder 3"/>
          <p:cNvSpPr>
            <a:spLocks noGrp="1"/>
          </p:cNvSpPr>
          <p:nvPr>
            <p:ph sz="half" idx="2"/>
          </p:nvPr>
        </p:nvSpPr>
        <p:spPr>
          <a:xfrm>
            <a:off x="4648200" y="1981200"/>
            <a:ext cx="4038600" cy="38862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ooter Placeholder 4"/>
          <p:cNvSpPr>
            <a:spLocks noGrp="1"/>
          </p:cNvSpPr>
          <p:nvPr>
            <p:ph type="ftr" sz="quarter" idx="10"/>
          </p:nvPr>
        </p:nvSpPr>
        <p:spPr/>
        <p:txBody>
          <a:bodyPr/>
          <a:lstStyle>
            <a:lvl1pPr>
              <a:defRPr/>
            </a:lvl1pPr>
          </a:lstStyle>
          <a:p>
            <a:r>
              <a:rPr lang="de-DE"/>
              <a:t>Wichtige Faktoren bei der Planung</a:t>
            </a:r>
          </a:p>
        </p:txBody>
      </p:sp>
      <p:sp>
        <p:nvSpPr>
          <p:cNvPr id="6" name="Slide Number Placeholder 5"/>
          <p:cNvSpPr>
            <a:spLocks noGrp="1"/>
          </p:cNvSpPr>
          <p:nvPr>
            <p:ph type="sldNum" sz="quarter" idx="11"/>
          </p:nvPr>
        </p:nvSpPr>
        <p:spPr/>
        <p:txBody>
          <a:bodyPr/>
          <a:lstStyle>
            <a:lvl1pPr>
              <a:defRPr/>
            </a:lvl1pPr>
          </a:lstStyle>
          <a:p>
            <a:fld id="{AF942E50-0D5A-4846-9CC3-0F99EACC1FC1}" type="slidenum">
              <a:rPr lang="de-DE"/>
              <a:pPr/>
              <a:t>‹Nr.›</a:t>
            </a:fld>
            <a:endParaRPr lang="de-DE"/>
          </a:p>
        </p:txBody>
      </p:sp>
      <p:sp>
        <p:nvSpPr>
          <p:cNvPr id="7" name="Date Placeholder 6"/>
          <p:cNvSpPr>
            <a:spLocks noGrp="1"/>
          </p:cNvSpPr>
          <p:nvPr>
            <p:ph type="dt" sz="half" idx="12"/>
          </p:nvPr>
        </p:nvSpPr>
        <p:spPr/>
        <p:txBody>
          <a:bodyPr/>
          <a:lstStyle>
            <a:lvl1pPr>
              <a:defRPr/>
            </a:lvl1pPr>
          </a:lstStyle>
          <a:p>
            <a:fld id="{823FDE5A-8850-4DF7-B639-9A62FEE7AC97}" type="datetime1">
              <a:rPr lang="de-DE" smtClean="0"/>
              <a:t>13.03.2024</a:t>
            </a:fld>
            <a:endParaRPr lang="de-DE"/>
          </a:p>
        </p:txBody>
      </p:sp>
    </p:spTree>
    <p:extLst>
      <p:ext uri="{BB962C8B-B14F-4D97-AF65-F5344CB8AC3E}">
        <p14:creationId xmlns:p14="http://schemas.microsoft.com/office/powerpoint/2010/main" val="2630933604"/>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BDD65F-0E4C-48DF-8A2E-305A345F007A}" type="datetime1">
              <a:rPr lang="de-DE" smtClean="0"/>
              <a:t>13.03.2024</a:t>
            </a:fld>
            <a:endParaRPr lang="de-DE"/>
          </a:p>
        </p:txBody>
      </p:sp>
      <p:sp>
        <p:nvSpPr>
          <p:cNvPr id="5" name="Fußzeilenplatzhalt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Wichtige Faktoren bei der Planung</a:t>
            </a:r>
          </a:p>
        </p:txBody>
      </p:sp>
      <p:sp>
        <p:nvSpPr>
          <p:cNvPr id="6" name="Foliennummernplatzhalt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2EE6F2-900F-4A8E-9FF9-2542D3A85CBD}" type="slidenum">
              <a:rPr lang="de-DE" smtClean="0"/>
              <a:pPr/>
              <a:t>‹Nr.›</a:t>
            </a:fld>
            <a:endParaRPr lang="de-D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wmf"/><Relationship Id="rId1" Type="http://schemas.openxmlformats.org/officeDocument/2006/relationships/slideLayout" Target="../slideLayouts/slideLayout12.xml"/><Relationship Id="rId5" Type="http://schemas.openxmlformats.org/officeDocument/2006/relationships/image" Target="../media/image5.jpeg"/><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b="1"/>
              <a:t>Vorüberlegungen zum Erstellen von Präsentationen</a:t>
            </a:r>
            <a:endParaRPr lang="de-DE" dirty="0"/>
          </a:p>
        </p:txBody>
      </p:sp>
      <p:sp>
        <p:nvSpPr>
          <p:cNvPr id="3" name="Inhaltsplatzhalter 2"/>
          <p:cNvSpPr>
            <a:spLocks noGrp="1"/>
          </p:cNvSpPr>
          <p:nvPr>
            <p:ph idx="1"/>
          </p:nvPr>
        </p:nvSpPr>
        <p:spPr/>
        <p:txBody>
          <a:bodyPr>
            <a:noAutofit/>
          </a:bodyPr>
          <a:lstStyle/>
          <a:p>
            <a:r>
              <a:rPr lang="de-DE" sz="2000" b="1" dirty="0">
                <a:solidFill>
                  <a:srgbClr val="FF0000"/>
                </a:solidFill>
              </a:rPr>
              <a:t>Präsentationsziel</a:t>
            </a:r>
            <a:r>
              <a:rPr lang="de-DE" sz="2000" dirty="0">
                <a:solidFill>
                  <a:srgbClr val="FF0000"/>
                </a:solidFill>
              </a:rPr>
              <a:t>: was soll mit der Präsentation erreicht werden?</a:t>
            </a:r>
          </a:p>
          <a:p>
            <a:r>
              <a:rPr lang="de-DE" sz="2000" b="1" dirty="0">
                <a:solidFill>
                  <a:srgbClr val="FF0000"/>
                </a:solidFill>
              </a:rPr>
              <a:t>Zielgruppe</a:t>
            </a:r>
            <a:r>
              <a:rPr lang="de-DE" sz="2000" dirty="0">
                <a:solidFill>
                  <a:srgbClr val="FF0000"/>
                </a:solidFill>
              </a:rPr>
              <a:t>: Wer wird das Publikum sein? Informationen, Design, Medien etc. entsprechend anpassen.</a:t>
            </a:r>
          </a:p>
          <a:p>
            <a:r>
              <a:rPr lang="de-DE" sz="2000" b="1" dirty="0">
                <a:solidFill>
                  <a:srgbClr val="FF0000"/>
                </a:solidFill>
              </a:rPr>
              <a:t>Zeitrahmen</a:t>
            </a:r>
            <a:r>
              <a:rPr lang="de-DE" sz="2000" dirty="0">
                <a:solidFill>
                  <a:srgbClr val="FF0000"/>
                </a:solidFill>
              </a:rPr>
              <a:t>: Zeitlimit einhalten. Wenig Zeit nicht mit zu vielen Folien „kompensieren“!</a:t>
            </a:r>
          </a:p>
          <a:p>
            <a:r>
              <a:rPr lang="de-DE" sz="2000" b="1" dirty="0">
                <a:solidFill>
                  <a:srgbClr val="FF0000"/>
                </a:solidFill>
              </a:rPr>
              <a:t>Ausgabemedium</a:t>
            </a:r>
            <a:r>
              <a:rPr lang="de-DE" sz="2000" dirty="0">
                <a:solidFill>
                  <a:srgbClr val="FF0000"/>
                </a:solidFill>
              </a:rPr>
              <a:t>: Overhead (Beschriftung, Abdecken), Beamer (Animationen, Multimediaeffekte, kurzfristiges Ändern möglich), Ausdruck, Webpräsentation</a:t>
            </a:r>
          </a:p>
          <a:p>
            <a:r>
              <a:rPr lang="de-DE" sz="2000" b="1" dirty="0">
                <a:solidFill>
                  <a:srgbClr val="FF0000"/>
                </a:solidFill>
              </a:rPr>
              <a:t>Inhaltliche</a:t>
            </a:r>
            <a:r>
              <a:rPr lang="de-DE" sz="2000" dirty="0">
                <a:solidFill>
                  <a:srgbClr val="FF0000"/>
                </a:solidFill>
              </a:rPr>
              <a:t> </a:t>
            </a:r>
            <a:r>
              <a:rPr lang="de-DE" sz="2000" b="1" dirty="0">
                <a:solidFill>
                  <a:srgbClr val="FF0000"/>
                </a:solidFill>
              </a:rPr>
              <a:t>Struktur</a:t>
            </a:r>
            <a:r>
              <a:rPr lang="de-DE" sz="2000" dirty="0">
                <a:solidFill>
                  <a:srgbClr val="FF0000"/>
                </a:solidFill>
              </a:rPr>
              <a:t>: Einleitung (Begrüßung, Vorstellung, Thema nennen, Ziel, Ablauf), Hauptteil (These – Beweis – Beispiel – These 2…), Schluss (Zusammenfassung, Ziel wiederholen, Dank, Diskussion)</a:t>
            </a:r>
          </a:p>
          <a:p>
            <a:r>
              <a:rPr lang="de-DE" sz="2000" dirty="0">
                <a:solidFill>
                  <a:srgbClr val="FF0000"/>
                </a:solidFill>
              </a:rPr>
              <a:t>PP-Hilfe: Start mit F1</a:t>
            </a:r>
          </a:p>
        </p:txBody>
      </p:sp>
      <p:sp>
        <p:nvSpPr>
          <p:cNvPr id="4" name="Datumsplatzhalter 3"/>
          <p:cNvSpPr>
            <a:spLocks noGrp="1"/>
          </p:cNvSpPr>
          <p:nvPr>
            <p:ph type="dt" sz="half" idx="10"/>
          </p:nvPr>
        </p:nvSpPr>
        <p:spPr/>
        <p:txBody>
          <a:bodyPr/>
          <a:lstStyle/>
          <a:p>
            <a:fld id="{8D1A1EDA-EA84-42A2-86AB-9C8DEFB225A0}" type="datetime1">
              <a:rPr lang="de-DE" smtClean="0"/>
              <a:t>13.03.2024</a:t>
            </a:fld>
            <a:endParaRPr lang="de-DE"/>
          </a:p>
        </p:txBody>
      </p:sp>
      <p:sp>
        <p:nvSpPr>
          <p:cNvPr id="6" name="Fußzeilenplatzhalter 5"/>
          <p:cNvSpPr>
            <a:spLocks noGrp="1"/>
          </p:cNvSpPr>
          <p:nvPr>
            <p:ph type="ftr" sz="quarter" idx="11"/>
          </p:nvPr>
        </p:nvSpPr>
        <p:spPr/>
        <p:txBody>
          <a:bodyPr/>
          <a:lstStyle/>
          <a:p>
            <a:r>
              <a:rPr lang="de-DE"/>
              <a:t>Wichtige Faktoren bei der Planung</a:t>
            </a:r>
          </a:p>
        </p:txBody>
      </p:sp>
      <p:sp>
        <p:nvSpPr>
          <p:cNvPr id="5" name="Foliennummernplatzhalter 4"/>
          <p:cNvSpPr>
            <a:spLocks noGrp="1"/>
          </p:cNvSpPr>
          <p:nvPr>
            <p:ph type="sldNum" sz="quarter" idx="12"/>
          </p:nvPr>
        </p:nvSpPr>
        <p:spPr/>
        <p:txBody>
          <a:bodyPr/>
          <a:lstStyle/>
          <a:p>
            <a:fld id="{7E2EE6F2-900F-4A8E-9FF9-2542D3A85CBD}" type="slidenum">
              <a:rPr lang="de-DE" smtClean="0"/>
              <a:pPr/>
              <a:t>1</a:t>
            </a:fld>
            <a:endParaRPr lang="de-D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0"/>
                                  </p:iterate>
                                  <p:childTnLst>
                                    <p:set>
                                      <p:cBhvr>
                                        <p:cTn id="6"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0"/>
                                  </p:iterate>
                                  <p:childTnLst>
                                    <p:set>
                                      <p:cBhvr>
                                        <p:cTn id="10"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0"/>
                                  </p:iterate>
                                  <p:childTnLst>
                                    <p:set>
                                      <p:cBhvr>
                                        <p:cTn id="14"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0"/>
                                  </p:iterate>
                                  <p:childTnLst>
                                    <p:set>
                                      <p:cBhvr>
                                        <p:cTn id="18" dur="1" fill="hold">
                                          <p:stCondLst>
                                            <p:cond delay="0"/>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chemeClr val="tx1"/>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0"/>
                                  </p:iterate>
                                  <p:childTnLst>
                                    <p:set>
                                      <p:cBhvr>
                                        <p:cTn id="22"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tx1"/>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0"/>
                                  </p:iterate>
                                  <p:childTnLst>
                                    <p:set>
                                      <p:cBhvr>
                                        <p:cTn id="26" dur="1" fill="hold">
                                          <p:stCondLst>
                                            <p:cond delay="0"/>
                                          </p:stCondLst>
                                        </p:cTn>
                                        <p:tgtEl>
                                          <p:spTgt spid="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5" end="5"/>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fontScale="90000"/>
          </a:bodyPr>
          <a:lstStyle/>
          <a:p>
            <a:r>
              <a:rPr lang="de-DE" dirty="0"/>
              <a:t>Mit einer kleinen Schrift spart man Platz auf der Folie</a:t>
            </a:r>
          </a:p>
        </p:txBody>
      </p:sp>
      <p:sp>
        <p:nvSpPr>
          <p:cNvPr id="10243" name="Rectangle 3"/>
          <p:cNvSpPr>
            <a:spLocks noGrp="1" noChangeArrowheads="1"/>
          </p:cNvSpPr>
          <p:nvPr>
            <p:ph type="body" sz="half" idx="1"/>
          </p:nvPr>
        </p:nvSpPr>
        <p:spPr/>
        <p:txBody>
          <a:bodyPr>
            <a:normAutofit/>
          </a:bodyPr>
          <a:lstStyle/>
          <a:p>
            <a:r>
              <a:rPr lang="de-DE" sz="900" dirty="0"/>
              <a:t>Steigerung des Gewinns</a:t>
            </a:r>
          </a:p>
          <a:p>
            <a:r>
              <a:rPr lang="de-DE" sz="900" dirty="0"/>
              <a:t>Senkung der Produktionskosten</a:t>
            </a:r>
          </a:p>
          <a:p>
            <a:r>
              <a:rPr lang="de-DE" sz="900" dirty="0"/>
              <a:t>Sicherung der Marktposition</a:t>
            </a:r>
          </a:p>
          <a:p>
            <a:r>
              <a:rPr lang="de-DE" sz="900" dirty="0"/>
              <a:t>Erweiterung der Produktpalette</a:t>
            </a:r>
          </a:p>
          <a:p>
            <a:r>
              <a:rPr lang="de-DE" sz="900" dirty="0"/>
              <a:t>Anbau einer Lagerhalle</a:t>
            </a:r>
          </a:p>
        </p:txBody>
      </p:sp>
      <p:pic>
        <p:nvPicPr>
          <p:cNvPr id="10247" name="Picture 7" descr="C:\Program Files\Microsoft Office\MEDIA\CAGCAT10\j0233312.wmf"/>
          <p:cNvPicPr>
            <a:picLocks noGrp="1" noChangeAspect="1" noChangeArrowheads="1"/>
          </p:cNvPicPr>
          <p:nvPr>
            <p:ph sz="half" idx="2"/>
          </p:nvPr>
        </p:nvPicPr>
        <p:blipFill>
          <a:blip r:embed="rId3" cstate="print"/>
          <a:srcRect/>
          <a:stretch>
            <a:fillRect/>
          </a:stretch>
        </p:blipFill>
        <p:spPr bwMode="auto">
          <a:xfrm>
            <a:off x="5250656" y="2890838"/>
            <a:ext cx="1785938" cy="1819275"/>
          </a:xfrm>
          <a:prstGeom prst="rect">
            <a:avLst/>
          </a:prstGeom>
          <a:noFill/>
        </p:spPr>
      </p:pic>
      <p:sp>
        <p:nvSpPr>
          <p:cNvPr id="2" name="Datumsplatzhalter 1">
            <a:extLst>
              <a:ext uri="{FF2B5EF4-FFF2-40B4-BE49-F238E27FC236}">
                <a16:creationId xmlns:a16="http://schemas.microsoft.com/office/drawing/2014/main" id="{94CA8AE4-6640-4B3C-9BAC-DD8EE2B1524C}"/>
              </a:ext>
            </a:extLst>
          </p:cNvPr>
          <p:cNvSpPr>
            <a:spLocks noGrp="1"/>
          </p:cNvSpPr>
          <p:nvPr>
            <p:ph type="dt" sz="half" idx="12"/>
          </p:nvPr>
        </p:nvSpPr>
        <p:spPr/>
        <p:txBody>
          <a:bodyPr/>
          <a:lstStyle/>
          <a:p>
            <a:fld id="{AB99ED75-FCF3-4762-AFE3-A49486C093E5}" type="datetime1">
              <a:rPr lang="de-DE" smtClean="0"/>
              <a:t>13.03.2024</a:t>
            </a:fld>
            <a:endParaRPr lang="de-DE"/>
          </a:p>
        </p:txBody>
      </p:sp>
      <p:sp>
        <p:nvSpPr>
          <p:cNvPr id="3" name="Fußzeilenplatzhalter 2">
            <a:extLst>
              <a:ext uri="{FF2B5EF4-FFF2-40B4-BE49-F238E27FC236}">
                <a16:creationId xmlns:a16="http://schemas.microsoft.com/office/drawing/2014/main" id="{CF57B5FF-4C58-47A3-9834-F87C0C9EBA8C}"/>
              </a:ext>
            </a:extLst>
          </p:cNvPr>
          <p:cNvSpPr>
            <a:spLocks noGrp="1"/>
          </p:cNvSpPr>
          <p:nvPr>
            <p:ph type="ftr" sz="quarter" idx="10"/>
          </p:nvPr>
        </p:nvSpPr>
        <p:spPr/>
        <p:txBody>
          <a:bodyPr/>
          <a:lstStyle/>
          <a:p>
            <a:r>
              <a:rPr lang="de-DE"/>
              <a:t>Wichtige Faktoren bei der Planung</a:t>
            </a:r>
          </a:p>
        </p:txBody>
      </p:sp>
      <p:sp>
        <p:nvSpPr>
          <p:cNvPr id="4" name="Foliennummernplatzhalter 3">
            <a:extLst>
              <a:ext uri="{FF2B5EF4-FFF2-40B4-BE49-F238E27FC236}">
                <a16:creationId xmlns:a16="http://schemas.microsoft.com/office/drawing/2014/main" id="{53BE339C-D959-4680-AC24-55AFAA54E368}"/>
              </a:ext>
            </a:extLst>
          </p:cNvPr>
          <p:cNvSpPr>
            <a:spLocks noGrp="1"/>
          </p:cNvSpPr>
          <p:nvPr>
            <p:ph type="sldNum" sz="quarter" idx="11"/>
          </p:nvPr>
        </p:nvSpPr>
        <p:spPr/>
        <p:txBody>
          <a:bodyPr/>
          <a:lstStyle/>
          <a:p>
            <a:fld id="{AF942E50-0D5A-4846-9CC3-0F99EACC1FC1}" type="slidenum">
              <a:rPr lang="de-DE" smtClean="0"/>
              <a:pPr/>
              <a:t>2</a:t>
            </a:fld>
            <a:endParaRPr lang="de-DE"/>
          </a:p>
        </p:txBody>
      </p:sp>
    </p:spTree>
    <p:extLst>
      <p:ext uri="{BB962C8B-B14F-4D97-AF65-F5344CB8AC3E}">
        <p14:creationId xmlns:p14="http://schemas.microsoft.com/office/powerpoint/2010/main" val="117324280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Autofit/>
          </a:bodyPr>
          <a:lstStyle/>
          <a:p>
            <a:r>
              <a:rPr lang="de-DE" sz="7200" dirty="0">
                <a:solidFill>
                  <a:srgbClr val="FF0000"/>
                </a:solidFill>
              </a:rPr>
              <a:t>Groß ist auch schön</a:t>
            </a:r>
          </a:p>
        </p:txBody>
      </p:sp>
      <p:sp>
        <p:nvSpPr>
          <p:cNvPr id="10243" name="Rectangle 3"/>
          <p:cNvSpPr>
            <a:spLocks noGrp="1" noChangeArrowheads="1"/>
          </p:cNvSpPr>
          <p:nvPr>
            <p:ph type="body" sz="half" idx="1"/>
          </p:nvPr>
        </p:nvSpPr>
        <p:spPr>
          <a:xfrm>
            <a:off x="1110343" y="1628179"/>
            <a:ext cx="7405007" cy="2379890"/>
          </a:xfrm>
        </p:spPr>
        <p:txBody>
          <a:bodyPr>
            <a:noAutofit/>
          </a:bodyPr>
          <a:lstStyle/>
          <a:p>
            <a:r>
              <a:rPr lang="de-DE" sz="4500" dirty="0"/>
              <a:t>Steigerung des Gewinns</a:t>
            </a:r>
          </a:p>
          <a:p>
            <a:r>
              <a:rPr lang="de-DE" sz="4500" dirty="0"/>
              <a:t>Senkung der Produktionskosten</a:t>
            </a:r>
          </a:p>
          <a:p>
            <a:r>
              <a:rPr lang="de-DE" sz="4500" dirty="0"/>
              <a:t>Sicherung der Marktposition</a:t>
            </a:r>
          </a:p>
          <a:p>
            <a:r>
              <a:rPr lang="de-DE" sz="4500" dirty="0"/>
              <a:t>Erweiterung der Produktpalette</a:t>
            </a:r>
          </a:p>
          <a:p>
            <a:r>
              <a:rPr lang="de-DE" sz="4500" dirty="0"/>
              <a:t>Anbau einer Lagerhalle</a:t>
            </a:r>
          </a:p>
        </p:txBody>
      </p:sp>
      <p:pic>
        <p:nvPicPr>
          <p:cNvPr id="10247" name="Picture 7" descr="C:\Program Files\Microsoft Office\MEDIA\CAGCAT10\j0233312.wmf"/>
          <p:cNvPicPr>
            <a:picLocks noGrp="1" noChangeAspect="1" noChangeArrowheads="1"/>
          </p:cNvPicPr>
          <p:nvPr>
            <p:ph sz="half" idx="2"/>
          </p:nvPr>
        </p:nvPicPr>
        <p:blipFill>
          <a:blip r:embed="rId3" cstate="print"/>
          <a:srcRect/>
          <a:stretch>
            <a:fillRect/>
          </a:stretch>
        </p:blipFill>
        <p:spPr bwMode="auto">
          <a:xfrm>
            <a:off x="5250656" y="2890838"/>
            <a:ext cx="1785938" cy="1819275"/>
          </a:xfrm>
          <a:prstGeom prst="rect">
            <a:avLst/>
          </a:prstGeom>
          <a:noFill/>
        </p:spPr>
      </p:pic>
      <p:sp>
        <p:nvSpPr>
          <p:cNvPr id="2" name="Datumsplatzhalter 1">
            <a:extLst>
              <a:ext uri="{FF2B5EF4-FFF2-40B4-BE49-F238E27FC236}">
                <a16:creationId xmlns:a16="http://schemas.microsoft.com/office/drawing/2014/main" id="{1881D815-DFC1-4209-88F5-D727A2850DAB}"/>
              </a:ext>
            </a:extLst>
          </p:cNvPr>
          <p:cNvSpPr>
            <a:spLocks noGrp="1"/>
          </p:cNvSpPr>
          <p:nvPr>
            <p:ph type="dt" sz="half" idx="12"/>
          </p:nvPr>
        </p:nvSpPr>
        <p:spPr/>
        <p:txBody>
          <a:bodyPr/>
          <a:lstStyle/>
          <a:p>
            <a:fld id="{5B761818-3B96-4666-8296-9C7AD26787B7}" type="datetime1">
              <a:rPr lang="de-DE" smtClean="0"/>
              <a:t>13.03.2024</a:t>
            </a:fld>
            <a:endParaRPr lang="de-DE"/>
          </a:p>
        </p:txBody>
      </p:sp>
      <p:sp>
        <p:nvSpPr>
          <p:cNvPr id="3" name="Fußzeilenplatzhalter 2">
            <a:extLst>
              <a:ext uri="{FF2B5EF4-FFF2-40B4-BE49-F238E27FC236}">
                <a16:creationId xmlns:a16="http://schemas.microsoft.com/office/drawing/2014/main" id="{37E3508D-A649-4C89-8F7A-18C65B6733D9}"/>
              </a:ext>
            </a:extLst>
          </p:cNvPr>
          <p:cNvSpPr>
            <a:spLocks noGrp="1"/>
          </p:cNvSpPr>
          <p:nvPr>
            <p:ph type="ftr" sz="quarter" idx="10"/>
          </p:nvPr>
        </p:nvSpPr>
        <p:spPr/>
        <p:txBody>
          <a:bodyPr/>
          <a:lstStyle/>
          <a:p>
            <a:r>
              <a:rPr lang="de-DE"/>
              <a:t>Wichtige Faktoren bei der Planung</a:t>
            </a:r>
          </a:p>
        </p:txBody>
      </p:sp>
      <p:sp>
        <p:nvSpPr>
          <p:cNvPr id="4" name="Foliennummernplatzhalter 3">
            <a:extLst>
              <a:ext uri="{FF2B5EF4-FFF2-40B4-BE49-F238E27FC236}">
                <a16:creationId xmlns:a16="http://schemas.microsoft.com/office/drawing/2014/main" id="{DCC0F6FE-2D7D-48BD-BBBB-CBD4D08960EC}"/>
              </a:ext>
            </a:extLst>
          </p:cNvPr>
          <p:cNvSpPr>
            <a:spLocks noGrp="1"/>
          </p:cNvSpPr>
          <p:nvPr>
            <p:ph type="sldNum" sz="quarter" idx="11"/>
          </p:nvPr>
        </p:nvSpPr>
        <p:spPr/>
        <p:txBody>
          <a:bodyPr/>
          <a:lstStyle/>
          <a:p>
            <a:fld id="{AF942E50-0D5A-4846-9CC3-0F99EACC1FC1}" type="slidenum">
              <a:rPr lang="de-DE" smtClean="0"/>
              <a:pPr/>
              <a:t>3</a:t>
            </a:fld>
            <a:endParaRPr lang="de-DE"/>
          </a:p>
        </p:txBody>
      </p:sp>
    </p:spTree>
    <p:extLst>
      <p:ext uri="{BB962C8B-B14F-4D97-AF65-F5344CB8AC3E}">
        <p14:creationId xmlns:p14="http://schemas.microsoft.com/office/powerpoint/2010/main" val="85388644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7"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5370164" y="1310576"/>
            <a:ext cx="3049574" cy="3947225"/>
          </a:xfrm>
          <a:prstGeom prst="smileyFace">
            <a:avLst/>
          </a:prstGeom>
          <a:ln w="190500" cap="rnd">
            <a:solidFill>
              <a:schemeClr val="accent4"/>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10242" name="Rectangle 2"/>
          <p:cNvSpPr>
            <a:spLocks noGrp="1" noChangeArrowheads="1"/>
          </p:cNvSpPr>
          <p:nvPr>
            <p:ph type="title"/>
          </p:nvPr>
        </p:nvSpPr>
        <p:spPr>
          <a:xfrm>
            <a:off x="291562" y="1310577"/>
            <a:ext cx="7886700" cy="994172"/>
          </a:xfrm>
        </p:spPr>
        <p:txBody>
          <a:bodyPr>
            <a:normAutofit/>
          </a:bodyPr>
          <a:lstStyle/>
          <a:p>
            <a:r>
              <a:rPr lang="de-DE" sz="4500" dirty="0">
                <a:solidFill>
                  <a:srgbClr val="C00000"/>
                </a:solidFill>
                <a:latin typeface="Brush Script MT" panose="03060802040406070304" pitchFamily="66" charset="0"/>
              </a:rPr>
              <a:t>Es gibt so schöne Schriftarten</a:t>
            </a:r>
            <a:r>
              <a:rPr lang="de-DE" sz="4500" dirty="0">
                <a:latin typeface="Brush Script MT" panose="03060802040406070304" pitchFamily="66" charset="0"/>
              </a:rPr>
              <a:t>!</a:t>
            </a:r>
          </a:p>
        </p:txBody>
      </p:sp>
      <p:sp>
        <p:nvSpPr>
          <p:cNvPr id="10243" name="Rectangle 3"/>
          <p:cNvSpPr>
            <a:spLocks noGrp="1" noChangeArrowheads="1"/>
          </p:cNvSpPr>
          <p:nvPr>
            <p:ph type="body" sz="half" idx="1"/>
          </p:nvPr>
        </p:nvSpPr>
        <p:spPr/>
        <p:txBody>
          <a:bodyPr>
            <a:normAutofit fontScale="85000" lnSpcReduction="20000"/>
          </a:bodyPr>
          <a:lstStyle/>
          <a:p>
            <a:r>
              <a:rPr lang="de-DE" sz="3000" dirty="0">
                <a:solidFill>
                  <a:srgbClr val="7030A0"/>
                </a:solidFill>
                <a:latin typeface="Bradley Hand ITC" panose="03070402050302030203" pitchFamily="66" charset="0"/>
              </a:rPr>
              <a:t>Steigerung des Gewinns</a:t>
            </a:r>
          </a:p>
          <a:p>
            <a:r>
              <a:rPr lang="de-DE" dirty="0">
                <a:latin typeface="Comic Sans MS" panose="030F0702030302020204" pitchFamily="66" charset="0"/>
              </a:rPr>
              <a:t>Senkung der Produktionskosten</a:t>
            </a:r>
          </a:p>
          <a:p>
            <a:r>
              <a:rPr lang="de-DE" dirty="0">
                <a:solidFill>
                  <a:srgbClr val="0070C0"/>
                </a:solidFill>
                <a:latin typeface="Forte" panose="03060902040502070203" pitchFamily="66" charset="0"/>
              </a:rPr>
              <a:t>Sicherung der Marktposition</a:t>
            </a:r>
          </a:p>
          <a:p>
            <a:r>
              <a:rPr lang="de-DE" sz="3600" dirty="0">
                <a:solidFill>
                  <a:srgbClr val="00B050"/>
                </a:solidFill>
                <a:latin typeface="Jokerman" panose="04090605060D06020702" pitchFamily="82" charset="0"/>
              </a:rPr>
              <a:t>Erweiterung der Produktpalette</a:t>
            </a:r>
          </a:p>
          <a:p>
            <a:r>
              <a:rPr lang="de-DE" sz="3600" dirty="0">
                <a:solidFill>
                  <a:srgbClr val="C00000"/>
                </a:solidFill>
                <a:latin typeface="Old English Text MT" panose="03040902040508030806" pitchFamily="66" charset="0"/>
              </a:rPr>
              <a:t>Anbau einer Lagerhalle</a:t>
            </a:r>
          </a:p>
        </p:txBody>
      </p:sp>
      <p:sp>
        <p:nvSpPr>
          <p:cNvPr id="2" name="Datumsplatzhalter 1">
            <a:extLst>
              <a:ext uri="{FF2B5EF4-FFF2-40B4-BE49-F238E27FC236}">
                <a16:creationId xmlns:a16="http://schemas.microsoft.com/office/drawing/2014/main" id="{0B0E5186-90CC-4AA0-A51D-21331A207A71}"/>
              </a:ext>
            </a:extLst>
          </p:cNvPr>
          <p:cNvSpPr>
            <a:spLocks noGrp="1"/>
          </p:cNvSpPr>
          <p:nvPr>
            <p:ph type="dt" sz="half" idx="12"/>
          </p:nvPr>
        </p:nvSpPr>
        <p:spPr/>
        <p:txBody>
          <a:bodyPr/>
          <a:lstStyle/>
          <a:p>
            <a:fld id="{7B132C9C-C0F2-4AD6-AF41-2AA803C65A80}" type="datetime1">
              <a:rPr lang="de-DE" smtClean="0"/>
              <a:t>13.03.2024</a:t>
            </a:fld>
            <a:endParaRPr lang="de-DE"/>
          </a:p>
        </p:txBody>
      </p:sp>
      <p:sp>
        <p:nvSpPr>
          <p:cNvPr id="3" name="Fußzeilenplatzhalter 2">
            <a:extLst>
              <a:ext uri="{FF2B5EF4-FFF2-40B4-BE49-F238E27FC236}">
                <a16:creationId xmlns:a16="http://schemas.microsoft.com/office/drawing/2014/main" id="{4FEB221A-11E1-43FC-840F-68CBC4FBDD3E}"/>
              </a:ext>
            </a:extLst>
          </p:cNvPr>
          <p:cNvSpPr>
            <a:spLocks noGrp="1"/>
          </p:cNvSpPr>
          <p:nvPr>
            <p:ph type="ftr" sz="quarter" idx="10"/>
          </p:nvPr>
        </p:nvSpPr>
        <p:spPr/>
        <p:txBody>
          <a:bodyPr/>
          <a:lstStyle/>
          <a:p>
            <a:r>
              <a:rPr lang="de-DE"/>
              <a:t>Wichtige Faktoren bei der Planung</a:t>
            </a:r>
          </a:p>
        </p:txBody>
      </p:sp>
      <p:sp>
        <p:nvSpPr>
          <p:cNvPr id="4" name="Foliennummernplatzhalter 3">
            <a:extLst>
              <a:ext uri="{FF2B5EF4-FFF2-40B4-BE49-F238E27FC236}">
                <a16:creationId xmlns:a16="http://schemas.microsoft.com/office/drawing/2014/main" id="{BBD34B41-B9B2-48E8-AD9E-BE75C23BD8BC}"/>
              </a:ext>
            </a:extLst>
          </p:cNvPr>
          <p:cNvSpPr>
            <a:spLocks noGrp="1"/>
          </p:cNvSpPr>
          <p:nvPr>
            <p:ph type="sldNum" sz="quarter" idx="11"/>
          </p:nvPr>
        </p:nvSpPr>
        <p:spPr/>
        <p:txBody>
          <a:bodyPr/>
          <a:lstStyle/>
          <a:p>
            <a:fld id="{AF942E50-0D5A-4846-9CC3-0F99EACC1FC1}" type="slidenum">
              <a:rPr lang="de-DE" smtClean="0"/>
              <a:pPr/>
              <a:t>4</a:t>
            </a:fld>
            <a:endParaRPr lang="de-DE"/>
          </a:p>
        </p:txBody>
      </p:sp>
    </p:spTree>
    <p:extLst>
      <p:ext uri="{BB962C8B-B14F-4D97-AF65-F5344CB8AC3E}">
        <p14:creationId xmlns:p14="http://schemas.microsoft.com/office/powerpoint/2010/main" val="139625536"/>
      </p:ext>
    </p:extLst>
  </p:cSld>
  <p:clrMapOvr>
    <a:masterClrMapping/>
  </p:clrMapOvr>
  <mc:AlternateContent xmlns:mc="http://schemas.openxmlformats.org/markup-compatibility/2006" xmlns:p14="http://schemas.microsoft.com/office/powerpoint/2010/main">
    <mc:Choice Requires="p14">
      <p:transition spd="slow" p14:dur="2000" advTm="8000"/>
    </mc:Choice>
    <mc:Fallback xmlns="">
      <p:transition spd="slow" advTm="8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857250"/>
            <a:ext cx="9144000" cy="5143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0242" name="Rectangle 2"/>
          <p:cNvSpPr>
            <a:spLocks noGrp="1" noChangeArrowheads="1"/>
          </p:cNvSpPr>
          <p:nvPr>
            <p:ph type="title"/>
          </p:nvPr>
        </p:nvSpPr>
        <p:spPr/>
        <p:txBody>
          <a:bodyPr/>
          <a:lstStyle/>
          <a:p>
            <a:r>
              <a:rPr lang="de-DE" dirty="0">
                <a:solidFill>
                  <a:srgbClr val="FF0000"/>
                </a:solidFill>
                <a:latin typeface="Aharoni" panose="02010803020104030203" pitchFamily="2" charset="-79"/>
                <a:cs typeface="Aharoni" panose="02010803020104030203" pitchFamily="2" charset="-79"/>
              </a:rPr>
              <a:t>Animationen!!!</a:t>
            </a:r>
          </a:p>
        </p:txBody>
      </p:sp>
      <p:sp>
        <p:nvSpPr>
          <p:cNvPr id="10243" name="Rectangle 3"/>
          <p:cNvSpPr>
            <a:spLocks noGrp="1" noChangeArrowheads="1"/>
          </p:cNvSpPr>
          <p:nvPr>
            <p:ph type="body" sz="half" idx="1"/>
          </p:nvPr>
        </p:nvSpPr>
        <p:spPr/>
        <p:txBody>
          <a:bodyPr>
            <a:normAutofit fontScale="85000" lnSpcReduction="10000"/>
          </a:bodyPr>
          <a:lstStyle/>
          <a:p>
            <a:r>
              <a:rPr lang="de-DE" dirty="0"/>
              <a:t>Steigerung des Gewinns</a:t>
            </a:r>
          </a:p>
          <a:p>
            <a:r>
              <a:rPr lang="de-DE" dirty="0"/>
              <a:t>Senkung der Produktionskosten</a:t>
            </a:r>
          </a:p>
          <a:p>
            <a:r>
              <a:rPr lang="de-DE" dirty="0"/>
              <a:t>Sicherung der Marktposition</a:t>
            </a:r>
          </a:p>
          <a:p>
            <a:r>
              <a:rPr lang="de-DE" dirty="0"/>
              <a:t>Erweiterung der Produktpalette</a:t>
            </a:r>
          </a:p>
          <a:p>
            <a:r>
              <a:rPr lang="de-DE" dirty="0"/>
              <a:t>Anbau einer Lagerhalle</a:t>
            </a:r>
          </a:p>
        </p:txBody>
      </p:sp>
      <p:pic>
        <p:nvPicPr>
          <p:cNvPr id="10247" name="Picture 7" descr="C:\Program Files\Microsoft Office\MEDIA\CAGCAT10\j0233312.wmf"/>
          <p:cNvPicPr>
            <a:picLocks noGrp="1" noChangeAspect="1" noChangeArrowheads="1"/>
          </p:cNvPicPr>
          <p:nvPr>
            <p:ph sz="half" idx="2"/>
          </p:nvPr>
        </p:nvPicPr>
        <p:blipFill>
          <a:blip r:embed="rId2" cstate="print"/>
          <a:srcRect/>
          <a:stretch>
            <a:fillRect/>
          </a:stretch>
        </p:blipFill>
        <p:spPr>
          <a:xfrm>
            <a:off x="5233798" y="2343150"/>
            <a:ext cx="2867405" cy="2914650"/>
          </a:xfrm>
        </p:spPr>
      </p:pic>
      <p:pic>
        <p:nvPicPr>
          <p:cNvPr id="5" name="Grafik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42614" y="1131094"/>
            <a:ext cx="405994" cy="768782"/>
          </a:xfrm>
          <a:prstGeom prst="rect">
            <a:avLst/>
          </a:prstGeom>
        </p:spPr>
      </p:pic>
      <p:sp>
        <p:nvSpPr>
          <p:cNvPr id="6" name="Explosion 2 5"/>
          <p:cNvSpPr/>
          <p:nvPr/>
        </p:nvSpPr>
        <p:spPr>
          <a:xfrm>
            <a:off x="2057400" y="7078436"/>
            <a:ext cx="515464" cy="526598"/>
          </a:xfrm>
          <a:prstGeom prst="irregularSeal2">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0" name="Explosion 2 9"/>
          <p:cNvSpPr/>
          <p:nvPr/>
        </p:nvSpPr>
        <p:spPr>
          <a:xfrm>
            <a:off x="3106881" y="7078436"/>
            <a:ext cx="515464" cy="526598"/>
          </a:xfrm>
          <a:prstGeom prst="irregularSeal2">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1" name="Explosion 2 10"/>
          <p:cNvSpPr/>
          <p:nvPr/>
        </p:nvSpPr>
        <p:spPr>
          <a:xfrm>
            <a:off x="4056537" y="7078436"/>
            <a:ext cx="515464" cy="526598"/>
          </a:xfrm>
          <a:prstGeom prst="irregularSeal2">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2" name="Explosion 2 11"/>
          <p:cNvSpPr/>
          <p:nvPr/>
        </p:nvSpPr>
        <p:spPr>
          <a:xfrm>
            <a:off x="5006192" y="7078436"/>
            <a:ext cx="515464" cy="526598"/>
          </a:xfrm>
          <a:prstGeom prst="irregularSeal2">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3" name="Explosion 2 12"/>
          <p:cNvSpPr/>
          <p:nvPr/>
        </p:nvSpPr>
        <p:spPr>
          <a:xfrm>
            <a:off x="6179989" y="7078436"/>
            <a:ext cx="515464" cy="526598"/>
          </a:xfrm>
          <a:prstGeom prst="irregularSeal2">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14" name="Explosion 2 13"/>
          <p:cNvSpPr/>
          <p:nvPr/>
        </p:nvSpPr>
        <p:spPr>
          <a:xfrm>
            <a:off x="7353786" y="7078436"/>
            <a:ext cx="515464" cy="526598"/>
          </a:xfrm>
          <a:prstGeom prst="irregularSeal2">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pic>
        <p:nvPicPr>
          <p:cNvPr id="2" name="Grafik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43884" y="2258568"/>
            <a:ext cx="1856232" cy="2340864"/>
          </a:xfrm>
          <a:prstGeom prst="rect">
            <a:avLst/>
          </a:prstGeom>
        </p:spPr>
      </p:pic>
      <p:sp>
        <p:nvSpPr>
          <p:cNvPr id="3" name="Datumsplatzhalter 2">
            <a:extLst>
              <a:ext uri="{FF2B5EF4-FFF2-40B4-BE49-F238E27FC236}">
                <a16:creationId xmlns:a16="http://schemas.microsoft.com/office/drawing/2014/main" id="{1B7C62DD-F449-4CBA-92A1-67197AEE8DE0}"/>
              </a:ext>
            </a:extLst>
          </p:cNvPr>
          <p:cNvSpPr>
            <a:spLocks noGrp="1"/>
          </p:cNvSpPr>
          <p:nvPr>
            <p:ph type="dt" sz="half" idx="12"/>
          </p:nvPr>
        </p:nvSpPr>
        <p:spPr/>
        <p:txBody>
          <a:bodyPr/>
          <a:lstStyle/>
          <a:p>
            <a:fld id="{F5C69A55-23A7-43E5-8B83-763BF2E725AC}" type="datetime1">
              <a:rPr lang="de-DE" smtClean="0"/>
              <a:t>13.03.2024</a:t>
            </a:fld>
            <a:endParaRPr lang="de-DE"/>
          </a:p>
        </p:txBody>
      </p:sp>
      <p:sp>
        <p:nvSpPr>
          <p:cNvPr id="4" name="Fußzeilenplatzhalter 3">
            <a:extLst>
              <a:ext uri="{FF2B5EF4-FFF2-40B4-BE49-F238E27FC236}">
                <a16:creationId xmlns:a16="http://schemas.microsoft.com/office/drawing/2014/main" id="{20276BD3-5121-4D5E-B342-04474AF3FF46}"/>
              </a:ext>
            </a:extLst>
          </p:cNvPr>
          <p:cNvSpPr>
            <a:spLocks noGrp="1"/>
          </p:cNvSpPr>
          <p:nvPr>
            <p:ph type="ftr" sz="quarter" idx="10"/>
          </p:nvPr>
        </p:nvSpPr>
        <p:spPr/>
        <p:txBody>
          <a:bodyPr/>
          <a:lstStyle/>
          <a:p>
            <a:r>
              <a:rPr lang="de-DE"/>
              <a:t>Wichtige Faktoren bei der Planung</a:t>
            </a:r>
          </a:p>
        </p:txBody>
      </p:sp>
      <p:sp>
        <p:nvSpPr>
          <p:cNvPr id="8" name="Foliennummernplatzhalter 7">
            <a:extLst>
              <a:ext uri="{FF2B5EF4-FFF2-40B4-BE49-F238E27FC236}">
                <a16:creationId xmlns:a16="http://schemas.microsoft.com/office/drawing/2014/main" id="{566D1C79-B780-4D03-90DD-88386BCC64AD}"/>
              </a:ext>
            </a:extLst>
          </p:cNvPr>
          <p:cNvSpPr>
            <a:spLocks noGrp="1"/>
          </p:cNvSpPr>
          <p:nvPr>
            <p:ph type="sldNum" sz="quarter" idx="11"/>
          </p:nvPr>
        </p:nvSpPr>
        <p:spPr/>
        <p:txBody>
          <a:bodyPr/>
          <a:lstStyle/>
          <a:p>
            <a:fld id="{AF942E50-0D5A-4846-9CC3-0F99EACC1FC1}" type="slidenum">
              <a:rPr lang="de-DE" smtClean="0"/>
              <a:pPr/>
              <a:t>5</a:t>
            </a:fld>
            <a:endParaRPr lang="de-DE"/>
          </a:p>
        </p:txBody>
      </p:sp>
    </p:spTree>
    <p:extLst>
      <p:ext uri="{BB962C8B-B14F-4D97-AF65-F5344CB8AC3E}">
        <p14:creationId xmlns:p14="http://schemas.microsoft.com/office/powerpoint/2010/main" val="2940566376"/>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0-#ppt_w/2"/>
                                          </p:val>
                                        </p:tav>
                                        <p:tav tm="100000">
                                          <p:val>
                                            <p:strVal val="#ppt_x"/>
                                          </p:val>
                                        </p:tav>
                                      </p:tavLst>
                                    </p:anim>
                                    <p:anim calcmode="lin" valueType="num">
                                      <p:cBhvr additive="base">
                                        <p:cTn id="8" dur="500" fill="hold"/>
                                        <p:tgtEl>
                                          <p:spTgt spid="102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243">
                                            <p:txEl>
                                              <p:pRg st="0" end="0"/>
                                            </p:txEl>
                                          </p:spTgt>
                                        </p:tgtEl>
                                        <p:attrNameLst>
                                          <p:attrName>style.visibility</p:attrName>
                                        </p:attrNameLst>
                                      </p:cBhvr>
                                      <p:to>
                                        <p:strVal val="visible"/>
                                      </p:to>
                                    </p:set>
                                    <p:anim calcmode="lin" valueType="num">
                                      <p:cBhvr additive="base">
                                        <p:cTn id="13" dur="500" fill="hold"/>
                                        <p:tgtEl>
                                          <p:spTgt spid="10243">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15" presetID="26" presetClass="entr" presetSubtype="0" fill="hold" nodeType="withEffect">
                                  <p:stCondLst>
                                    <p:cond delay="0"/>
                                  </p:stCondLst>
                                  <p:childTnLst>
                                    <p:set>
                                      <p:cBhvr>
                                        <p:cTn id="16" dur="1" fill="hold">
                                          <p:stCondLst>
                                            <p:cond delay="0"/>
                                          </p:stCondLst>
                                        </p:cTn>
                                        <p:tgtEl>
                                          <p:spTgt spid="10247"/>
                                        </p:tgtEl>
                                        <p:attrNameLst>
                                          <p:attrName>style.visibility</p:attrName>
                                        </p:attrNameLst>
                                      </p:cBhvr>
                                      <p:to>
                                        <p:strVal val="visible"/>
                                      </p:to>
                                    </p:set>
                                    <p:animEffect transition="in" filter="wipe(down)">
                                      <p:cBhvr>
                                        <p:cTn id="17" dur="217">
                                          <p:stCondLst>
                                            <p:cond delay="0"/>
                                          </p:stCondLst>
                                        </p:cTn>
                                        <p:tgtEl>
                                          <p:spTgt spid="10247"/>
                                        </p:tgtEl>
                                      </p:cBhvr>
                                    </p:animEffect>
                                    <p:anim calcmode="lin" valueType="num">
                                      <p:cBhvr>
                                        <p:cTn id="18" dur="683" tmFilter="0,0; 0.14,0.36; 0.43,0.73; 0.71,0.91; 1.0,1.0">
                                          <p:stCondLst>
                                            <p:cond delay="0"/>
                                          </p:stCondLst>
                                        </p:cTn>
                                        <p:tgtEl>
                                          <p:spTgt spid="10247"/>
                                        </p:tgtEl>
                                        <p:attrNameLst>
                                          <p:attrName>ppt_x</p:attrName>
                                        </p:attrNameLst>
                                      </p:cBhvr>
                                      <p:tavLst>
                                        <p:tav tm="0">
                                          <p:val>
                                            <p:strVal val="#ppt_x-0.25"/>
                                          </p:val>
                                        </p:tav>
                                        <p:tav tm="100000">
                                          <p:val>
                                            <p:strVal val="#ppt_x"/>
                                          </p:val>
                                        </p:tav>
                                      </p:tavLst>
                                    </p:anim>
                                    <p:anim calcmode="lin" valueType="num">
                                      <p:cBhvr>
                                        <p:cTn id="19" dur="249" tmFilter="0.0,0.0; 0.25,0.07; 0.50,0.2; 0.75,0.467; 1.0,1.0">
                                          <p:stCondLst>
                                            <p:cond delay="0"/>
                                          </p:stCondLst>
                                        </p:cTn>
                                        <p:tgtEl>
                                          <p:spTgt spid="10247"/>
                                        </p:tgtEl>
                                        <p:attrNameLst>
                                          <p:attrName>ppt_y</p:attrName>
                                        </p:attrNameLst>
                                      </p:cBhvr>
                                      <p:tavLst>
                                        <p:tav tm="0" fmla="#ppt_y-sin(pi*$)/3">
                                          <p:val>
                                            <p:fltVal val="0.5"/>
                                          </p:val>
                                        </p:tav>
                                        <p:tav tm="100000">
                                          <p:val>
                                            <p:fltVal val="1"/>
                                          </p:val>
                                        </p:tav>
                                      </p:tavLst>
                                    </p:anim>
                                    <p:anim calcmode="lin" valueType="num">
                                      <p:cBhvr>
                                        <p:cTn id="20" dur="249" tmFilter="0, 0; 0.125,0.2665; 0.25,0.4; 0.375,0.465; 0.5,0.5;  0.625,0.535; 0.75,0.6; 0.875,0.7335; 1,1">
                                          <p:stCondLst>
                                            <p:cond delay="249"/>
                                          </p:stCondLst>
                                        </p:cTn>
                                        <p:tgtEl>
                                          <p:spTgt spid="10247"/>
                                        </p:tgtEl>
                                        <p:attrNameLst>
                                          <p:attrName>ppt_y</p:attrName>
                                        </p:attrNameLst>
                                      </p:cBhvr>
                                      <p:tavLst>
                                        <p:tav tm="0" fmla="#ppt_y-sin(pi*$)/9">
                                          <p:val>
                                            <p:fltVal val="0"/>
                                          </p:val>
                                        </p:tav>
                                        <p:tav tm="100000">
                                          <p:val>
                                            <p:fltVal val="1"/>
                                          </p:val>
                                        </p:tav>
                                      </p:tavLst>
                                    </p:anim>
                                    <p:anim calcmode="lin" valueType="num">
                                      <p:cBhvr>
                                        <p:cTn id="21" dur="124" tmFilter="0, 0; 0.125,0.2665; 0.25,0.4; 0.375,0.465; 0.5,0.5;  0.625,0.535; 0.75,0.6; 0.875,0.7335; 1,1">
                                          <p:stCondLst>
                                            <p:cond delay="497"/>
                                          </p:stCondLst>
                                        </p:cTn>
                                        <p:tgtEl>
                                          <p:spTgt spid="10247"/>
                                        </p:tgtEl>
                                        <p:attrNameLst>
                                          <p:attrName>ppt_y</p:attrName>
                                        </p:attrNameLst>
                                      </p:cBhvr>
                                      <p:tavLst>
                                        <p:tav tm="0" fmla="#ppt_y-sin(pi*$)/27">
                                          <p:val>
                                            <p:fltVal val="0"/>
                                          </p:val>
                                        </p:tav>
                                        <p:tav tm="100000">
                                          <p:val>
                                            <p:fltVal val="1"/>
                                          </p:val>
                                        </p:tav>
                                      </p:tavLst>
                                    </p:anim>
                                    <p:anim calcmode="lin" valueType="num">
                                      <p:cBhvr>
                                        <p:cTn id="22" dur="62" tmFilter="0, 0; 0.125,0.2665; 0.25,0.4; 0.375,0.465; 0.5,0.5;  0.625,0.535; 0.75,0.6; 0.875,0.7335; 1,1">
                                          <p:stCondLst>
                                            <p:cond delay="621"/>
                                          </p:stCondLst>
                                        </p:cTn>
                                        <p:tgtEl>
                                          <p:spTgt spid="10247"/>
                                        </p:tgtEl>
                                        <p:attrNameLst>
                                          <p:attrName>ppt_y</p:attrName>
                                        </p:attrNameLst>
                                      </p:cBhvr>
                                      <p:tavLst>
                                        <p:tav tm="0" fmla="#ppt_y-sin(pi*$)/81">
                                          <p:val>
                                            <p:fltVal val="0"/>
                                          </p:val>
                                        </p:tav>
                                        <p:tav tm="100000">
                                          <p:val>
                                            <p:fltVal val="1"/>
                                          </p:val>
                                        </p:tav>
                                      </p:tavLst>
                                    </p:anim>
                                    <p:animScale>
                                      <p:cBhvr>
                                        <p:cTn id="23" dur="10">
                                          <p:stCondLst>
                                            <p:cond delay="244"/>
                                          </p:stCondLst>
                                        </p:cTn>
                                        <p:tgtEl>
                                          <p:spTgt spid="10247"/>
                                        </p:tgtEl>
                                      </p:cBhvr>
                                      <p:to x="100000" y="60000"/>
                                    </p:animScale>
                                    <p:animScale>
                                      <p:cBhvr>
                                        <p:cTn id="24" dur="62" decel="50000">
                                          <p:stCondLst>
                                            <p:cond delay="254"/>
                                          </p:stCondLst>
                                        </p:cTn>
                                        <p:tgtEl>
                                          <p:spTgt spid="10247"/>
                                        </p:tgtEl>
                                      </p:cBhvr>
                                      <p:to x="100000" y="100000"/>
                                    </p:animScale>
                                    <p:animScale>
                                      <p:cBhvr>
                                        <p:cTn id="25" dur="10">
                                          <p:stCondLst>
                                            <p:cond delay="492"/>
                                          </p:stCondLst>
                                        </p:cTn>
                                        <p:tgtEl>
                                          <p:spTgt spid="10247"/>
                                        </p:tgtEl>
                                      </p:cBhvr>
                                      <p:to x="100000" y="80000"/>
                                    </p:animScale>
                                    <p:animScale>
                                      <p:cBhvr>
                                        <p:cTn id="26" dur="62" decel="50000">
                                          <p:stCondLst>
                                            <p:cond delay="502"/>
                                          </p:stCondLst>
                                        </p:cTn>
                                        <p:tgtEl>
                                          <p:spTgt spid="10247"/>
                                        </p:tgtEl>
                                      </p:cBhvr>
                                      <p:to x="100000" y="100000"/>
                                    </p:animScale>
                                    <p:animScale>
                                      <p:cBhvr>
                                        <p:cTn id="27" dur="10">
                                          <p:stCondLst>
                                            <p:cond delay="616"/>
                                          </p:stCondLst>
                                        </p:cTn>
                                        <p:tgtEl>
                                          <p:spTgt spid="10247"/>
                                        </p:tgtEl>
                                      </p:cBhvr>
                                      <p:to x="100000" y="90000"/>
                                    </p:animScale>
                                    <p:animScale>
                                      <p:cBhvr>
                                        <p:cTn id="28" dur="62" decel="50000">
                                          <p:stCondLst>
                                            <p:cond delay="625"/>
                                          </p:stCondLst>
                                        </p:cTn>
                                        <p:tgtEl>
                                          <p:spTgt spid="10247"/>
                                        </p:tgtEl>
                                      </p:cBhvr>
                                      <p:to x="100000" y="100000"/>
                                    </p:animScale>
                                    <p:animScale>
                                      <p:cBhvr>
                                        <p:cTn id="29" dur="10">
                                          <p:stCondLst>
                                            <p:cond delay="678"/>
                                          </p:stCondLst>
                                        </p:cTn>
                                        <p:tgtEl>
                                          <p:spTgt spid="10247"/>
                                        </p:tgtEl>
                                      </p:cBhvr>
                                      <p:to x="100000" y="95000"/>
                                    </p:animScale>
                                    <p:animScale>
                                      <p:cBhvr>
                                        <p:cTn id="30" dur="62" decel="50000">
                                          <p:stCondLst>
                                            <p:cond delay="688"/>
                                          </p:stCondLst>
                                        </p:cTn>
                                        <p:tgtEl>
                                          <p:spTgt spid="10247"/>
                                        </p:tgtEl>
                                      </p:cBhvr>
                                      <p:to x="100000" y="100000"/>
                                    </p:animScale>
                                  </p:childTnLst>
                                </p:cTn>
                              </p:par>
                            </p:childTnLst>
                          </p:cTn>
                        </p:par>
                      </p:childTnLst>
                    </p:cTn>
                  </p:par>
                  <p:par>
                    <p:cTn id="31" fill="hold">
                      <p:stCondLst>
                        <p:cond delay="indefinite"/>
                      </p:stCondLst>
                      <p:childTnLst>
                        <p:par>
                          <p:cTn id="32" fill="hold">
                            <p:stCondLst>
                              <p:cond delay="0"/>
                            </p:stCondLst>
                            <p:childTnLst>
                              <p:par>
                                <p:cTn id="33" presetID="8" presetClass="emph" presetSubtype="0" fill="hold" grpId="2" nodeType="clickEffect">
                                  <p:stCondLst>
                                    <p:cond delay="0"/>
                                  </p:stCondLst>
                                  <p:childTnLst>
                                    <p:animRot by="21600000">
                                      <p:cBhvr>
                                        <p:cTn id="34" dur="500" fill="hold"/>
                                        <p:tgtEl>
                                          <p:spTgt spid="10243">
                                            <p:txEl>
                                              <p:pRg st="0" end="0"/>
                                            </p:txEl>
                                          </p:spTgt>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2" presetClass="entr" presetSubtype="12" fill="hold" grpId="0" nodeType="clickEffect">
                                  <p:stCondLst>
                                    <p:cond delay="0"/>
                                  </p:stCondLst>
                                  <p:childTnLst>
                                    <p:set>
                                      <p:cBhvr>
                                        <p:cTn id="38" dur="1" fill="hold">
                                          <p:stCondLst>
                                            <p:cond delay="0"/>
                                          </p:stCondLst>
                                        </p:cTn>
                                        <p:tgtEl>
                                          <p:spTgt spid="10243">
                                            <p:txEl>
                                              <p:pRg st="1" end="1"/>
                                            </p:txEl>
                                          </p:spTgt>
                                        </p:tgtEl>
                                        <p:attrNameLst>
                                          <p:attrName>style.visibility</p:attrName>
                                        </p:attrNameLst>
                                      </p:cBhvr>
                                      <p:to>
                                        <p:strVal val="visible"/>
                                      </p:to>
                                    </p:set>
                                    <p:anim calcmode="lin" valueType="num">
                                      <p:cBhvr additive="base">
                                        <p:cTn id="39"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243">
                                            <p:txEl>
                                              <p:pRg st="1" end="1"/>
                                            </p:txEl>
                                          </p:spTgt>
                                        </p:tgtEl>
                                        <p:attrNameLst>
                                          <p:attrName>ppt_y</p:attrName>
                                        </p:attrNameLst>
                                      </p:cBhvr>
                                      <p:tavLst>
                                        <p:tav tm="0">
                                          <p:val>
                                            <p:strVal val="1+#ppt_h/2"/>
                                          </p:val>
                                        </p:tav>
                                        <p:tav tm="100000">
                                          <p:val>
                                            <p:strVal val="#ppt_y"/>
                                          </p:val>
                                        </p:tav>
                                      </p:tavLst>
                                    </p:anim>
                                  </p:childTnLst>
                                </p:cTn>
                              </p:par>
                              <p:par>
                                <p:cTn id="41" presetID="15" presetClass="exit" presetSubtype="0" fill="hold" nodeType="withEffect">
                                  <p:stCondLst>
                                    <p:cond delay="0"/>
                                  </p:stCondLst>
                                  <p:childTnLst>
                                    <p:anim calcmode="lin" valueType="num">
                                      <p:cBhvr>
                                        <p:cTn id="42" dur="1000"/>
                                        <p:tgtEl>
                                          <p:spTgt spid="10247"/>
                                        </p:tgtEl>
                                        <p:attrNameLst>
                                          <p:attrName>ppt_w</p:attrName>
                                        </p:attrNameLst>
                                      </p:cBhvr>
                                      <p:tavLst>
                                        <p:tav tm="0">
                                          <p:val>
                                            <p:strVal val="ppt_w"/>
                                          </p:val>
                                        </p:tav>
                                        <p:tav tm="100000">
                                          <p:val>
                                            <p:fltVal val="0"/>
                                          </p:val>
                                        </p:tav>
                                      </p:tavLst>
                                    </p:anim>
                                    <p:anim calcmode="lin" valueType="num">
                                      <p:cBhvr>
                                        <p:cTn id="43" dur="1000"/>
                                        <p:tgtEl>
                                          <p:spTgt spid="10247"/>
                                        </p:tgtEl>
                                        <p:attrNameLst>
                                          <p:attrName>ppt_h</p:attrName>
                                        </p:attrNameLst>
                                      </p:cBhvr>
                                      <p:tavLst>
                                        <p:tav tm="0">
                                          <p:val>
                                            <p:strVal val="ppt_h"/>
                                          </p:val>
                                        </p:tav>
                                        <p:tav tm="100000">
                                          <p:val>
                                            <p:fltVal val="0"/>
                                          </p:val>
                                        </p:tav>
                                      </p:tavLst>
                                    </p:anim>
                                    <p:anim calcmode="lin" valueType="num">
                                      <p:cBhvr>
                                        <p:cTn id="44" dur="1000"/>
                                        <p:tgtEl>
                                          <p:spTgt spid="10247"/>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45" dur="1000"/>
                                        <p:tgtEl>
                                          <p:spTgt spid="10247"/>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46" dur="1" fill="hold">
                                          <p:stCondLst>
                                            <p:cond delay="999"/>
                                          </p:stCondLst>
                                        </p:cTn>
                                        <p:tgtEl>
                                          <p:spTgt spid="10247"/>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8" presetClass="emph" presetSubtype="0" fill="hold" grpId="2" nodeType="clickEffect">
                                  <p:stCondLst>
                                    <p:cond delay="0"/>
                                  </p:stCondLst>
                                  <p:childTnLst>
                                    <p:animRot by="21600000">
                                      <p:cBhvr>
                                        <p:cTn id="50" dur="500" fill="hold"/>
                                        <p:tgtEl>
                                          <p:spTgt spid="10243">
                                            <p:txEl>
                                              <p:pRg st="1" end="1"/>
                                            </p:txEl>
                                          </p:spTgt>
                                        </p:tgtEl>
                                        <p:attrNameLst>
                                          <p:attrName>r</p:attrName>
                                        </p:attrNameLst>
                                      </p:cBhvr>
                                    </p:animRot>
                                  </p:childTnLst>
                                </p:cTn>
                              </p:par>
                            </p:childTnLst>
                          </p:cTn>
                        </p:par>
                      </p:childTnLst>
                    </p:cTn>
                  </p:par>
                  <p:par>
                    <p:cTn id="51" fill="hold">
                      <p:stCondLst>
                        <p:cond delay="indefinite"/>
                      </p:stCondLst>
                      <p:childTnLst>
                        <p:par>
                          <p:cTn id="52" fill="hold">
                            <p:stCondLst>
                              <p:cond delay="0"/>
                            </p:stCondLst>
                            <p:childTnLst>
                              <p:par>
                                <p:cTn id="53" presetID="2" presetClass="entr" presetSubtype="3" fill="hold" grpId="0" nodeType="clickEffect">
                                  <p:stCondLst>
                                    <p:cond delay="0"/>
                                  </p:stCondLst>
                                  <p:childTnLst>
                                    <p:set>
                                      <p:cBhvr>
                                        <p:cTn id="54" dur="1" fill="hold">
                                          <p:stCondLst>
                                            <p:cond delay="0"/>
                                          </p:stCondLst>
                                        </p:cTn>
                                        <p:tgtEl>
                                          <p:spTgt spid="10243">
                                            <p:txEl>
                                              <p:pRg st="2" end="2"/>
                                            </p:txEl>
                                          </p:spTgt>
                                        </p:tgtEl>
                                        <p:attrNameLst>
                                          <p:attrName>style.visibility</p:attrName>
                                        </p:attrNameLst>
                                      </p:cBhvr>
                                      <p:to>
                                        <p:strVal val="visible"/>
                                      </p:to>
                                    </p:set>
                                    <p:anim calcmode="lin" valueType="num">
                                      <p:cBhvr additive="base">
                                        <p:cTn id="55" dur="500" fill="hold"/>
                                        <p:tgtEl>
                                          <p:spTgt spid="10243">
                                            <p:txEl>
                                              <p:pRg st="2" end="2"/>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0243">
                                            <p:txEl>
                                              <p:pRg st="2" end="2"/>
                                            </p:txEl>
                                          </p:spTgt>
                                        </p:tgtEl>
                                        <p:attrNameLst>
                                          <p:attrName>ppt_y</p:attrName>
                                        </p:attrNameLst>
                                      </p:cBhvr>
                                      <p:tavLst>
                                        <p:tav tm="0">
                                          <p:val>
                                            <p:strVal val="0-#ppt_h/2"/>
                                          </p:val>
                                        </p:tav>
                                        <p:tav tm="100000">
                                          <p:val>
                                            <p:strVal val="#ppt_y"/>
                                          </p:val>
                                        </p:tav>
                                      </p:tavLst>
                                    </p:anim>
                                  </p:childTnLst>
                                </p:cTn>
                              </p:par>
                              <p:par>
                                <p:cTn id="57" presetID="45" presetClass="entr" presetSubtype="0" fill="hold" nodeType="withEffect">
                                  <p:stCondLst>
                                    <p:cond delay="0"/>
                                  </p:stCondLst>
                                  <p:childTnLst>
                                    <p:set>
                                      <p:cBhvr>
                                        <p:cTn id="58" dur="1" fill="hold">
                                          <p:stCondLst>
                                            <p:cond delay="0"/>
                                          </p:stCondLst>
                                        </p:cTn>
                                        <p:tgtEl>
                                          <p:spTgt spid="10247"/>
                                        </p:tgtEl>
                                        <p:attrNameLst>
                                          <p:attrName>style.visibility</p:attrName>
                                        </p:attrNameLst>
                                      </p:cBhvr>
                                      <p:to>
                                        <p:strVal val="visible"/>
                                      </p:to>
                                    </p:set>
                                    <p:animEffect transition="in" filter="fade">
                                      <p:cBhvr>
                                        <p:cTn id="59" dur="1000"/>
                                        <p:tgtEl>
                                          <p:spTgt spid="10247"/>
                                        </p:tgtEl>
                                      </p:cBhvr>
                                    </p:animEffect>
                                    <p:anim calcmode="lin" valueType="num">
                                      <p:cBhvr>
                                        <p:cTn id="60" dur="1000" fill="hold"/>
                                        <p:tgtEl>
                                          <p:spTgt spid="10247"/>
                                        </p:tgtEl>
                                        <p:attrNameLst>
                                          <p:attrName>ppt_w</p:attrName>
                                        </p:attrNameLst>
                                      </p:cBhvr>
                                      <p:tavLst>
                                        <p:tav tm="0" fmla="#ppt_w*sin(2.5*pi*$)">
                                          <p:val>
                                            <p:fltVal val="0"/>
                                          </p:val>
                                        </p:tav>
                                        <p:tav tm="100000">
                                          <p:val>
                                            <p:fltVal val="1"/>
                                          </p:val>
                                        </p:tav>
                                      </p:tavLst>
                                    </p:anim>
                                    <p:anim calcmode="lin" valueType="num">
                                      <p:cBhvr>
                                        <p:cTn id="61" dur="1000" fill="hold"/>
                                        <p:tgtEl>
                                          <p:spTgt spid="10247"/>
                                        </p:tgtEl>
                                        <p:attrNameLst>
                                          <p:attrName>ppt_h</p:attrName>
                                        </p:attrNameLst>
                                      </p:cBhvr>
                                      <p:tavLst>
                                        <p:tav tm="0">
                                          <p:val>
                                            <p:strVal val="#ppt_h"/>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8" presetClass="emph" presetSubtype="0" fill="hold" grpId="2" nodeType="clickEffect">
                                  <p:stCondLst>
                                    <p:cond delay="0"/>
                                  </p:stCondLst>
                                  <p:childTnLst>
                                    <p:animRot by="21600000">
                                      <p:cBhvr>
                                        <p:cTn id="65" dur="500" fill="hold"/>
                                        <p:tgtEl>
                                          <p:spTgt spid="10243">
                                            <p:txEl>
                                              <p:pRg st="2" end="2"/>
                                            </p:txEl>
                                          </p:spTgt>
                                        </p:tgtEl>
                                        <p:attrNameLst>
                                          <p:attrName>r</p:attrName>
                                        </p:attrNameLst>
                                      </p:cBhvr>
                                    </p:animRot>
                                  </p:childTnLst>
                                </p:cTn>
                              </p:par>
                            </p:childTnLst>
                          </p:cTn>
                        </p:par>
                      </p:childTnLst>
                    </p:cTn>
                  </p:par>
                  <p:par>
                    <p:cTn id="66" fill="hold">
                      <p:stCondLst>
                        <p:cond delay="indefinite"/>
                      </p:stCondLst>
                      <p:childTnLst>
                        <p:par>
                          <p:cTn id="67" fill="hold">
                            <p:stCondLst>
                              <p:cond delay="0"/>
                            </p:stCondLst>
                            <p:childTnLst>
                              <p:par>
                                <p:cTn id="68" presetID="2" presetClass="entr" presetSubtype="6" fill="hold" grpId="0" nodeType="clickEffect">
                                  <p:stCondLst>
                                    <p:cond delay="0"/>
                                  </p:stCondLst>
                                  <p:childTnLst>
                                    <p:set>
                                      <p:cBhvr>
                                        <p:cTn id="69" dur="1" fill="hold">
                                          <p:stCondLst>
                                            <p:cond delay="0"/>
                                          </p:stCondLst>
                                        </p:cTn>
                                        <p:tgtEl>
                                          <p:spTgt spid="10243">
                                            <p:txEl>
                                              <p:pRg st="3" end="3"/>
                                            </p:txEl>
                                          </p:spTgt>
                                        </p:tgtEl>
                                        <p:attrNameLst>
                                          <p:attrName>style.visibility</p:attrName>
                                        </p:attrNameLst>
                                      </p:cBhvr>
                                      <p:to>
                                        <p:strVal val="visible"/>
                                      </p:to>
                                    </p:set>
                                    <p:anim calcmode="lin" valueType="num">
                                      <p:cBhvr additive="base">
                                        <p:cTn id="70" dur="500" fill="hold"/>
                                        <p:tgtEl>
                                          <p:spTgt spid="10243">
                                            <p:txEl>
                                              <p:pRg st="3" end="3"/>
                                            </p:txEl>
                                          </p:spTgt>
                                        </p:tgtEl>
                                        <p:attrNameLst>
                                          <p:attrName>ppt_x</p:attrName>
                                        </p:attrNameLst>
                                      </p:cBhvr>
                                      <p:tavLst>
                                        <p:tav tm="0">
                                          <p:val>
                                            <p:strVal val="1+#ppt_w/2"/>
                                          </p:val>
                                        </p:tav>
                                        <p:tav tm="100000">
                                          <p:val>
                                            <p:strVal val="#ppt_x"/>
                                          </p:val>
                                        </p:tav>
                                      </p:tavLst>
                                    </p:anim>
                                    <p:anim calcmode="lin" valueType="num">
                                      <p:cBhvr additive="base">
                                        <p:cTn id="71" dur="500" fill="hold"/>
                                        <p:tgtEl>
                                          <p:spTgt spid="10243">
                                            <p:txEl>
                                              <p:pRg st="3" end="3"/>
                                            </p:txEl>
                                          </p:spTgt>
                                        </p:tgtEl>
                                        <p:attrNameLst>
                                          <p:attrName>ppt_y</p:attrName>
                                        </p:attrNameLst>
                                      </p:cBhvr>
                                      <p:tavLst>
                                        <p:tav tm="0">
                                          <p:val>
                                            <p:strVal val="1+#ppt_h/2"/>
                                          </p:val>
                                        </p:tav>
                                        <p:tav tm="100000">
                                          <p:val>
                                            <p:strVal val="#ppt_y"/>
                                          </p:val>
                                        </p:tav>
                                      </p:tavLst>
                                    </p:anim>
                                  </p:childTnLst>
                                </p:cTn>
                              </p:par>
                              <p:par>
                                <p:cTn id="72" presetID="2" presetClass="entr" presetSubtype="8" fill="hold" nodeType="withEffect">
                                  <p:stCondLst>
                                    <p:cond delay="0"/>
                                  </p:stCondLst>
                                  <p:childTnLst>
                                    <p:set>
                                      <p:cBhvr>
                                        <p:cTn id="73" dur="1" fill="hold">
                                          <p:stCondLst>
                                            <p:cond delay="0"/>
                                          </p:stCondLst>
                                        </p:cTn>
                                        <p:tgtEl>
                                          <p:spTgt spid="5"/>
                                        </p:tgtEl>
                                        <p:attrNameLst>
                                          <p:attrName>style.visibility</p:attrName>
                                        </p:attrNameLst>
                                      </p:cBhvr>
                                      <p:to>
                                        <p:strVal val="visible"/>
                                      </p:to>
                                    </p:set>
                                    <p:anim calcmode="lin" valueType="num">
                                      <p:cBhvr additive="base">
                                        <p:cTn id="74" dur="1500" fill="hold"/>
                                        <p:tgtEl>
                                          <p:spTgt spid="5"/>
                                        </p:tgtEl>
                                        <p:attrNameLst>
                                          <p:attrName>ppt_x</p:attrName>
                                        </p:attrNameLst>
                                      </p:cBhvr>
                                      <p:tavLst>
                                        <p:tav tm="0">
                                          <p:val>
                                            <p:strVal val="0-#ppt_w/2"/>
                                          </p:val>
                                        </p:tav>
                                        <p:tav tm="100000">
                                          <p:val>
                                            <p:strVal val="#ppt_x"/>
                                          </p:val>
                                        </p:tav>
                                      </p:tavLst>
                                    </p:anim>
                                    <p:anim calcmode="lin" valueType="num">
                                      <p:cBhvr additive="base">
                                        <p:cTn id="75" dur="1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8" presetClass="emph" presetSubtype="0" fill="hold" grpId="2" nodeType="clickEffect">
                                  <p:stCondLst>
                                    <p:cond delay="0"/>
                                  </p:stCondLst>
                                  <p:childTnLst>
                                    <p:animRot by="21600000">
                                      <p:cBhvr>
                                        <p:cTn id="79" dur="500" fill="hold"/>
                                        <p:tgtEl>
                                          <p:spTgt spid="10243">
                                            <p:txEl>
                                              <p:pRg st="3" end="3"/>
                                            </p:txEl>
                                          </p:spTgt>
                                        </p:tgtEl>
                                        <p:attrNameLst>
                                          <p:attrName>r</p:attrName>
                                        </p:attrNameLst>
                                      </p:cBhvr>
                                    </p:animRot>
                                  </p:childTnLst>
                                </p:cTn>
                              </p:par>
                            </p:childTnLst>
                          </p:cTn>
                        </p:par>
                      </p:childTnLst>
                    </p:cTn>
                  </p:par>
                  <p:par>
                    <p:cTn id="80" fill="hold">
                      <p:stCondLst>
                        <p:cond delay="indefinite"/>
                      </p:stCondLst>
                      <p:childTnLst>
                        <p:par>
                          <p:cTn id="81" fill="hold">
                            <p:stCondLst>
                              <p:cond delay="0"/>
                            </p:stCondLst>
                            <p:childTnLst>
                              <p:par>
                                <p:cTn id="82" presetID="2" presetClass="entr" presetSubtype="1" fill="hold" grpId="0" nodeType="clickEffect">
                                  <p:stCondLst>
                                    <p:cond delay="0"/>
                                  </p:stCondLst>
                                  <p:childTnLst>
                                    <p:set>
                                      <p:cBhvr>
                                        <p:cTn id="83" dur="1" fill="hold">
                                          <p:stCondLst>
                                            <p:cond delay="0"/>
                                          </p:stCondLst>
                                        </p:cTn>
                                        <p:tgtEl>
                                          <p:spTgt spid="10243">
                                            <p:txEl>
                                              <p:pRg st="4" end="4"/>
                                            </p:txEl>
                                          </p:spTgt>
                                        </p:tgtEl>
                                        <p:attrNameLst>
                                          <p:attrName>style.visibility</p:attrName>
                                        </p:attrNameLst>
                                      </p:cBhvr>
                                      <p:to>
                                        <p:strVal val="visible"/>
                                      </p:to>
                                    </p:set>
                                    <p:anim calcmode="lin" valueType="num">
                                      <p:cBhvr additive="base">
                                        <p:cTn id="84"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10243">
                                            <p:txEl>
                                              <p:pRg st="4" end="4"/>
                                            </p:txEl>
                                          </p:spTgt>
                                        </p:tgtEl>
                                        <p:attrNameLst>
                                          <p:attrName>ppt_y</p:attrName>
                                        </p:attrNameLst>
                                      </p:cBhvr>
                                      <p:tavLst>
                                        <p:tav tm="0">
                                          <p:val>
                                            <p:strVal val="0-#ppt_h/2"/>
                                          </p:val>
                                        </p:tav>
                                        <p:tav tm="100000">
                                          <p:val>
                                            <p:strVal val="#ppt_y"/>
                                          </p:val>
                                        </p:tav>
                                      </p:tavLst>
                                    </p:anim>
                                  </p:childTnLst>
                                </p:cTn>
                              </p:par>
                              <p:par>
                                <p:cTn id="86" presetID="8" presetClass="emph" presetSubtype="0" fill="hold" nodeType="withEffect">
                                  <p:stCondLst>
                                    <p:cond delay="0"/>
                                  </p:stCondLst>
                                  <p:childTnLst>
                                    <p:animRot by="21600000">
                                      <p:cBhvr>
                                        <p:cTn id="87" dur="2000" fill="hold"/>
                                        <p:tgtEl>
                                          <p:spTgt spid="5"/>
                                        </p:tgtEl>
                                        <p:attrNameLst>
                                          <p:attrName>r</p:attrName>
                                        </p:attrNameLst>
                                      </p:cBhvr>
                                    </p:animRot>
                                  </p:childTnLst>
                                </p:cTn>
                              </p:par>
                            </p:childTnLst>
                          </p:cTn>
                        </p:par>
                      </p:childTnLst>
                    </p:cTn>
                  </p:par>
                  <p:par>
                    <p:cTn id="88" fill="hold">
                      <p:stCondLst>
                        <p:cond delay="indefinite"/>
                      </p:stCondLst>
                      <p:childTnLst>
                        <p:par>
                          <p:cTn id="89" fill="hold">
                            <p:stCondLst>
                              <p:cond delay="0"/>
                            </p:stCondLst>
                            <p:childTnLst>
                              <p:par>
                                <p:cTn id="90" presetID="8" presetClass="emph" presetSubtype="0" fill="hold" grpId="2" nodeType="clickEffect">
                                  <p:stCondLst>
                                    <p:cond delay="0"/>
                                  </p:stCondLst>
                                  <p:childTnLst>
                                    <p:animRot by="21600000">
                                      <p:cBhvr>
                                        <p:cTn id="91" dur="500" fill="hold"/>
                                        <p:tgtEl>
                                          <p:spTgt spid="10243">
                                            <p:txEl>
                                              <p:pRg st="4" end="4"/>
                                            </p:txEl>
                                          </p:spTgt>
                                        </p:tgtEl>
                                        <p:attrNameLst>
                                          <p:attrName>r</p:attrName>
                                        </p:attrNameLst>
                                      </p:cBhvr>
                                    </p:animRot>
                                  </p:childTnLst>
                                </p:cTn>
                              </p:par>
                            </p:childTnLst>
                          </p:cTn>
                        </p:par>
                      </p:childTnLst>
                    </p:cTn>
                  </p:par>
                  <p:par>
                    <p:cTn id="92" fill="hold">
                      <p:stCondLst>
                        <p:cond delay="indefinite"/>
                      </p:stCondLst>
                      <p:childTnLst>
                        <p:par>
                          <p:cTn id="93" fill="hold">
                            <p:stCondLst>
                              <p:cond delay="0"/>
                            </p:stCondLst>
                            <p:childTnLst>
                              <p:par>
                                <p:cTn id="94" presetID="8" presetClass="emph" presetSubtype="0" fill="hold" grpId="1" nodeType="clickEffect">
                                  <p:stCondLst>
                                    <p:cond delay="0"/>
                                  </p:stCondLst>
                                  <p:childTnLst>
                                    <p:animRot by="5400000">
                                      <p:cBhvr>
                                        <p:cTn id="95" dur="250" fill="hold"/>
                                        <p:tgtEl>
                                          <p:spTgt spid="10243">
                                            <p:txEl>
                                              <p:pRg st="0" end="0"/>
                                            </p:txEl>
                                          </p:spTgt>
                                        </p:tgtEl>
                                        <p:attrNameLst>
                                          <p:attrName>r</p:attrName>
                                        </p:attrNameLst>
                                      </p:cBhvr>
                                    </p:animRot>
                                  </p:childTnLst>
                                </p:cTn>
                              </p:par>
                              <p:par>
                                <p:cTn id="96" presetID="2" presetClass="entr" presetSubtype="1" fill="hold" grpId="0" nodeType="withEffect">
                                  <p:stCondLst>
                                    <p:cond delay="0"/>
                                  </p:stCondLst>
                                  <p:childTnLst>
                                    <p:set>
                                      <p:cBhvr>
                                        <p:cTn id="97" dur="1" fill="hold">
                                          <p:stCondLst>
                                            <p:cond delay="0"/>
                                          </p:stCondLst>
                                        </p:cTn>
                                        <p:tgtEl>
                                          <p:spTgt spid="6"/>
                                        </p:tgtEl>
                                        <p:attrNameLst>
                                          <p:attrName>style.visibility</p:attrName>
                                        </p:attrNameLst>
                                      </p:cBhvr>
                                      <p:to>
                                        <p:strVal val="visible"/>
                                      </p:to>
                                    </p:set>
                                    <p:anim calcmode="lin" valueType="num">
                                      <p:cBhvr additive="base">
                                        <p:cTn id="98" dur="500" fill="hold"/>
                                        <p:tgtEl>
                                          <p:spTgt spid="6"/>
                                        </p:tgtEl>
                                        <p:attrNameLst>
                                          <p:attrName>ppt_x</p:attrName>
                                        </p:attrNameLst>
                                      </p:cBhvr>
                                      <p:tavLst>
                                        <p:tav tm="0">
                                          <p:val>
                                            <p:strVal val="#ppt_x"/>
                                          </p:val>
                                        </p:tav>
                                        <p:tav tm="100000">
                                          <p:val>
                                            <p:strVal val="#ppt_x"/>
                                          </p:val>
                                        </p:tav>
                                      </p:tavLst>
                                    </p:anim>
                                    <p:anim calcmode="lin" valueType="num">
                                      <p:cBhvr additive="base">
                                        <p:cTn id="99" dur="500" fill="hold"/>
                                        <p:tgtEl>
                                          <p:spTgt spid="6"/>
                                        </p:tgtEl>
                                        <p:attrNameLst>
                                          <p:attrName>ppt_y</p:attrName>
                                        </p:attrNameLst>
                                      </p:cBhvr>
                                      <p:tavLst>
                                        <p:tav tm="0">
                                          <p:val>
                                            <p:strVal val="0-#ppt_h/2"/>
                                          </p:val>
                                        </p:tav>
                                        <p:tav tm="100000">
                                          <p:val>
                                            <p:strVal val="#ppt_y"/>
                                          </p:val>
                                        </p:tav>
                                      </p:tavLst>
                                    </p:anim>
                                  </p:childTnLst>
                                </p:cTn>
                              </p:par>
                              <p:par>
                                <p:cTn id="100" presetID="6" presetClass="emph" presetSubtype="0" fill="hold" nodeType="withEffect">
                                  <p:stCondLst>
                                    <p:cond delay="0"/>
                                  </p:stCondLst>
                                  <p:childTnLst>
                                    <p:animScale>
                                      <p:cBhvr>
                                        <p:cTn id="101" dur="2000" fill="hold"/>
                                        <p:tgtEl>
                                          <p:spTgt spid="5"/>
                                        </p:tgtEl>
                                      </p:cBhvr>
                                      <p:by x="150000" y="150000"/>
                                    </p:animScale>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2"/>
                                        </p:tgtEl>
                                        <p:attrNameLst>
                                          <p:attrName>style.visibility</p:attrName>
                                        </p:attrNameLst>
                                      </p:cBhvr>
                                      <p:to>
                                        <p:strVal val="visible"/>
                                      </p:to>
                                    </p:set>
                                  </p:childTnLst>
                                </p:cTn>
                              </p:par>
                              <p:par>
                                <p:cTn id="106" presetID="2" presetClass="entr" presetSubtype="1" fill="hold" grpId="0" nodeType="withEffect">
                                  <p:stCondLst>
                                    <p:cond delay="0"/>
                                  </p:stCondLst>
                                  <p:childTnLst>
                                    <p:set>
                                      <p:cBhvr>
                                        <p:cTn id="107" dur="1" fill="hold">
                                          <p:stCondLst>
                                            <p:cond delay="0"/>
                                          </p:stCondLst>
                                        </p:cTn>
                                        <p:tgtEl>
                                          <p:spTgt spid="10"/>
                                        </p:tgtEl>
                                        <p:attrNameLst>
                                          <p:attrName>style.visibility</p:attrName>
                                        </p:attrNameLst>
                                      </p:cBhvr>
                                      <p:to>
                                        <p:strVal val="visible"/>
                                      </p:to>
                                    </p:set>
                                    <p:anim calcmode="lin" valueType="num">
                                      <p:cBhvr additive="base">
                                        <p:cTn id="108" dur="500" fill="hold"/>
                                        <p:tgtEl>
                                          <p:spTgt spid="10"/>
                                        </p:tgtEl>
                                        <p:attrNameLst>
                                          <p:attrName>ppt_x</p:attrName>
                                        </p:attrNameLst>
                                      </p:cBhvr>
                                      <p:tavLst>
                                        <p:tav tm="0">
                                          <p:val>
                                            <p:strVal val="#ppt_x"/>
                                          </p:val>
                                        </p:tav>
                                        <p:tav tm="100000">
                                          <p:val>
                                            <p:strVal val="#ppt_x"/>
                                          </p:val>
                                        </p:tav>
                                      </p:tavLst>
                                    </p:anim>
                                    <p:anim calcmode="lin" valueType="num">
                                      <p:cBhvr additive="base">
                                        <p:cTn id="109"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8" presetClass="emph" presetSubtype="0" fill="hold" grpId="1" nodeType="clickEffect">
                                  <p:stCondLst>
                                    <p:cond delay="0"/>
                                  </p:stCondLst>
                                  <p:childTnLst>
                                    <p:animRot by="5400000">
                                      <p:cBhvr>
                                        <p:cTn id="113" dur="250" fill="hold"/>
                                        <p:tgtEl>
                                          <p:spTgt spid="10243">
                                            <p:txEl>
                                              <p:pRg st="1" end="1"/>
                                            </p:txEl>
                                          </p:spTgt>
                                        </p:tgtEl>
                                        <p:attrNameLst>
                                          <p:attrName>r</p:attrName>
                                        </p:attrNameLst>
                                      </p:cBhvr>
                                    </p:animRot>
                                  </p:childTnLst>
                                </p:cTn>
                              </p:par>
                              <p:par>
                                <p:cTn id="114" presetID="2" presetClass="exit" presetSubtype="4" fill="hold" nodeType="withEffect">
                                  <p:stCondLst>
                                    <p:cond delay="0"/>
                                  </p:stCondLst>
                                  <p:childTnLst>
                                    <p:anim calcmode="lin" valueType="num">
                                      <p:cBhvr additive="base">
                                        <p:cTn id="115" dur="500"/>
                                        <p:tgtEl>
                                          <p:spTgt spid="5"/>
                                        </p:tgtEl>
                                        <p:attrNameLst>
                                          <p:attrName>ppt_x</p:attrName>
                                        </p:attrNameLst>
                                      </p:cBhvr>
                                      <p:tavLst>
                                        <p:tav tm="0">
                                          <p:val>
                                            <p:strVal val="ppt_x"/>
                                          </p:val>
                                        </p:tav>
                                        <p:tav tm="100000">
                                          <p:val>
                                            <p:strVal val="ppt_x"/>
                                          </p:val>
                                        </p:tav>
                                      </p:tavLst>
                                    </p:anim>
                                    <p:anim calcmode="lin" valueType="num">
                                      <p:cBhvr additive="base">
                                        <p:cTn id="116" dur="500"/>
                                        <p:tgtEl>
                                          <p:spTgt spid="5"/>
                                        </p:tgtEl>
                                        <p:attrNameLst>
                                          <p:attrName>ppt_y</p:attrName>
                                        </p:attrNameLst>
                                      </p:cBhvr>
                                      <p:tavLst>
                                        <p:tav tm="0">
                                          <p:val>
                                            <p:strVal val="ppt_y"/>
                                          </p:val>
                                        </p:tav>
                                        <p:tav tm="100000">
                                          <p:val>
                                            <p:strVal val="1+ppt_h/2"/>
                                          </p:val>
                                        </p:tav>
                                      </p:tavLst>
                                    </p:anim>
                                    <p:set>
                                      <p:cBhvr>
                                        <p:cTn id="117" dur="1" fill="hold">
                                          <p:stCondLst>
                                            <p:cond delay="499"/>
                                          </p:stCondLst>
                                        </p:cTn>
                                        <p:tgtEl>
                                          <p:spTgt spid="5"/>
                                        </p:tgtEl>
                                        <p:attrNameLst>
                                          <p:attrName>style.visibility</p:attrName>
                                        </p:attrNameLst>
                                      </p:cBhvr>
                                      <p:to>
                                        <p:strVal val="hidden"/>
                                      </p:to>
                                    </p:set>
                                  </p:childTnLst>
                                </p:cTn>
                              </p:par>
                              <p:par>
                                <p:cTn id="118" presetID="2" presetClass="entr" presetSubtype="1" fill="hold" grpId="0" nodeType="withEffect">
                                  <p:stCondLst>
                                    <p:cond delay="0"/>
                                  </p:stCondLst>
                                  <p:childTnLst>
                                    <p:set>
                                      <p:cBhvr>
                                        <p:cTn id="119" dur="1" fill="hold">
                                          <p:stCondLst>
                                            <p:cond delay="0"/>
                                          </p:stCondLst>
                                        </p:cTn>
                                        <p:tgtEl>
                                          <p:spTgt spid="11"/>
                                        </p:tgtEl>
                                        <p:attrNameLst>
                                          <p:attrName>style.visibility</p:attrName>
                                        </p:attrNameLst>
                                      </p:cBhvr>
                                      <p:to>
                                        <p:strVal val="visible"/>
                                      </p:to>
                                    </p:set>
                                    <p:anim calcmode="lin" valueType="num">
                                      <p:cBhvr additive="base">
                                        <p:cTn id="120" dur="500" fill="hold"/>
                                        <p:tgtEl>
                                          <p:spTgt spid="11"/>
                                        </p:tgtEl>
                                        <p:attrNameLst>
                                          <p:attrName>ppt_x</p:attrName>
                                        </p:attrNameLst>
                                      </p:cBhvr>
                                      <p:tavLst>
                                        <p:tav tm="0">
                                          <p:val>
                                            <p:strVal val="#ppt_x"/>
                                          </p:val>
                                        </p:tav>
                                        <p:tav tm="100000">
                                          <p:val>
                                            <p:strVal val="#ppt_x"/>
                                          </p:val>
                                        </p:tav>
                                      </p:tavLst>
                                    </p:anim>
                                    <p:anim calcmode="lin" valueType="num">
                                      <p:cBhvr additive="base">
                                        <p:cTn id="121"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35" presetClass="emph" presetSubtype="0" repeatCount="5000" fill="hold" nodeType="clickEffect">
                                  <p:stCondLst>
                                    <p:cond delay="0"/>
                                  </p:stCondLst>
                                  <p:childTnLst>
                                    <p:anim calcmode="discrete" valueType="str">
                                      <p:cBhvr>
                                        <p:cTn id="125"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26" fill="hold">
                      <p:stCondLst>
                        <p:cond delay="indefinite"/>
                      </p:stCondLst>
                      <p:childTnLst>
                        <p:par>
                          <p:cTn id="127" fill="hold">
                            <p:stCondLst>
                              <p:cond delay="0"/>
                            </p:stCondLst>
                            <p:childTnLst>
                              <p:par>
                                <p:cTn id="128" presetID="8" presetClass="emph" presetSubtype="0" fill="hold" grpId="1" nodeType="clickEffect">
                                  <p:stCondLst>
                                    <p:cond delay="0"/>
                                  </p:stCondLst>
                                  <p:childTnLst>
                                    <p:animRot by="5400000">
                                      <p:cBhvr>
                                        <p:cTn id="129" dur="250" fill="hold"/>
                                        <p:tgtEl>
                                          <p:spTgt spid="10243">
                                            <p:txEl>
                                              <p:pRg st="2" end="2"/>
                                            </p:txEl>
                                          </p:spTgt>
                                        </p:tgtEl>
                                        <p:attrNameLst>
                                          <p:attrName>r</p:attrName>
                                        </p:attrNameLst>
                                      </p:cBhvr>
                                    </p:animRot>
                                  </p:childTnLst>
                                </p:cTn>
                              </p:par>
                              <p:par>
                                <p:cTn id="130" presetID="2" presetClass="entr" presetSubtype="1" fill="hold" grpId="0" nodeType="withEffect">
                                  <p:stCondLst>
                                    <p:cond delay="0"/>
                                  </p:stCondLst>
                                  <p:childTnLst>
                                    <p:set>
                                      <p:cBhvr>
                                        <p:cTn id="131" dur="1" fill="hold">
                                          <p:stCondLst>
                                            <p:cond delay="0"/>
                                          </p:stCondLst>
                                        </p:cTn>
                                        <p:tgtEl>
                                          <p:spTgt spid="12"/>
                                        </p:tgtEl>
                                        <p:attrNameLst>
                                          <p:attrName>style.visibility</p:attrName>
                                        </p:attrNameLst>
                                      </p:cBhvr>
                                      <p:to>
                                        <p:strVal val="visible"/>
                                      </p:to>
                                    </p:set>
                                    <p:anim calcmode="lin" valueType="num">
                                      <p:cBhvr additive="base">
                                        <p:cTn id="132" dur="500" fill="hold"/>
                                        <p:tgtEl>
                                          <p:spTgt spid="12"/>
                                        </p:tgtEl>
                                        <p:attrNameLst>
                                          <p:attrName>ppt_x</p:attrName>
                                        </p:attrNameLst>
                                      </p:cBhvr>
                                      <p:tavLst>
                                        <p:tav tm="0">
                                          <p:val>
                                            <p:strVal val="#ppt_x"/>
                                          </p:val>
                                        </p:tav>
                                        <p:tav tm="100000">
                                          <p:val>
                                            <p:strVal val="#ppt_x"/>
                                          </p:val>
                                        </p:tav>
                                      </p:tavLst>
                                    </p:anim>
                                    <p:anim calcmode="lin" valueType="num">
                                      <p:cBhvr additive="base">
                                        <p:cTn id="133"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8" presetClass="emph" presetSubtype="0" fill="hold" grpId="1" nodeType="clickEffect">
                                  <p:stCondLst>
                                    <p:cond delay="0"/>
                                  </p:stCondLst>
                                  <p:childTnLst>
                                    <p:animRot by="5400000">
                                      <p:cBhvr>
                                        <p:cTn id="137" dur="250" fill="hold"/>
                                        <p:tgtEl>
                                          <p:spTgt spid="10243">
                                            <p:txEl>
                                              <p:pRg st="3" end="3"/>
                                            </p:txEl>
                                          </p:spTgt>
                                        </p:tgtEl>
                                        <p:attrNameLst>
                                          <p:attrName>r</p:attrName>
                                        </p:attrNameLst>
                                      </p:cBhvr>
                                    </p:animRot>
                                  </p:childTnLst>
                                </p:cTn>
                              </p:par>
                              <p:par>
                                <p:cTn id="138" presetID="2" presetClass="entr" presetSubtype="1" fill="hold" grpId="0" nodeType="withEffect">
                                  <p:stCondLst>
                                    <p:cond delay="0"/>
                                  </p:stCondLst>
                                  <p:childTnLst>
                                    <p:set>
                                      <p:cBhvr>
                                        <p:cTn id="139" dur="1" fill="hold">
                                          <p:stCondLst>
                                            <p:cond delay="0"/>
                                          </p:stCondLst>
                                        </p:cTn>
                                        <p:tgtEl>
                                          <p:spTgt spid="13"/>
                                        </p:tgtEl>
                                        <p:attrNameLst>
                                          <p:attrName>style.visibility</p:attrName>
                                        </p:attrNameLst>
                                      </p:cBhvr>
                                      <p:to>
                                        <p:strVal val="visible"/>
                                      </p:to>
                                    </p:set>
                                    <p:anim calcmode="lin" valueType="num">
                                      <p:cBhvr additive="base">
                                        <p:cTn id="140" dur="500" fill="hold"/>
                                        <p:tgtEl>
                                          <p:spTgt spid="13"/>
                                        </p:tgtEl>
                                        <p:attrNameLst>
                                          <p:attrName>ppt_x</p:attrName>
                                        </p:attrNameLst>
                                      </p:cBhvr>
                                      <p:tavLst>
                                        <p:tav tm="0">
                                          <p:val>
                                            <p:strVal val="#ppt_x"/>
                                          </p:val>
                                        </p:tav>
                                        <p:tav tm="100000">
                                          <p:val>
                                            <p:strVal val="#ppt_x"/>
                                          </p:val>
                                        </p:tav>
                                      </p:tavLst>
                                    </p:anim>
                                    <p:anim calcmode="lin" valueType="num">
                                      <p:cBhvr additive="base">
                                        <p:cTn id="141"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8" presetClass="emph" presetSubtype="0" fill="hold" grpId="1" nodeType="clickEffect">
                                  <p:stCondLst>
                                    <p:cond delay="0"/>
                                  </p:stCondLst>
                                  <p:childTnLst>
                                    <p:animRot by="5400000">
                                      <p:cBhvr>
                                        <p:cTn id="145" dur="250" fill="hold"/>
                                        <p:tgtEl>
                                          <p:spTgt spid="10243">
                                            <p:txEl>
                                              <p:pRg st="4" end="4"/>
                                            </p:txEl>
                                          </p:spTgt>
                                        </p:tgtEl>
                                        <p:attrNameLst>
                                          <p:attrName>r</p:attrName>
                                        </p:attrNameLst>
                                      </p:cBhvr>
                                    </p:animRot>
                                  </p:childTnLst>
                                </p:cTn>
                              </p:par>
                            </p:childTnLst>
                          </p:cTn>
                        </p:par>
                      </p:childTnLst>
                    </p:cTn>
                  </p:par>
                  <p:par>
                    <p:cTn id="146" fill="hold">
                      <p:stCondLst>
                        <p:cond delay="indefinite"/>
                      </p:stCondLst>
                      <p:childTnLst>
                        <p:par>
                          <p:cTn id="147" fill="hold">
                            <p:stCondLst>
                              <p:cond delay="0"/>
                            </p:stCondLst>
                            <p:childTnLst>
                              <p:par>
                                <p:cTn id="148" presetID="2" presetClass="entr" presetSubtype="1" fill="hold" grpId="0" nodeType="clickEffect">
                                  <p:stCondLst>
                                    <p:cond delay="0"/>
                                  </p:stCondLst>
                                  <p:childTnLst>
                                    <p:set>
                                      <p:cBhvr>
                                        <p:cTn id="149" dur="1" fill="hold">
                                          <p:stCondLst>
                                            <p:cond delay="0"/>
                                          </p:stCondLst>
                                        </p:cTn>
                                        <p:tgtEl>
                                          <p:spTgt spid="14"/>
                                        </p:tgtEl>
                                        <p:attrNameLst>
                                          <p:attrName>style.visibility</p:attrName>
                                        </p:attrNameLst>
                                      </p:cBhvr>
                                      <p:to>
                                        <p:strVal val="visible"/>
                                      </p:to>
                                    </p:set>
                                    <p:anim calcmode="lin" valueType="num">
                                      <p:cBhvr additive="base">
                                        <p:cTn id="150" dur="500" fill="hold"/>
                                        <p:tgtEl>
                                          <p:spTgt spid="14"/>
                                        </p:tgtEl>
                                        <p:attrNameLst>
                                          <p:attrName>ppt_x</p:attrName>
                                        </p:attrNameLst>
                                      </p:cBhvr>
                                      <p:tavLst>
                                        <p:tav tm="0">
                                          <p:val>
                                            <p:strVal val="#ppt_x"/>
                                          </p:val>
                                        </p:tav>
                                        <p:tav tm="100000">
                                          <p:val>
                                            <p:strVal val="#ppt_x"/>
                                          </p:val>
                                        </p:tav>
                                      </p:tavLst>
                                    </p:anim>
                                    <p:anim calcmode="lin" valueType="num">
                                      <p:cBhvr additive="base">
                                        <p:cTn id="151"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45" presetClass="entr" presetSubtype="0" fill="hold" grpId="0" nodeType="clickEffect">
                                  <p:stCondLst>
                                    <p:cond delay="0"/>
                                  </p:stCondLst>
                                  <p:childTnLst>
                                    <p:set>
                                      <p:cBhvr>
                                        <p:cTn id="155" dur="1" fill="hold">
                                          <p:stCondLst>
                                            <p:cond delay="0"/>
                                          </p:stCondLst>
                                        </p:cTn>
                                        <p:tgtEl>
                                          <p:spTgt spid="7"/>
                                        </p:tgtEl>
                                        <p:attrNameLst>
                                          <p:attrName>style.visibility</p:attrName>
                                        </p:attrNameLst>
                                      </p:cBhvr>
                                      <p:to>
                                        <p:strVal val="visible"/>
                                      </p:to>
                                    </p:set>
                                    <p:animEffect transition="in" filter="fade">
                                      <p:cBhvr>
                                        <p:cTn id="156" dur="2000"/>
                                        <p:tgtEl>
                                          <p:spTgt spid="7"/>
                                        </p:tgtEl>
                                      </p:cBhvr>
                                    </p:animEffect>
                                    <p:anim calcmode="lin" valueType="num">
                                      <p:cBhvr>
                                        <p:cTn id="157" dur="2000" fill="hold"/>
                                        <p:tgtEl>
                                          <p:spTgt spid="7"/>
                                        </p:tgtEl>
                                        <p:attrNameLst>
                                          <p:attrName>ppt_w</p:attrName>
                                        </p:attrNameLst>
                                      </p:cBhvr>
                                      <p:tavLst>
                                        <p:tav tm="0" fmla="#ppt_w*sin(2.5*pi*$)">
                                          <p:val>
                                            <p:fltVal val="0"/>
                                          </p:val>
                                        </p:tav>
                                        <p:tav tm="100000">
                                          <p:val>
                                            <p:fltVal val="1"/>
                                          </p:val>
                                        </p:tav>
                                      </p:tavLst>
                                    </p:anim>
                                    <p:anim calcmode="lin" valueType="num">
                                      <p:cBhvr>
                                        <p:cTn id="158"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242" grpId="0"/>
      <p:bldP spid="10243" grpId="0" uiExpand="1" build="p"/>
      <p:bldP spid="10243" grpId="1" uiExpand="1" build="p"/>
      <p:bldP spid="10243" grpId="2" uiExpand="1" build="p"/>
      <p:bldP spid="6" grpId="0" animBg="1"/>
      <p:bldP spid="10" grpId="0" animBg="1"/>
      <p:bldP spid="11"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dirty="0"/>
              <a:t>Ein paar kurze Worte:</a:t>
            </a:r>
          </a:p>
        </p:txBody>
      </p:sp>
      <p:sp>
        <p:nvSpPr>
          <p:cNvPr id="6" name="Inhaltsplatzhalter 5"/>
          <p:cNvSpPr>
            <a:spLocks noGrp="1"/>
          </p:cNvSpPr>
          <p:nvPr>
            <p:ph idx="1"/>
          </p:nvPr>
        </p:nvSpPr>
        <p:spPr>
          <a:xfrm>
            <a:off x="457200" y="1600200"/>
            <a:ext cx="8229600" cy="4756150"/>
          </a:xfrm>
        </p:spPr>
        <p:txBody>
          <a:bodyPr>
            <a:normAutofit fontScale="55000" lnSpcReduction="20000"/>
          </a:bodyPr>
          <a:lstStyle/>
          <a:p>
            <a:r>
              <a:rPr lang="de-DE" dirty="0"/>
              <a:t>Schreiben Sie unbedingt jedes Wort, das Sie zu Ihrer Präsentation sprechen möchten, auf die Folie. Schließlich möchte man das noch einmal nachlesen können. </a:t>
            </a:r>
          </a:p>
          <a:p>
            <a:r>
              <a:rPr lang="de-DE" dirty="0"/>
              <a:t>Außerdem soll niemand Gefahr laufen, sich die wichtigsten Punkte Ihrer Aussage einzuprägen. Klicken Sie auf "Einfügen", und wählen Sie dann die gewünschten Elemente aus den verschiedenen Katalogen aus. Designs und Formatvorlagen helfen auch dabei, die Elemente Ihres Dokuments aufeinander abzustimmen. </a:t>
            </a:r>
          </a:p>
          <a:p>
            <a:r>
              <a:rPr lang="de-DE" dirty="0"/>
              <a:t>Wenn Sie auf "Design" klicken und ein neues Design auswählen, ändern sich die Grafiken, Diagramme und SmartArt-Grafiken so, dass sie dem neuen Design entsprechen. Wenn Sie Formatvorlagen anwenden, ändern sich die Überschriften passend zum neuen Design. Sparen Sie Zeit in Word dank neuer Schaltflächen, die angezeigt werden, wo Sie sie benötigen. Zum Ändern der Weise, in der sich ein Bild in Ihr Dokument einfügt, klicken Sie auf das Bild. </a:t>
            </a:r>
          </a:p>
          <a:p>
            <a:r>
              <a:rPr lang="de-DE" dirty="0"/>
              <a:t>Dann wird eine Schaltfläche für Layoutoptionen neben dem Bild angezeigt Beim Arbeiten an einer Tabelle klicken Sie an die Position, an der Sie eine Zeile oder Spalte hinzufügen möchten, und klicken Sie dann auf das Pluszeichen. Auch das Lesen ist bequemer in der neuen Leseansicht. Sie können Teile des Dokuments reduzieren und sich auf den gewünschten Text konzentrieren. Wenn Sie vor dem Ende zu lesen aufhören müssen, merkt sich Word die Stelle, bis zu der Sie gelangt sind – sogar auf einem anderen Gerät.</a:t>
            </a:r>
          </a:p>
          <a:p>
            <a:endParaRPr lang="de-DE" dirty="0"/>
          </a:p>
        </p:txBody>
      </p:sp>
      <p:sp>
        <p:nvSpPr>
          <p:cNvPr id="2" name="Datumsplatzhalter 1">
            <a:extLst>
              <a:ext uri="{FF2B5EF4-FFF2-40B4-BE49-F238E27FC236}">
                <a16:creationId xmlns:a16="http://schemas.microsoft.com/office/drawing/2014/main" id="{310F3E47-B20D-475F-B382-BC998C3A1EBB}"/>
              </a:ext>
            </a:extLst>
          </p:cNvPr>
          <p:cNvSpPr>
            <a:spLocks noGrp="1"/>
          </p:cNvSpPr>
          <p:nvPr>
            <p:ph type="dt" sz="half" idx="10"/>
          </p:nvPr>
        </p:nvSpPr>
        <p:spPr/>
        <p:txBody>
          <a:bodyPr/>
          <a:lstStyle/>
          <a:p>
            <a:fld id="{A9F3301D-BD80-4F81-969C-B512C9D499D0}" type="datetime1">
              <a:rPr lang="de-DE" smtClean="0"/>
              <a:t>13.03.2024</a:t>
            </a:fld>
            <a:endParaRPr lang="de-DE"/>
          </a:p>
        </p:txBody>
      </p:sp>
      <p:sp>
        <p:nvSpPr>
          <p:cNvPr id="3" name="Fußzeilenplatzhalter 2">
            <a:extLst>
              <a:ext uri="{FF2B5EF4-FFF2-40B4-BE49-F238E27FC236}">
                <a16:creationId xmlns:a16="http://schemas.microsoft.com/office/drawing/2014/main" id="{E590860A-51EF-48F7-B8A0-963161F55CA1}"/>
              </a:ext>
            </a:extLst>
          </p:cNvPr>
          <p:cNvSpPr>
            <a:spLocks noGrp="1"/>
          </p:cNvSpPr>
          <p:nvPr>
            <p:ph type="ftr" sz="quarter" idx="11"/>
          </p:nvPr>
        </p:nvSpPr>
        <p:spPr/>
        <p:txBody>
          <a:bodyPr/>
          <a:lstStyle/>
          <a:p>
            <a:r>
              <a:rPr lang="de-DE"/>
              <a:t>Wichtige Faktoren bei der Planung</a:t>
            </a:r>
          </a:p>
        </p:txBody>
      </p:sp>
      <p:sp>
        <p:nvSpPr>
          <p:cNvPr id="4" name="Foliennummernplatzhalter 3">
            <a:extLst>
              <a:ext uri="{FF2B5EF4-FFF2-40B4-BE49-F238E27FC236}">
                <a16:creationId xmlns:a16="http://schemas.microsoft.com/office/drawing/2014/main" id="{BEF7D01E-B666-41EF-8E3F-49BF63E23954}"/>
              </a:ext>
            </a:extLst>
          </p:cNvPr>
          <p:cNvSpPr>
            <a:spLocks noGrp="1"/>
          </p:cNvSpPr>
          <p:nvPr>
            <p:ph type="sldNum" sz="quarter" idx="12"/>
          </p:nvPr>
        </p:nvSpPr>
        <p:spPr/>
        <p:txBody>
          <a:bodyPr/>
          <a:lstStyle/>
          <a:p>
            <a:fld id="{7E2EE6F2-900F-4A8E-9FF9-2542D3A85CBD}" type="slidenum">
              <a:rPr lang="de-DE" smtClean="0"/>
              <a:pPr/>
              <a:t>6</a:t>
            </a:fld>
            <a:endParaRPr lang="de-DE"/>
          </a:p>
        </p:txBody>
      </p:sp>
    </p:spTree>
    <p:extLst>
      <p:ext uri="{BB962C8B-B14F-4D97-AF65-F5344CB8AC3E}">
        <p14:creationId xmlns:p14="http://schemas.microsoft.com/office/powerpoint/2010/main" val="91156261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Pfeil in vier Richtungen 21"/>
          <p:cNvSpPr/>
          <p:nvPr/>
        </p:nvSpPr>
        <p:spPr>
          <a:xfrm>
            <a:off x="6502854" y="1114426"/>
            <a:ext cx="2008414" cy="1965551"/>
          </a:xfrm>
          <a:prstGeom prst="quad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de-DE" sz="1350"/>
          </a:p>
        </p:txBody>
      </p:sp>
      <p:graphicFrame>
        <p:nvGraphicFramePr>
          <p:cNvPr id="9" name="Inhaltsplatzhalter 8"/>
          <p:cNvGraphicFramePr>
            <a:graphicFrameLocks noGrp="1"/>
          </p:cNvGraphicFramePr>
          <p:nvPr>
            <p:ph idx="1"/>
            <p:extLst/>
          </p:nvPr>
        </p:nvGraphicFramePr>
        <p:xfrm>
          <a:off x="5860473" y="2197678"/>
          <a:ext cx="2654877" cy="329229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Diagramm 9"/>
          <p:cNvGraphicFramePr/>
          <p:nvPr>
            <p:extLst/>
          </p:nvPr>
        </p:nvGraphicFramePr>
        <p:xfrm>
          <a:off x="1524000" y="1397000"/>
          <a:ext cx="3031672"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hteck 10"/>
          <p:cNvSpPr/>
          <p:nvPr/>
        </p:nvSpPr>
        <p:spPr>
          <a:xfrm>
            <a:off x="5033282" y="1708378"/>
            <a:ext cx="1212396" cy="6613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de-DE" sz="1350" dirty="0"/>
              <a:t>These</a:t>
            </a:r>
          </a:p>
        </p:txBody>
      </p:sp>
      <p:sp>
        <p:nvSpPr>
          <p:cNvPr id="12" name="Eine Ecke des Rechtecks schneiden und abrunden 11"/>
          <p:cNvSpPr/>
          <p:nvPr/>
        </p:nvSpPr>
        <p:spPr>
          <a:xfrm>
            <a:off x="379640" y="1114425"/>
            <a:ext cx="1053193" cy="551090"/>
          </a:xfrm>
          <a:prstGeom prst="snip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de-DE" sz="1350" dirty="0"/>
              <a:t>Antithese</a:t>
            </a:r>
          </a:p>
        </p:txBody>
      </p:sp>
      <p:cxnSp>
        <p:nvCxnSpPr>
          <p:cNvPr id="17" name="Gewinkelte Verbindung 16"/>
          <p:cNvCxnSpPr>
            <a:stCxn id="12" idx="0"/>
            <a:endCxn id="11" idx="1"/>
          </p:cNvCxnSpPr>
          <p:nvPr/>
        </p:nvCxnSpPr>
        <p:spPr>
          <a:xfrm>
            <a:off x="1432832" y="1389970"/>
            <a:ext cx="3600450" cy="649061"/>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L-Form 18"/>
          <p:cNvSpPr/>
          <p:nvPr/>
        </p:nvSpPr>
        <p:spPr>
          <a:xfrm>
            <a:off x="97972" y="4004582"/>
            <a:ext cx="1971675" cy="1800225"/>
          </a:xfrm>
          <a:prstGeom prst="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sp>
        <p:nvSpPr>
          <p:cNvPr id="20" name="Eingekerbter Pfeil nach rechts 19"/>
          <p:cNvSpPr/>
          <p:nvPr/>
        </p:nvSpPr>
        <p:spPr>
          <a:xfrm>
            <a:off x="587828" y="4371976"/>
            <a:ext cx="1065440" cy="575582"/>
          </a:xfrm>
          <a:prstGeom prst="notched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de-DE" sz="1350" dirty="0"/>
              <a:t>Plan B</a:t>
            </a:r>
          </a:p>
        </p:txBody>
      </p:sp>
      <p:sp>
        <p:nvSpPr>
          <p:cNvPr id="21" name="Richtungspfeil 20"/>
          <p:cNvSpPr/>
          <p:nvPr/>
        </p:nvSpPr>
        <p:spPr>
          <a:xfrm>
            <a:off x="4420961" y="4004582"/>
            <a:ext cx="1347107" cy="1641021"/>
          </a:xfrm>
          <a:prstGeom prst="homePlat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de-DE" sz="1350" dirty="0"/>
              <a:t>Austausch</a:t>
            </a:r>
          </a:p>
        </p:txBody>
      </p:sp>
      <p:sp>
        <p:nvSpPr>
          <p:cNvPr id="24" name="Gestreifter Pfeil nach rechts 23"/>
          <p:cNvSpPr/>
          <p:nvPr/>
        </p:nvSpPr>
        <p:spPr>
          <a:xfrm>
            <a:off x="232682" y="1830839"/>
            <a:ext cx="2069646" cy="851126"/>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de-DE" sz="1350" dirty="0"/>
              <a:t>Beweis</a:t>
            </a:r>
          </a:p>
        </p:txBody>
      </p:sp>
      <p:sp>
        <p:nvSpPr>
          <p:cNvPr id="25" name="Nach links gekrümmter Pfeil 24"/>
          <p:cNvSpPr/>
          <p:nvPr/>
        </p:nvSpPr>
        <p:spPr>
          <a:xfrm>
            <a:off x="4812847" y="2547258"/>
            <a:ext cx="808264" cy="1310368"/>
          </a:xfrm>
          <a:prstGeom prst="curved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de-DE" sz="1350">
              <a:solidFill>
                <a:schemeClr val="tx1"/>
              </a:solidFill>
            </a:endParaRPr>
          </a:p>
        </p:txBody>
      </p:sp>
      <p:sp>
        <p:nvSpPr>
          <p:cNvPr id="26" name="Textfeld 25"/>
          <p:cNvSpPr txBox="1"/>
          <p:nvPr/>
        </p:nvSpPr>
        <p:spPr>
          <a:xfrm>
            <a:off x="3735161" y="3477985"/>
            <a:ext cx="942975" cy="300082"/>
          </a:xfrm>
          <a:prstGeom prst="rect">
            <a:avLst/>
          </a:prstGeom>
          <a:noFill/>
        </p:spPr>
        <p:txBody>
          <a:bodyPr wrap="square" rtlCol="0">
            <a:spAutoFit/>
          </a:bodyPr>
          <a:lstStyle/>
          <a:p>
            <a:r>
              <a:rPr lang="de-DE" sz="1350" dirty="0"/>
              <a:t>Wichtig!</a:t>
            </a:r>
          </a:p>
        </p:txBody>
      </p:sp>
      <p:sp>
        <p:nvSpPr>
          <p:cNvPr id="27" name="Gefaltete Ecke 26"/>
          <p:cNvSpPr/>
          <p:nvPr/>
        </p:nvSpPr>
        <p:spPr>
          <a:xfrm>
            <a:off x="232682" y="2681965"/>
            <a:ext cx="1200150" cy="1175660"/>
          </a:xfrm>
          <a:prstGeom prst="foldedCorne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de-DE" sz="1350" dirty="0"/>
              <a:t>1. Halbjahr 2014</a:t>
            </a:r>
          </a:p>
        </p:txBody>
      </p:sp>
      <p:sp>
        <p:nvSpPr>
          <p:cNvPr id="28" name="Abgerundetes Rechteck 27"/>
          <p:cNvSpPr/>
          <p:nvPr/>
        </p:nvSpPr>
        <p:spPr>
          <a:xfrm>
            <a:off x="2388053" y="3649435"/>
            <a:ext cx="1187904" cy="72254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350" dirty="0"/>
              <a:t>Abt. für Ordnung</a:t>
            </a:r>
          </a:p>
        </p:txBody>
      </p:sp>
      <p:sp>
        <p:nvSpPr>
          <p:cNvPr id="29" name="Textfeld 28"/>
          <p:cNvSpPr txBox="1"/>
          <p:nvPr/>
        </p:nvSpPr>
        <p:spPr>
          <a:xfrm>
            <a:off x="3147332" y="942975"/>
            <a:ext cx="3820886" cy="300082"/>
          </a:xfrm>
          <a:prstGeom prst="rect">
            <a:avLst/>
          </a:prstGeom>
          <a:noFill/>
        </p:spPr>
        <p:txBody>
          <a:bodyPr wrap="square" rtlCol="0">
            <a:spAutoFit/>
          </a:bodyPr>
          <a:lstStyle/>
          <a:p>
            <a:r>
              <a:rPr lang="de-DE" sz="1350" dirty="0"/>
              <a:t>Plan zur Vereinheitlichung und Vereinfachung</a:t>
            </a:r>
          </a:p>
        </p:txBody>
      </p:sp>
      <p:sp>
        <p:nvSpPr>
          <p:cNvPr id="30" name="Pfeil nach unten 29"/>
          <p:cNvSpPr/>
          <p:nvPr/>
        </p:nvSpPr>
        <p:spPr>
          <a:xfrm>
            <a:off x="5388429" y="1249136"/>
            <a:ext cx="575582" cy="416379"/>
          </a:xfrm>
          <a:prstGeom prst="down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sz="1350"/>
          </a:p>
        </p:txBody>
      </p:sp>
      <p:sp>
        <p:nvSpPr>
          <p:cNvPr id="31" name="Pfeil nach links und oben 30"/>
          <p:cNvSpPr/>
          <p:nvPr/>
        </p:nvSpPr>
        <p:spPr>
          <a:xfrm>
            <a:off x="3575957" y="1219974"/>
            <a:ext cx="1457325" cy="445541"/>
          </a:xfrm>
          <a:prstGeom prst="leftUp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de-DE" sz="1350"/>
          </a:p>
        </p:txBody>
      </p:sp>
      <p:graphicFrame>
        <p:nvGraphicFramePr>
          <p:cNvPr id="35" name="Diagramm 34"/>
          <p:cNvGraphicFramePr/>
          <p:nvPr>
            <p:extLst/>
          </p:nvPr>
        </p:nvGraphicFramePr>
        <p:xfrm>
          <a:off x="3312659" y="3477986"/>
          <a:ext cx="3000375" cy="2663598"/>
        </p:xfrm>
        <a:graphic>
          <a:graphicData uri="http://schemas.openxmlformats.org/drawingml/2006/chart">
            <c:chart xmlns:c="http://schemas.openxmlformats.org/drawingml/2006/chart" xmlns:r="http://schemas.openxmlformats.org/officeDocument/2006/relationships" r:id="rId8"/>
          </a:graphicData>
        </a:graphic>
      </p:graphicFrame>
      <p:sp>
        <p:nvSpPr>
          <p:cNvPr id="2" name="Ellipse 1"/>
          <p:cNvSpPr/>
          <p:nvPr/>
        </p:nvSpPr>
        <p:spPr>
          <a:xfrm>
            <a:off x="1091116" y="3328901"/>
            <a:ext cx="1151579" cy="1063987"/>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de-DE" sz="1350" dirty="0"/>
              <a:t>Hier war noch Platz</a:t>
            </a:r>
          </a:p>
        </p:txBody>
      </p:sp>
      <p:sp>
        <p:nvSpPr>
          <p:cNvPr id="3" name="Datumsplatzhalter 2">
            <a:extLst>
              <a:ext uri="{FF2B5EF4-FFF2-40B4-BE49-F238E27FC236}">
                <a16:creationId xmlns:a16="http://schemas.microsoft.com/office/drawing/2014/main" id="{037B04BA-977E-404B-A4C5-1E3C8282D2A4}"/>
              </a:ext>
            </a:extLst>
          </p:cNvPr>
          <p:cNvSpPr>
            <a:spLocks noGrp="1"/>
          </p:cNvSpPr>
          <p:nvPr>
            <p:ph type="dt" sz="half" idx="10"/>
          </p:nvPr>
        </p:nvSpPr>
        <p:spPr/>
        <p:txBody>
          <a:bodyPr/>
          <a:lstStyle/>
          <a:p>
            <a:fld id="{A0546E22-7859-47B0-8A49-4EAA662A4F8E}" type="datetime1">
              <a:rPr lang="de-DE" smtClean="0"/>
              <a:t>13.03.2024</a:t>
            </a:fld>
            <a:endParaRPr lang="de-DE"/>
          </a:p>
        </p:txBody>
      </p:sp>
      <p:sp>
        <p:nvSpPr>
          <p:cNvPr id="4" name="Fußzeilenplatzhalter 3">
            <a:extLst>
              <a:ext uri="{FF2B5EF4-FFF2-40B4-BE49-F238E27FC236}">
                <a16:creationId xmlns:a16="http://schemas.microsoft.com/office/drawing/2014/main" id="{AAB3AC37-B6DD-40D0-B4C9-B0B5DE99DE9A}"/>
              </a:ext>
            </a:extLst>
          </p:cNvPr>
          <p:cNvSpPr>
            <a:spLocks noGrp="1"/>
          </p:cNvSpPr>
          <p:nvPr>
            <p:ph type="ftr" sz="quarter" idx="11"/>
          </p:nvPr>
        </p:nvSpPr>
        <p:spPr/>
        <p:txBody>
          <a:bodyPr/>
          <a:lstStyle/>
          <a:p>
            <a:r>
              <a:rPr lang="de-DE"/>
              <a:t>Wichtige Faktoren bei der Planung</a:t>
            </a:r>
          </a:p>
        </p:txBody>
      </p:sp>
      <p:sp>
        <p:nvSpPr>
          <p:cNvPr id="5" name="Foliennummernplatzhalter 4">
            <a:extLst>
              <a:ext uri="{FF2B5EF4-FFF2-40B4-BE49-F238E27FC236}">
                <a16:creationId xmlns:a16="http://schemas.microsoft.com/office/drawing/2014/main" id="{99CC30C9-5AEB-4D62-B380-383C05F064ED}"/>
              </a:ext>
            </a:extLst>
          </p:cNvPr>
          <p:cNvSpPr>
            <a:spLocks noGrp="1"/>
          </p:cNvSpPr>
          <p:nvPr>
            <p:ph type="sldNum" sz="quarter" idx="12"/>
          </p:nvPr>
        </p:nvSpPr>
        <p:spPr/>
        <p:txBody>
          <a:bodyPr/>
          <a:lstStyle/>
          <a:p>
            <a:fld id="{7E2EE6F2-900F-4A8E-9FF9-2542D3A85CBD}" type="slidenum">
              <a:rPr lang="de-DE" smtClean="0"/>
              <a:pPr/>
              <a:t>7</a:t>
            </a:fld>
            <a:endParaRPr lang="de-DE"/>
          </a:p>
        </p:txBody>
      </p:sp>
    </p:spTree>
    <p:extLst>
      <p:ext uri="{BB962C8B-B14F-4D97-AF65-F5344CB8AC3E}">
        <p14:creationId xmlns:p14="http://schemas.microsoft.com/office/powerpoint/2010/main" val="3022563466"/>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30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547</Words>
  <Application>Microsoft Office PowerPoint</Application>
  <PresentationFormat>Bildschirmpräsentation (4:3)</PresentationFormat>
  <Paragraphs>80</Paragraphs>
  <Slides>7</Slides>
  <Notes>3</Notes>
  <HiddenSlides>0</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7</vt:i4>
      </vt:variant>
    </vt:vector>
  </HeadingPairs>
  <TitlesOfParts>
    <vt:vector size="17" baseType="lpstr">
      <vt:lpstr>Aharoni</vt:lpstr>
      <vt:lpstr>Arial</vt:lpstr>
      <vt:lpstr>Bradley Hand ITC</vt:lpstr>
      <vt:lpstr>Brush Script MT</vt:lpstr>
      <vt:lpstr>Calibri</vt:lpstr>
      <vt:lpstr>Comic Sans MS</vt:lpstr>
      <vt:lpstr>Forte</vt:lpstr>
      <vt:lpstr>Jokerman</vt:lpstr>
      <vt:lpstr>Old English Text MT</vt:lpstr>
      <vt:lpstr>Larissa-Design</vt:lpstr>
      <vt:lpstr>Vorüberlegungen zum Erstellen von Präsentationen</vt:lpstr>
      <vt:lpstr>Mit einer kleinen Schrift spart man Platz auf der Folie</vt:lpstr>
      <vt:lpstr>Groß ist auch schön</vt:lpstr>
      <vt:lpstr>Es gibt so schöne Schriftarten!</vt:lpstr>
      <vt:lpstr>Animationen!!!</vt:lpstr>
      <vt:lpstr>Ein paar kurze Worte: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Wichtige Faktoren bei der Planung</dc:title>
  <dc:creator>microstar</dc:creator>
  <cp:lastModifiedBy>P09</cp:lastModifiedBy>
  <cp:revision>13</cp:revision>
  <dcterms:created xsi:type="dcterms:W3CDTF">2008-08-01T19:14:36Z</dcterms:created>
  <dcterms:modified xsi:type="dcterms:W3CDTF">2024-03-13T20:09:51Z</dcterms:modified>
</cp:coreProperties>
</file>
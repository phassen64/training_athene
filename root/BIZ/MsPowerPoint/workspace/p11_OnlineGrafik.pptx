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B18401-8417-4402-BB35-FDB406535A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D773FFD-A811-4E72-A3F3-119FF07292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2A443DC-5E00-447D-9035-EBFDE3F09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538E-A4EB-45DC-8B81-49C8379C8338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EC7CEC-8B21-490F-98E7-0214960FE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FBDBF0-AD88-411E-A33F-447BF07E7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DABE2-4963-4247-9E5B-18F321990E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5009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88364E-F05F-4CA3-9A54-19E220F6D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3EC64F-AB20-401F-B975-48CD4E90A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3B93E8F-9D2C-4BEA-834E-B486E565B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538E-A4EB-45DC-8B81-49C8379C8338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33CF58C-0B43-4C5B-8E80-9325557A1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CD21D5D-73CC-4FA3-840E-E35533730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DABE2-4963-4247-9E5B-18F321990E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1564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54C60F-3CE0-4AE6-BCF4-C5C050CE5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8C7CAAD-7BAC-42B1-BBF5-EE576C39F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B84EBA5-8292-4011-A4C7-CA907E956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538E-A4EB-45DC-8B81-49C8379C8338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F27F78-E2C8-48E7-A6E3-1E081AA8F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76F6084-BACA-46B3-AA31-33627913E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DABE2-4963-4247-9E5B-18F321990E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5624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D95E7D-1DD2-4F50-BD20-956A7147F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4B4219-C442-4BEF-9DFB-69AB15FC89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D1FDDB1-C634-44CC-ADCB-3F5A6D672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7D472FD-4AE2-4FDD-9BE8-CD6436C68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538E-A4EB-45DC-8B81-49C8379C8338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B770008-9567-4515-9C22-6E10EB734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0EF8D98-DD13-4999-B73E-41F21ABC8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DABE2-4963-4247-9E5B-18F321990E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8190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2D36E9-17C3-41E4-B535-14F11AD49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0C2F08E-E18A-4805-A1F6-B53DD53D8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A88909B-3CA4-48CD-BC71-48B247FA56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E6FEBCD-B9B6-4A18-9A73-B62DF6420B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3B2C491-02E2-4646-BA49-3167BC0067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E6E8903-6DC0-413F-B8E9-FE193770E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538E-A4EB-45DC-8B81-49C8379C8338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BF47BB9-EF35-49FF-83E2-32B7481CE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3262DF5-DF5B-4B43-A5DD-74B906621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DABE2-4963-4247-9E5B-18F321990E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5272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C4819A-8D21-4378-8EE0-7AAEAD7A0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70C653C-D0E2-4F90-ADBB-1A8F902AA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538E-A4EB-45DC-8B81-49C8379C8338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4598BDD-CB14-4905-8149-4F74CD062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C17D8D0-48EF-4DB2-89FD-EC80D5DEC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DABE2-4963-4247-9E5B-18F321990E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3991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1A0683D-0843-4C44-9A69-21C4FE0CF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538E-A4EB-45DC-8B81-49C8379C8338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B6CD953-D9F4-49D4-A431-CD082A70F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3BD2F79-D89F-4A52-8916-B8D92580E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DABE2-4963-4247-9E5B-18F321990E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6851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5CBFA4-22DA-4EA3-891F-2C2E52616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87EDDDF-2FDB-4742-A7E5-DF97BF860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59EA7A5-62BA-4462-96AA-8631D71AA2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38EA85F-6A70-425F-8C2B-50D97ECAB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538E-A4EB-45DC-8B81-49C8379C8338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32F334E-8C09-4B79-A1D6-29F15A440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B54EB20-A131-4A9A-BD20-5442F6767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DABE2-4963-4247-9E5B-18F321990E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7879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988357-B32A-4D02-A684-E4071E3AE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8375B85-2D82-4A18-AA51-441EFC862A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014C9CE-DB19-4FE5-914B-64108A3FAD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B753FD6-37B0-4DAE-9B55-231BD0AD5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538E-A4EB-45DC-8B81-49C8379C8338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E54CA9A-4286-46E9-A276-BB8B54D58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28BC98E-B8BF-44BD-9942-B8996314F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DABE2-4963-4247-9E5B-18F321990E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9384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4DE224-0997-45A8-8C18-1FA9BDB11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AE1FA53-231F-495A-928F-42B6D163F0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803850D-3B70-42B9-9B01-CF4A76C1E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538E-A4EB-45DC-8B81-49C8379C8338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E284776-6196-441D-AD09-CB5831550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411F10D-532A-4F2E-9E1A-0D70231B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DABE2-4963-4247-9E5B-18F321990E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1625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4DC9936-4238-484E-8BF3-A43188DDDD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199DF1D-1F22-438D-BB3E-E0BAB1644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C14AAF-BD61-45F3-AD51-0A7F70CE9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538E-A4EB-45DC-8B81-49C8379C8338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A5E3D6-627C-4936-8379-B07141430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77DDB6-E1C0-4602-A101-CDFC11D25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DABE2-4963-4247-9E5B-18F321990E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4803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608ED3F-1750-43C0-80FA-DAD6D8355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DD4A07F-EF9B-4745-87E3-808533F4C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19CD4C-C741-4C42-A7E3-894E89B9BC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77538E-A4EB-45DC-8B81-49C8379C8338}" type="datetimeFigureOut">
              <a:rPr lang="de-DE" smtClean="0"/>
              <a:t>10.04.2024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8CEF927-528F-4A9C-B911-3D20B9D3B2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D0009F1-8EC8-42DB-B547-2F13917CA8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9DABE2-4963-4247-9E5B-18F321990E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788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lacypiegloriablog.blogspot.com/2016/01/gluckwunsche-geburtstag-danksagung.html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9A6554C0-E608-46EC-81FA-1401BE8DA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Mein Online Bild</a:t>
            </a:r>
            <a:endParaRPr lang="de-DE" dirty="0"/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6B632522-AFDD-49C5-B1B2-B6FAC0FD39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42E13A19-3949-40E7-81E4-D77CB69C4818}"/>
              </a:ext>
            </a:extLst>
          </p:cNvPr>
          <p:cNvSpPr txBox="1"/>
          <p:nvPr/>
        </p:nvSpPr>
        <p:spPr>
          <a:xfrm>
            <a:off x="2228144" y="6176963"/>
            <a:ext cx="77357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/>
              <a:t>"</a:t>
            </a:r>
            <a:r>
              <a:rPr lang="de-DE" sz="900">
                <a:hlinkClick r:id="rId3" tooltip="https://clacypiegloriablog.blogspot.com/2016/01/gluckwunsche-geburtstag-danksagung.html"/>
              </a:rPr>
              <a:t>Dieses Foto</a:t>
            </a:r>
            <a:r>
              <a:rPr lang="de-DE" sz="900"/>
              <a:t>" von Unbekannter Autor ist lizenziert gemäß </a:t>
            </a:r>
            <a:r>
              <a:rPr lang="de-DE" sz="900">
                <a:hlinkClick r:id="rId4" tooltip="https://creativecommons.org/licenses/by/3.0/"/>
              </a:rPr>
              <a:t>CC BY</a:t>
            </a:r>
            <a:endParaRPr lang="de-DE" sz="900"/>
          </a:p>
        </p:txBody>
      </p:sp>
    </p:spTree>
    <p:extLst>
      <p:ext uri="{BB962C8B-B14F-4D97-AF65-F5344CB8AC3E}">
        <p14:creationId xmlns:p14="http://schemas.microsoft.com/office/powerpoint/2010/main" val="605870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Breitbild</PresentationFormat>
  <Paragraphs>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Mein Online Bild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P09</dc:creator>
  <cp:lastModifiedBy>P09</cp:lastModifiedBy>
  <cp:revision>3</cp:revision>
  <dcterms:created xsi:type="dcterms:W3CDTF">2024-04-10T18:30:29Z</dcterms:created>
  <dcterms:modified xsi:type="dcterms:W3CDTF">2024-04-10T18:46:25Z</dcterms:modified>
</cp:coreProperties>
</file>
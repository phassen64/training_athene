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58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50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5D36A0-3D88-4AD6-BE93-5145B05899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C8371D9-CF60-4F2D-9407-6E3F8DBB15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F9066D0-0548-4105-B5C3-4A2A76224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285E6-5DED-4643-A10D-1E9854952449}" type="datetimeFigureOut">
              <a:rPr lang="de-DE" smtClean="0"/>
              <a:t>17.04.2024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6903F93-0C40-41A3-B2EB-C26F293EC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23F935F-F707-4A79-9E07-F0E568F0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B053F-DF1B-48B9-B2BA-88E9ACF55F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2917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61D6D9-AC33-409E-9AE9-1885716B1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ED2F23E-878A-43D8-A5ED-39F3F2986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AA40C61-3064-45CD-88DE-F22E273B1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285E6-5DED-4643-A10D-1E9854952449}" type="datetimeFigureOut">
              <a:rPr lang="de-DE" smtClean="0"/>
              <a:t>17.04.2024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8987989-9525-455B-8D06-B8BEA081E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79B6D3-AED5-416B-8F0F-13916A67D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B053F-DF1B-48B9-B2BA-88E9ACF55F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5529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662395-C510-4F41-BE22-AAD0428C0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00FC302-3B22-43EF-90B4-CFA8F274B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1621D8-1C2A-48B6-945C-F1B2EB567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285E6-5DED-4643-A10D-1E9854952449}" type="datetimeFigureOut">
              <a:rPr lang="de-DE" smtClean="0"/>
              <a:t>17.04.2024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1D64D0-0B71-4F81-A462-2DC6848E5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32090D-C63D-4863-816A-BACDE021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B053F-DF1B-48B9-B2BA-88E9ACF55F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2841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C4D7EC-BACD-467B-97C3-130B31E7C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19BFEFB-13B5-40D9-9AB8-160B88E37B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1C68761-6689-4AE1-87F7-4CA9B97D9D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27C8E93-2FAF-40CB-9294-42B134FDF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285E6-5DED-4643-A10D-1E9854952449}" type="datetimeFigureOut">
              <a:rPr lang="de-DE" smtClean="0"/>
              <a:t>17.04.2024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5AF198B-A9F4-463E-BF91-D216B431E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29A592E-79BD-437E-B54C-295167CA6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B053F-DF1B-48B9-B2BA-88E9ACF55F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5527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3E1E84-9C2C-4C87-B3A4-35617924A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0C03AB6-DB21-4552-8A61-A46C49953D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109C35B-D352-4308-BD35-AB3BE73CB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0C4C818-DD14-4556-8E8D-98AF5D4E12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06D6BF2-F71D-4C2F-970D-AB769C2E7C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D2220E2-64B2-4941-B9B4-F434ABFC5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285E6-5DED-4643-A10D-1E9854952449}" type="datetimeFigureOut">
              <a:rPr lang="de-DE" smtClean="0"/>
              <a:t>17.04.2024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5FBAFBF-045A-4AEE-A2B3-BBA1D9223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A11ECEF-2DC6-4DAF-8E7E-F21E63E8A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B053F-DF1B-48B9-B2BA-88E9ACF55F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0517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537E49-89D4-4780-9558-AC619285F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D2BD001-1CC3-4BBB-B549-F60717DB4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285E6-5DED-4643-A10D-1E9854952449}" type="datetimeFigureOut">
              <a:rPr lang="de-DE" smtClean="0"/>
              <a:t>17.04.2024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F3D2253-1488-4E81-B8C6-03E30E9F1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F9C5D0A-82D1-428F-B28A-A87F954CB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B053F-DF1B-48B9-B2BA-88E9ACF55F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8368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67DF1C8-AB7F-49A8-BAE1-05A32FC08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285E6-5DED-4643-A10D-1E9854952449}" type="datetimeFigureOut">
              <a:rPr lang="de-DE" smtClean="0"/>
              <a:t>17.04.2024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67FE320-56A2-4A01-9204-0474427EB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1EB2EE4-1DE4-44F4-995B-F51CFC661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B053F-DF1B-48B9-B2BA-88E9ACF55F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502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BA1EF0-21D8-477E-9E0D-9F82D04E0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AE9FA2-33A5-4420-9C43-8EB7A7604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69C3C67-1BBC-4511-AFDD-E75A5435DE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FB99238-12BF-4A20-9006-F88DEEC99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285E6-5DED-4643-A10D-1E9854952449}" type="datetimeFigureOut">
              <a:rPr lang="de-DE" smtClean="0"/>
              <a:t>17.04.2024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B827AF1-7FBF-4EFD-BF17-04BF9499F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DF6141-BF77-4D83-B44F-2ABF5FE6D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B053F-DF1B-48B9-B2BA-88E9ACF55F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8641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57D62D-D69F-4E6D-9E2D-04D95D28C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917D289-C207-453F-97AC-B7521F5DDA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AA226F2-17DB-4B8F-9A6C-F026A74460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EFF56B6-B4C7-4002-8FE0-47CD6D6F0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285E6-5DED-4643-A10D-1E9854952449}" type="datetimeFigureOut">
              <a:rPr lang="de-DE" smtClean="0"/>
              <a:t>17.04.2024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D3791B0-820D-4047-A157-87F85FBDC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2416F8-1D35-4963-A56D-1F2508C59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B053F-DF1B-48B9-B2BA-88E9ACF55F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9130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A8CCD4-39C3-42B5-BB57-816D514E9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190584E-FCB9-4315-A002-113A755CC4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7660EE4-FA11-4BD1-80BF-76CC9170A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285E6-5DED-4643-A10D-1E9854952449}" type="datetimeFigureOut">
              <a:rPr lang="de-DE" smtClean="0"/>
              <a:t>17.04.2024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6FD6073-1470-4EB6-88FA-849AD81DA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DD4714-6C9A-4D96-B498-B80393EDB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B053F-DF1B-48B9-B2BA-88E9ACF55F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3727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8B0058A-D81C-43BF-9C3D-6507E08520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57E9DE4-796F-4EF8-BAB5-A30FDC3F74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502E18-EC5E-4DF6-83F1-BF0C5EEE2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285E6-5DED-4643-A10D-1E9854952449}" type="datetimeFigureOut">
              <a:rPr lang="de-DE" smtClean="0"/>
              <a:t>17.04.2024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C0F47D7-D4AC-4495-BFA6-10576FAB4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4BF2511-BA2A-48D5-B9EE-95C05170A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B053F-DF1B-48B9-B2BA-88E9ACF55F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6950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5310AA9-1FDC-439F-BAB7-FC76C371E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13793CE-FEBB-4396-BD74-420759050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98AC718-6C88-4220-A9A1-48F4A422BC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6285E6-5DED-4643-A10D-1E9854952449}" type="datetimeFigureOut">
              <a:rPr lang="de-DE" smtClean="0"/>
              <a:t>17.04.2024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C19E5F-F797-45F4-ADB8-EC77095E68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FE296D-2B94-473D-A4DA-B8EDE3CD0A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B053F-DF1B-48B9-B2BA-88E9ACF55F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8416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C1859784-28D3-4F09-A35B-AEB5312943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750" y="3162898"/>
            <a:ext cx="1714500" cy="1714500"/>
          </a:xfr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A13C3E3A-2631-4DA1-AF7E-F9D6935D22CA}"/>
              </a:ext>
            </a:extLst>
          </p:cNvPr>
          <p:cNvSpPr/>
          <p:nvPr/>
        </p:nvSpPr>
        <p:spPr>
          <a:xfrm>
            <a:off x="1208929" y="827451"/>
            <a:ext cx="402982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de-DE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Spitzenteams</a:t>
            </a:r>
          </a:p>
        </p:txBody>
      </p:sp>
    </p:spTree>
    <p:extLst>
      <p:ext uri="{BB962C8B-B14F-4D97-AF65-F5344CB8AC3E}">
        <p14:creationId xmlns:p14="http://schemas.microsoft.com/office/powerpoint/2010/main" val="3435289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F0951C1-51B1-4A9D-A8AA-5AFA34618613}"/>
              </a:ext>
            </a:extLst>
          </p:cNvPr>
          <p:cNvSpPr/>
          <p:nvPr/>
        </p:nvSpPr>
        <p:spPr>
          <a:xfrm>
            <a:off x="1635008" y="935333"/>
            <a:ext cx="4460992" cy="2273534"/>
          </a:xfrm>
          <a:prstGeom prst="rect">
            <a:avLst/>
          </a:prstGeom>
          <a:noFill/>
        </p:spPr>
        <p:txBody>
          <a:bodyPr wrap="square" lIns="91440" tIns="45720" rIns="91440" bIns="45720">
            <a:prstTxWarp prst="textCircle">
              <a:avLst/>
            </a:prstTxWarp>
            <a:spAutoFit/>
          </a:bodyPr>
          <a:lstStyle/>
          <a:p>
            <a:pPr algn="ctr"/>
            <a:r>
              <a:rPr lang="de-DE" sz="5400" b="1" cap="none" spc="0" dirty="0">
                <a:ln w="9525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accent5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Nord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0E0BA21-4497-48B5-A6AE-34C6F483800B}"/>
              </a:ext>
            </a:extLst>
          </p:cNvPr>
          <p:cNvSpPr/>
          <p:nvPr/>
        </p:nvSpPr>
        <p:spPr>
          <a:xfrm>
            <a:off x="3865504" y="3492268"/>
            <a:ext cx="26225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de-DE" sz="5400" b="1" cap="none" spc="0" dirty="0">
                <a:ln w="12700" cmpd="sng">
                  <a:solidFill>
                    <a:srgbClr val="DC58AD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Süd</a:t>
            </a:r>
            <a:r>
              <a:rPr lang="de-DE" sz="5400" b="1" dirty="0">
                <a:ln w="12700" cmpd="sng">
                  <a:solidFill>
                    <a:srgbClr val="DC58AD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west</a:t>
            </a:r>
            <a:endParaRPr lang="de-DE" sz="5400" b="1" cap="none" spc="0" dirty="0">
              <a:ln w="12700" cmpd="sng">
                <a:solidFill>
                  <a:srgbClr val="DC58AD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878DEAAA-C0DF-4055-8162-8CD112427F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5474" y="3344158"/>
            <a:ext cx="969264" cy="1438656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8DA47434-8D34-4772-A202-8595B3569B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046" y="4415598"/>
            <a:ext cx="5310887" cy="1840107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E9FB9F8C-D26F-4A11-B951-C759923AD2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9254" y="2603153"/>
            <a:ext cx="9525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97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</Words>
  <Application>Microsoft Office PowerPoint</Application>
  <PresentationFormat>Breitbild</PresentationFormat>
  <Paragraphs>3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P09</dc:creator>
  <cp:lastModifiedBy>P09</cp:lastModifiedBy>
  <cp:revision>6</cp:revision>
  <dcterms:created xsi:type="dcterms:W3CDTF">2024-04-17T19:45:40Z</dcterms:created>
  <dcterms:modified xsi:type="dcterms:W3CDTF">2024-04-17T20:21:20Z</dcterms:modified>
</cp:coreProperties>
</file>
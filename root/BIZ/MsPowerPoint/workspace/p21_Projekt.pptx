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40" autoAdjust="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673DBE-ED79-40AD-869D-A7B384368BF4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de-DE"/>
        </a:p>
      </dgm:t>
    </dgm:pt>
    <dgm:pt modelId="{7BAF6C97-0A27-4E96-B28F-B47D01EDAC6D}">
      <dgm:prSet/>
      <dgm:spPr/>
      <dgm:t>
        <a:bodyPr/>
        <a:lstStyle/>
        <a:p>
          <a:r>
            <a:rPr lang="de-DE"/>
            <a:t>Aufzählung</a:t>
          </a:r>
        </a:p>
      </dgm:t>
    </dgm:pt>
    <dgm:pt modelId="{2B640D54-BB3B-48DA-ACD0-98ADFB333856}" type="parTrans" cxnId="{2CF7063A-2FF2-4831-888A-B3EF3E58CBAD}">
      <dgm:prSet/>
      <dgm:spPr/>
      <dgm:t>
        <a:bodyPr/>
        <a:lstStyle/>
        <a:p>
          <a:endParaRPr lang="de-DE"/>
        </a:p>
      </dgm:t>
    </dgm:pt>
    <dgm:pt modelId="{D810CF1F-BC1D-4A30-892C-4C686F201F1B}" type="sibTrans" cxnId="{2CF7063A-2FF2-4831-888A-B3EF3E58CBAD}">
      <dgm:prSet/>
      <dgm:spPr/>
      <dgm:t>
        <a:bodyPr/>
        <a:lstStyle/>
        <a:p>
          <a:endParaRPr lang="de-DE"/>
        </a:p>
      </dgm:t>
    </dgm:pt>
    <dgm:pt modelId="{B72E3F71-E44A-40D9-8E9B-6A886B0B4167}">
      <dgm:prSet/>
      <dgm:spPr/>
      <dgm:t>
        <a:bodyPr/>
        <a:lstStyle/>
        <a:p>
          <a:r>
            <a:rPr lang="de-DE"/>
            <a:t>Phase 1</a:t>
          </a:r>
        </a:p>
      </dgm:t>
    </dgm:pt>
    <dgm:pt modelId="{11DB8282-85BB-4166-B901-F52CCCC7A5F6}" type="parTrans" cxnId="{2754BDE9-F374-4BBB-9385-4F1E7B48DB3A}">
      <dgm:prSet/>
      <dgm:spPr/>
      <dgm:t>
        <a:bodyPr/>
        <a:lstStyle/>
        <a:p>
          <a:endParaRPr lang="de-DE"/>
        </a:p>
      </dgm:t>
    </dgm:pt>
    <dgm:pt modelId="{6CA32EFB-EB7B-436F-AE0B-77406214C4E7}" type="sibTrans" cxnId="{2754BDE9-F374-4BBB-9385-4F1E7B48DB3A}">
      <dgm:prSet/>
      <dgm:spPr/>
      <dgm:t>
        <a:bodyPr/>
        <a:lstStyle/>
        <a:p>
          <a:endParaRPr lang="de-DE"/>
        </a:p>
      </dgm:t>
    </dgm:pt>
    <dgm:pt modelId="{7696ABA8-EDC9-479C-810B-2833EEBABEC2}">
      <dgm:prSet/>
      <dgm:spPr/>
      <dgm:t>
        <a:bodyPr/>
        <a:lstStyle/>
        <a:p>
          <a:r>
            <a:rPr lang="de-DE"/>
            <a:t>Projektidee</a:t>
          </a:r>
        </a:p>
      </dgm:t>
    </dgm:pt>
    <dgm:pt modelId="{FCCF8F97-3534-459C-8FE0-6E4051A26A6B}" type="parTrans" cxnId="{9B8A7FE5-01A7-4320-AE27-667A21A342C7}">
      <dgm:prSet/>
      <dgm:spPr/>
      <dgm:t>
        <a:bodyPr/>
        <a:lstStyle/>
        <a:p>
          <a:endParaRPr lang="de-DE"/>
        </a:p>
      </dgm:t>
    </dgm:pt>
    <dgm:pt modelId="{A66ED7DF-7B10-492E-B443-D7F23E1DCB7B}" type="sibTrans" cxnId="{9B8A7FE5-01A7-4320-AE27-667A21A342C7}">
      <dgm:prSet/>
      <dgm:spPr/>
      <dgm:t>
        <a:bodyPr/>
        <a:lstStyle/>
        <a:p>
          <a:endParaRPr lang="de-DE"/>
        </a:p>
      </dgm:t>
    </dgm:pt>
    <dgm:pt modelId="{7A2003CA-3D0B-4FA7-A30A-BD8E7D94C76F}">
      <dgm:prSet/>
      <dgm:spPr/>
      <dgm:t>
        <a:bodyPr/>
        <a:lstStyle/>
        <a:p>
          <a:r>
            <a:rPr lang="de-DE"/>
            <a:t>Zieldefinition</a:t>
          </a:r>
        </a:p>
      </dgm:t>
    </dgm:pt>
    <dgm:pt modelId="{2F9BB04D-620A-491D-B7AE-BF9F32B0DF52}" type="parTrans" cxnId="{1836C746-70EF-4C7C-B25D-B65AE4D5F4A2}">
      <dgm:prSet/>
      <dgm:spPr/>
      <dgm:t>
        <a:bodyPr/>
        <a:lstStyle/>
        <a:p>
          <a:endParaRPr lang="de-DE"/>
        </a:p>
      </dgm:t>
    </dgm:pt>
    <dgm:pt modelId="{C6527022-FFA0-4DCE-AF36-652CB139B3BA}" type="sibTrans" cxnId="{1836C746-70EF-4C7C-B25D-B65AE4D5F4A2}">
      <dgm:prSet/>
      <dgm:spPr/>
      <dgm:t>
        <a:bodyPr/>
        <a:lstStyle/>
        <a:p>
          <a:endParaRPr lang="de-DE"/>
        </a:p>
      </dgm:t>
    </dgm:pt>
    <dgm:pt modelId="{757BEAAE-99C5-45B2-A460-1756C82080B5}">
      <dgm:prSet/>
      <dgm:spPr/>
      <dgm:t>
        <a:bodyPr/>
        <a:lstStyle/>
        <a:p>
          <a:r>
            <a:rPr lang="de-DE"/>
            <a:t>Durchführbarkeitsanalyse</a:t>
          </a:r>
        </a:p>
      </dgm:t>
    </dgm:pt>
    <dgm:pt modelId="{828E11A0-5FF5-417F-8720-11CABC9E0D5C}" type="parTrans" cxnId="{79A2A861-0F97-4C83-8664-C5AEAEE4D3E0}">
      <dgm:prSet/>
      <dgm:spPr/>
      <dgm:t>
        <a:bodyPr/>
        <a:lstStyle/>
        <a:p>
          <a:endParaRPr lang="de-DE"/>
        </a:p>
      </dgm:t>
    </dgm:pt>
    <dgm:pt modelId="{6C48A5E7-302C-4F43-B6DB-886E4FC3B11A}" type="sibTrans" cxnId="{79A2A861-0F97-4C83-8664-C5AEAEE4D3E0}">
      <dgm:prSet/>
      <dgm:spPr/>
      <dgm:t>
        <a:bodyPr/>
        <a:lstStyle/>
        <a:p>
          <a:endParaRPr lang="de-DE"/>
        </a:p>
      </dgm:t>
    </dgm:pt>
    <dgm:pt modelId="{6D2747CA-8E8F-4B6D-AE92-5E8C89FF4EE5}">
      <dgm:prSet/>
      <dgm:spPr/>
      <dgm:t>
        <a:bodyPr/>
        <a:lstStyle/>
        <a:p>
          <a:r>
            <a:rPr lang="de-DE"/>
            <a:t>Phase 2</a:t>
          </a:r>
        </a:p>
      </dgm:t>
    </dgm:pt>
    <dgm:pt modelId="{E5B7C61A-09A1-4CFA-BF93-CA3793BAFAEF}" type="parTrans" cxnId="{34CECFC9-19F0-443D-84AC-29ADB8DF3E67}">
      <dgm:prSet/>
      <dgm:spPr/>
      <dgm:t>
        <a:bodyPr/>
        <a:lstStyle/>
        <a:p>
          <a:endParaRPr lang="de-DE"/>
        </a:p>
      </dgm:t>
    </dgm:pt>
    <dgm:pt modelId="{7778A7F3-5B13-4BE5-B004-C217EDD0158C}" type="sibTrans" cxnId="{34CECFC9-19F0-443D-84AC-29ADB8DF3E67}">
      <dgm:prSet/>
      <dgm:spPr/>
      <dgm:t>
        <a:bodyPr/>
        <a:lstStyle/>
        <a:p>
          <a:endParaRPr lang="de-DE"/>
        </a:p>
      </dgm:t>
    </dgm:pt>
    <dgm:pt modelId="{E6BA1F13-C31B-4612-8158-54BC61B1B879}">
      <dgm:prSet/>
      <dgm:spPr/>
      <dgm:t>
        <a:bodyPr/>
        <a:lstStyle/>
        <a:p>
          <a:r>
            <a:rPr lang="de-DE"/>
            <a:t>Projektauftrag</a:t>
          </a:r>
        </a:p>
      </dgm:t>
    </dgm:pt>
    <dgm:pt modelId="{3759A50D-7336-413F-9AB2-CF3D4E5AEFBA}" type="parTrans" cxnId="{2EC40C2E-E9F9-46C5-A0BC-AA0BBC5C0B4E}">
      <dgm:prSet/>
      <dgm:spPr/>
      <dgm:t>
        <a:bodyPr/>
        <a:lstStyle/>
        <a:p>
          <a:endParaRPr lang="de-DE"/>
        </a:p>
      </dgm:t>
    </dgm:pt>
    <dgm:pt modelId="{E0299CD6-91D6-4043-B9AB-9661BB01D6CC}" type="sibTrans" cxnId="{2EC40C2E-E9F9-46C5-A0BC-AA0BBC5C0B4E}">
      <dgm:prSet/>
      <dgm:spPr/>
      <dgm:t>
        <a:bodyPr/>
        <a:lstStyle/>
        <a:p>
          <a:endParaRPr lang="de-DE"/>
        </a:p>
      </dgm:t>
    </dgm:pt>
    <dgm:pt modelId="{50199488-0987-4668-96A4-94C57341304B}">
      <dgm:prSet/>
      <dgm:spPr/>
      <dgm:t>
        <a:bodyPr/>
        <a:lstStyle/>
        <a:p>
          <a:r>
            <a:rPr lang="de-DE"/>
            <a:t>Grobgliederung</a:t>
          </a:r>
        </a:p>
      </dgm:t>
    </dgm:pt>
    <dgm:pt modelId="{9E8CB4A2-D4B4-45D1-83DD-E39DD496ABB5}" type="parTrans" cxnId="{BBD74F42-75D4-45EB-A715-9F0BBF6F914D}">
      <dgm:prSet/>
      <dgm:spPr/>
      <dgm:t>
        <a:bodyPr/>
        <a:lstStyle/>
        <a:p>
          <a:endParaRPr lang="de-DE"/>
        </a:p>
      </dgm:t>
    </dgm:pt>
    <dgm:pt modelId="{B50965D8-B27F-413E-B6E1-28C32BF4EEB5}" type="sibTrans" cxnId="{BBD74F42-75D4-45EB-A715-9F0BBF6F914D}">
      <dgm:prSet/>
      <dgm:spPr/>
      <dgm:t>
        <a:bodyPr/>
        <a:lstStyle/>
        <a:p>
          <a:endParaRPr lang="de-DE"/>
        </a:p>
      </dgm:t>
    </dgm:pt>
    <dgm:pt modelId="{EE4AFD13-8E4F-4C54-B879-EECC950BC6D4}">
      <dgm:prSet/>
      <dgm:spPr/>
      <dgm:t>
        <a:bodyPr/>
        <a:lstStyle/>
        <a:p>
          <a:r>
            <a:rPr lang="de-DE"/>
            <a:t>Feinstrukturierung</a:t>
          </a:r>
        </a:p>
      </dgm:t>
    </dgm:pt>
    <dgm:pt modelId="{6A3722D8-8DC0-40C8-BA24-2507950ACE14}" type="parTrans" cxnId="{868F412B-845E-4CF0-AA4F-121DB4421B98}">
      <dgm:prSet/>
      <dgm:spPr/>
      <dgm:t>
        <a:bodyPr/>
        <a:lstStyle/>
        <a:p>
          <a:endParaRPr lang="de-DE"/>
        </a:p>
      </dgm:t>
    </dgm:pt>
    <dgm:pt modelId="{2DF0ED5A-BF8E-4702-A3F4-A997423E0AE6}" type="sibTrans" cxnId="{868F412B-845E-4CF0-AA4F-121DB4421B98}">
      <dgm:prSet/>
      <dgm:spPr/>
      <dgm:t>
        <a:bodyPr/>
        <a:lstStyle/>
        <a:p>
          <a:endParaRPr lang="de-DE"/>
        </a:p>
      </dgm:t>
    </dgm:pt>
    <dgm:pt modelId="{59C48D6C-DA49-442D-8B46-65093D84CD84}">
      <dgm:prSet/>
      <dgm:spPr/>
      <dgm:t>
        <a:bodyPr/>
        <a:lstStyle/>
        <a:p>
          <a:r>
            <a:rPr lang="de-DE"/>
            <a:t>Phase 3</a:t>
          </a:r>
        </a:p>
      </dgm:t>
    </dgm:pt>
    <dgm:pt modelId="{E653D2B8-9E2A-4308-96E8-4DAD40BF8121}" type="parTrans" cxnId="{D050A85E-705F-4117-877C-A35E31469EF4}">
      <dgm:prSet/>
      <dgm:spPr/>
      <dgm:t>
        <a:bodyPr/>
        <a:lstStyle/>
        <a:p>
          <a:endParaRPr lang="de-DE"/>
        </a:p>
      </dgm:t>
    </dgm:pt>
    <dgm:pt modelId="{0C98EA6C-0357-4903-97C4-9E61708AF382}" type="sibTrans" cxnId="{D050A85E-705F-4117-877C-A35E31469EF4}">
      <dgm:prSet/>
      <dgm:spPr/>
      <dgm:t>
        <a:bodyPr/>
        <a:lstStyle/>
        <a:p>
          <a:endParaRPr lang="de-DE"/>
        </a:p>
      </dgm:t>
    </dgm:pt>
    <dgm:pt modelId="{3F38CA68-D4B6-470F-AAD2-124F7D710018}">
      <dgm:prSet/>
      <dgm:spPr/>
      <dgm:t>
        <a:bodyPr/>
        <a:lstStyle/>
        <a:p>
          <a:r>
            <a:rPr lang="de-DE"/>
            <a:t>Projektplanung</a:t>
          </a:r>
        </a:p>
      </dgm:t>
    </dgm:pt>
    <dgm:pt modelId="{D52AF474-5464-435C-B5F8-BD3849FBAB0D}" type="parTrans" cxnId="{E153ABE6-E80D-48BC-8084-BFAC3CA8F5D3}">
      <dgm:prSet/>
      <dgm:spPr/>
      <dgm:t>
        <a:bodyPr/>
        <a:lstStyle/>
        <a:p>
          <a:endParaRPr lang="de-DE"/>
        </a:p>
      </dgm:t>
    </dgm:pt>
    <dgm:pt modelId="{B690F190-E71B-4AF1-8BA8-5CA4BAA9D971}" type="sibTrans" cxnId="{E153ABE6-E80D-48BC-8084-BFAC3CA8F5D3}">
      <dgm:prSet/>
      <dgm:spPr/>
      <dgm:t>
        <a:bodyPr/>
        <a:lstStyle/>
        <a:p>
          <a:endParaRPr lang="de-DE"/>
        </a:p>
      </dgm:t>
    </dgm:pt>
    <dgm:pt modelId="{C372D340-33E6-4EE8-AB00-8E56833D58F6}">
      <dgm:prSet/>
      <dgm:spPr/>
      <dgm:t>
        <a:bodyPr/>
        <a:lstStyle/>
        <a:p>
          <a:r>
            <a:rPr lang="de-DE"/>
            <a:t>Projektüberwachung</a:t>
          </a:r>
        </a:p>
      </dgm:t>
    </dgm:pt>
    <dgm:pt modelId="{3F456051-DD66-482F-8048-00C7C54FC6D0}" type="parTrans" cxnId="{D7D53334-E6A8-4913-B8BE-81638229537B}">
      <dgm:prSet/>
      <dgm:spPr/>
      <dgm:t>
        <a:bodyPr/>
        <a:lstStyle/>
        <a:p>
          <a:endParaRPr lang="de-DE"/>
        </a:p>
      </dgm:t>
    </dgm:pt>
    <dgm:pt modelId="{3405ED7C-5A4D-4195-8DC2-8D2436A5603D}" type="sibTrans" cxnId="{D7D53334-E6A8-4913-B8BE-81638229537B}">
      <dgm:prSet/>
      <dgm:spPr/>
      <dgm:t>
        <a:bodyPr/>
        <a:lstStyle/>
        <a:p>
          <a:endParaRPr lang="de-DE"/>
        </a:p>
      </dgm:t>
    </dgm:pt>
    <dgm:pt modelId="{B702DA0D-F8F7-46C1-A0FD-0C4D384DD0D4}">
      <dgm:prSet/>
      <dgm:spPr/>
      <dgm:t>
        <a:bodyPr/>
        <a:lstStyle/>
        <a:p>
          <a:r>
            <a:rPr lang="de-DE"/>
            <a:t>Projektauswertung</a:t>
          </a:r>
        </a:p>
      </dgm:t>
    </dgm:pt>
    <dgm:pt modelId="{09FCE2F0-BB1D-4621-9E86-57991A509E60}" type="parTrans" cxnId="{F27AD7BF-8BE9-47D6-8874-65C0C2138DFA}">
      <dgm:prSet/>
      <dgm:spPr/>
      <dgm:t>
        <a:bodyPr/>
        <a:lstStyle/>
        <a:p>
          <a:endParaRPr lang="de-DE"/>
        </a:p>
      </dgm:t>
    </dgm:pt>
    <dgm:pt modelId="{96EE1543-67EE-41D8-A842-0D554D917B5D}" type="sibTrans" cxnId="{F27AD7BF-8BE9-47D6-8874-65C0C2138DFA}">
      <dgm:prSet/>
      <dgm:spPr/>
      <dgm:t>
        <a:bodyPr/>
        <a:lstStyle/>
        <a:p>
          <a:endParaRPr lang="de-DE"/>
        </a:p>
      </dgm:t>
    </dgm:pt>
    <dgm:pt modelId="{69C730D4-0840-4691-8C8F-39FF93EC1A85}" type="pres">
      <dgm:prSet presAssocID="{08673DBE-ED79-40AD-869D-A7B384368BF4}" presName="Name0" presStyleCnt="0">
        <dgm:presLayoutVars>
          <dgm:dir/>
          <dgm:resizeHandles val="exact"/>
        </dgm:presLayoutVars>
      </dgm:prSet>
      <dgm:spPr/>
    </dgm:pt>
    <dgm:pt modelId="{D3C2C2F6-F6D6-4EEE-A266-7C59458B1E69}" type="pres">
      <dgm:prSet presAssocID="{08673DBE-ED79-40AD-869D-A7B384368BF4}" presName="arrow" presStyleLbl="bgShp" presStyleIdx="0" presStyleCnt="1"/>
      <dgm:spPr/>
    </dgm:pt>
    <dgm:pt modelId="{CF703BC6-84FD-4BA1-9801-686D826BF318}" type="pres">
      <dgm:prSet presAssocID="{08673DBE-ED79-40AD-869D-A7B384368BF4}" presName="points" presStyleCnt="0"/>
      <dgm:spPr/>
    </dgm:pt>
    <dgm:pt modelId="{5BF33291-E675-46B9-8EE3-D5FF8ABDCA8D}" type="pres">
      <dgm:prSet presAssocID="{7BAF6C97-0A27-4E96-B28F-B47D01EDAC6D}" presName="compositeA" presStyleCnt="0"/>
      <dgm:spPr/>
    </dgm:pt>
    <dgm:pt modelId="{72E32042-C64F-494E-A585-2332EF0D61EA}" type="pres">
      <dgm:prSet presAssocID="{7BAF6C97-0A27-4E96-B28F-B47D01EDAC6D}" presName="textA" presStyleLbl="revTx" presStyleIdx="0" presStyleCnt="4">
        <dgm:presLayoutVars>
          <dgm:bulletEnabled val="1"/>
        </dgm:presLayoutVars>
      </dgm:prSet>
      <dgm:spPr/>
    </dgm:pt>
    <dgm:pt modelId="{7DA0B4CE-C149-4360-AC60-78FB3EF433C7}" type="pres">
      <dgm:prSet presAssocID="{7BAF6C97-0A27-4E96-B28F-B47D01EDAC6D}" presName="circleA" presStyleLbl="node1" presStyleIdx="0" presStyleCnt="4"/>
      <dgm:spPr/>
    </dgm:pt>
    <dgm:pt modelId="{CD2F030A-8C08-4078-856F-B20480261049}" type="pres">
      <dgm:prSet presAssocID="{7BAF6C97-0A27-4E96-B28F-B47D01EDAC6D}" presName="spaceA" presStyleCnt="0"/>
      <dgm:spPr/>
    </dgm:pt>
    <dgm:pt modelId="{5035D529-B89D-43A2-9A13-585EA9F1100E}" type="pres">
      <dgm:prSet presAssocID="{D810CF1F-BC1D-4A30-892C-4C686F201F1B}" presName="space" presStyleCnt="0"/>
      <dgm:spPr/>
    </dgm:pt>
    <dgm:pt modelId="{C12DB73D-8137-4392-85BD-87473EF7D633}" type="pres">
      <dgm:prSet presAssocID="{B72E3F71-E44A-40D9-8E9B-6A886B0B4167}" presName="compositeB" presStyleCnt="0"/>
      <dgm:spPr/>
    </dgm:pt>
    <dgm:pt modelId="{31BAC08A-1F61-4121-A24A-9D46FF7A2B47}" type="pres">
      <dgm:prSet presAssocID="{B72E3F71-E44A-40D9-8E9B-6A886B0B4167}" presName="textB" presStyleLbl="revTx" presStyleIdx="1" presStyleCnt="4">
        <dgm:presLayoutVars>
          <dgm:bulletEnabled val="1"/>
        </dgm:presLayoutVars>
      </dgm:prSet>
      <dgm:spPr/>
    </dgm:pt>
    <dgm:pt modelId="{C683EF58-B688-40CA-9CEE-6EEAD4A93BF2}" type="pres">
      <dgm:prSet presAssocID="{B72E3F71-E44A-40D9-8E9B-6A886B0B4167}" presName="circleB" presStyleLbl="node1" presStyleIdx="1" presStyleCnt="4"/>
      <dgm:spPr/>
    </dgm:pt>
    <dgm:pt modelId="{6825D8C3-3E48-48E9-B150-1C4066C5EE51}" type="pres">
      <dgm:prSet presAssocID="{B72E3F71-E44A-40D9-8E9B-6A886B0B4167}" presName="spaceB" presStyleCnt="0"/>
      <dgm:spPr/>
    </dgm:pt>
    <dgm:pt modelId="{87F61D48-AABA-4917-BE47-1A918C6008AA}" type="pres">
      <dgm:prSet presAssocID="{6CA32EFB-EB7B-436F-AE0B-77406214C4E7}" presName="space" presStyleCnt="0"/>
      <dgm:spPr/>
    </dgm:pt>
    <dgm:pt modelId="{FE855E0F-8071-48D3-807A-2DEB72A4E091}" type="pres">
      <dgm:prSet presAssocID="{6D2747CA-8E8F-4B6D-AE92-5E8C89FF4EE5}" presName="compositeA" presStyleCnt="0"/>
      <dgm:spPr/>
    </dgm:pt>
    <dgm:pt modelId="{B79E55C6-7730-4BF4-93DE-041481ECFE92}" type="pres">
      <dgm:prSet presAssocID="{6D2747CA-8E8F-4B6D-AE92-5E8C89FF4EE5}" presName="textA" presStyleLbl="revTx" presStyleIdx="2" presStyleCnt="4">
        <dgm:presLayoutVars>
          <dgm:bulletEnabled val="1"/>
        </dgm:presLayoutVars>
      </dgm:prSet>
      <dgm:spPr/>
    </dgm:pt>
    <dgm:pt modelId="{E48392FE-2467-4A4D-A055-E445F2F48730}" type="pres">
      <dgm:prSet presAssocID="{6D2747CA-8E8F-4B6D-AE92-5E8C89FF4EE5}" presName="circleA" presStyleLbl="node1" presStyleIdx="2" presStyleCnt="4"/>
      <dgm:spPr/>
    </dgm:pt>
    <dgm:pt modelId="{07A25FE7-2D39-4888-BD73-90D235FE64F4}" type="pres">
      <dgm:prSet presAssocID="{6D2747CA-8E8F-4B6D-AE92-5E8C89FF4EE5}" presName="spaceA" presStyleCnt="0"/>
      <dgm:spPr/>
    </dgm:pt>
    <dgm:pt modelId="{A6DD1A88-1190-4190-91BC-6A3D753DDA2C}" type="pres">
      <dgm:prSet presAssocID="{7778A7F3-5B13-4BE5-B004-C217EDD0158C}" presName="space" presStyleCnt="0"/>
      <dgm:spPr/>
    </dgm:pt>
    <dgm:pt modelId="{B25FDBD9-2253-4B64-B0B9-6BF586F8F7C2}" type="pres">
      <dgm:prSet presAssocID="{59C48D6C-DA49-442D-8B46-65093D84CD84}" presName="compositeB" presStyleCnt="0"/>
      <dgm:spPr/>
    </dgm:pt>
    <dgm:pt modelId="{F8D6652E-68E4-491F-BB2A-CDA265E66F52}" type="pres">
      <dgm:prSet presAssocID="{59C48D6C-DA49-442D-8B46-65093D84CD84}" presName="textB" presStyleLbl="revTx" presStyleIdx="3" presStyleCnt="4">
        <dgm:presLayoutVars>
          <dgm:bulletEnabled val="1"/>
        </dgm:presLayoutVars>
      </dgm:prSet>
      <dgm:spPr/>
    </dgm:pt>
    <dgm:pt modelId="{0E95C943-E73B-43B6-B584-537313A93AF6}" type="pres">
      <dgm:prSet presAssocID="{59C48D6C-DA49-442D-8B46-65093D84CD84}" presName="circleB" presStyleLbl="node1" presStyleIdx="3" presStyleCnt="4"/>
      <dgm:spPr/>
    </dgm:pt>
    <dgm:pt modelId="{21A46698-7032-410A-A669-FC08700021A2}" type="pres">
      <dgm:prSet presAssocID="{59C48D6C-DA49-442D-8B46-65093D84CD84}" presName="spaceB" presStyleCnt="0"/>
      <dgm:spPr/>
    </dgm:pt>
  </dgm:ptLst>
  <dgm:cxnLst>
    <dgm:cxn modelId="{7B5D2905-7518-432A-9601-C13347B8CE0D}" type="presOf" srcId="{6D2747CA-8E8F-4B6D-AE92-5E8C89FF4EE5}" destId="{B79E55C6-7730-4BF4-93DE-041481ECFE92}" srcOrd="0" destOrd="0" presId="urn:microsoft.com/office/officeart/2005/8/layout/hProcess11"/>
    <dgm:cxn modelId="{23BC3220-CA4E-4DFB-9E1A-28ADCB598276}" type="presOf" srcId="{EE4AFD13-8E4F-4C54-B879-EECC950BC6D4}" destId="{B79E55C6-7730-4BF4-93DE-041481ECFE92}" srcOrd="0" destOrd="3" presId="urn:microsoft.com/office/officeart/2005/8/layout/hProcess11"/>
    <dgm:cxn modelId="{868F412B-845E-4CF0-AA4F-121DB4421B98}" srcId="{6D2747CA-8E8F-4B6D-AE92-5E8C89FF4EE5}" destId="{EE4AFD13-8E4F-4C54-B879-EECC950BC6D4}" srcOrd="2" destOrd="0" parTransId="{6A3722D8-8DC0-40C8-BA24-2507950ACE14}" sibTransId="{2DF0ED5A-BF8E-4702-A3F4-A997423E0AE6}"/>
    <dgm:cxn modelId="{2EC40C2E-E9F9-46C5-A0BC-AA0BBC5C0B4E}" srcId="{6D2747CA-8E8F-4B6D-AE92-5E8C89FF4EE5}" destId="{E6BA1F13-C31B-4612-8158-54BC61B1B879}" srcOrd="0" destOrd="0" parTransId="{3759A50D-7336-413F-9AB2-CF3D4E5AEFBA}" sibTransId="{E0299CD6-91D6-4043-B9AB-9661BB01D6CC}"/>
    <dgm:cxn modelId="{D7D53334-E6A8-4913-B8BE-81638229537B}" srcId="{59C48D6C-DA49-442D-8B46-65093D84CD84}" destId="{C372D340-33E6-4EE8-AB00-8E56833D58F6}" srcOrd="1" destOrd="0" parTransId="{3F456051-DD66-482F-8048-00C7C54FC6D0}" sibTransId="{3405ED7C-5A4D-4195-8DC2-8D2436A5603D}"/>
    <dgm:cxn modelId="{2CF7063A-2FF2-4831-888A-B3EF3E58CBAD}" srcId="{08673DBE-ED79-40AD-869D-A7B384368BF4}" destId="{7BAF6C97-0A27-4E96-B28F-B47D01EDAC6D}" srcOrd="0" destOrd="0" parTransId="{2B640D54-BB3B-48DA-ACD0-98ADFB333856}" sibTransId="{D810CF1F-BC1D-4A30-892C-4C686F201F1B}"/>
    <dgm:cxn modelId="{D050A85E-705F-4117-877C-A35E31469EF4}" srcId="{08673DBE-ED79-40AD-869D-A7B384368BF4}" destId="{59C48D6C-DA49-442D-8B46-65093D84CD84}" srcOrd="3" destOrd="0" parTransId="{E653D2B8-9E2A-4308-96E8-4DAD40BF8121}" sibTransId="{0C98EA6C-0357-4903-97C4-9E61708AF382}"/>
    <dgm:cxn modelId="{79A2A861-0F97-4C83-8664-C5AEAEE4D3E0}" srcId="{B72E3F71-E44A-40D9-8E9B-6A886B0B4167}" destId="{757BEAAE-99C5-45B2-A460-1756C82080B5}" srcOrd="2" destOrd="0" parTransId="{828E11A0-5FF5-417F-8720-11CABC9E0D5C}" sibTransId="{6C48A5E7-302C-4F43-B6DB-886E4FC3B11A}"/>
    <dgm:cxn modelId="{BBD74F42-75D4-45EB-A715-9F0BBF6F914D}" srcId="{6D2747CA-8E8F-4B6D-AE92-5E8C89FF4EE5}" destId="{50199488-0987-4668-96A4-94C57341304B}" srcOrd="1" destOrd="0" parTransId="{9E8CB4A2-D4B4-45D1-83DD-E39DD496ABB5}" sibTransId="{B50965D8-B27F-413E-B6E1-28C32BF4EEB5}"/>
    <dgm:cxn modelId="{1836C746-70EF-4C7C-B25D-B65AE4D5F4A2}" srcId="{B72E3F71-E44A-40D9-8E9B-6A886B0B4167}" destId="{7A2003CA-3D0B-4FA7-A30A-BD8E7D94C76F}" srcOrd="1" destOrd="0" parTransId="{2F9BB04D-620A-491D-B7AE-BF9F32B0DF52}" sibTransId="{C6527022-FFA0-4DCE-AF36-652CB139B3BA}"/>
    <dgm:cxn modelId="{E98C5668-E438-4115-A44E-4403A7D6BD15}" type="presOf" srcId="{7696ABA8-EDC9-479C-810B-2833EEBABEC2}" destId="{31BAC08A-1F61-4121-A24A-9D46FF7A2B47}" srcOrd="0" destOrd="1" presId="urn:microsoft.com/office/officeart/2005/8/layout/hProcess11"/>
    <dgm:cxn modelId="{231CED4F-5A44-4C68-9A70-585C47E5D449}" type="presOf" srcId="{59C48D6C-DA49-442D-8B46-65093D84CD84}" destId="{F8D6652E-68E4-491F-BB2A-CDA265E66F52}" srcOrd="0" destOrd="0" presId="urn:microsoft.com/office/officeart/2005/8/layout/hProcess11"/>
    <dgm:cxn modelId="{7A9D5850-7747-4F95-AFE1-95817A9B6968}" type="presOf" srcId="{50199488-0987-4668-96A4-94C57341304B}" destId="{B79E55C6-7730-4BF4-93DE-041481ECFE92}" srcOrd="0" destOrd="2" presId="urn:microsoft.com/office/officeart/2005/8/layout/hProcess11"/>
    <dgm:cxn modelId="{45121275-5C15-4708-82B9-67C35A9FA5CC}" type="presOf" srcId="{3F38CA68-D4B6-470F-AAD2-124F7D710018}" destId="{F8D6652E-68E4-491F-BB2A-CDA265E66F52}" srcOrd="0" destOrd="1" presId="urn:microsoft.com/office/officeart/2005/8/layout/hProcess11"/>
    <dgm:cxn modelId="{184E8178-CEC4-4537-829F-BD9E81F0E191}" type="presOf" srcId="{C372D340-33E6-4EE8-AB00-8E56833D58F6}" destId="{F8D6652E-68E4-491F-BB2A-CDA265E66F52}" srcOrd="0" destOrd="2" presId="urn:microsoft.com/office/officeart/2005/8/layout/hProcess11"/>
    <dgm:cxn modelId="{D4DB828D-4D82-4CFA-8177-DD86D7F988FF}" type="presOf" srcId="{7BAF6C97-0A27-4E96-B28F-B47D01EDAC6D}" destId="{72E32042-C64F-494E-A585-2332EF0D61EA}" srcOrd="0" destOrd="0" presId="urn:microsoft.com/office/officeart/2005/8/layout/hProcess11"/>
    <dgm:cxn modelId="{F27AD7BF-8BE9-47D6-8874-65C0C2138DFA}" srcId="{59C48D6C-DA49-442D-8B46-65093D84CD84}" destId="{B702DA0D-F8F7-46C1-A0FD-0C4D384DD0D4}" srcOrd="2" destOrd="0" parTransId="{09FCE2F0-BB1D-4621-9E86-57991A509E60}" sibTransId="{96EE1543-67EE-41D8-A842-0D554D917B5D}"/>
    <dgm:cxn modelId="{34CECFC9-19F0-443D-84AC-29ADB8DF3E67}" srcId="{08673DBE-ED79-40AD-869D-A7B384368BF4}" destId="{6D2747CA-8E8F-4B6D-AE92-5E8C89FF4EE5}" srcOrd="2" destOrd="0" parTransId="{E5B7C61A-09A1-4CFA-BF93-CA3793BAFAEF}" sibTransId="{7778A7F3-5B13-4BE5-B004-C217EDD0158C}"/>
    <dgm:cxn modelId="{ABAA07CB-C275-460B-98BB-4AD1BFD2B422}" type="presOf" srcId="{7A2003CA-3D0B-4FA7-A30A-BD8E7D94C76F}" destId="{31BAC08A-1F61-4121-A24A-9D46FF7A2B47}" srcOrd="0" destOrd="2" presId="urn:microsoft.com/office/officeart/2005/8/layout/hProcess11"/>
    <dgm:cxn modelId="{EAA510CC-58CF-4137-89C7-E27CDEFB93FD}" type="presOf" srcId="{757BEAAE-99C5-45B2-A460-1756C82080B5}" destId="{31BAC08A-1F61-4121-A24A-9D46FF7A2B47}" srcOrd="0" destOrd="3" presId="urn:microsoft.com/office/officeart/2005/8/layout/hProcess11"/>
    <dgm:cxn modelId="{75EA06D9-CD0D-41D3-A5CF-87147D0F7E71}" type="presOf" srcId="{B72E3F71-E44A-40D9-8E9B-6A886B0B4167}" destId="{31BAC08A-1F61-4121-A24A-9D46FF7A2B47}" srcOrd="0" destOrd="0" presId="urn:microsoft.com/office/officeart/2005/8/layout/hProcess11"/>
    <dgm:cxn modelId="{9B8A7FE5-01A7-4320-AE27-667A21A342C7}" srcId="{B72E3F71-E44A-40D9-8E9B-6A886B0B4167}" destId="{7696ABA8-EDC9-479C-810B-2833EEBABEC2}" srcOrd="0" destOrd="0" parTransId="{FCCF8F97-3534-459C-8FE0-6E4051A26A6B}" sibTransId="{A66ED7DF-7B10-492E-B443-D7F23E1DCB7B}"/>
    <dgm:cxn modelId="{E153ABE6-E80D-48BC-8084-BFAC3CA8F5D3}" srcId="{59C48D6C-DA49-442D-8B46-65093D84CD84}" destId="{3F38CA68-D4B6-470F-AAD2-124F7D710018}" srcOrd="0" destOrd="0" parTransId="{D52AF474-5464-435C-B5F8-BD3849FBAB0D}" sibTransId="{B690F190-E71B-4AF1-8BA8-5CA4BAA9D971}"/>
    <dgm:cxn modelId="{2754BDE9-F374-4BBB-9385-4F1E7B48DB3A}" srcId="{08673DBE-ED79-40AD-869D-A7B384368BF4}" destId="{B72E3F71-E44A-40D9-8E9B-6A886B0B4167}" srcOrd="1" destOrd="0" parTransId="{11DB8282-85BB-4166-B901-F52CCCC7A5F6}" sibTransId="{6CA32EFB-EB7B-436F-AE0B-77406214C4E7}"/>
    <dgm:cxn modelId="{9323F3ED-FD86-4CA4-BDA9-B9BB51C6CBB1}" type="presOf" srcId="{E6BA1F13-C31B-4612-8158-54BC61B1B879}" destId="{B79E55C6-7730-4BF4-93DE-041481ECFE92}" srcOrd="0" destOrd="1" presId="urn:microsoft.com/office/officeart/2005/8/layout/hProcess11"/>
    <dgm:cxn modelId="{9D93BDEF-8A17-4337-95EB-F5589A4B1DD9}" type="presOf" srcId="{08673DBE-ED79-40AD-869D-A7B384368BF4}" destId="{69C730D4-0840-4691-8C8F-39FF93EC1A85}" srcOrd="0" destOrd="0" presId="urn:microsoft.com/office/officeart/2005/8/layout/hProcess11"/>
    <dgm:cxn modelId="{F99CF8FD-C2C5-4944-B0EA-736F25F5F2D7}" type="presOf" srcId="{B702DA0D-F8F7-46C1-A0FD-0C4D384DD0D4}" destId="{F8D6652E-68E4-491F-BB2A-CDA265E66F52}" srcOrd="0" destOrd="3" presId="urn:microsoft.com/office/officeart/2005/8/layout/hProcess11"/>
    <dgm:cxn modelId="{3BDEAA6D-300F-4110-9F54-B0A58CF25155}" type="presParOf" srcId="{69C730D4-0840-4691-8C8F-39FF93EC1A85}" destId="{D3C2C2F6-F6D6-4EEE-A266-7C59458B1E69}" srcOrd="0" destOrd="0" presId="urn:microsoft.com/office/officeart/2005/8/layout/hProcess11"/>
    <dgm:cxn modelId="{C8BA018F-4841-46FE-9D92-E660EA4B4788}" type="presParOf" srcId="{69C730D4-0840-4691-8C8F-39FF93EC1A85}" destId="{CF703BC6-84FD-4BA1-9801-686D826BF318}" srcOrd="1" destOrd="0" presId="urn:microsoft.com/office/officeart/2005/8/layout/hProcess11"/>
    <dgm:cxn modelId="{92E9B387-DB1F-456A-88BB-D5B6794DEBDD}" type="presParOf" srcId="{CF703BC6-84FD-4BA1-9801-686D826BF318}" destId="{5BF33291-E675-46B9-8EE3-D5FF8ABDCA8D}" srcOrd="0" destOrd="0" presId="urn:microsoft.com/office/officeart/2005/8/layout/hProcess11"/>
    <dgm:cxn modelId="{5048F31E-8A89-4940-9861-921DFC38375F}" type="presParOf" srcId="{5BF33291-E675-46B9-8EE3-D5FF8ABDCA8D}" destId="{72E32042-C64F-494E-A585-2332EF0D61EA}" srcOrd="0" destOrd="0" presId="urn:microsoft.com/office/officeart/2005/8/layout/hProcess11"/>
    <dgm:cxn modelId="{358D9F35-2C24-46C8-82AC-45D6E6B449FE}" type="presParOf" srcId="{5BF33291-E675-46B9-8EE3-D5FF8ABDCA8D}" destId="{7DA0B4CE-C149-4360-AC60-78FB3EF433C7}" srcOrd="1" destOrd="0" presId="urn:microsoft.com/office/officeart/2005/8/layout/hProcess11"/>
    <dgm:cxn modelId="{B21D80B8-7D0D-4979-BE7C-8E711F29025F}" type="presParOf" srcId="{5BF33291-E675-46B9-8EE3-D5FF8ABDCA8D}" destId="{CD2F030A-8C08-4078-856F-B20480261049}" srcOrd="2" destOrd="0" presId="urn:microsoft.com/office/officeart/2005/8/layout/hProcess11"/>
    <dgm:cxn modelId="{2647D512-3DF6-4D86-A954-16AA13E7932A}" type="presParOf" srcId="{CF703BC6-84FD-4BA1-9801-686D826BF318}" destId="{5035D529-B89D-43A2-9A13-585EA9F1100E}" srcOrd="1" destOrd="0" presId="urn:microsoft.com/office/officeart/2005/8/layout/hProcess11"/>
    <dgm:cxn modelId="{891AE5F4-AD7D-4EE5-9E6C-B98724A422B4}" type="presParOf" srcId="{CF703BC6-84FD-4BA1-9801-686D826BF318}" destId="{C12DB73D-8137-4392-85BD-87473EF7D633}" srcOrd="2" destOrd="0" presId="urn:microsoft.com/office/officeart/2005/8/layout/hProcess11"/>
    <dgm:cxn modelId="{8CBA76DB-A953-4B42-9E72-5AD46E83D06F}" type="presParOf" srcId="{C12DB73D-8137-4392-85BD-87473EF7D633}" destId="{31BAC08A-1F61-4121-A24A-9D46FF7A2B47}" srcOrd="0" destOrd="0" presId="urn:microsoft.com/office/officeart/2005/8/layout/hProcess11"/>
    <dgm:cxn modelId="{FF0D6233-389A-4FF4-BA86-12FFC15ECBF7}" type="presParOf" srcId="{C12DB73D-8137-4392-85BD-87473EF7D633}" destId="{C683EF58-B688-40CA-9CEE-6EEAD4A93BF2}" srcOrd="1" destOrd="0" presId="urn:microsoft.com/office/officeart/2005/8/layout/hProcess11"/>
    <dgm:cxn modelId="{E913558F-E276-46AA-B798-6A15C41BCCD1}" type="presParOf" srcId="{C12DB73D-8137-4392-85BD-87473EF7D633}" destId="{6825D8C3-3E48-48E9-B150-1C4066C5EE51}" srcOrd="2" destOrd="0" presId="urn:microsoft.com/office/officeart/2005/8/layout/hProcess11"/>
    <dgm:cxn modelId="{96B470C9-A52B-4C79-BA5C-BCF9DA07FE3A}" type="presParOf" srcId="{CF703BC6-84FD-4BA1-9801-686D826BF318}" destId="{87F61D48-AABA-4917-BE47-1A918C6008AA}" srcOrd="3" destOrd="0" presId="urn:microsoft.com/office/officeart/2005/8/layout/hProcess11"/>
    <dgm:cxn modelId="{585A29C7-63EE-4510-A468-A116DBB97809}" type="presParOf" srcId="{CF703BC6-84FD-4BA1-9801-686D826BF318}" destId="{FE855E0F-8071-48D3-807A-2DEB72A4E091}" srcOrd="4" destOrd="0" presId="urn:microsoft.com/office/officeart/2005/8/layout/hProcess11"/>
    <dgm:cxn modelId="{F290D063-B72A-4148-AF03-6EF4515DCC7D}" type="presParOf" srcId="{FE855E0F-8071-48D3-807A-2DEB72A4E091}" destId="{B79E55C6-7730-4BF4-93DE-041481ECFE92}" srcOrd="0" destOrd="0" presId="urn:microsoft.com/office/officeart/2005/8/layout/hProcess11"/>
    <dgm:cxn modelId="{79B90BDD-80F0-46BF-B6AC-A8F621768F82}" type="presParOf" srcId="{FE855E0F-8071-48D3-807A-2DEB72A4E091}" destId="{E48392FE-2467-4A4D-A055-E445F2F48730}" srcOrd="1" destOrd="0" presId="urn:microsoft.com/office/officeart/2005/8/layout/hProcess11"/>
    <dgm:cxn modelId="{7A8BFF5D-5448-4DE7-9A1D-A2BA32024323}" type="presParOf" srcId="{FE855E0F-8071-48D3-807A-2DEB72A4E091}" destId="{07A25FE7-2D39-4888-BD73-90D235FE64F4}" srcOrd="2" destOrd="0" presId="urn:microsoft.com/office/officeart/2005/8/layout/hProcess11"/>
    <dgm:cxn modelId="{C56BC304-E3D4-46AF-A75C-A59740DEC7FB}" type="presParOf" srcId="{CF703BC6-84FD-4BA1-9801-686D826BF318}" destId="{A6DD1A88-1190-4190-91BC-6A3D753DDA2C}" srcOrd="5" destOrd="0" presId="urn:microsoft.com/office/officeart/2005/8/layout/hProcess11"/>
    <dgm:cxn modelId="{4FFE997E-2F79-4604-B6D1-02E14D6CE93F}" type="presParOf" srcId="{CF703BC6-84FD-4BA1-9801-686D826BF318}" destId="{B25FDBD9-2253-4B64-B0B9-6BF586F8F7C2}" srcOrd="6" destOrd="0" presId="urn:microsoft.com/office/officeart/2005/8/layout/hProcess11"/>
    <dgm:cxn modelId="{8EB5F519-A3B6-48E6-849E-663452A2AE76}" type="presParOf" srcId="{B25FDBD9-2253-4B64-B0B9-6BF586F8F7C2}" destId="{F8D6652E-68E4-491F-BB2A-CDA265E66F52}" srcOrd="0" destOrd="0" presId="urn:microsoft.com/office/officeart/2005/8/layout/hProcess11"/>
    <dgm:cxn modelId="{EACC996C-5D9A-471D-B09F-F16841EA3508}" type="presParOf" srcId="{B25FDBD9-2253-4B64-B0B9-6BF586F8F7C2}" destId="{0E95C943-E73B-43B6-B584-537313A93AF6}" srcOrd="1" destOrd="0" presId="urn:microsoft.com/office/officeart/2005/8/layout/hProcess11"/>
    <dgm:cxn modelId="{F2389AA3-F419-4354-B580-E9F3CB6F23AC}" type="presParOf" srcId="{B25FDBD9-2253-4B64-B0B9-6BF586F8F7C2}" destId="{21A46698-7032-410A-A669-FC08700021A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2C2F6-F6D6-4EEE-A266-7C59458B1E69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32042-C64F-494E-A585-2332EF0D61EA}">
      <dsp:nvSpPr>
        <dsp:cNvPr id="0" name=""/>
        <dsp:cNvSpPr/>
      </dsp:nvSpPr>
      <dsp:spPr>
        <a:xfrm>
          <a:off x="4736" y="0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Aufzählung</a:t>
          </a:r>
        </a:p>
      </dsp:txBody>
      <dsp:txXfrm>
        <a:off x="4736" y="0"/>
        <a:ext cx="2278208" cy="1740535"/>
      </dsp:txXfrm>
    </dsp:sp>
    <dsp:sp modelId="{7DA0B4CE-C149-4360-AC60-78FB3EF433C7}">
      <dsp:nvSpPr>
        <dsp:cNvPr id="0" name=""/>
        <dsp:cNvSpPr/>
      </dsp:nvSpPr>
      <dsp:spPr>
        <a:xfrm>
          <a:off x="926274" y="1958102"/>
          <a:ext cx="435133" cy="435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AC08A-1F61-4121-A24A-9D46FF7A2B47}">
      <dsp:nvSpPr>
        <dsp:cNvPr id="0" name=""/>
        <dsp:cNvSpPr/>
      </dsp:nvSpPr>
      <dsp:spPr>
        <a:xfrm>
          <a:off x="2396855" y="2610802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Phase 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Projektidee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Zieldefinition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Durchführbarkeitsanalyse</a:t>
          </a:r>
        </a:p>
      </dsp:txBody>
      <dsp:txXfrm>
        <a:off x="2396855" y="2610802"/>
        <a:ext cx="2278208" cy="1740535"/>
      </dsp:txXfrm>
    </dsp:sp>
    <dsp:sp modelId="{C683EF58-B688-40CA-9CEE-6EEAD4A93BF2}">
      <dsp:nvSpPr>
        <dsp:cNvPr id="0" name=""/>
        <dsp:cNvSpPr/>
      </dsp:nvSpPr>
      <dsp:spPr>
        <a:xfrm>
          <a:off x="3318393" y="1958102"/>
          <a:ext cx="435133" cy="4351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E55C6-7730-4BF4-93DE-041481ECFE92}">
      <dsp:nvSpPr>
        <dsp:cNvPr id="0" name=""/>
        <dsp:cNvSpPr/>
      </dsp:nvSpPr>
      <dsp:spPr>
        <a:xfrm>
          <a:off x="4788975" y="0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Phase 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Projektauftrag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Grobgliederung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Feinstrukturierung</a:t>
          </a:r>
        </a:p>
      </dsp:txBody>
      <dsp:txXfrm>
        <a:off x="4788975" y="0"/>
        <a:ext cx="2278208" cy="1740535"/>
      </dsp:txXfrm>
    </dsp:sp>
    <dsp:sp modelId="{E48392FE-2467-4A4D-A055-E445F2F48730}">
      <dsp:nvSpPr>
        <dsp:cNvPr id="0" name=""/>
        <dsp:cNvSpPr/>
      </dsp:nvSpPr>
      <dsp:spPr>
        <a:xfrm>
          <a:off x="5710512" y="1958102"/>
          <a:ext cx="435133" cy="4351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6652E-68E4-491F-BB2A-CDA265E66F52}">
      <dsp:nvSpPr>
        <dsp:cNvPr id="0" name=""/>
        <dsp:cNvSpPr/>
      </dsp:nvSpPr>
      <dsp:spPr>
        <a:xfrm>
          <a:off x="7181094" y="2610802"/>
          <a:ext cx="22782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Phase 3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Projektplanung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Projektüberwachung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Projektauswertung</a:t>
          </a:r>
        </a:p>
      </dsp:txBody>
      <dsp:txXfrm>
        <a:off x="7181094" y="2610802"/>
        <a:ext cx="2278208" cy="1740535"/>
      </dsp:txXfrm>
    </dsp:sp>
    <dsp:sp modelId="{0E95C943-E73B-43B6-B584-537313A93AF6}">
      <dsp:nvSpPr>
        <dsp:cNvPr id="0" name=""/>
        <dsp:cNvSpPr/>
      </dsp:nvSpPr>
      <dsp:spPr>
        <a:xfrm>
          <a:off x="8102632" y="1958102"/>
          <a:ext cx="435133" cy="4351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FA5A6-8424-42BF-82A7-DD3DF6586738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458C-C80D-4CCD-8A14-27351A99EC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479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458C-C80D-4CCD-8A14-27351A99ECF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67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8458C-C80D-4CCD-8A14-27351A99ECF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3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3534B-A04D-47B0-A3DA-4610918B1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FDF46B-1C38-4BF2-98BC-4D2C49967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471440-A9C3-406F-979C-D4743B8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38E4F0-F9DE-472C-9129-6DC190C2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EE171B-6B0B-40C4-B09E-375B17D9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81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1F13A-6E70-40B3-B04B-BDCF0A00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59EC49-CCBA-4AD0-B579-C1A473AC7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00D5B0-519F-4F76-A8C6-10650693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AAAAAE-B4C0-418D-B0F2-03B6E213F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343C8-3D3E-4C94-AA94-596058F2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62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4CA96-9380-4C56-A484-5FA0420D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0B20F0-92C5-4988-B18D-1765AF984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CCDE7-5246-4607-AEED-4F07BD7E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52F41-FB8A-435A-942E-B7ADB023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84A0C1-A2DB-4E2A-B9EF-12F6CF89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70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056526-BF4E-4A39-B5A1-F0FE8926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A55FF-42AF-4566-871E-E2B83B3FD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5F38C1-37ED-4B2D-A07E-6283A2ABC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39A163-1534-4515-87F9-483B58D8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BD5D71-C064-4525-8D57-97678ADD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EDBBAD-E209-4A99-B735-4CD4068D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18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D1F60-7695-46F0-9028-764929D5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B7ADD0-9754-4D29-89CA-D1437AE91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3C3E79-210C-486A-B78F-C6E3CACC6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31FD51E-3A06-491A-A676-FD04692F2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2BCE3B7-6002-4898-966F-2D55862C3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007C39-B7BC-405C-937A-3E29828E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813BAA7-187D-4C19-A0F8-50BF3DC7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97CABD-2558-4A4D-B086-A13E5F9C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1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8354C-A0CA-4999-BD6B-0CF71167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54B0D5-EFC1-4068-B665-48B9EA5A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8E4AC3-6442-4CCC-B075-3A09FF4B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687D9A-8A1B-4537-BBA1-57E242DE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21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8301DF-A16D-4BC6-83E0-EB201307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4D8C9E-A358-49BB-84DF-85D80BA9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4C26EC-08E7-4B9C-93A5-EB729641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555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469D0-5AF8-42CA-8BCD-9E2B81C2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B65E8A-A7EC-4DF2-A8EA-0AC993EA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9416F2-83AA-4A1E-82D4-A71D93981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9B211C-4C61-44CC-9472-C377DE16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7A09EC-592F-4105-9BA5-C22CB1B6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1700C9-FA7E-42D5-8478-4B5D8098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371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CFB6F4-0EFC-4A36-80F6-C7D861A5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DFF08F-22C1-41CE-B3AD-5B7DC38BA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AC32BF-40F3-4FA3-AE92-80B5FA2A7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6ABF2D-7C17-4C0B-BE48-4BCD3611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7AE7BB-C0C1-4632-B927-053C40C34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1E507A-8D74-4C21-B002-77904C5D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9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B758C6-292D-4754-8915-A521CA6F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35F442-B5ED-46C7-B518-6601EEC53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7438B8-C791-4E62-AA2B-9C91DB8E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7F156D-90C1-4CAF-A41C-3068BAD7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82E06-1F07-4AB3-AC69-6863EBFC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331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EF697A0-10D5-4103-933C-20185BF77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E00076-C6A2-4D82-A2C4-01DA2D01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B8C9EC-46D4-43F5-9988-FABA2D46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254AA2-FA32-43F9-B9D8-8A432822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FCF96A-F481-4595-8291-CAC7257B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7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88F18E2-A1A8-4FD1-9874-5201B19F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7EF13E-5F6A-43B7-9B02-617DA1574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54B728-F3D9-4DB7-A61C-34A583AEE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CC86-FC0E-4385-9E2F-2D3ED982E5C7}" type="datetimeFigureOut">
              <a:rPr lang="de-DE" smtClean="0"/>
              <a:t>24.04.2024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59DC3A-8817-4A50-848C-920DE7E36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F9B4B9-EC43-4193-B224-8B079F0D2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707C1-2AA8-4A39-946C-033D42EBB1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383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4E447-B66A-47D8-9A3B-D033F78A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 im Projektmanagement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A1E4FA87-0F27-4E17-AD01-BD7C80E77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de-DE" dirty="0"/>
              <a:t>Aufzählung</a:t>
            </a:r>
          </a:p>
          <a:p>
            <a:pPr lvl="0"/>
            <a:r>
              <a:rPr lang="de-DE" dirty="0"/>
              <a:t>Phase 1</a:t>
            </a:r>
          </a:p>
          <a:p>
            <a:pPr lvl="1"/>
            <a:r>
              <a:rPr lang="de-DE" dirty="0"/>
              <a:t>Projektidee</a:t>
            </a:r>
          </a:p>
          <a:p>
            <a:pPr lvl="1"/>
            <a:r>
              <a:rPr lang="de-DE" dirty="0"/>
              <a:t>Zieldefinition</a:t>
            </a:r>
          </a:p>
          <a:p>
            <a:pPr lvl="1"/>
            <a:r>
              <a:rPr lang="de-DE" dirty="0"/>
              <a:t>Durchführbarkeitsanalyse</a:t>
            </a:r>
          </a:p>
          <a:p>
            <a:pPr lvl="0"/>
            <a:r>
              <a:rPr lang="de-DE" dirty="0"/>
              <a:t>Phase 2</a:t>
            </a:r>
          </a:p>
          <a:p>
            <a:pPr lvl="1"/>
            <a:r>
              <a:rPr lang="de-DE" dirty="0"/>
              <a:t>Projektauftrag</a:t>
            </a:r>
          </a:p>
          <a:p>
            <a:pPr lvl="1"/>
            <a:r>
              <a:rPr lang="de-DE" dirty="0"/>
              <a:t>Grobgliederung</a:t>
            </a:r>
          </a:p>
          <a:p>
            <a:pPr lvl="1"/>
            <a:r>
              <a:rPr lang="de-DE" dirty="0"/>
              <a:t>Feinstrukturierung</a:t>
            </a:r>
          </a:p>
          <a:p>
            <a:pPr lvl="0"/>
            <a:r>
              <a:rPr lang="de-DE" dirty="0"/>
              <a:t>Phase 3</a:t>
            </a:r>
          </a:p>
          <a:p>
            <a:pPr lvl="1"/>
            <a:r>
              <a:rPr lang="de-DE" dirty="0"/>
              <a:t>Projektplanung</a:t>
            </a:r>
          </a:p>
          <a:p>
            <a:pPr lvl="1"/>
            <a:r>
              <a:rPr lang="de-DE" dirty="0"/>
              <a:t>Projektüberwachung</a:t>
            </a:r>
          </a:p>
          <a:p>
            <a:pPr lvl="1"/>
            <a:r>
              <a:rPr lang="de-DE" dirty="0"/>
              <a:t>Projektauswertung</a:t>
            </a:r>
          </a:p>
        </p:txBody>
      </p:sp>
    </p:spTree>
    <p:extLst>
      <p:ext uri="{BB962C8B-B14F-4D97-AF65-F5344CB8AC3E}">
        <p14:creationId xmlns:p14="http://schemas.microsoft.com/office/powerpoint/2010/main" val="313658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4E447-B66A-47D8-9A3B-D033F78A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 im Projektmanagement</a:t>
            </a: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B8472126-0CA4-4D5F-95A0-3E7302C2F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4177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495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Breitbild</PresentationFormat>
  <Paragraphs>30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Phasen im Projektmanagement</vt:lpstr>
      <vt:lpstr>Phasen im Projektmanagement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15</cp:revision>
  <dcterms:created xsi:type="dcterms:W3CDTF">2024-04-17T21:50:58Z</dcterms:created>
  <dcterms:modified xsi:type="dcterms:W3CDTF">2024-04-24T20:17:25Z</dcterms:modified>
</cp:coreProperties>
</file>
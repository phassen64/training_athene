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30460" autoAdjust="0"/>
    <p:restoredTop sz="86423" autoAdjust="0"/>
  </p:normalViewPr>
  <p:slideViewPr>
    <p:cSldViewPr snapToGrid="0">
      <p:cViewPr>
        <p:scale>
          <a:sx n="98" d="100"/>
          <a:sy n="98" d="100"/>
        </p:scale>
        <p:origin x="186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E92AB8-BA02-4458-B254-2BF5EC3F20C1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60F593-5960-4D0B-86F6-4E179006DA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9057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Meine Notiz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0F593-5960-4D0B-86F6-4E179006DABF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5629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CE7E08-D5DF-4E61-A0AA-720301AE0B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B3A5C50-FA8F-44A9-BB1B-0CC0DAEEC8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389BC6-49DD-4A85-93CC-CA84BFE67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CAF4-6671-443C-8DD6-171809708105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CB017A-585D-49BD-97DC-3F7B173A2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0130EB-BCFA-42C0-A20B-33ABDB8D7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09742-60BC-40C3-A3C4-E631C2C1D5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2208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3BF487-7198-4BAA-87D8-3B9BA2D9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DE64C7-369B-4979-8C04-F08D51936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01B2F6-BD18-4FB6-B1B6-0A4E72B48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CAF4-6671-443C-8DD6-171809708105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A83BDC-BD4E-43C2-8838-8658EADFB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7A0D46-0E81-4E88-89D6-27C9CDD00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09742-60BC-40C3-A3C4-E631C2C1D5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8397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173EEC-0543-4843-974E-69C02CFCD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35B02F7-1846-4ED2-9AD2-5B3FBB66A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CF4BEB-7621-4651-BF99-D7A3102B2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CAF4-6671-443C-8DD6-171809708105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A27E0C-FE7E-4825-979B-1D9F598AC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4E536E-C94D-4450-B852-EAFBF607A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09742-60BC-40C3-A3C4-E631C2C1D5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6748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A2220E-1CED-4626-8FE0-E5014A95D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647BC2-7A74-4DA1-867A-D55389D3AF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96C545D-CE6B-49FB-8F69-8284DB5BBD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E728592-C6D6-484F-9E18-3070019F9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CAF4-6671-443C-8DD6-171809708105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B2A4A19-7789-445B-8E09-B693E32C3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5CFAFE-BA29-4935-A221-D27033641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09742-60BC-40C3-A3C4-E631C2C1D5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566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0D40F7-C241-414C-A75B-7A5E9622E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8E8512-8D4E-477F-A446-9D4EA2DF3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CA59498-1087-4527-9498-5557D8503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A9E2F6C-F2E3-4DCC-BDE9-9179E3A8B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689D6E6-A3B6-48F2-AEF4-F023C0CEBA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3DA65E9-C32B-4D9B-9834-5EB730063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CAF4-6671-443C-8DD6-171809708105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F141E8D-35A5-413B-88A6-CEE789ACF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7DA4E57-0324-4F4A-BB30-EDF04ACEA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09742-60BC-40C3-A3C4-E631C2C1D5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4866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AC3AE5-B1D9-4582-A3BC-0E59A8D82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62F219D-FBCC-4737-8B8F-ED5F164E4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CAF4-6671-443C-8DD6-171809708105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1A995A1-0311-4F2A-8575-7DE19B560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E33D51-BF67-40A7-B0E2-ECB960FB0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09742-60BC-40C3-A3C4-E631C2C1D5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3372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AB80BA4-5AC3-483D-90CA-0C1C35EBB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CAF4-6671-443C-8DD6-171809708105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5EC2839-2EAC-4EB6-8C13-57BE46C40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228F92F-BE53-4AB3-B6D3-A36332439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09742-60BC-40C3-A3C4-E631C2C1D5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6659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B4E41C-F6F4-45E1-9EAE-57FECD8AD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4050E2-2B23-4CCF-973D-9F887F18F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C92FB01-0046-4529-AF88-6ACE9D362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63AF7FC-136F-4558-849A-11AE37AC6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CAF4-6671-443C-8DD6-171809708105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33E76FA-644C-4A93-BBCE-214889916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0B685C2-2F49-40BE-8887-9329D92F7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09742-60BC-40C3-A3C4-E631C2C1D5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9075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CAC112-A744-4105-A6D6-8E217820D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394EE2C-2A08-4E20-9B4B-0497905B7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4DC57CA-AA55-42C7-8781-F068FDF88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0D8ED38-3CEC-4775-AFAC-84BA59E02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CAF4-6671-443C-8DD6-171809708105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1EB655F-2000-4CA2-A81D-A4E85A7C4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B9DBAC1-27B4-4539-9F17-8E93346C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09742-60BC-40C3-A3C4-E631C2C1D5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9640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B36E02-274B-40CA-AA0A-8BE003376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2FB2A90-0F9A-4963-9722-26F58F4F87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8594A6-3B2B-464E-A5AB-4314FB661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CAF4-6671-443C-8DD6-171809708105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A7CD510-D281-427B-ABD8-DC61B413B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54A138-9A33-4549-B407-18D47E310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09742-60BC-40C3-A3C4-E631C2C1D5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9582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0712971-072A-4C6F-821B-93D7900452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108D2ED-E18A-42AC-B629-CF885CC543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BBB38E-AC6A-4ACE-BAB7-674043D04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CAF4-6671-443C-8DD6-171809708105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D202A8E-1E54-4C98-A6A0-CC38D5F88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DAE597-ED18-46C6-9CA8-5EA86EC16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09742-60BC-40C3-A3C4-E631C2C1D5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8743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89ABF16-0CC5-42AE-B074-BEB889BF9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8A2D1B-7F2D-4A5F-B295-771ACFEF5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F676FA-E172-499F-85C2-5D92D004E1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A1CAF4-6671-443C-8DD6-171809708105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06A6E5-0589-40D7-8EA2-E78BFFE48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A6DBC4-0EAA-4D39-B5B2-85AB314D1F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309742-60BC-40C3-A3C4-E631C2C1D5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609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B80A56-43AC-4E81-AB05-C62EA1987F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Mein Computerkurs für Kids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34F234D-273F-4546-816B-DAC49A0326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nach Ostern</a:t>
            </a:r>
          </a:p>
        </p:txBody>
      </p:sp>
    </p:spTree>
    <p:extLst>
      <p:ext uri="{BB962C8B-B14F-4D97-AF65-F5344CB8AC3E}">
        <p14:creationId xmlns:p14="http://schemas.microsoft.com/office/powerpoint/2010/main" val="4000136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54634E-D4CD-421C-826E-3AFE92CB4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Kindgerechte</a:t>
            </a:r>
            <a:r>
              <a:rPr lang="de-DE" baseline="0" dirty="0"/>
              <a:t>  Kurse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9F33DA7-1279-4C0B-ABBA-A0EACC5A3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Pädagogisch</a:t>
            </a:r>
            <a:r>
              <a:rPr lang="de-DE" baseline="0" dirty="0"/>
              <a:t> geschulte </a:t>
            </a:r>
            <a:r>
              <a:rPr lang="de-DE" baseline="0" dirty="0" err="1"/>
              <a:t>TrAINING</a:t>
            </a:r>
            <a:endParaRPr lang="de-DE" baseline="0" dirty="0"/>
          </a:p>
        </p:txBody>
      </p:sp>
    </p:spTree>
    <p:extLst>
      <p:ext uri="{BB962C8B-B14F-4D97-AF65-F5344CB8AC3E}">
        <p14:creationId xmlns:p14="http://schemas.microsoft.com/office/powerpoint/2010/main" val="893143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7600AE-D7E0-4FB5-8F9A-03793EAED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de-DE" baseline="0" dirty="0"/>
              <a:t>Speziell für die unterschiedlichen Altersstufen </a:t>
            </a:r>
            <a:r>
              <a:rPr lang="de-DE" baseline="0" dirty="0" err="1"/>
              <a:t>aufbereiteres</a:t>
            </a:r>
            <a:r>
              <a:rPr lang="de-DE" baseline="0" dirty="0"/>
              <a:t> Schulungsmaterial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EADED9-5372-4DAB-8830-A71658A67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  <a:p>
            <a:r>
              <a:rPr lang="de-DE" dirty="0"/>
              <a:t>Hier finden Sie uns</a:t>
            </a:r>
          </a:p>
          <a:p>
            <a:r>
              <a:rPr lang="de-DE" dirty="0"/>
              <a:t>Ferienkurs</a:t>
            </a:r>
          </a:p>
          <a:p>
            <a:r>
              <a:rPr lang="de-DE" dirty="0"/>
              <a:t>Ein neuer</a:t>
            </a:r>
            <a:r>
              <a:rPr lang="de-DE" baseline="0" dirty="0"/>
              <a:t> Kurs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93555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Office PowerPoint</Application>
  <PresentationFormat>Breitbild</PresentationFormat>
  <Paragraphs>11</Paragraphs>
  <Slides>3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</vt:lpstr>
      <vt:lpstr>Mein Computerkurs für Kids</vt:lpstr>
      <vt:lpstr>Kindgerechte  Kurse</vt:lpstr>
      <vt:lpstr>Speziell für die unterschiedlichen Altersstufen aufbereiteres Schulungsmaterial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P09</dc:creator>
  <cp:lastModifiedBy>P09</cp:lastModifiedBy>
  <cp:revision>4</cp:revision>
  <dcterms:created xsi:type="dcterms:W3CDTF">2024-04-10T17:11:48Z</dcterms:created>
  <dcterms:modified xsi:type="dcterms:W3CDTF">2024-04-10T17:29:37Z</dcterms:modified>
</cp:coreProperties>
</file>
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A1A0E-2341-4C05-8D15-61FB7CEC09B1}" type="datetime1">
              <a:rPr lang="de-DE" smtClean="0"/>
              <a:t>05.01.2014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CDD302-9254-448D-9BB1-A39DA3471C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932105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04B1F-B21D-4029-B4AA-D124875C3211}" type="datetime1">
              <a:rPr lang="de-DE" smtClean="0"/>
              <a:t>05.01.2014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03BCF2-2F5A-4092-A587-026728ACD5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7244960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Design der Präsentation:</a:t>
            </a:r>
          </a:p>
          <a:p>
            <a:r>
              <a:rPr lang="de-DE" dirty="0" smtClean="0"/>
              <a:t>Standarddesign (diese Musterdatei wurde mit PP2013 und dem Standarddesign „Office Theme“ erstellt)</a:t>
            </a:r>
          </a:p>
          <a:p>
            <a:endParaRPr lang="de-DE" dirty="0" smtClean="0"/>
          </a:p>
          <a:p>
            <a:r>
              <a:rPr lang="de-DE" dirty="0" smtClean="0"/>
              <a:t>Layout der Folie 1: leer</a:t>
            </a:r>
          </a:p>
          <a:p>
            <a:endParaRPr lang="de-DE" dirty="0" smtClean="0"/>
          </a:p>
          <a:p>
            <a:r>
              <a:rPr lang="de-DE" dirty="0" smtClean="0"/>
              <a:t>Word-Art „Spitzenteams“:</a:t>
            </a:r>
            <a:r>
              <a:rPr lang="de-DE" baseline="0" dirty="0" smtClean="0"/>
              <a:t> Füllung – Orange, Akzent 2, Kontur – Akzent 2 (PP2013!)</a:t>
            </a:r>
          </a:p>
          <a:p>
            <a:endParaRPr lang="de-DE" baseline="0" dirty="0" smtClean="0"/>
          </a:p>
          <a:p>
            <a:r>
              <a:rPr lang="de-DE" baseline="0" dirty="0" smtClean="0"/>
              <a:t>Pokal: Office-Grafik, s. Ordner mit Übungsbildern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BCF2-2F5A-4092-A587-026728ACD51C}" type="slidenum">
              <a:rPr lang="de-DE" smtClean="0"/>
              <a:t>1</a:t>
            </a:fld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233A512-5D52-4A50-B0B1-D1F02384C220}" type="datetime1">
              <a:rPr lang="de-DE" smtClean="0"/>
              <a:t>05.01.2014</a:t>
            </a:fld>
            <a:endParaRPr lang="de-DE"/>
          </a:p>
        </p:txBody>
      </p:sp>
      <p:sp>
        <p:nvSpPr>
          <p:cNvPr id="6" name="Kopfzeilenplatzhalt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8427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Layout der Folie 2: Vergleich</a:t>
            </a:r>
          </a:p>
          <a:p>
            <a:r>
              <a:rPr lang="de-DE" dirty="0" smtClean="0"/>
              <a:t>Bilder: Office-Onlinegrafiken, s. Ordner mit Übungsbildern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BCF2-2F5A-4092-A587-026728ACD51C}" type="slidenum">
              <a:rPr lang="de-DE" smtClean="0"/>
              <a:t>2</a:t>
            </a:fld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C53AACFB-37BB-4F19-9D32-6B10FCC4EE3C}" type="datetime1">
              <a:rPr lang="de-DE" smtClean="0"/>
              <a:t>05.01.2014</a:t>
            </a:fld>
            <a:endParaRPr lang="de-DE"/>
          </a:p>
        </p:txBody>
      </p:sp>
      <p:sp>
        <p:nvSpPr>
          <p:cNvPr id="6" name="Kopfzeilenplatzhalt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7311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01D0-A918-4ECF-8BDF-2B41D374666B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7992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2170B-8EB4-49C2-AE9A-563DBD49F2A0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6486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86004-0117-45D5-A5F5-B0656CDF7B70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0727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76522-76F8-478C-BC8B-2D636A4D1F0E}" type="datetime1">
              <a:rPr lang="de-DE" smtClean="0"/>
              <a:t>05.01.2014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2865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E5899-4B89-4884-A4FA-E53817C0C6E9}" type="datetime1">
              <a:rPr lang="de-DE" smtClean="0"/>
              <a:t>05.01.2014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3727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7E4F3-86FE-4007-88B4-9E1A9C9CAA01}" type="datetime1">
              <a:rPr lang="de-DE" smtClean="0"/>
              <a:t>05.01.2014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2898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4E899-BA4B-404F-9608-BE4A7A9322AE}" type="datetime1">
              <a:rPr lang="de-DE" smtClean="0"/>
              <a:t>05.01.2014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013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7B0B-8177-4DF6-B554-5BDDD586ABBF}" type="datetime1">
              <a:rPr lang="de-DE" smtClean="0"/>
              <a:t>05.01.2014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4175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5A61E-7FA6-47C6-B37A-DAE751550BD6}" type="datetime1">
              <a:rPr lang="de-DE" smtClean="0"/>
              <a:t>05.01.2014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2561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836F8-DBBE-4ACF-8012-1E5778114808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4340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7EE6-DF23-4FF9-A982-D1E9D066D924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1627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97140-BA38-4DD9-B7B6-1E9C2F1980F4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0182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2557093" y="1433503"/>
            <a:ext cx="40298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Spitzenteams</a:t>
            </a:r>
            <a:endParaRPr lang="de-DE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1" y="2571751"/>
            <a:ext cx="1714500" cy="1714500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E40E-CA90-409E-AF1B-291B8A63C0FD}" type="datetime1">
              <a:rPr lang="de-DE" smtClean="0"/>
              <a:t>05.01.2014</a:t>
            </a:fld>
            <a:endParaRPr lang="de-DE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2862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Nürnberg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Süd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smtClean="0"/>
              <a:t>Andrea Meyer</a:t>
            </a:r>
          </a:p>
          <a:p>
            <a:r>
              <a:rPr lang="de-DE" dirty="0" err="1" smtClean="0"/>
              <a:t>Sevinç</a:t>
            </a:r>
            <a:r>
              <a:rPr lang="de-DE" dirty="0" smtClean="0"/>
              <a:t> Gül</a:t>
            </a:r>
          </a:p>
          <a:p>
            <a:r>
              <a:rPr lang="de-DE" dirty="0" smtClean="0"/>
              <a:t>Kevin Kraus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 smtClean="0"/>
              <a:t>Nord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de-DE" dirty="0" smtClean="0"/>
              <a:t>Christian Baumann</a:t>
            </a:r>
          </a:p>
          <a:p>
            <a:r>
              <a:rPr lang="de-DE" dirty="0" smtClean="0"/>
              <a:t>Vladimir </a:t>
            </a:r>
            <a:r>
              <a:rPr lang="de-DE" dirty="0" err="1" smtClean="0"/>
              <a:t>Tepelev</a:t>
            </a:r>
            <a:endParaRPr lang="de-DE" dirty="0" smtClean="0"/>
          </a:p>
          <a:p>
            <a:r>
              <a:rPr lang="de-DE" dirty="0" smtClean="0"/>
              <a:t>Antonia </a:t>
            </a:r>
            <a:r>
              <a:rPr lang="de-DE" dirty="0" err="1" smtClean="0"/>
              <a:t>Osterrieder-Stanglhuber</a:t>
            </a:r>
            <a:endParaRPr lang="de-DE" dirty="0"/>
          </a:p>
        </p:txBody>
      </p:sp>
      <p:sp>
        <p:nvSpPr>
          <p:cNvPr id="19" name="Datumsplatzhalt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112B-015F-48D5-BCAA-703163671AF0}" type="datetime1">
              <a:rPr lang="de-DE" smtClean="0"/>
              <a:t>05.01.2014</a:t>
            </a:fld>
            <a:endParaRPr lang="de-DE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2</a:t>
            </a:fld>
            <a:endParaRPr lang="de-DE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79" y="4648906"/>
            <a:ext cx="1080000" cy="1440000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31" y="4648906"/>
            <a:ext cx="960000" cy="1440000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758" y="4648906"/>
            <a:ext cx="963967" cy="1440000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585" y="4648906"/>
            <a:ext cx="963967" cy="1440000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137" y="4648906"/>
            <a:ext cx="1011657" cy="1440000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6" y="4648906"/>
            <a:ext cx="963967" cy="144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0645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96</Words>
  <Application>Microsoft Office PowerPoint</Application>
  <PresentationFormat>Bildschirmpräsentation (4:3)</PresentationFormat>
  <Paragraphs>32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PowerPoint-Präsentation</vt:lpstr>
      <vt:lpstr>Nürnberg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Sandra Giebitz</dc:creator>
  <cp:lastModifiedBy>Sandra Giebitz</cp:lastModifiedBy>
  <cp:revision>6</cp:revision>
  <dcterms:created xsi:type="dcterms:W3CDTF">2014-01-05T17:12:11Z</dcterms:created>
  <dcterms:modified xsi:type="dcterms:W3CDTF">2014-01-05T17:37:53Z</dcterms:modified>
</cp:coreProperties>
</file>
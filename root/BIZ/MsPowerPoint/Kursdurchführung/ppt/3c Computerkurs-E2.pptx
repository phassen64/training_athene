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el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22" name="Untertitel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de-DE" smtClean="0"/>
              <a:t>Formatvorlage des Untertitelmasters durch Klicken bearbeiten</a:t>
            </a:r>
            <a:endParaRPr kumimoji="0"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t>15.11.2007</a:t>
            </a:fld>
            <a:endParaRPr lang="de-DE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Ellipse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Ellipse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t>15.11.2007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de-DE" smtClean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t>15.11.2007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Rechteck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Ellipse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Ellipse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t>15.11.2007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de-DE" smtClean="0"/>
              <a:t>Textmasterformate durch Klicken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de-DE" smtClean="0"/>
              <a:t>Textmasterformate durch Klicken bearbeiten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t>15.11.2007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t>15.11.2007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t>15.11.2007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t>‹Nr.›</a:t>
            </a:fld>
            <a:endParaRPr lang="de-DE"/>
          </a:p>
        </p:txBody>
      </p:sp>
      <p:sp>
        <p:nvSpPr>
          <p:cNvPr id="6" name="Rechteck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t>15.11.2007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t>15.11.2007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Rechteck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de-DE" smtClean="0"/>
              <a:t>Bild durch Klicken auf Symbol hinzufügen</a:t>
            </a:r>
            <a:endParaRPr kumimoji="0" lang="en-US" dirty="0"/>
          </a:p>
        </p:txBody>
      </p:sp>
      <p:sp>
        <p:nvSpPr>
          <p:cNvPr id="9" name="Flussdiagramm: Proz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ussdiagramm: Proz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de-DE" smtClean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t>15.11.2007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t>15.11.2007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ort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Ellipse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ad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hteck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9" name="Textplatzhalt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de-DE" smtClean="0"/>
              <a:t>Textmasterformate durch Klicken bearbeiten</a:t>
            </a:r>
          </a:p>
          <a:p>
            <a:pPr lvl="1" eaLnBrk="1" latinLnBrk="0" hangingPunct="1"/>
            <a:r>
              <a:rPr kumimoji="0" lang="de-DE" smtClean="0"/>
              <a:t>Zweite Ebene</a:t>
            </a:r>
          </a:p>
          <a:p>
            <a:pPr lvl="2" eaLnBrk="1" latinLnBrk="0" hangingPunct="1"/>
            <a:r>
              <a:rPr kumimoji="0" lang="de-DE" smtClean="0"/>
              <a:t>Dritte Ebene</a:t>
            </a:r>
          </a:p>
          <a:p>
            <a:pPr lvl="3" eaLnBrk="1" latinLnBrk="0" hangingPunct="1"/>
            <a:r>
              <a:rPr kumimoji="0" lang="de-DE" smtClean="0"/>
              <a:t>Vierte Ebene</a:t>
            </a:r>
          </a:p>
          <a:p>
            <a:pPr lvl="4" eaLnBrk="1" latinLnBrk="0" hangingPunct="1"/>
            <a:r>
              <a:rPr kumimoji="0" lang="de-DE" smtClean="0"/>
              <a:t>Fünfte Ebene</a:t>
            </a:r>
            <a:endParaRPr kumimoji="0" lang="en-US"/>
          </a:p>
        </p:txBody>
      </p:sp>
      <p:sp>
        <p:nvSpPr>
          <p:cNvPr id="24" name="Datumsplatzhalt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C461B729-02C4-4B6D-8515-809B81B91645}" type="datetimeFigureOut">
              <a:rPr lang="de-DE" smtClean="0"/>
              <a:t>15.11.2007</a:t>
            </a:fld>
            <a:endParaRPr lang="de-DE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de-DE"/>
          </a:p>
        </p:txBody>
      </p:sp>
      <p:sp>
        <p:nvSpPr>
          <p:cNvPr id="22" name="Foliennummernplatzhalt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E1F495C7-4F3C-4ED9-8CFF-8CCDF21999EA}" type="slidenum">
              <a:rPr lang="de-DE" smtClean="0"/>
              <a:t>‹Nr.›</a:t>
            </a:fld>
            <a:endParaRPr lang="de-DE"/>
          </a:p>
        </p:txBody>
      </p:sp>
      <p:sp>
        <p:nvSpPr>
          <p:cNvPr id="15" name="Rechteck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Computerkurse für Kids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smtClean="0"/>
              <a:t>Kurse für Kinder und Jugendliche von 4 – 14 Jahren</a:t>
            </a:r>
            <a:endParaRPr lang="de-D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smtClean="0"/>
              <a:t>Kindgerechte Kurse durch ein professionelles Konzept: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Pädagogisch geschulte Trainerinnen und Trainer</a:t>
            </a:r>
          </a:p>
          <a:p>
            <a:r>
              <a:rPr lang="de-DE" dirty="0" smtClean="0"/>
              <a:t>Speziell für die unterschiedlichen Altersstufen aufbereitetes Schulungsmaterial</a:t>
            </a:r>
          </a:p>
          <a:p>
            <a:r>
              <a:rPr lang="de-DE" dirty="0" smtClean="0"/>
              <a:t>Auf die Konzentrationsfähigkeit von Kindern abgestimmte Kurszeiten</a:t>
            </a:r>
            <a:endParaRPr lang="de-DE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Ihr Vorteil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 smtClean="0"/>
              <a:t>Alle ausgefallenen Stunden können nachgeholt werden! Dies gilt z.B. für…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 smtClean="0"/>
              <a:t>… Kursstunden, die durch Ferien entfallen</a:t>
            </a:r>
          </a:p>
          <a:p>
            <a:r>
              <a:rPr lang="de-DE" dirty="0" smtClean="0"/>
              <a:t>… Kursausfall durch Krankheit</a:t>
            </a:r>
            <a:endParaRPr lang="de-DE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yad">
  <a:themeElements>
    <a:clrScheme name="Nyad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Nya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Nyad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0</TotalTime>
  <Words>65</Words>
  <Application>Microsoft Office PowerPoint</Application>
  <PresentationFormat>Bildschirmpräsentation (4:3)</PresentationFormat>
  <Paragraphs>10</Paragraphs>
  <Slides>3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4" baseType="lpstr">
      <vt:lpstr>Nyad</vt:lpstr>
      <vt:lpstr>Computerkurse für Kids</vt:lpstr>
      <vt:lpstr>Kindgerechte Kurse durch ein professionelles Konzept:</vt:lpstr>
      <vt:lpstr>Ihr Vorteil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Computerkurse für Kids</dc:title>
  <dc:creator>microstar</dc:creator>
  <cp:lastModifiedBy>microstar</cp:lastModifiedBy>
  <cp:revision>2</cp:revision>
  <dcterms:created xsi:type="dcterms:W3CDTF">2007-11-15T13:16:04Z</dcterms:created>
  <dcterms:modified xsi:type="dcterms:W3CDTF">2007-11-15T13:21:14Z</dcterms:modified>
</cp:coreProperties>
</file>
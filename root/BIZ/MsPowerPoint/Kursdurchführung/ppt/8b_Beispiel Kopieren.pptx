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Kopieren und verschieben</a:t>
            </a:r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Zitat 2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Es stört mich nicht, was meine Minister sagen, solange sie tun, was ich ihnen sage. (Margaret Thatcher)</a:t>
            </a:r>
            <a:endParaRPr 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</Words>
  <Application>Microsoft Office PowerPoint</Application>
  <PresentationFormat>Bildschirmpräsentation 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Larissa-Design</vt:lpstr>
      <vt:lpstr>Kopieren und verschieben</vt:lpstr>
      <vt:lpstr>Zitat 2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microstar</dc:creator>
  <cp:lastModifiedBy>Sandra Giebitz</cp:lastModifiedBy>
  <cp:revision>9</cp:revision>
  <dcterms:created xsi:type="dcterms:W3CDTF">2008-05-25T08:03:34Z</dcterms:created>
  <dcterms:modified xsi:type="dcterms:W3CDTF">2014-01-04T18:49:56Z</dcterms:modified>
</cp:coreProperties>
</file>
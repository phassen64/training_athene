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8"/>
  </p:notesMasterIdLst>
  <p:handoutMasterIdLst>
    <p:handoutMasterId r:id="rId9"/>
  </p:handoutMasterIdLst>
  <p:sldIdLst>
    <p:sldId id="257" r:id="rId2"/>
    <p:sldId id="258" r:id="rId3"/>
    <p:sldId id="265" r:id="rId4"/>
    <p:sldId id="260" r:id="rId5"/>
    <p:sldId id="262" r:id="rId6"/>
    <p:sldId id="266" r:id="rId7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52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8B663A-BB2B-4FE7-A396-A7E7722C2CE5}" type="doc">
      <dgm:prSet loTypeId="urn:microsoft.com/office/officeart/2005/8/layout/hList9" loCatId="list" qsTypeId="urn:microsoft.com/office/officeart/2005/8/quickstyle/simple1#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C07C3EB4-6CAE-4A3A-8E1B-42F30A30185A}">
      <dgm:prSet phldrT="[Text]"/>
      <dgm:spPr/>
      <dgm:t>
        <a:bodyPr/>
        <a:lstStyle/>
        <a:p>
          <a:r>
            <a:rPr lang="de-DE" dirty="0" smtClean="0"/>
            <a:t>Positive Faktoren</a:t>
          </a:r>
          <a:endParaRPr lang="de-DE" dirty="0"/>
        </a:p>
      </dgm:t>
    </dgm:pt>
    <dgm:pt modelId="{D340448E-22F5-4634-9836-7230712ECE10}" type="parTrans" cxnId="{7B833D8C-D116-45E5-80D0-8873BC4DF5DD}">
      <dgm:prSet/>
      <dgm:spPr/>
      <dgm:t>
        <a:bodyPr/>
        <a:lstStyle/>
        <a:p>
          <a:endParaRPr lang="de-DE"/>
        </a:p>
      </dgm:t>
    </dgm:pt>
    <dgm:pt modelId="{C31889A9-81F7-4451-86C9-EBACDDAD98DE}" type="sibTrans" cxnId="{7B833D8C-D116-45E5-80D0-8873BC4DF5DD}">
      <dgm:prSet/>
      <dgm:spPr/>
      <dgm:t>
        <a:bodyPr/>
        <a:lstStyle/>
        <a:p>
          <a:endParaRPr lang="de-DE"/>
        </a:p>
      </dgm:t>
    </dgm:pt>
    <dgm:pt modelId="{B2732E1B-DF1F-4DA7-A182-2B32CA67393C}">
      <dgm:prSet phldrT="[Text]"/>
      <dgm:spPr/>
      <dgm:t>
        <a:bodyPr/>
        <a:lstStyle/>
        <a:p>
          <a:r>
            <a:rPr lang="de-DE" dirty="0" smtClean="0"/>
            <a:t>Steigende Nachfrage</a:t>
          </a:r>
          <a:endParaRPr lang="de-DE" dirty="0"/>
        </a:p>
      </dgm:t>
    </dgm:pt>
    <dgm:pt modelId="{6E4BE988-EA4C-41BE-8F02-0860650B87D4}" type="parTrans" cxnId="{CE815551-C3DA-4F92-9843-5B8D0BC0EF9B}">
      <dgm:prSet/>
      <dgm:spPr/>
      <dgm:t>
        <a:bodyPr/>
        <a:lstStyle/>
        <a:p>
          <a:endParaRPr lang="de-DE"/>
        </a:p>
      </dgm:t>
    </dgm:pt>
    <dgm:pt modelId="{AE9074CA-139D-4467-A778-EB00B0AE07ED}" type="sibTrans" cxnId="{CE815551-C3DA-4F92-9843-5B8D0BC0EF9B}">
      <dgm:prSet/>
      <dgm:spPr/>
      <dgm:t>
        <a:bodyPr/>
        <a:lstStyle/>
        <a:p>
          <a:endParaRPr lang="de-DE"/>
        </a:p>
      </dgm:t>
    </dgm:pt>
    <dgm:pt modelId="{42092693-9A76-4DAA-982E-8C1256A2710A}">
      <dgm:prSet phldrT="[Text]"/>
      <dgm:spPr/>
      <dgm:t>
        <a:bodyPr/>
        <a:lstStyle/>
        <a:p>
          <a:r>
            <a:rPr lang="de-DE" dirty="0" smtClean="0"/>
            <a:t>Negative Faktoren</a:t>
          </a:r>
          <a:endParaRPr lang="de-DE" dirty="0"/>
        </a:p>
      </dgm:t>
    </dgm:pt>
    <dgm:pt modelId="{EBB1BCD6-DDCA-410A-9689-1BA6FDE53D35}" type="parTrans" cxnId="{18B2D7B6-5636-4D00-B6EF-66EC471D56B0}">
      <dgm:prSet/>
      <dgm:spPr/>
      <dgm:t>
        <a:bodyPr/>
        <a:lstStyle/>
        <a:p>
          <a:endParaRPr lang="de-DE"/>
        </a:p>
      </dgm:t>
    </dgm:pt>
    <dgm:pt modelId="{3FAC4D9B-C896-4DF9-A2B0-EC3678E0CD35}" type="sibTrans" cxnId="{18B2D7B6-5636-4D00-B6EF-66EC471D56B0}">
      <dgm:prSet/>
      <dgm:spPr/>
      <dgm:t>
        <a:bodyPr/>
        <a:lstStyle/>
        <a:p>
          <a:endParaRPr lang="de-DE"/>
        </a:p>
      </dgm:t>
    </dgm:pt>
    <dgm:pt modelId="{3B2D3C66-5AA1-422B-903C-E9F05F91890F}">
      <dgm:prSet phldrT="[Text]"/>
      <dgm:spPr/>
      <dgm:t>
        <a:bodyPr/>
        <a:lstStyle/>
        <a:p>
          <a:r>
            <a:rPr lang="de-DE" dirty="0" smtClean="0"/>
            <a:t>Zunehmende Konkurrenz</a:t>
          </a:r>
          <a:endParaRPr lang="de-DE" dirty="0"/>
        </a:p>
      </dgm:t>
    </dgm:pt>
    <dgm:pt modelId="{9245A3CD-D1D7-447C-8753-4214570B4A16}" type="parTrans" cxnId="{1D92086E-0E6E-4D85-A958-E9069327D873}">
      <dgm:prSet/>
      <dgm:spPr/>
      <dgm:t>
        <a:bodyPr/>
        <a:lstStyle/>
        <a:p>
          <a:endParaRPr lang="de-DE"/>
        </a:p>
      </dgm:t>
    </dgm:pt>
    <dgm:pt modelId="{2A11CF18-4699-44FB-9690-DA476ADD2317}" type="sibTrans" cxnId="{1D92086E-0E6E-4D85-A958-E9069327D873}">
      <dgm:prSet/>
      <dgm:spPr/>
      <dgm:t>
        <a:bodyPr/>
        <a:lstStyle/>
        <a:p>
          <a:endParaRPr lang="de-DE"/>
        </a:p>
      </dgm:t>
    </dgm:pt>
    <dgm:pt modelId="{AEF431E5-505C-40B5-B782-AEC068E6FE8B}">
      <dgm:prSet/>
      <dgm:spPr/>
      <dgm:t>
        <a:bodyPr/>
        <a:lstStyle/>
        <a:p>
          <a:r>
            <a:rPr lang="de-DE" smtClean="0"/>
            <a:t>Rationalisierung der Produktion</a:t>
          </a:r>
          <a:endParaRPr lang="de-DE" dirty="0"/>
        </a:p>
      </dgm:t>
    </dgm:pt>
    <dgm:pt modelId="{4D7C8712-A122-45EA-A75E-2A5DBAC5DCD7}" type="parTrans" cxnId="{54ED8412-BF75-42A8-94AE-DD3225FCEA6D}">
      <dgm:prSet/>
      <dgm:spPr/>
      <dgm:t>
        <a:bodyPr/>
        <a:lstStyle/>
        <a:p>
          <a:endParaRPr lang="de-DE"/>
        </a:p>
      </dgm:t>
    </dgm:pt>
    <dgm:pt modelId="{975BA03C-D69B-4F4D-92CC-FA9A538A362E}" type="sibTrans" cxnId="{54ED8412-BF75-42A8-94AE-DD3225FCEA6D}">
      <dgm:prSet/>
      <dgm:spPr/>
      <dgm:t>
        <a:bodyPr/>
        <a:lstStyle/>
        <a:p>
          <a:endParaRPr lang="de-DE"/>
        </a:p>
      </dgm:t>
    </dgm:pt>
    <dgm:pt modelId="{5AA851A8-C161-48E1-8936-77C63E90A917}">
      <dgm:prSet/>
      <dgm:spPr/>
      <dgm:t>
        <a:bodyPr/>
        <a:lstStyle/>
        <a:p>
          <a:r>
            <a:rPr lang="de-DE" dirty="0" smtClean="0"/>
            <a:t>Günstigere Bezugsquellen für KBA-Produkte</a:t>
          </a:r>
          <a:endParaRPr lang="de-DE" dirty="0"/>
        </a:p>
      </dgm:t>
    </dgm:pt>
    <dgm:pt modelId="{6280CC44-2EED-4D6D-8036-5285D1F4B370}" type="parTrans" cxnId="{A590B4E3-D792-4E37-84BC-C8016FD2E6F1}">
      <dgm:prSet/>
      <dgm:spPr/>
      <dgm:t>
        <a:bodyPr/>
        <a:lstStyle/>
        <a:p>
          <a:endParaRPr lang="de-DE"/>
        </a:p>
      </dgm:t>
    </dgm:pt>
    <dgm:pt modelId="{1A0B9CCC-7905-417D-81E8-3A8CE5FD86FB}" type="sibTrans" cxnId="{A590B4E3-D792-4E37-84BC-C8016FD2E6F1}">
      <dgm:prSet/>
      <dgm:spPr/>
      <dgm:t>
        <a:bodyPr/>
        <a:lstStyle/>
        <a:p>
          <a:endParaRPr lang="de-DE"/>
        </a:p>
      </dgm:t>
    </dgm:pt>
    <dgm:pt modelId="{11C66747-516B-4F5D-BD74-97B93F9CDDE5}">
      <dgm:prSet/>
      <dgm:spPr/>
      <dgm:t>
        <a:bodyPr/>
        <a:lstStyle/>
        <a:p>
          <a:r>
            <a:rPr lang="de-DE" smtClean="0"/>
            <a:t>Mehrausgaben für Werbung</a:t>
          </a:r>
          <a:endParaRPr lang="de-DE" dirty="0"/>
        </a:p>
      </dgm:t>
    </dgm:pt>
    <dgm:pt modelId="{D9A5F9EF-F3E7-4760-BFB8-D3660059EFEC}" type="parTrans" cxnId="{5449FEB9-43FD-4E5B-8362-A19A4EC9B802}">
      <dgm:prSet/>
      <dgm:spPr/>
      <dgm:t>
        <a:bodyPr/>
        <a:lstStyle/>
        <a:p>
          <a:endParaRPr lang="de-DE"/>
        </a:p>
      </dgm:t>
    </dgm:pt>
    <dgm:pt modelId="{AABC3F91-AB77-41D2-AC67-22E0E0FDD234}" type="sibTrans" cxnId="{5449FEB9-43FD-4E5B-8362-A19A4EC9B802}">
      <dgm:prSet/>
      <dgm:spPr/>
      <dgm:t>
        <a:bodyPr/>
        <a:lstStyle/>
        <a:p>
          <a:endParaRPr lang="de-DE"/>
        </a:p>
      </dgm:t>
    </dgm:pt>
    <dgm:pt modelId="{7DD4177B-2BD6-40DE-927E-C717A517FCA0}">
      <dgm:prSet/>
      <dgm:spPr/>
      <dgm:t>
        <a:bodyPr/>
        <a:lstStyle/>
        <a:p>
          <a:r>
            <a:rPr lang="de-DE" smtClean="0"/>
            <a:t>Kosten für den Anbau</a:t>
          </a:r>
          <a:endParaRPr lang="de-DE" dirty="0"/>
        </a:p>
      </dgm:t>
    </dgm:pt>
    <dgm:pt modelId="{32605337-8D60-479C-A96F-1F7854382837}" type="parTrans" cxnId="{2E5AB807-C9CD-4BF3-A6E0-35AAD55FD3F4}">
      <dgm:prSet/>
      <dgm:spPr/>
      <dgm:t>
        <a:bodyPr/>
        <a:lstStyle/>
        <a:p>
          <a:endParaRPr lang="de-DE"/>
        </a:p>
      </dgm:t>
    </dgm:pt>
    <dgm:pt modelId="{A3DCCBEB-D519-4782-A03A-33E1AD3EC63E}" type="sibTrans" cxnId="{2E5AB807-C9CD-4BF3-A6E0-35AAD55FD3F4}">
      <dgm:prSet/>
      <dgm:spPr/>
      <dgm:t>
        <a:bodyPr/>
        <a:lstStyle/>
        <a:p>
          <a:endParaRPr lang="de-DE"/>
        </a:p>
      </dgm:t>
    </dgm:pt>
    <dgm:pt modelId="{0A09FE53-0B96-4968-AEFD-EF30D94C987A}" type="pres">
      <dgm:prSet presAssocID="{518B663A-BB2B-4FE7-A396-A7E7722C2CE5}" presName="list" presStyleCnt="0">
        <dgm:presLayoutVars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1ED25C03-0C4D-46E6-939F-9ED5898AEB2D}" type="pres">
      <dgm:prSet presAssocID="{C07C3EB4-6CAE-4A3A-8E1B-42F30A30185A}" presName="posSpace" presStyleCnt="0"/>
      <dgm:spPr/>
    </dgm:pt>
    <dgm:pt modelId="{34355DF3-19F7-435B-8035-26EBE16D3A45}" type="pres">
      <dgm:prSet presAssocID="{C07C3EB4-6CAE-4A3A-8E1B-42F30A30185A}" presName="vertFlow" presStyleCnt="0"/>
      <dgm:spPr/>
    </dgm:pt>
    <dgm:pt modelId="{FB8EC0F4-D37B-4155-BF8F-50018C87C02A}" type="pres">
      <dgm:prSet presAssocID="{C07C3EB4-6CAE-4A3A-8E1B-42F30A30185A}" presName="topSpace" presStyleCnt="0"/>
      <dgm:spPr/>
    </dgm:pt>
    <dgm:pt modelId="{3F1C476D-D05D-494E-BC79-6083B84ABB2C}" type="pres">
      <dgm:prSet presAssocID="{C07C3EB4-6CAE-4A3A-8E1B-42F30A30185A}" presName="firstComp" presStyleCnt="0"/>
      <dgm:spPr/>
    </dgm:pt>
    <dgm:pt modelId="{5C5A42E9-AB5E-4850-9539-F3B8B0BEDB3D}" type="pres">
      <dgm:prSet presAssocID="{C07C3EB4-6CAE-4A3A-8E1B-42F30A30185A}" presName="firstChild" presStyleLbl="bgAccFollowNode1" presStyleIdx="0" presStyleCnt="6"/>
      <dgm:spPr/>
      <dgm:t>
        <a:bodyPr/>
        <a:lstStyle/>
        <a:p>
          <a:endParaRPr lang="de-DE"/>
        </a:p>
      </dgm:t>
    </dgm:pt>
    <dgm:pt modelId="{577DA3E7-B618-4A8D-A314-B264B4D305AD}" type="pres">
      <dgm:prSet presAssocID="{C07C3EB4-6CAE-4A3A-8E1B-42F30A30185A}" presName="firstChildTx" presStyleLbl="bgAccFollowNode1" presStyleIdx="0" presStyleCnt="6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4D5E24DF-64DA-483E-8887-BA58A614A6CA}" type="pres">
      <dgm:prSet presAssocID="{AEF431E5-505C-40B5-B782-AEC068E6FE8B}" presName="comp" presStyleCnt="0"/>
      <dgm:spPr/>
    </dgm:pt>
    <dgm:pt modelId="{2341DC0C-EB21-47E2-8818-6578659960D2}" type="pres">
      <dgm:prSet presAssocID="{AEF431E5-505C-40B5-B782-AEC068E6FE8B}" presName="child" presStyleLbl="bgAccFollowNode1" presStyleIdx="1" presStyleCnt="6"/>
      <dgm:spPr/>
      <dgm:t>
        <a:bodyPr/>
        <a:lstStyle/>
        <a:p>
          <a:endParaRPr lang="de-DE"/>
        </a:p>
      </dgm:t>
    </dgm:pt>
    <dgm:pt modelId="{9C17ED4A-4F83-4854-BD48-85BA90CD22C8}" type="pres">
      <dgm:prSet presAssocID="{AEF431E5-505C-40B5-B782-AEC068E6FE8B}" presName="childTx" presStyleLbl="bgAccFollowNode1" presStyleIdx="1" presStyleCnt="6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40F13C4-AF63-4DCF-8888-9CE80374B536}" type="pres">
      <dgm:prSet presAssocID="{5AA851A8-C161-48E1-8936-77C63E90A917}" presName="comp" presStyleCnt="0"/>
      <dgm:spPr/>
    </dgm:pt>
    <dgm:pt modelId="{30C1917C-598F-47DE-BFAC-2520F5C22C67}" type="pres">
      <dgm:prSet presAssocID="{5AA851A8-C161-48E1-8936-77C63E90A917}" presName="child" presStyleLbl="bgAccFollowNode1" presStyleIdx="2" presStyleCnt="6"/>
      <dgm:spPr/>
      <dgm:t>
        <a:bodyPr/>
        <a:lstStyle/>
        <a:p>
          <a:endParaRPr lang="de-DE"/>
        </a:p>
      </dgm:t>
    </dgm:pt>
    <dgm:pt modelId="{42F1E77E-DC6A-47BF-A861-221E41307788}" type="pres">
      <dgm:prSet presAssocID="{5AA851A8-C161-48E1-8936-77C63E90A917}" presName="childTx" presStyleLbl="bgAccFollowNode1" presStyleIdx="2" presStyleCnt="6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47F2606A-FE04-4226-B123-6AA7B51825A9}" type="pres">
      <dgm:prSet presAssocID="{C07C3EB4-6CAE-4A3A-8E1B-42F30A30185A}" presName="negSpace" presStyleCnt="0"/>
      <dgm:spPr/>
    </dgm:pt>
    <dgm:pt modelId="{B0CF0ABB-5C3C-48B3-9BE3-13070BD9D0C6}" type="pres">
      <dgm:prSet presAssocID="{C07C3EB4-6CAE-4A3A-8E1B-42F30A30185A}" presName="circle" presStyleLbl="node1" presStyleIdx="0" presStyleCnt="2"/>
      <dgm:spPr/>
      <dgm:t>
        <a:bodyPr/>
        <a:lstStyle/>
        <a:p>
          <a:endParaRPr lang="de-DE"/>
        </a:p>
      </dgm:t>
    </dgm:pt>
    <dgm:pt modelId="{6854D838-1019-4918-815F-6DC583644735}" type="pres">
      <dgm:prSet presAssocID="{C31889A9-81F7-4451-86C9-EBACDDAD98DE}" presName="transSpace" presStyleCnt="0"/>
      <dgm:spPr/>
    </dgm:pt>
    <dgm:pt modelId="{D2E273FA-5891-415C-A209-9FD7DB36F92C}" type="pres">
      <dgm:prSet presAssocID="{42092693-9A76-4DAA-982E-8C1256A2710A}" presName="posSpace" presStyleCnt="0"/>
      <dgm:spPr/>
    </dgm:pt>
    <dgm:pt modelId="{7FBBABB8-C0FB-4B7C-A9B8-5D62E141ECD5}" type="pres">
      <dgm:prSet presAssocID="{42092693-9A76-4DAA-982E-8C1256A2710A}" presName="vertFlow" presStyleCnt="0"/>
      <dgm:spPr/>
    </dgm:pt>
    <dgm:pt modelId="{034325D6-C743-4A49-8A3A-483A276D3969}" type="pres">
      <dgm:prSet presAssocID="{42092693-9A76-4DAA-982E-8C1256A2710A}" presName="topSpace" presStyleCnt="0"/>
      <dgm:spPr/>
    </dgm:pt>
    <dgm:pt modelId="{B897A067-C192-4A51-9EEF-27DEF150C918}" type="pres">
      <dgm:prSet presAssocID="{42092693-9A76-4DAA-982E-8C1256A2710A}" presName="firstComp" presStyleCnt="0"/>
      <dgm:spPr/>
    </dgm:pt>
    <dgm:pt modelId="{36341CA6-CF9F-4E5F-8E60-CAB97AC619A5}" type="pres">
      <dgm:prSet presAssocID="{42092693-9A76-4DAA-982E-8C1256A2710A}" presName="firstChild" presStyleLbl="bgAccFollowNode1" presStyleIdx="3" presStyleCnt="6"/>
      <dgm:spPr/>
      <dgm:t>
        <a:bodyPr/>
        <a:lstStyle/>
        <a:p>
          <a:endParaRPr lang="de-DE"/>
        </a:p>
      </dgm:t>
    </dgm:pt>
    <dgm:pt modelId="{B5F6F140-F5D9-4585-AB23-6EFC888CA853}" type="pres">
      <dgm:prSet presAssocID="{42092693-9A76-4DAA-982E-8C1256A2710A}" presName="firstChildTx" presStyleLbl="bgAccFollowNode1" presStyleIdx="3" presStyleCnt="6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A61891AA-B467-4D6F-A373-B3295026C49D}" type="pres">
      <dgm:prSet presAssocID="{11C66747-516B-4F5D-BD74-97B93F9CDDE5}" presName="comp" presStyleCnt="0"/>
      <dgm:spPr/>
    </dgm:pt>
    <dgm:pt modelId="{41841946-F6CF-41FD-93D4-1DB92C75531A}" type="pres">
      <dgm:prSet presAssocID="{11C66747-516B-4F5D-BD74-97B93F9CDDE5}" presName="child" presStyleLbl="bgAccFollowNode1" presStyleIdx="4" presStyleCnt="6"/>
      <dgm:spPr/>
      <dgm:t>
        <a:bodyPr/>
        <a:lstStyle/>
        <a:p>
          <a:endParaRPr lang="de-DE"/>
        </a:p>
      </dgm:t>
    </dgm:pt>
    <dgm:pt modelId="{A8ED0F0C-C8D6-44CD-8B80-77C45297449B}" type="pres">
      <dgm:prSet presAssocID="{11C66747-516B-4F5D-BD74-97B93F9CDDE5}" presName="childTx" presStyleLbl="bgAccFollowNode1" presStyleIdx="4" presStyleCnt="6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38F82B50-9568-4027-85FB-CCA922E06B27}" type="pres">
      <dgm:prSet presAssocID="{7DD4177B-2BD6-40DE-927E-C717A517FCA0}" presName="comp" presStyleCnt="0"/>
      <dgm:spPr/>
    </dgm:pt>
    <dgm:pt modelId="{C2BD21B5-11FA-489D-84A7-6D3CC63DEC74}" type="pres">
      <dgm:prSet presAssocID="{7DD4177B-2BD6-40DE-927E-C717A517FCA0}" presName="child" presStyleLbl="bgAccFollowNode1" presStyleIdx="5" presStyleCnt="6"/>
      <dgm:spPr/>
      <dgm:t>
        <a:bodyPr/>
        <a:lstStyle/>
        <a:p>
          <a:endParaRPr lang="de-DE"/>
        </a:p>
      </dgm:t>
    </dgm:pt>
    <dgm:pt modelId="{83F9B160-9285-4378-B4AF-490EA246D1D5}" type="pres">
      <dgm:prSet presAssocID="{7DD4177B-2BD6-40DE-927E-C717A517FCA0}" presName="childTx" presStyleLbl="bgAccFollowNode1" presStyleIdx="5" presStyleCnt="6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C9AA45E4-3AC2-4776-A6E4-85CDC21B7F31}" type="pres">
      <dgm:prSet presAssocID="{42092693-9A76-4DAA-982E-8C1256A2710A}" presName="negSpace" presStyleCnt="0"/>
      <dgm:spPr/>
    </dgm:pt>
    <dgm:pt modelId="{016CAAF7-9397-41A7-AE73-724794E8DC24}" type="pres">
      <dgm:prSet presAssocID="{42092693-9A76-4DAA-982E-8C1256A2710A}" presName="circle" presStyleLbl="node1" presStyleIdx="1" presStyleCnt="2"/>
      <dgm:spPr/>
      <dgm:t>
        <a:bodyPr/>
        <a:lstStyle/>
        <a:p>
          <a:endParaRPr lang="de-DE"/>
        </a:p>
      </dgm:t>
    </dgm:pt>
  </dgm:ptLst>
  <dgm:cxnLst>
    <dgm:cxn modelId="{3C9A7591-9F6A-4836-A9C0-571C03AB0D67}" type="presOf" srcId="{5AA851A8-C161-48E1-8936-77C63E90A917}" destId="{30C1917C-598F-47DE-BFAC-2520F5C22C67}" srcOrd="0" destOrd="0" presId="urn:microsoft.com/office/officeart/2005/8/layout/hList9"/>
    <dgm:cxn modelId="{4F276440-ABF0-4742-8B13-DDACEDA46F25}" type="presOf" srcId="{AEF431E5-505C-40B5-B782-AEC068E6FE8B}" destId="{9C17ED4A-4F83-4854-BD48-85BA90CD22C8}" srcOrd="1" destOrd="0" presId="urn:microsoft.com/office/officeart/2005/8/layout/hList9"/>
    <dgm:cxn modelId="{54ED8412-BF75-42A8-94AE-DD3225FCEA6D}" srcId="{C07C3EB4-6CAE-4A3A-8E1B-42F30A30185A}" destId="{AEF431E5-505C-40B5-B782-AEC068E6FE8B}" srcOrd="1" destOrd="0" parTransId="{4D7C8712-A122-45EA-A75E-2A5DBAC5DCD7}" sibTransId="{975BA03C-D69B-4F4D-92CC-FA9A538A362E}"/>
    <dgm:cxn modelId="{5449FEB9-43FD-4E5B-8362-A19A4EC9B802}" srcId="{42092693-9A76-4DAA-982E-8C1256A2710A}" destId="{11C66747-516B-4F5D-BD74-97B93F9CDDE5}" srcOrd="1" destOrd="0" parTransId="{D9A5F9EF-F3E7-4760-BFB8-D3660059EFEC}" sibTransId="{AABC3F91-AB77-41D2-AC67-22E0E0FDD234}"/>
    <dgm:cxn modelId="{18B2D7B6-5636-4D00-B6EF-66EC471D56B0}" srcId="{518B663A-BB2B-4FE7-A396-A7E7722C2CE5}" destId="{42092693-9A76-4DAA-982E-8C1256A2710A}" srcOrd="1" destOrd="0" parTransId="{EBB1BCD6-DDCA-410A-9689-1BA6FDE53D35}" sibTransId="{3FAC4D9B-C896-4DF9-A2B0-EC3678E0CD35}"/>
    <dgm:cxn modelId="{7B833D8C-D116-45E5-80D0-8873BC4DF5DD}" srcId="{518B663A-BB2B-4FE7-A396-A7E7722C2CE5}" destId="{C07C3EB4-6CAE-4A3A-8E1B-42F30A30185A}" srcOrd="0" destOrd="0" parTransId="{D340448E-22F5-4634-9836-7230712ECE10}" sibTransId="{C31889A9-81F7-4451-86C9-EBACDDAD98DE}"/>
    <dgm:cxn modelId="{1D92086E-0E6E-4D85-A958-E9069327D873}" srcId="{42092693-9A76-4DAA-982E-8C1256A2710A}" destId="{3B2D3C66-5AA1-422B-903C-E9F05F91890F}" srcOrd="0" destOrd="0" parTransId="{9245A3CD-D1D7-447C-8753-4214570B4A16}" sibTransId="{2A11CF18-4699-44FB-9690-DA476ADD2317}"/>
    <dgm:cxn modelId="{AC06C955-ED0A-4F33-AC48-1579EB2435CB}" type="presOf" srcId="{B2732E1B-DF1F-4DA7-A182-2B32CA67393C}" destId="{577DA3E7-B618-4A8D-A314-B264B4D305AD}" srcOrd="1" destOrd="0" presId="urn:microsoft.com/office/officeart/2005/8/layout/hList9"/>
    <dgm:cxn modelId="{37DE13AA-91FB-4A81-92F1-85DAF50E6994}" type="presOf" srcId="{AEF431E5-505C-40B5-B782-AEC068E6FE8B}" destId="{2341DC0C-EB21-47E2-8818-6578659960D2}" srcOrd="0" destOrd="0" presId="urn:microsoft.com/office/officeart/2005/8/layout/hList9"/>
    <dgm:cxn modelId="{CE815551-C3DA-4F92-9843-5B8D0BC0EF9B}" srcId="{C07C3EB4-6CAE-4A3A-8E1B-42F30A30185A}" destId="{B2732E1B-DF1F-4DA7-A182-2B32CA67393C}" srcOrd="0" destOrd="0" parTransId="{6E4BE988-EA4C-41BE-8F02-0860650B87D4}" sibTransId="{AE9074CA-139D-4467-A778-EB00B0AE07ED}"/>
    <dgm:cxn modelId="{2E5AB807-C9CD-4BF3-A6E0-35AAD55FD3F4}" srcId="{42092693-9A76-4DAA-982E-8C1256A2710A}" destId="{7DD4177B-2BD6-40DE-927E-C717A517FCA0}" srcOrd="2" destOrd="0" parTransId="{32605337-8D60-479C-A96F-1F7854382837}" sibTransId="{A3DCCBEB-D519-4782-A03A-33E1AD3EC63E}"/>
    <dgm:cxn modelId="{939481AD-FED3-44A3-9D77-E2BC746A0AB7}" type="presOf" srcId="{5AA851A8-C161-48E1-8936-77C63E90A917}" destId="{42F1E77E-DC6A-47BF-A861-221E41307788}" srcOrd="1" destOrd="0" presId="urn:microsoft.com/office/officeart/2005/8/layout/hList9"/>
    <dgm:cxn modelId="{D1503B3D-A8D9-4FB9-94B0-429A9E55322F}" type="presOf" srcId="{C07C3EB4-6CAE-4A3A-8E1B-42F30A30185A}" destId="{B0CF0ABB-5C3C-48B3-9BE3-13070BD9D0C6}" srcOrd="0" destOrd="0" presId="urn:microsoft.com/office/officeart/2005/8/layout/hList9"/>
    <dgm:cxn modelId="{3EDA0AEC-6A22-42E7-90D8-544C0DD6D1AD}" type="presOf" srcId="{518B663A-BB2B-4FE7-A396-A7E7722C2CE5}" destId="{0A09FE53-0B96-4968-AEFD-EF30D94C987A}" srcOrd="0" destOrd="0" presId="urn:microsoft.com/office/officeart/2005/8/layout/hList9"/>
    <dgm:cxn modelId="{18520D55-D90A-47ED-8A09-42A310B07E30}" type="presOf" srcId="{11C66747-516B-4F5D-BD74-97B93F9CDDE5}" destId="{A8ED0F0C-C8D6-44CD-8B80-77C45297449B}" srcOrd="1" destOrd="0" presId="urn:microsoft.com/office/officeart/2005/8/layout/hList9"/>
    <dgm:cxn modelId="{A420716A-5291-4E7A-B470-63444ECF2A94}" type="presOf" srcId="{B2732E1B-DF1F-4DA7-A182-2B32CA67393C}" destId="{5C5A42E9-AB5E-4850-9539-F3B8B0BEDB3D}" srcOrd="0" destOrd="0" presId="urn:microsoft.com/office/officeart/2005/8/layout/hList9"/>
    <dgm:cxn modelId="{2DDF3008-B627-4451-AA6B-86FC2D5FA3A1}" type="presOf" srcId="{42092693-9A76-4DAA-982E-8C1256A2710A}" destId="{016CAAF7-9397-41A7-AE73-724794E8DC24}" srcOrd="0" destOrd="0" presId="urn:microsoft.com/office/officeart/2005/8/layout/hList9"/>
    <dgm:cxn modelId="{38864097-B93C-44EE-B8E9-9EEBAB072880}" type="presOf" srcId="{3B2D3C66-5AA1-422B-903C-E9F05F91890F}" destId="{B5F6F140-F5D9-4585-AB23-6EFC888CA853}" srcOrd="1" destOrd="0" presId="urn:microsoft.com/office/officeart/2005/8/layout/hList9"/>
    <dgm:cxn modelId="{C331C238-C977-4F1E-A6A9-51B9288E57AC}" type="presOf" srcId="{11C66747-516B-4F5D-BD74-97B93F9CDDE5}" destId="{41841946-F6CF-41FD-93D4-1DB92C75531A}" srcOrd="0" destOrd="0" presId="urn:microsoft.com/office/officeart/2005/8/layout/hList9"/>
    <dgm:cxn modelId="{E226256E-F66C-44A6-B4FF-285F0B8C6C10}" type="presOf" srcId="{7DD4177B-2BD6-40DE-927E-C717A517FCA0}" destId="{83F9B160-9285-4378-B4AF-490EA246D1D5}" srcOrd="1" destOrd="0" presId="urn:microsoft.com/office/officeart/2005/8/layout/hList9"/>
    <dgm:cxn modelId="{9C0F644D-9C71-477A-A285-2E237C95A7F1}" type="presOf" srcId="{7DD4177B-2BD6-40DE-927E-C717A517FCA0}" destId="{C2BD21B5-11FA-489D-84A7-6D3CC63DEC74}" srcOrd="0" destOrd="0" presId="urn:microsoft.com/office/officeart/2005/8/layout/hList9"/>
    <dgm:cxn modelId="{387011EB-3A37-4E2F-9C12-64B033FF5FE8}" type="presOf" srcId="{3B2D3C66-5AA1-422B-903C-E9F05F91890F}" destId="{36341CA6-CF9F-4E5F-8E60-CAB97AC619A5}" srcOrd="0" destOrd="0" presId="urn:microsoft.com/office/officeart/2005/8/layout/hList9"/>
    <dgm:cxn modelId="{A590B4E3-D792-4E37-84BC-C8016FD2E6F1}" srcId="{C07C3EB4-6CAE-4A3A-8E1B-42F30A30185A}" destId="{5AA851A8-C161-48E1-8936-77C63E90A917}" srcOrd="2" destOrd="0" parTransId="{6280CC44-2EED-4D6D-8036-5285D1F4B370}" sibTransId="{1A0B9CCC-7905-417D-81E8-3A8CE5FD86FB}"/>
    <dgm:cxn modelId="{241968A4-ECA7-428E-BCB7-4735922FF581}" type="presParOf" srcId="{0A09FE53-0B96-4968-AEFD-EF30D94C987A}" destId="{1ED25C03-0C4D-46E6-939F-9ED5898AEB2D}" srcOrd="0" destOrd="0" presId="urn:microsoft.com/office/officeart/2005/8/layout/hList9"/>
    <dgm:cxn modelId="{DC86F7A4-0D23-4477-A443-8007A816029F}" type="presParOf" srcId="{0A09FE53-0B96-4968-AEFD-EF30D94C987A}" destId="{34355DF3-19F7-435B-8035-26EBE16D3A45}" srcOrd="1" destOrd="0" presId="urn:microsoft.com/office/officeart/2005/8/layout/hList9"/>
    <dgm:cxn modelId="{DEB142E1-C895-40E8-B8BF-F33D1D4EE11A}" type="presParOf" srcId="{34355DF3-19F7-435B-8035-26EBE16D3A45}" destId="{FB8EC0F4-D37B-4155-BF8F-50018C87C02A}" srcOrd="0" destOrd="0" presId="urn:microsoft.com/office/officeart/2005/8/layout/hList9"/>
    <dgm:cxn modelId="{ED7C6118-C12D-4C3B-8BE0-3203D3988068}" type="presParOf" srcId="{34355DF3-19F7-435B-8035-26EBE16D3A45}" destId="{3F1C476D-D05D-494E-BC79-6083B84ABB2C}" srcOrd="1" destOrd="0" presId="urn:microsoft.com/office/officeart/2005/8/layout/hList9"/>
    <dgm:cxn modelId="{578BB662-62DC-4EEF-B3C8-F79D80DE1C3C}" type="presParOf" srcId="{3F1C476D-D05D-494E-BC79-6083B84ABB2C}" destId="{5C5A42E9-AB5E-4850-9539-F3B8B0BEDB3D}" srcOrd="0" destOrd="0" presId="urn:microsoft.com/office/officeart/2005/8/layout/hList9"/>
    <dgm:cxn modelId="{C476C812-0B2A-44E0-9F05-C21E271C178A}" type="presParOf" srcId="{3F1C476D-D05D-494E-BC79-6083B84ABB2C}" destId="{577DA3E7-B618-4A8D-A314-B264B4D305AD}" srcOrd="1" destOrd="0" presId="urn:microsoft.com/office/officeart/2005/8/layout/hList9"/>
    <dgm:cxn modelId="{93DE5259-5A69-4653-838B-50818FB45E84}" type="presParOf" srcId="{34355DF3-19F7-435B-8035-26EBE16D3A45}" destId="{4D5E24DF-64DA-483E-8887-BA58A614A6CA}" srcOrd="2" destOrd="0" presId="urn:microsoft.com/office/officeart/2005/8/layout/hList9"/>
    <dgm:cxn modelId="{455A35AA-A6BD-4C8E-A675-19B19CD01B36}" type="presParOf" srcId="{4D5E24DF-64DA-483E-8887-BA58A614A6CA}" destId="{2341DC0C-EB21-47E2-8818-6578659960D2}" srcOrd="0" destOrd="0" presId="urn:microsoft.com/office/officeart/2005/8/layout/hList9"/>
    <dgm:cxn modelId="{8A580E29-9E25-43E7-936B-207C3DFC67E3}" type="presParOf" srcId="{4D5E24DF-64DA-483E-8887-BA58A614A6CA}" destId="{9C17ED4A-4F83-4854-BD48-85BA90CD22C8}" srcOrd="1" destOrd="0" presId="urn:microsoft.com/office/officeart/2005/8/layout/hList9"/>
    <dgm:cxn modelId="{4A9C0E24-101B-4182-9624-A492A36ABF25}" type="presParOf" srcId="{34355DF3-19F7-435B-8035-26EBE16D3A45}" destId="{E40F13C4-AF63-4DCF-8888-9CE80374B536}" srcOrd="3" destOrd="0" presId="urn:microsoft.com/office/officeart/2005/8/layout/hList9"/>
    <dgm:cxn modelId="{05713409-1B9D-4F90-B940-A7F3BA6AAD6C}" type="presParOf" srcId="{E40F13C4-AF63-4DCF-8888-9CE80374B536}" destId="{30C1917C-598F-47DE-BFAC-2520F5C22C67}" srcOrd="0" destOrd="0" presId="urn:microsoft.com/office/officeart/2005/8/layout/hList9"/>
    <dgm:cxn modelId="{051295D8-7244-44B4-B4BA-27C2B1D51714}" type="presParOf" srcId="{E40F13C4-AF63-4DCF-8888-9CE80374B536}" destId="{42F1E77E-DC6A-47BF-A861-221E41307788}" srcOrd="1" destOrd="0" presId="urn:microsoft.com/office/officeart/2005/8/layout/hList9"/>
    <dgm:cxn modelId="{149FB621-5288-40E4-A7B2-D1CC886172D2}" type="presParOf" srcId="{0A09FE53-0B96-4968-AEFD-EF30D94C987A}" destId="{47F2606A-FE04-4226-B123-6AA7B51825A9}" srcOrd="2" destOrd="0" presId="urn:microsoft.com/office/officeart/2005/8/layout/hList9"/>
    <dgm:cxn modelId="{5553FAA0-9B98-4911-9C59-1DF086C659D9}" type="presParOf" srcId="{0A09FE53-0B96-4968-AEFD-EF30D94C987A}" destId="{B0CF0ABB-5C3C-48B3-9BE3-13070BD9D0C6}" srcOrd="3" destOrd="0" presId="urn:microsoft.com/office/officeart/2005/8/layout/hList9"/>
    <dgm:cxn modelId="{45C5C672-2072-427B-A720-C86645D520AA}" type="presParOf" srcId="{0A09FE53-0B96-4968-AEFD-EF30D94C987A}" destId="{6854D838-1019-4918-815F-6DC583644735}" srcOrd="4" destOrd="0" presId="urn:microsoft.com/office/officeart/2005/8/layout/hList9"/>
    <dgm:cxn modelId="{3B3F48CD-C25C-4B85-A870-240068A3DD3D}" type="presParOf" srcId="{0A09FE53-0B96-4968-AEFD-EF30D94C987A}" destId="{D2E273FA-5891-415C-A209-9FD7DB36F92C}" srcOrd="5" destOrd="0" presId="urn:microsoft.com/office/officeart/2005/8/layout/hList9"/>
    <dgm:cxn modelId="{A279D068-CEAD-448B-ABA7-4A22C4EE2C24}" type="presParOf" srcId="{0A09FE53-0B96-4968-AEFD-EF30D94C987A}" destId="{7FBBABB8-C0FB-4B7C-A9B8-5D62E141ECD5}" srcOrd="6" destOrd="0" presId="urn:microsoft.com/office/officeart/2005/8/layout/hList9"/>
    <dgm:cxn modelId="{5D297EFC-C5BC-444C-A5A0-50DCC67956BF}" type="presParOf" srcId="{7FBBABB8-C0FB-4B7C-A9B8-5D62E141ECD5}" destId="{034325D6-C743-4A49-8A3A-483A276D3969}" srcOrd="0" destOrd="0" presId="urn:microsoft.com/office/officeart/2005/8/layout/hList9"/>
    <dgm:cxn modelId="{20E1FAC8-75E7-4203-99DD-B8776CB05E84}" type="presParOf" srcId="{7FBBABB8-C0FB-4B7C-A9B8-5D62E141ECD5}" destId="{B897A067-C192-4A51-9EEF-27DEF150C918}" srcOrd="1" destOrd="0" presId="urn:microsoft.com/office/officeart/2005/8/layout/hList9"/>
    <dgm:cxn modelId="{D23866E1-B078-4A26-BAEE-122B2D04EC84}" type="presParOf" srcId="{B897A067-C192-4A51-9EEF-27DEF150C918}" destId="{36341CA6-CF9F-4E5F-8E60-CAB97AC619A5}" srcOrd="0" destOrd="0" presId="urn:microsoft.com/office/officeart/2005/8/layout/hList9"/>
    <dgm:cxn modelId="{289F3393-A720-414A-BEE4-E569C39BA52D}" type="presParOf" srcId="{B897A067-C192-4A51-9EEF-27DEF150C918}" destId="{B5F6F140-F5D9-4585-AB23-6EFC888CA853}" srcOrd="1" destOrd="0" presId="urn:microsoft.com/office/officeart/2005/8/layout/hList9"/>
    <dgm:cxn modelId="{A0DE8ADF-E0A4-44AF-9CC9-D1864A17845F}" type="presParOf" srcId="{7FBBABB8-C0FB-4B7C-A9B8-5D62E141ECD5}" destId="{A61891AA-B467-4D6F-A373-B3295026C49D}" srcOrd="2" destOrd="0" presId="urn:microsoft.com/office/officeart/2005/8/layout/hList9"/>
    <dgm:cxn modelId="{C9EB96FE-35D4-4F0A-BD03-B3C841BD83FC}" type="presParOf" srcId="{A61891AA-B467-4D6F-A373-B3295026C49D}" destId="{41841946-F6CF-41FD-93D4-1DB92C75531A}" srcOrd="0" destOrd="0" presId="urn:microsoft.com/office/officeart/2005/8/layout/hList9"/>
    <dgm:cxn modelId="{7D5CC0CD-9552-4132-BB58-A51E63BFA388}" type="presParOf" srcId="{A61891AA-B467-4D6F-A373-B3295026C49D}" destId="{A8ED0F0C-C8D6-44CD-8B80-77C45297449B}" srcOrd="1" destOrd="0" presId="urn:microsoft.com/office/officeart/2005/8/layout/hList9"/>
    <dgm:cxn modelId="{0E23C528-D2CF-44F5-AE45-BE39DBAAB27E}" type="presParOf" srcId="{7FBBABB8-C0FB-4B7C-A9B8-5D62E141ECD5}" destId="{38F82B50-9568-4027-85FB-CCA922E06B27}" srcOrd="3" destOrd="0" presId="urn:microsoft.com/office/officeart/2005/8/layout/hList9"/>
    <dgm:cxn modelId="{B7EC0FFF-EA65-4CE0-9AAA-7F5D57B2D1BB}" type="presParOf" srcId="{38F82B50-9568-4027-85FB-CCA922E06B27}" destId="{C2BD21B5-11FA-489D-84A7-6D3CC63DEC74}" srcOrd="0" destOrd="0" presId="urn:microsoft.com/office/officeart/2005/8/layout/hList9"/>
    <dgm:cxn modelId="{48CB96A6-0972-45F6-A13B-73F118BA49CF}" type="presParOf" srcId="{38F82B50-9568-4027-85FB-CCA922E06B27}" destId="{83F9B160-9285-4378-B4AF-490EA246D1D5}" srcOrd="1" destOrd="0" presId="urn:microsoft.com/office/officeart/2005/8/layout/hList9"/>
    <dgm:cxn modelId="{DBC037F0-BCF8-4F61-9D8B-45385B4AA78A}" type="presParOf" srcId="{0A09FE53-0B96-4968-AEFD-EF30D94C987A}" destId="{C9AA45E4-3AC2-4776-A6E4-85CDC21B7F31}" srcOrd="7" destOrd="0" presId="urn:microsoft.com/office/officeart/2005/8/layout/hList9"/>
    <dgm:cxn modelId="{30001A62-F608-4447-BBB5-99FC50B3E7CF}" type="presParOf" srcId="{0A09FE53-0B96-4968-AEFD-EF30D94C987A}" destId="{016CAAF7-9397-41A7-AE73-724794E8DC24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25F5E5-0381-4732-986E-FAB76B1620FF}" type="doc">
      <dgm:prSet loTypeId="urn:microsoft.com/office/officeart/2005/8/layout/arrow3" loCatId="relationship" qsTypeId="urn:microsoft.com/office/officeart/2005/8/quickstyle/simple1#2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FBFD779E-7E20-4B03-B4B0-522527BE57B8}">
      <dgm:prSet phldrT="[Text]"/>
      <dgm:spPr/>
      <dgm:t>
        <a:bodyPr/>
        <a:lstStyle/>
        <a:p>
          <a:r>
            <a:rPr lang="de-DE" dirty="0" smtClean="0"/>
            <a:t>Umweltschutz</a:t>
          </a:r>
          <a:endParaRPr lang="de-DE" dirty="0"/>
        </a:p>
      </dgm:t>
    </dgm:pt>
    <dgm:pt modelId="{EEC89750-58B7-4F45-8B4B-423C44ACE9F7}" type="parTrans" cxnId="{EF9E3F57-2393-4D0F-8105-8099CC486EAE}">
      <dgm:prSet/>
      <dgm:spPr/>
      <dgm:t>
        <a:bodyPr/>
        <a:lstStyle/>
        <a:p>
          <a:endParaRPr lang="de-DE"/>
        </a:p>
      </dgm:t>
    </dgm:pt>
    <dgm:pt modelId="{EEB6DF39-EEC6-48BC-B94C-237C7FA7CF76}" type="sibTrans" cxnId="{EF9E3F57-2393-4D0F-8105-8099CC486EAE}">
      <dgm:prSet/>
      <dgm:spPr/>
      <dgm:t>
        <a:bodyPr/>
        <a:lstStyle/>
        <a:p>
          <a:endParaRPr lang="de-DE"/>
        </a:p>
      </dgm:t>
    </dgm:pt>
    <dgm:pt modelId="{82293310-E230-46FF-8186-3F9484199196}">
      <dgm:prSet phldrT="[Text]"/>
      <dgm:spPr/>
      <dgm:t>
        <a:bodyPr/>
        <a:lstStyle/>
        <a:p>
          <a:r>
            <a:rPr lang="de-DE" dirty="0" smtClean="0"/>
            <a:t>Profit</a:t>
          </a:r>
          <a:endParaRPr lang="de-DE" dirty="0"/>
        </a:p>
      </dgm:t>
    </dgm:pt>
    <dgm:pt modelId="{61BB7B3D-3F38-44E1-B10F-5D3D86A31520}" type="parTrans" cxnId="{193E2F71-D201-4B20-9F19-9447A0D649F3}">
      <dgm:prSet/>
      <dgm:spPr/>
      <dgm:t>
        <a:bodyPr/>
        <a:lstStyle/>
        <a:p>
          <a:endParaRPr lang="de-DE"/>
        </a:p>
      </dgm:t>
    </dgm:pt>
    <dgm:pt modelId="{3432DAE1-BCF2-4BF6-A12F-6A8C391CAB24}" type="sibTrans" cxnId="{193E2F71-D201-4B20-9F19-9447A0D649F3}">
      <dgm:prSet/>
      <dgm:spPr/>
      <dgm:t>
        <a:bodyPr/>
        <a:lstStyle/>
        <a:p>
          <a:endParaRPr lang="de-DE"/>
        </a:p>
      </dgm:t>
    </dgm:pt>
    <dgm:pt modelId="{2579CEA7-19B6-4937-9322-5FD8D17A1712}" type="pres">
      <dgm:prSet presAssocID="{7625F5E5-0381-4732-986E-FAB76B1620FF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FF7416E2-5113-4455-91C5-CCDC257403F7}" type="pres">
      <dgm:prSet presAssocID="{7625F5E5-0381-4732-986E-FAB76B1620FF}" presName="divider" presStyleLbl="fgShp" presStyleIdx="0" presStyleCnt="1"/>
      <dgm:spPr/>
    </dgm:pt>
    <dgm:pt modelId="{3E5051FC-7833-4DC8-AC17-D30902E30E3B}" type="pres">
      <dgm:prSet presAssocID="{FBFD779E-7E20-4B03-B4B0-522527BE57B8}" presName="downArrow" presStyleLbl="node1" presStyleIdx="0" presStyleCnt="2"/>
      <dgm:spPr/>
    </dgm:pt>
    <dgm:pt modelId="{E4817B6D-19D7-482D-95E1-0E2770EB47B0}" type="pres">
      <dgm:prSet presAssocID="{FBFD779E-7E20-4B03-B4B0-522527BE57B8}" presName="downArrowText" presStyleLbl="revTx" presStyleIdx="0" presStyleCnt="2" custScaleX="133231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DDDC450A-F1FD-4832-BC20-E826BF88FDE9}" type="pres">
      <dgm:prSet presAssocID="{82293310-E230-46FF-8186-3F9484199196}" presName="upArrow" presStyleLbl="node1" presStyleIdx="1" presStyleCnt="2"/>
      <dgm:spPr/>
    </dgm:pt>
    <dgm:pt modelId="{CF785778-D909-4BF3-9C96-A04EE78DD5D2}" type="pres">
      <dgm:prSet presAssocID="{82293310-E230-46FF-8186-3F9484199196}" presName="upArrow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EF9E3F57-2393-4D0F-8105-8099CC486EAE}" srcId="{7625F5E5-0381-4732-986E-FAB76B1620FF}" destId="{FBFD779E-7E20-4B03-B4B0-522527BE57B8}" srcOrd="0" destOrd="0" parTransId="{EEC89750-58B7-4F45-8B4B-423C44ACE9F7}" sibTransId="{EEB6DF39-EEC6-48BC-B94C-237C7FA7CF76}"/>
    <dgm:cxn modelId="{193E2F71-D201-4B20-9F19-9447A0D649F3}" srcId="{7625F5E5-0381-4732-986E-FAB76B1620FF}" destId="{82293310-E230-46FF-8186-3F9484199196}" srcOrd="1" destOrd="0" parTransId="{61BB7B3D-3F38-44E1-B10F-5D3D86A31520}" sibTransId="{3432DAE1-BCF2-4BF6-A12F-6A8C391CAB24}"/>
    <dgm:cxn modelId="{8B22A144-A480-41C8-80D9-E4956A6D38EF}" type="presOf" srcId="{82293310-E230-46FF-8186-3F9484199196}" destId="{CF785778-D909-4BF3-9C96-A04EE78DD5D2}" srcOrd="0" destOrd="0" presId="urn:microsoft.com/office/officeart/2005/8/layout/arrow3"/>
    <dgm:cxn modelId="{03AE5B68-0DA1-49B3-8B60-B0F9836F9C2A}" type="presOf" srcId="{7625F5E5-0381-4732-986E-FAB76B1620FF}" destId="{2579CEA7-19B6-4937-9322-5FD8D17A1712}" srcOrd="0" destOrd="0" presId="urn:microsoft.com/office/officeart/2005/8/layout/arrow3"/>
    <dgm:cxn modelId="{606F829F-9779-463F-A233-DCA0F386E298}" type="presOf" srcId="{FBFD779E-7E20-4B03-B4B0-522527BE57B8}" destId="{E4817B6D-19D7-482D-95E1-0E2770EB47B0}" srcOrd="0" destOrd="0" presId="urn:microsoft.com/office/officeart/2005/8/layout/arrow3"/>
    <dgm:cxn modelId="{7C533037-8FA1-4CCD-94E8-5761E10F5819}" type="presParOf" srcId="{2579CEA7-19B6-4937-9322-5FD8D17A1712}" destId="{FF7416E2-5113-4455-91C5-CCDC257403F7}" srcOrd="0" destOrd="0" presId="urn:microsoft.com/office/officeart/2005/8/layout/arrow3"/>
    <dgm:cxn modelId="{9662A32B-8BDA-4A8A-97D2-0DFD2DC58FFB}" type="presParOf" srcId="{2579CEA7-19B6-4937-9322-5FD8D17A1712}" destId="{3E5051FC-7833-4DC8-AC17-D30902E30E3B}" srcOrd="1" destOrd="0" presId="urn:microsoft.com/office/officeart/2005/8/layout/arrow3"/>
    <dgm:cxn modelId="{2ECC2115-615D-4B5C-846C-EFCA984A9047}" type="presParOf" srcId="{2579CEA7-19B6-4937-9322-5FD8D17A1712}" destId="{E4817B6D-19D7-482D-95E1-0E2770EB47B0}" srcOrd="2" destOrd="0" presId="urn:microsoft.com/office/officeart/2005/8/layout/arrow3"/>
    <dgm:cxn modelId="{073A895A-BB99-429A-B4BD-B2F2621E48A0}" type="presParOf" srcId="{2579CEA7-19B6-4937-9322-5FD8D17A1712}" destId="{DDDC450A-F1FD-4832-BC20-E826BF88FDE9}" srcOrd="3" destOrd="0" presId="urn:microsoft.com/office/officeart/2005/8/layout/arrow3"/>
    <dgm:cxn modelId="{2D66CF9E-D481-4AA2-8CF1-8F1CD3DB4F33}" type="presParOf" srcId="{2579CEA7-19B6-4937-9322-5FD8D17A1712}" destId="{CF785778-D909-4BF3-9C96-A04EE78DD5D2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5A42E9-AB5E-4850-9539-F3B8B0BEDB3D}">
      <dsp:nvSpPr>
        <dsp:cNvPr id="0" name=""/>
        <dsp:cNvSpPr/>
      </dsp:nvSpPr>
      <dsp:spPr>
        <a:xfrm>
          <a:off x="1965096" y="531232"/>
          <a:ext cx="1979628" cy="132041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5128" rIns="135128" bIns="135128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900" kern="1200" dirty="0" smtClean="0"/>
            <a:t>Steigende Nachfrage</a:t>
          </a:r>
          <a:endParaRPr lang="de-DE" sz="1900" kern="1200" dirty="0"/>
        </a:p>
      </dsp:txBody>
      <dsp:txXfrm>
        <a:off x="2281837" y="531232"/>
        <a:ext cx="1662887" cy="1320411"/>
      </dsp:txXfrm>
    </dsp:sp>
    <dsp:sp modelId="{2341DC0C-EB21-47E2-8818-6578659960D2}">
      <dsp:nvSpPr>
        <dsp:cNvPr id="0" name=""/>
        <dsp:cNvSpPr/>
      </dsp:nvSpPr>
      <dsp:spPr>
        <a:xfrm>
          <a:off x="1965096" y="1851644"/>
          <a:ext cx="1979628" cy="132041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5128" rIns="135128" bIns="135128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900" kern="1200" smtClean="0"/>
            <a:t>Rationalisierung der Produktion</a:t>
          </a:r>
          <a:endParaRPr lang="de-DE" sz="1900" kern="1200" dirty="0"/>
        </a:p>
      </dsp:txBody>
      <dsp:txXfrm>
        <a:off x="2281837" y="1851644"/>
        <a:ext cx="1662887" cy="1320411"/>
      </dsp:txXfrm>
    </dsp:sp>
    <dsp:sp modelId="{30C1917C-598F-47DE-BFAC-2520F5C22C67}">
      <dsp:nvSpPr>
        <dsp:cNvPr id="0" name=""/>
        <dsp:cNvSpPr/>
      </dsp:nvSpPr>
      <dsp:spPr>
        <a:xfrm>
          <a:off x="1965096" y="3172056"/>
          <a:ext cx="1979628" cy="132041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5128" rIns="135128" bIns="135128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900" kern="1200" dirty="0" smtClean="0"/>
            <a:t>Günstigere Bezugsquellen für KBA-Produkte</a:t>
          </a:r>
          <a:endParaRPr lang="de-DE" sz="1900" kern="1200" dirty="0"/>
        </a:p>
      </dsp:txBody>
      <dsp:txXfrm>
        <a:off x="2281837" y="3172056"/>
        <a:ext cx="1662887" cy="1320411"/>
      </dsp:txXfrm>
    </dsp:sp>
    <dsp:sp modelId="{B0CF0ABB-5C3C-48B3-9BE3-13070BD9D0C6}">
      <dsp:nvSpPr>
        <dsp:cNvPr id="0" name=""/>
        <dsp:cNvSpPr/>
      </dsp:nvSpPr>
      <dsp:spPr>
        <a:xfrm>
          <a:off x="909295" y="3331"/>
          <a:ext cx="1319752" cy="13197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000" kern="1200" dirty="0" smtClean="0"/>
            <a:t>Positive Faktoren</a:t>
          </a:r>
          <a:endParaRPr lang="de-DE" sz="2000" kern="1200" dirty="0"/>
        </a:p>
      </dsp:txBody>
      <dsp:txXfrm>
        <a:off x="1102568" y="196604"/>
        <a:ext cx="933206" cy="933206"/>
      </dsp:txXfrm>
    </dsp:sp>
    <dsp:sp modelId="{36341CA6-CF9F-4E5F-8E60-CAB97AC619A5}">
      <dsp:nvSpPr>
        <dsp:cNvPr id="0" name=""/>
        <dsp:cNvSpPr/>
      </dsp:nvSpPr>
      <dsp:spPr>
        <a:xfrm>
          <a:off x="5264476" y="531232"/>
          <a:ext cx="1979628" cy="132041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5128" rIns="135128" bIns="135128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900" kern="1200" dirty="0" smtClean="0"/>
            <a:t>Zunehmende Konkurrenz</a:t>
          </a:r>
          <a:endParaRPr lang="de-DE" sz="1900" kern="1200" dirty="0"/>
        </a:p>
      </dsp:txBody>
      <dsp:txXfrm>
        <a:off x="5581217" y="531232"/>
        <a:ext cx="1662887" cy="1320411"/>
      </dsp:txXfrm>
    </dsp:sp>
    <dsp:sp modelId="{41841946-F6CF-41FD-93D4-1DB92C75531A}">
      <dsp:nvSpPr>
        <dsp:cNvPr id="0" name=""/>
        <dsp:cNvSpPr/>
      </dsp:nvSpPr>
      <dsp:spPr>
        <a:xfrm>
          <a:off x="5264476" y="1851644"/>
          <a:ext cx="1979628" cy="132041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5128" rIns="135128" bIns="135128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900" kern="1200" smtClean="0"/>
            <a:t>Mehrausgaben für Werbung</a:t>
          </a:r>
          <a:endParaRPr lang="de-DE" sz="1900" kern="1200" dirty="0"/>
        </a:p>
      </dsp:txBody>
      <dsp:txXfrm>
        <a:off x="5581217" y="1851644"/>
        <a:ext cx="1662887" cy="1320411"/>
      </dsp:txXfrm>
    </dsp:sp>
    <dsp:sp modelId="{C2BD21B5-11FA-489D-84A7-6D3CC63DEC74}">
      <dsp:nvSpPr>
        <dsp:cNvPr id="0" name=""/>
        <dsp:cNvSpPr/>
      </dsp:nvSpPr>
      <dsp:spPr>
        <a:xfrm>
          <a:off x="5264476" y="3172056"/>
          <a:ext cx="1979628" cy="132041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5128" rIns="135128" bIns="135128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900" kern="1200" smtClean="0"/>
            <a:t>Kosten für den Anbau</a:t>
          </a:r>
          <a:endParaRPr lang="de-DE" sz="1900" kern="1200" dirty="0"/>
        </a:p>
      </dsp:txBody>
      <dsp:txXfrm>
        <a:off x="5581217" y="3172056"/>
        <a:ext cx="1662887" cy="1320411"/>
      </dsp:txXfrm>
    </dsp:sp>
    <dsp:sp modelId="{016CAAF7-9397-41A7-AE73-724794E8DC24}">
      <dsp:nvSpPr>
        <dsp:cNvPr id="0" name=""/>
        <dsp:cNvSpPr/>
      </dsp:nvSpPr>
      <dsp:spPr>
        <a:xfrm>
          <a:off x="4208675" y="3331"/>
          <a:ext cx="1319752" cy="13197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000" kern="1200" dirty="0" smtClean="0"/>
            <a:t>Negative Faktoren</a:t>
          </a:r>
          <a:endParaRPr lang="de-DE" sz="2000" kern="1200" dirty="0"/>
        </a:p>
      </dsp:txBody>
      <dsp:txXfrm>
        <a:off x="4401948" y="196604"/>
        <a:ext cx="933206" cy="933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7416E2-5113-4455-91C5-CCDC257403F7}">
      <dsp:nvSpPr>
        <dsp:cNvPr id="0" name=""/>
        <dsp:cNvSpPr/>
      </dsp:nvSpPr>
      <dsp:spPr>
        <a:xfrm rot="21300000">
          <a:off x="25020" y="1783921"/>
          <a:ext cx="8103358" cy="927956"/>
        </a:xfrm>
        <a:prstGeom prst="mathMin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5051FC-7833-4DC8-AC17-D30902E30E3B}">
      <dsp:nvSpPr>
        <dsp:cNvPr id="0" name=""/>
        <dsp:cNvSpPr/>
      </dsp:nvSpPr>
      <dsp:spPr>
        <a:xfrm>
          <a:off x="978408" y="224790"/>
          <a:ext cx="2446020" cy="1798320"/>
        </a:xfrm>
        <a:prstGeom prst="down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817B6D-19D7-482D-95E1-0E2770EB47B0}">
      <dsp:nvSpPr>
        <dsp:cNvPr id="0" name=""/>
        <dsp:cNvSpPr/>
      </dsp:nvSpPr>
      <dsp:spPr>
        <a:xfrm>
          <a:off x="3887788" y="0"/>
          <a:ext cx="3476114" cy="1888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200" kern="1200" dirty="0" smtClean="0"/>
            <a:t>Umweltschutz</a:t>
          </a:r>
          <a:endParaRPr lang="de-DE" sz="4200" kern="1200" dirty="0"/>
        </a:p>
      </dsp:txBody>
      <dsp:txXfrm>
        <a:off x="3887788" y="0"/>
        <a:ext cx="3476114" cy="1888236"/>
      </dsp:txXfrm>
    </dsp:sp>
    <dsp:sp modelId="{DDDC450A-F1FD-4832-BC20-E826BF88FDE9}">
      <dsp:nvSpPr>
        <dsp:cNvPr id="0" name=""/>
        <dsp:cNvSpPr/>
      </dsp:nvSpPr>
      <dsp:spPr>
        <a:xfrm>
          <a:off x="4728971" y="2472690"/>
          <a:ext cx="2446020" cy="1798320"/>
        </a:xfrm>
        <a:prstGeom prst="up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785778-D909-4BF3-9C96-A04EE78DD5D2}">
      <dsp:nvSpPr>
        <dsp:cNvPr id="0" name=""/>
        <dsp:cNvSpPr/>
      </dsp:nvSpPr>
      <dsp:spPr>
        <a:xfrm>
          <a:off x="1223010" y="2607564"/>
          <a:ext cx="2609088" cy="1888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200" kern="1200" dirty="0" smtClean="0"/>
            <a:t>Profit</a:t>
          </a:r>
          <a:endParaRPr lang="de-DE" sz="4200" kern="1200" dirty="0"/>
        </a:p>
      </dsp:txBody>
      <dsp:txXfrm>
        <a:off x="1223010" y="2607564"/>
        <a:ext cx="2609088" cy="1888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Simple 1"/>
  <dgm:desc val="Simple 1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Simple 1"/>
  <dgm:desc val="Simple 1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 smtClean="0"/>
              <a:t>13c_SmartArt, Tabellen, Übung 10.8 Auszug.pptx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A1949-FAE1-458E-A5C0-A7128F60E6CC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35DDF3-3174-4F6D-9FE4-1C50E56737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7690599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 smtClean="0"/>
              <a:t>13c_SmartArt, Tabellen, Übung 10.8 Auszug.pptx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06906-85AD-427F-9D9B-3406FB5FDBFD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664A4-1FD8-424E-8E85-FA900F70D8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7346963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A664A4-1FD8-424E-8E85-FA900F70D8A1}" type="slidenum">
              <a:rPr lang="de-DE" smtClean="0"/>
              <a:t>1</a:t>
            </a:fld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32FF4166-FAA6-495C-B285-23F752A871FB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Kopfzeilenplatzhalt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de-DE" smtClean="0"/>
              <a:t>13c_SmartArt, Tabellen, Übung 10.8 Auszug.pptx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097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Shap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9" name="Shap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28" name="Shape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Shape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hap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68D5554-107A-4B33-B3E4-2107F244600C}" type="slidenum">
              <a:rPr lang="de-DE" smtClean="0"/>
              <a:pPr/>
              <a:t>‹Nr.›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B09E6E-A3CC-43F2-B851-2642F62FBD49}" type="slidenum">
              <a:rPr lang="de-DE" smtClean="0"/>
              <a:pPr/>
              <a:t>‹Nr.›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Shape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12" name="Shap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hap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/>
            <a:fld id="{F9539F6D-6443-4477-96BE-21EAC3ABDCD3}" type="slidenum">
              <a:rPr lang="de-DE" smtClean="0"/>
              <a:pPr algn="ctr"/>
              <a:t>‹Nr.›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Shap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9" name="Shape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1" name="Shape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8" name="Shape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0" name="Shap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25E3E201-A13B-4A80-87B0-44D2B2F730FC}" type="slidenum">
              <a:rPr lang="de-DE" smtClean="0"/>
              <a:pPr algn="ctr"/>
              <a:t>‹Nr.›</a:t>
            </a:fld>
            <a:endParaRPr lang="en-US"/>
          </a:p>
        </p:txBody>
      </p:sp>
      <p:sp>
        <p:nvSpPr>
          <p:cNvPr id="12" name="Shap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11" name="Shape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3" name="Shape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0" name="Shape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2" name="Shap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C895DFA3-6A94-40AE-92E8-E6E1D585185E}" type="slidenum">
              <a:rPr lang="de-DE" smtClean="0"/>
              <a:pPr algn="ctr"/>
              <a:t>‹Nr.›</a:t>
            </a:fld>
            <a:endParaRPr lang="en-US"/>
          </a:p>
        </p:txBody>
      </p:sp>
      <p:sp>
        <p:nvSpPr>
          <p:cNvPr id="14" name="Shap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Shape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15" name="Shape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B65A7AE-6558-4A10-82AE-70EACCC5A5E8}" type="slidenum">
              <a:rPr lang="de-DE" smtClean="0"/>
              <a:pPr/>
              <a:t>‹Nr.›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482B4B-8EBA-4E0E-8CAD-BF890E0C200F}" type="slidenum">
              <a:rPr lang="de-DE" smtClean="0"/>
              <a:pPr/>
              <a:t>‹Nr.›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3C78C5A-59EA-4636-9C4B-91900F27B130}" type="slidenum">
              <a:rPr lang="de-DE" smtClean="0"/>
              <a:pPr/>
              <a:t>‹Nr.›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hape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9" name="Shape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2" name="Shape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13" name="Shap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 algn="ctr"/>
            <a:fld id="{08D61B13-B63B-4E46-A3F4-548C3A434EB4}" type="slidenum">
              <a:rPr lang="de-DE" smtClean="0"/>
              <a:pPr algn="ctr"/>
              <a:t>‹Nr.›</a:t>
            </a:fld>
            <a:endParaRPr lang="en-US" sz="2800" dirty="0"/>
          </a:p>
        </p:txBody>
      </p:sp>
      <p:sp>
        <p:nvSpPr>
          <p:cNvPr id="14" name="Shape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87A57-E6DB-4619-96A8-68E51D141CF8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de-DE" smtClean="0"/>
              <a:t>Titel durch Klicken hinzufügen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CB0C44E2-FAF7-4D00-ABB5-610B2D8ED8BC}" type="slidenum">
              <a:rPr lang="de-DE" smtClean="0"/>
              <a:pPr/>
              <a:t>‹Nr.›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942E50-0D5A-4846-9CC3-0F99EACC1FC1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el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0B376AC-BB4E-4E41-8C9F-EA3F9BFCE6F0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13" name="Rectangle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4" name="Rectangle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</a:lstStyle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</a:lstStyle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pPr algn="ctr"/>
            <a:fld id="{CD79E17F-C7BA-45A1-828A-E64B487488BA}" type="slidenum">
              <a:rPr lang="de-DE" smtClean="0"/>
              <a:pPr algn="ctr"/>
              <a:t>‹Nr.›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3" r:id="rId13"/>
  </p:sldLayoutIdLst>
  <p:txStyles>
    <p:titleStyle>
      <a:lvl1pPr algn="l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Entwicklung unserer Firma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Appelmann Naturkost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Unsere Ziele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de-DE" sz="2400"/>
              <a:t>Steigerung des Gewinns</a:t>
            </a:r>
          </a:p>
          <a:p>
            <a:r>
              <a:rPr lang="de-DE" sz="2400"/>
              <a:t>Senkung der Produktionskosten</a:t>
            </a:r>
          </a:p>
          <a:p>
            <a:r>
              <a:rPr lang="de-DE" sz="2400"/>
              <a:t>Sicherung der Marktposition</a:t>
            </a:r>
          </a:p>
          <a:p>
            <a:r>
              <a:rPr lang="de-DE" sz="2400"/>
              <a:t>Erweiterung der Produktpalette</a:t>
            </a:r>
          </a:p>
          <a:p>
            <a:r>
              <a:rPr lang="de-DE" sz="2400"/>
              <a:t>Anbau einer Lagerhalle</a:t>
            </a:r>
          </a:p>
        </p:txBody>
      </p:sp>
      <p:pic>
        <p:nvPicPr>
          <p:cNvPr id="10247" name="Picture 7" descr="C:\Program Files\Microsoft Office\MEDIA\CAGCAT10\j0233312.wmf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76875" y="2711450"/>
            <a:ext cx="2381250" cy="24257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Absatzsteigerung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sz="quarter" idx="1"/>
          </p:nvPr>
        </p:nvGraphicFramePr>
        <p:xfrm>
          <a:off x="612775" y="1600200"/>
          <a:ext cx="81534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Raumplanung für den Anbau</a:t>
            </a:r>
          </a:p>
        </p:txBody>
      </p:sp>
      <p:graphicFrame>
        <p:nvGraphicFramePr>
          <p:cNvPr id="12291" name="Group 3"/>
          <p:cNvGraphicFramePr>
            <a:graphicFrameLocks noGrp="1"/>
          </p:cNvGraphicFramePr>
          <p:nvPr>
            <p:ph type="chart" idx="1"/>
          </p:nvPr>
        </p:nvGraphicFramePr>
        <p:xfrm>
          <a:off x="612775" y="1600200"/>
          <a:ext cx="8153400" cy="3886200"/>
        </p:xfrm>
        <a:graphic>
          <a:graphicData uri="http://schemas.openxmlformats.org/drawingml/2006/table">
            <a:tbl>
              <a:tblPr/>
              <a:tblGrid>
                <a:gridCol w="2717800"/>
                <a:gridCol w="2717800"/>
                <a:gridCol w="2717800"/>
              </a:tblGrid>
              <a:tr h="971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800" b="0" i="0" u="none" strike="noStrike" cap="none" normalizeH="0" baseline="0" smtClean="0"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Abteilung</a:t>
                      </a:r>
                    </a:p>
                  </a:txBody>
                  <a:tcPr marL="90593" marR="905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800" b="0" i="0" u="none" strike="noStrike" cap="none" normalizeH="0" baseline="0" smtClean="0"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Geplante Belegung</a:t>
                      </a:r>
                    </a:p>
                  </a:txBody>
                  <a:tcPr marL="90593" marR="905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800" b="0" i="0" u="none" strike="noStrike" cap="none" normalizeH="0" baseline="0" smtClean="0"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Bezugstermin</a:t>
                      </a:r>
                    </a:p>
                  </a:txBody>
                  <a:tcPr marL="90593" marR="905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800" b="0" i="0" u="none" strike="noStrike" cap="none" normalizeH="0" baseline="0" smtClean="0"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Einkauf</a:t>
                      </a:r>
                    </a:p>
                  </a:txBody>
                  <a:tcPr marL="90593" marR="905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800" b="0" i="0" u="none" strike="noStrike" cap="none" normalizeH="0" baseline="0" smtClean="0"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 Räume</a:t>
                      </a:r>
                    </a:p>
                  </a:txBody>
                  <a:tcPr marL="90593" marR="905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800" b="0" i="0" u="none" strike="noStrike" cap="none" normalizeH="0" baseline="0" smtClean="0"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Anfang Juni</a:t>
                      </a:r>
                    </a:p>
                  </a:txBody>
                  <a:tcPr marL="90593" marR="905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800" b="0" i="0" u="none" strike="noStrike" cap="none" normalizeH="0" baseline="0" smtClean="0"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Produktion</a:t>
                      </a:r>
                    </a:p>
                  </a:txBody>
                  <a:tcPr marL="90593" marR="905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800" b="0" i="0" u="none" strike="noStrike" cap="none" normalizeH="0" baseline="0" smtClean="0"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 Räume</a:t>
                      </a:r>
                    </a:p>
                  </a:txBody>
                  <a:tcPr marL="90593" marR="905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800" b="0" i="0" u="none" strike="noStrike" cap="none" normalizeH="0" baseline="0" smtClean="0"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Mitte April</a:t>
                      </a:r>
                    </a:p>
                  </a:txBody>
                  <a:tcPr marL="90593" marR="905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800" b="0" i="0" u="none" strike="noStrike" cap="none" normalizeH="0" baseline="0" smtClean="0"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Versand</a:t>
                      </a:r>
                    </a:p>
                  </a:txBody>
                  <a:tcPr marL="90593" marR="905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800" b="0" i="0" u="none" strike="noStrike" cap="none" normalizeH="0" baseline="0" smtClean="0"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 Räume</a:t>
                      </a:r>
                    </a:p>
                  </a:txBody>
                  <a:tcPr marL="90593" marR="905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800" b="0" i="0" u="none" strike="noStrike" cap="none" normalizeH="0" baseline="0" smtClean="0"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Anfang Juni</a:t>
                      </a:r>
                    </a:p>
                  </a:txBody>
                  <a:tcPr marL="90593" marR="905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Firmenphilosophie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sz="quarter" idx="1"/>
          </p:nvPr>
        </p:nvGraphicFramePr>
        <p:xfrm>
          <a:off x="612775" y="1600200"/>
          <a:ext cx="81534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Tipps zur Übung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 smtClean="0"/>
              <a:t>Das verwendete Design ist „Galathea“</a:t>
            </a:r>
          </a:p>
          <a:p>
            <a:r>
              <a:rPr lang="de-DE" dirty="0" smtClean="0"/>
              <a:t>Folgende Layouts wurden verwendet:</a:t>
            </a:r>
          </a:p>
          <a:p>
            <a:pPr lvl="1"/>
            <a:r>
              <a:rPr lang="de-DE" dirty="0" smtClean="0"/>
              <a:t>Titelfolie</a:t>
            </a:r>
          </a:p>
          <a:p>
            <a:pPr lvl="1"/>
            <a:r>
              <a:rPr lang="de-DE" dirty="0" smtClean="0"/>
              <a:t>Titel und zwei Inhalte</a:t>
            </a:r>
          </a:p>
          <a:p>
            <a:pPr lvl="1"/>
            <a:r>
              <a:rPr lang="de-DE" dirty="0" smtClean="0"/>
              <a:t>Titel und Inhalt</a:t>
            </a:r>
          </a:p>
          <a:p>
            <a:r>
              <a:rPr lang="de-DE" dirty="0" smtClean="0"/>
              <a:t>Die Präsentation enthält eine Tabelle sowie zwei SmartArt.</a:t>
            </a:r>
          </a:p>
        </p:txBody>
      </p:sp>
    </p:spTree>
    <p:extLst>
      <p:ext uri="{BB962C8B-B14F-4D97-AF65-F5344CB8AC3E}">
        <p14:creationId xmlns:p14="http://schemas.microsoft.com/office/powerpoint/2010/main" val="1353773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alathea">
  <a:themeElements>
    <a:clrScheme name="Galathea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Galathea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Galathea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0</TotalTime>
  <Words>112</Words>
  <Application>Microsoft Office PowerPoint</Application>
  <PresentationFormat>Bildschirmpräsentation (4:3)</PresentationFormat>
  <Paragraphs>43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2" baseType="lpstr">
      <vt:lpstr>Arial</vt:lpstr>
      <vt:lpstr>Calibri</vt:lpstr>
      <vt:lpstr>Tw Cen MT</vt:lpstr>
      <vt:lpstr>Wingdings</vt:lpstr>
      <vt:lpstr>Wingdings 2</vt:lpstr>
      <vt:lpstr>Galathea</vt:lpstr>
      <vt:lpstr>Entwicklung unserer Firma</vt:lpstr>
      <vt:lpstr>Unsere Ziele</vt:lpstr>
      <vt:lpstr>Absatzsteigerung</vt:lpstr>
      <vt:lpstr>Raumplanung für den Anbau</vt:lpstr>
      <vt:lpstr>Firmenphilosophie</vt:lpstr>
      <vt:lpstr>Tipps zur Übung</vt:lpstr>
    </vt:vector>
  </TitlesOfParts>
  <Company>HERDT Verlag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Entwicklung unserer Firma</dc:title>
  <dc:creator>Tina Wegener</dc:creator>
  <cp:lastModifiedBy>Sandra Giebitz</cp:lastModifiedBy>
  <cp:revision>19</cp:revision>
  <dcterms:created xsi:type="dcterms:W3CDTF">2003-08-18T08:47:02Z</dcterms:created>
  <dcterms:modified xsi:type="dcterms:W3CDTF">2014-01-05T18:35:05Z</dcterms:modified>
</cp:coreProperties>
</file>
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9"/>
  </p:notesMasterIdLst>
  <p:sldIdLst>
    <p:sldId id="256" r:id="rId2"/>
    <p:sldId id="258" r:id="rId3"/>
    <p:sldId id="263" r:id="rId4"/>
    <p:sldId id="259" r:id="rId5"/>
    <p:sldId id="264" r:id="rId6"/>
    <p:sldId id="261" r:id="rId7"/>
    <p:sldId id="265" r:id="rId8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8" autoAdjust="0"/>
    <p:restoredTop sz="65493" autoAdjust="0"/>
  </p:normalViewPr>
  <p:slideViewPr>
    <p:cSldViewPr>
      <p:cViewPr varScale="1">
        <p:scale>
          <a:sx n="49" d="100"/>
          <a:sy n="49" d="100"/>
        </p:scale>
        <p:origin x="54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6B802-2683-4911-80A3-4E447E1FBD23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96C67-DE08-40EA-BBED-0A4140E85DD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4714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Kleine </a:t>
            </a:r>
            <a:r>
              <a:rPr lang="de-DE" smtClean="0"/>
              <a:t>Zusatzübung </a:t>
            </a:r>
            <a:r>
              <a:rPr lang="de-DE" dirty="0" smtClean="0"/>
              <a:t>zu</a:t>
            </a:r>
            <a:r>
              <a:rPr lang="de-DE" baseline="0" dirty="0" smtClean="0"/>
              <a:t> den </a:t>
            </a:r>
            <a:r>
              <a:rPr lang="de-DE" baseline="0" dirty="0" smtClean="0"/>
              <a:t>ersten </a:t>
            </a:r>
            <a:r>
              <a:rPr lang="de-DE" baseline="0" dirty="0" smtClean="0"/>
              <a:t>Schritten in </a:t>
            </a:r>
            <a:r>
              <a:rPr lang="de-DE" baseline="0" dirty="0" smtClean="0"/>
              <a:t>PowerPoint (Folienlayout, Designs, mit Textplatzhaltern arbeiten):</a:t>
            </a:r>
          </a:p>
          <a:p>
            <a:endParaRPr lang="de-DE" baseline="0" dirty="0" smtClean="0"/>
          </a:p>
          <a:p>
            <a:r>
              <a:rPr lang="de-DE" dirty="0" smtClean="0"/>
              <a:t>Bitte erstellen</a:t>
            </a:r>
            <a:r>
              <a:rPr lang="de-DE" baseline="0" dirty="0" smtClean="0"/>
              <a:t> Sie eine neue Präsentation und speichern Sie diese mit dem Dateinamen FERTIGHAUS FAMILY.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0122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 smtClean="0"/>
              <a:t>Erstellen Sie die hier abgebildeten 7 Folien: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 smtClean="0"/>
          </a:p>
          <a:p>
            <a:r>
              <a:rPr lang="de-DE" dirty="0" smtClean="0"/>
              <a:t>Die</a:t>
            </a:r>
            <a:r>
              <a:rPr lang="de-DE" baseline="0" dirty="0" smtClean="0"/>
              <a:t> erste Folie hat standardmäßig das Folienlayout </a:t>
            </a:r>
            <a:r>
              <a:rPr lang="de-DE" u="sng" baseline="0" dirty="0" smtClean="0"/>
              <a:t>Titelfolie </a:t>
            </a:r>
            <a:r>
              <a:rPr lang="de-DE" baseline="0" dirty="0" smtClean="0"/>
              <a:t>erhalten. Die übrigen Folien standardmäßig </a:t>
            </a:r>
            <a:r>
              <a:rPr lang="de-DE" u="sng" baseline="0" dirty="0" smtClean="0"/>
              <a:t>Titel und Inhalt</a:t>
            </a:r>
            <a:r>
              <a:rPr lang="de-DE" baseline="0" dirty="0" smtClean="0"/>
              <a:t>. Erstellen Sie die </a:t>
            </a:r>
            <a:r>
              <a:rPr lang="de-DE" u="sng" baseline="0" dirty="0" smtClean="0"/>
              <a:t>letzte Folie</a:t>
            </a:r>
            <a:r>
              <a:rPr lang="de-DE" baseline="0" dirty="0" smtClean="0"/>
              <a:t> mit dem Folienlayout </a:t>
            </a:r>
            <a:r>
              <a:rPr lang="de-DE" u="sng" baseline="0" dirty="0" smtClean="0"/>
              <a:t>Zwei Inhalte</a:t>
            </a:r>
            <a:r>
              <a:rPr lang="de-DE" baseline="0" dirty="0" smtClean="0"/>
              <a:t>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1934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Speichern</a:t>
            </a:r>
            <a:r>
              <a:rPr lang="de-DE" baseline="0" dirty="0" smtClean="0"/>
              <a:t> Sie die Änderungen an der Datei.</a:t>
            </a:r>
          </a:p>
          <a:p>
            <a:endParaRPr lang="de-DE" baseline="0" dirty="0" smtClean="0"/>
          </a:p>
          <a:p>
            <a:r>
              <a:rPr lang="de-DE" baseline="0" dirty="0" smtClean="0"/>
              <a:t>Speichern Sie die Datei mit dem neuen Dateinamen FERTIGHAUS FAMILY DESIGN.</a:t>
            </a:r>
          </a:p>
          <a:p>
            <a:endParaRPr lang="de-DE" baseline="0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752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Weisen</a:t>
            </a:r>
            <a:r>
              <a:rPr lang="de-DE" baseline="0" dirty="0" smtClean="0"/>
              <a:t> Sie allen Folien ein anderes Design, z.B. Dactylos zu.</a:t>
            </a:r>
          </a:p>
          <a:p>
            <a:r>
              <a:rPr lang="de-DE" baseline="0" dirty="0" smtClean="0"/>
              <a:t>Weisen Sie allen Folien erneut ein anderes Design, z.B. Telesto zu.</a:t>
            </a:r>
          </a:p>
          <a:p>
            <a:r>
              <a:rPr lang="de-DE" baseline="0" dirty="0" smtClean="0"/>
              <a:t>(Bitte beachten Sie: abhängig von Ihrer PP-Version stehen Ihnen wechselnde Designs zur Verfügung.)</a:t>
            </a:r>
          </a:p>
          <a:p>
            <a:endParaRPr lang="de-DE" baseline="0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9920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Ändern Sie für Folie 5 und 7 das Design</a:t>
            </a:r>
            <a:r>
              <a:rPr lang="de-DE" baseline="0" dirty="0" smtClean="0"/>
              <a:t> zu einem Design Ihrer Wahl.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238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Ändern Sie erneut nur für Folie 5</a:t>
            </a:r>
            <a:r>
              <a:rPr lang="de-DE" baseline="0" dirty="0" smtClean="0"/>
              <a:t> und 7 das Design zu einem Design Ihrer Wahl.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763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Weisen</a:t>
            </a:r>
            <a:r>
              <a:rPr lang="de-DE" baseline="0" dirty="0" smtClean="0"/>
              <a:t> Sie allen Folien der Präsentation das standardmäßige Design zu.</a:t>
            </a:r>
          </a:p>
          <a:p>
            <a:r>
              <a:rPr lang="de-DE" baseline="0" dirty="0" smtClean="0"/>
              <a:t>Weisen Sie allen Folien ein Design Ihrer Wahl zu und speichern Sie die Änderungen an der Datei.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1231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BF0EE-03F9-44F6-B204-19AD2B7D5F15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Unser Modell: Fertighaus FAMILY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sz="4400" kern="120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Immobilia</a:t>
            </a:r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GmbH</a:t>
            </a:r>
            <a:b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Für eine sichere Zukunft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Strategie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Intensive Werbung</a:t>
            </a:r>
          </a:p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Erschließung der Kundengruppe</a:t>
            </a:r>
            <a:r>
              <a:rPr lang="de-DE" sz="440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junge Familien</a:t>
            </a:r>
          </a:p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Erhöhung unseres Marktanteils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Kundenwünsche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Günstiger Preis</a:t>
            </a:r>
          </a:p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Kurze Bauzeit</a:t>
            </a:r>
          </a:p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Raum für individuelle Wünsche</a:t>
            </a:r>
          </a:p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Gute Isolierung</a:t>
            </a:r>
          </a:p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Garantieleistung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Unser Service: hohe Qualität durch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Hochwertiges Material</a:t>
            </a:r>
          </a:p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Umfassende Organisation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Unser Plus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Betreuung vor, während und nach der Bauzeit</a:t>
            </a:r>
          </a:p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Ansprechpartner sein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Was ist neu an FAMILY?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Optional Unterkellerung</a:t>
            </a:r>
          </a:p>
          <a:p>
            <a:pPr lvl="0"/>
            <a:r>
              <a:rPr lang="de-DE" sz="44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Optional Fußbodenheizung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Werbung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Presse</a:t>
            </a:r>
          </a:p>
          <a:p>
            <a:r>
              <a:rPr lang="de-DE" dirty="0" smtClean="0"/>
              <a:t>Broschüren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Messepräsenz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268</Words>
  <Application>Microsoft Office PowerPoint</Application>
  <PresentationFormat>Bildschirmpräsentation (4:3)</PresentationFormat>
  <Paragraphs>48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Arial</vt:lpstr>
      <vt:lpstr>Calibri</vt:lpstr>
      <vt:lpstr>Larissa-Design</vt:lpstr>
      <vt:lpstr>Unser Modell: Fertighaus FAMILY</vt:lpstr>
      <vt:lpstr>Strategie</vt:lpstr>
      <vt:lpstr>Kundenwünsche</vt:lpstr>
      <vt:lpstr>Unser Service: hohe Qualität durch</vt:lpstr>
      <vt:lpstr>Unser Plus</vt:lpstr>
      <vt:lpstr>Was ist neu an FAMILY?</vt:lpstr>
      <vt:lpstr>Werbung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Unser Modell: Fertighaus „Family„</dc:title>
  <dc:creator>microstar</dc:creator>
  <cp:lastModifiedBy>Sandra Giebitz</cp:lastModifiedBy>
  <cp:revision>19</cp:revision>
  <dcterms:created xsi:type="dcterms:W3CDTF">2007-11-15T13:35:57Z</dcterms:created>
  <dcterms:modified xsi:type="dcterms:W3CDTF">2014-01-04T16:42:10Z</dcterms:modified>
</cp:coreProperties>
</file>
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62500" autoAdjust="0"/>
  </p:normalViewPr>
  <p:slideViewPr>
    <p:cSldViewPr>
      <p:cViewPr varScale="1">
        <p:scale>
          <a:sx n="45" d="100"/>
          <a:sy n="45" d="100"/>
        </p:scale>
        <p:origin x="-12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A7C4-4344-493E-9666-C879B96DCEF3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F8131-F6E5-4625-95F1-190F3890559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2</a:t>
            </a:fld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i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3</a:t>
            </a:fld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4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22" name="Untertitel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de-DE" smtClean="0"/>
              <a:t>Formatvorlage des Untertitelmasters durch Klicken bearbeiten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Rechteck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Rechteck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457200" y="2133602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838200" y="1143005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de-DE" smtClean="0"/>
              <a:t>Bild durch Klicken auf Symbol hinzufügen</a:t>
            </a:r>
            <a:endParaRPr kumimoji="0" lang="en-US" dirty="0"/>
          </a:p>
        </p:txBody>
      </p:sp>
      <p:sp>
        <p:nvSpPr>
          <p:cNvPr id="9" name="Flussdiagramm: Proz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ussdiagramm: Proz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858000" y="274641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143000" y="274642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rte 6"/>
          <p:cNvSpPr/>
          <p:nvPr/>
        </p:nvSpPr>
        <p:spPr>
          <a:xfrm>
            <a:off x="-815926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168817" y="21104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ad 10"/>
          <p:cNvSpPr/>
          <p:nvPr/>
        </p:nvSpPr>
        <p:spPr>
          <a:xfrm rot="2315675">
            <a:off x="182882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hteck 11"/>
          <p:cNvSpPr/>
          <p:nvPr/>
        </p:nvSpPr>
        <p:spPr>
          <a:xfrm>
            <a:off x="1012874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  <a:p>
            <a:pPr lvl="1" eaLnBrk="1" latinLnBrk="0" hangingPunct="1"/>
            <a:r>
              <a:rPr kumimoji="0" lang="de-DE" smtClean="0"/>
              <a:t>Zweite Ebene</a:t>
            </a:r>
          </a:p>
          <a:p>
            <a:pPr lvl="2" eaLnBrk="1" latinLnBrk="0" hangingPunct="1"/>
            <a:r>
              <a:rPr kumimoji="0" lang="de-DE" smtClean="0"/>
              <a:t>Dritte Ebene</a:t>
            </a:r>
          </a:p>
          <a:p>
            <a:pPr lvl="3" eaLnBrk="1" latinLnBrk="0" hangingPunct="1"/>
            <a:r>
              <a:rPr kumimoji="0" lang="de-DE" smtClean="0"/>
              <a:t>Vierte Ebene</a:t>
            </a:r>
          </a:p>
          <a:p>
            <a:pPr lvl="4" eaLnBrk="1" latinLnBrk="0" hangingPunct="1"/>
            <a:r>
              <a:rPr kumimoji="0" lang="de-DE" smtClean="0"/>
              <a:t>Fünfte Ebene</a:t>
            </a:r>
            <a:endParaRPr kumimoji="0" lang="en-US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461B729-02C4-4B6D-8515-809B81B91645}" type="datetimeFigureOut">
              <a:rPr lang="de-DE" smtClean="0"/>
              <a:pPr/>
              <a:t>27.11.2007</a:t>
            </a:fld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de-DE"/>
          </a:p>
        </p:txBody>
      </p:sp>
      <p:sp>
        <p:nvSpPr>
          <p:cNvPr id="22" name="Foliennummernplatzhalt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Rechteck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 smtClean="0"/>
              <a:t>Französischkurse</a:t>
            </a:r>
            <a:r>
              <a:rPr lang="de-DE" dirty="0" smtClean="0"/>
              <a:t> für Kids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Kurse für Kinder und Jugendliche von 5 – 18 Jahren</a:t>
            </a:r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Kindgerechte Kurse durch: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Pädagogisch geschulte Muttersprachler</a:t>
            </a:r>
          </a:p>
          <a:p>
            <a:r>
              <a:rPr lang="de-DE" dirty="0" smtClean="0"/>
              <a:t>Speziell für die unterschiedlichen Altersstufen aufbereitetes Schulungsmaterial</a:t>
            </a:r>
          </a:p>
          <a:p>
            <a:r>
              <a:rPr lang="de-DE" dirty="0" smtClean="0"/>
              <a:t>Audio- und Videomaterialien</a:t>
            </a:r>
          </a:p>
          <a:p>
            <a:r>
              <a:rPr lang="de-DE" dirty="0" smtClean="0"/>
              <a:t>Auf die Konzentrationsfähigkeit von Kindern abgestimmte Kurszeiten</a:t>
            </a:r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Wir bieten günstige Konditionen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50.- € monatliche Kursgebühr bei einer Zeitstunde Unterricht je Woche</a:t>
            </a:r>
          </a:p>
          <a:p>
            <a:r>
              <a:rPr lang="de-DE" dirty="0" smtClean="0"/>
              <a:t>Ermäßigung der Kursgebühr um 25% ab dem zweiten Kind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Ihr Vorteil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Alle ausgefallenen Stunden können nachgeholt werden! Dies gilt z.B. für…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… Kursstunden, die durch Ferien entfallen</a:t>
            </a:r>
          </a:p>
          <a:p>
            <a:r>
              <a:rPr lang="de-DE" dirty="0" smtClean="0"/>
              <a:t>… Kursausfall </a:t>
            </a:r>
            <a:r>
              <a:rPr lang="de-DE" smtClean="0"/>
              <a:t>durch Krankheit</a:t>
            </a:r>
            <a:endParaRPr lang="de-DE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nglischkurs-E1">
  <a:themeElements>
    <a:clrScheme name="Nyad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Nya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yad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Englischkurs-E1</Template>
  <TotalTime>0</TotalTime>
  <Words>92</Words>
  <Application>Microsoft Office PowerPoint</Application>
  <PresentationFormat>Bildschirmpräsentation (4:3)</PresentationFormat>
  <Paragraphs>18</Paragraphs>
  <Slides>4</Slides>
  <Notes>4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5" baseType="lpstr">
      <vt:lpstr>Englischkurs-E1</vt:lpstr>
      <vt:lpstr>Französischkurse für Kids</vt:lpstr>
      <vt:lpstr>Kindgerechte Kurse durch:</vt:lpstr>
      <vt:lpstr>Wir bieten günstige Konditionen</vt:lpstr>
      <vt:lpstr>Ihr Vorteil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Französischkurse für Kids</dc:title>
  <dc:creator>microstar</dc:creator>
  <cp:lastModifiedBy>microstar</cp:lastModifiedBy>
  <cp:revision>2</cp:revision>
  <dcterms:created xsi:type="dcterms:W3CDTF">2007-11-27T14:58:52Z</dcterms:created>
  <dcterms:modified xsi:type="dcterms:W3CDTF">2007-11-27T15:23:45Z</dcterms:modified>
</cp:coreProperties>
</file>
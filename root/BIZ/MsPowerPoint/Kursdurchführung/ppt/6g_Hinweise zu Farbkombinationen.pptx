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Override3.xml" ContentType="application/vnd.openxmlformats-officedocument.themeOverride+xml"/>
  <Override PartName="/ppt/theme/themeOverride4.xml" ContentType="application/vnd.openxmlformats-officedocument.themeOverr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57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1350" y="-96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94786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de-DE"/>
              <a:t>Hinweise zu Farbkombinationen</a:t>
            </a: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DE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C80EFBA-8842-41DF-B9A7-047C9F692766}" type="slidenum">
              <a:rPr lang="de-DE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de-DE"/>
              <a:t>Hinweise zu Farbkombinationen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de-DE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DE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40E5481-F164-4020-B0E7-4EC61107054C}" type="slidenum">
              <a:rPr lang="de-DE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de-DE"/>
              <a:t>Hinweise zu Farbkombinationen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F881E1-0837-423F-98CF-1222E0DA82ED}" type="slidenum">
              <a:rPr lang="de-DE"/>
              <a:pPr/>
              <a:t>1</a:t>
            </a:fld>
            <a:endParaRPr lang="de-DE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59518B-19FB-414F-B28C-DD2D11532954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594A12-4E8D-4F24-BB68-AE54CA21B177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462177-6A6A-4445-AC8B-099F17EEDFC4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1ABBA6-8DE8-4534-A4F0-7CB0F00E5FCF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7A94DB-0827-461D-9EB0-AFA602988FDA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2A68D-2F2E-4324-8E34-5A0C90E009AE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2D6338-AF86-4202-A7AF-E2AE6D4EF3FF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1D2995-7FF4-4BD1-888A-60722199C976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2FC9E7-2357-49D2-A2B7-FEBE9C3FFF66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EC8DC4-2517-4F8A-A2F0-D6D32DBDB446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982CC1-72E1-4DD2-BF9E-6E9E5EBD0816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3B9456E-A877-49B9-93D6-01614EDF142E}" type="slidenum">
              <a:rPr lang="de-DE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Komplementärkontrast von Rot und Grün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2771775" y="2852738"/>
            <a:ext cx="3600450" cy="22320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Kaltfarbiges Objekt auf "warmem" Hintergrund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2771775" y="2852738"/>
            <a:ext cx="3600450" cy="22320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4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FFFFFF"/>
                </a:solidFill>
              </a:rPr>
              <a:t>Folie mit Grautönen </a:t>
            </a: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2771775" y="2852738"/>
            <a:ext cx="3600450" cy="2232025"/>
          </a:xfrm>
          <a:prstGeom prst="rect">
            <a:avLst/>
          </a:prstGeom>
          <a:solidFill>
            <a:srgbClr val="96969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44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rgbClr val="FFFFC9"/>
                </a:solidFill>
              </a:rPr>
              <a:t>Folie mit eingefärbten Grautönen 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2771775" y="2852738"/>
            <a:ext cx="3600450" cy="2232025"/>
          </a:xfrm>
          <a:prstGeom prst="rect">
            <a:avLst/>
          </a:prstGeom>
          <a:solidFill>
            <a:srgbClr val="978E9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00FF00"/>
    </a:lt1>
    <a:dk2>
      <a:srgbClr val="000000"/>
    </a:dk2>
    <a:lt2>
      <a:srgbClr val="808080"/>
    </a:lt2>
    <a:accent1>
      <a:srgbClr val="FF0000"/>
    </a:accent1>
    <a:accent2>
      <a:srgbClr val="333399"/>
    </a:accent2>
    <a:accent3>
      <a:srgbClr val="AAFFAA"/>
    </a:accent3>
    <a:accent4>
      <a:srgbClr val="000000"/>
    </a:accent4>
    <a:accent5>
      <a:srgbClr val="FFAAAA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0000"/>
    </a:lt1>
    <a:dk2>
      <a:srgbClr val="000000"/>
    </a:dk2>
    <a:lt2>
      <a:srgbClr val="808080"/>
    </a:lt2>
    <a:accent1>
      <a:srgbClr val="00FFFF"/>
    </a:accent1>
    <a:accent2>
      <a:srgbClr val="333399"/>
    </a:accent2>
    <a:accent3>
      <a:srgbClr val="FFAAAA"/>
    </a:accent3>
    <a:accent4>
      <a:srgbClr val="000000"/>
    </a:accent4>
    <a:accent5>
      <a:srgbClr val="AAFFF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5B5D6B"/>
    </a:dk1>
    <a:lt1>
      <a:srgbClr val="FFFFFF"/>
    </a:lt1>
    <a:dk2>
      <a:srgbClr val="5A5C6C"/>
    </a:dk2>
    <a:lt2>
      <a:srgbClr val="E7E8DC"/>
    </a:lt2>
    <a:accent1>
      <a:srgbClr val="988CA0"/>
    </a:accent1>
    <a:accent2>
      <a:srgbClr val="9383B3"/>
    </a:accent2>
    <a:accent3>
      <a:srgbClr val="B5B5BA"/>
    </a:accent3>
    <a:accent4>
      <a:srgbClr val="DADADA"/>
    </a:accent4>
    <a:accent5>
      <a:srgbClr val="CAC5CD"/>
    </a:accent5>
    <a:accent6>
      <a:srgbClr val="8576A2"/>
    </a:accent6>
    <a:hlink>
      <a:srgbClr val="A3C145"/>
    </a:hlink>
    <a:folHlink>
      <a:srgbClr val="6FA9B7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5B5D6B"/>
    </a:dk1>
    <a:lt1>
      <a:srgbClr val="FFFFFF"/>
    </a:lt1>
    <a:dk2>
      <a:srgbClr val="5A5C6C"/>
    </a:dk2>
    <a:lt2>
      <a:srgbClr val="E7E8DC"/>
    </a:lt2>
    <a:accent1>
      <a:srgbClr val="988CA0"/>
    </a:accent1>
    <a:accent2>
      <a:srgbClr val="9383B3"/>
    </a:accent2>
    <a:accent3>
      <a:srgbClr val="B5B5BA"/>
    </a:accent3>
    <a:accent4>
      <a:srgbClr val="DADADA"/>
    </a:accent4>
    <a:accent5>
      <a:srgbClr val="CAC5CD"/>
    </a:accent5>
    <a:accent6>
      <a:srgbClr val="8576A2"/>
    </a:accent6>
    <a:hlink>
      <a:srgbClr val="A3C145"/>
    </a:hlink>
    <a:folHlink>
      <a:srgbClr val="6FA9B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Bildschirmpräsentation (4:3)</PresentationFormat>
  <Paragraphs>6</Paragraphs>
  <Slides>4</Slides>
  <Notes>1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5" baseType="lpstr">
      <vt:lpstr>Standarddesign</vt:lpstr>
      <vt:lpstr>Komplementärkontrast von Rot und Grün</vt:lpstr>
      <vt:lpstr>Kaltfarbiges Objekt auf "warmem" Hintergrund</vt:lpstr>
      <vt:lpstr>Folie mit Grautönen </vt:lpstr>
      <vt:lpstr>Folie mit eingefärbten Grautönen </vt:lpstr>
    </vt:vector>
  </TitlesOfParts>
  <Company>HERDT Verlag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Komplementärkontrast von Rot und Grün</dc:title>
  <dc:creator>Charlotte von Braunschweig</dc:creator>
  <cp:lastModifiedBy>microstar</cp:lastModifiedBy>
  <cp:revision>3</cp:revision>
  <dcterms:created xsi:type="dcterms:W3CDTF">2003-09-11T11:42:36Z</dcterms:created>
  <dcterms:modified xsi:type="dcterms:W3CDTF">2008-08-01T20:26:51Z</dcterms:modified>
</cp:coreProperties>
</file>
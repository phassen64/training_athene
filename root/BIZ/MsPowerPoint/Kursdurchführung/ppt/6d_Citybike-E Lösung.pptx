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61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23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24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5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26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1" name="Rounded Rectangle 29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2" name="Rounded Rectangle 30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6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9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0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8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457200" y="386476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17" name="Shape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hape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hape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1FB06C9-C459-431C-A772-7C25B03A7722}" type="slidenum">
              <a:rPr lang="de-DE"/>
              <a:pPr>
                <a:defRPr/>
              </a:pPr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B8130-8F1C-4109-BBBC-6C59C4E9B1E9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3295648"/>
            <a:ext cx="7772400" cy="1509712"/>
          </a:xfrm>
        </p:spPr>
        <p:txBody>
          <a:bodyPr/>
          <a:lstStyle>
            <a:lvl1pPr marL="32004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6DEBA-3508-4E14-BB60-1020CE78F43C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86202-98DB-4E1F-A990-D4971AAEE773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10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11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12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3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2" name="Rounded Rectangle 17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3" name="Rounded Rectangle 18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9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Rectangle 20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Rectangle 21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22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23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24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body" sz="half" idx="3"/>
          </p:nvPr>
        </p:nvSpPr>
        <p:spPr>
          <a:xfrm>
            <a:off x="4721225" y="220980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sz="quarter" idx="2"/>
          </p:nvPr>
        </p:nvSpPr>
        <p:spPr>
          <a:xfrm>
            <a:off x="381000" y="267334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718304" y="267334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20" name="Shape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hap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A56E597-0683-43AA-8BFC-20BCD37F8AF5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22" name="Shape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0F393-10A8-47E8-AF56-4323864EF9AA}" type="slidenum">
              <a:rPr lang="de-DE"/>
              <a:pPr>
                <a:defRPr/>
              </a:pPr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5B533-33E4-4D8D-8379-237D26594190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53496" y="106680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5353496" y="1938337"/>
            <a:ext cx="3383280" cy="4690872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11750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6796A-72E0-490A-9154-B7564F14E166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80EDE-8802-4B8B-87CF-C4852AAC5763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E67E4-DD72-44A6-AB6F-762094BCF7A7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16B2E-B0B8-4B7A-AA97-43B4981F3885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F071-FC38-4EE1-BDF2-E142DCBB727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39" name="Rectangle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  <a:endParaRPr lang="en-US" smtClean="0"/>
          </a:p>
        </p:txBody>
      </p:sp>
      <p:sp>
        <p:nvSpPr>
          <p:cNvPr id="1040" name="Rectangle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smtClean="0"/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>
              <a:defRPr sz="800" dirty="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>
              <a:defRPr sz="800" dirty="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>
              <a:defRPr sz="18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CE61438-0D88-4D50-88AE-7010C4F8178F}" type="slidenum">
              <a:rPr lang="de-DE"/>
              <a:pPr>
                <a:defRPr/>
              </a:pPr>
              <a:t>‹Nr.›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fontAlgn="base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/>
          <p:cNvSpPr>
            <a:spLocks noGrp="1" noChangeArrowheads="1"/>
          </p:cNvSpPr>
          <p:nvPr>
            <p:ph type="ctrTitle"/>
          </p:nvPr>
        </p:nvSpPr>
        <p:spPr>
          <a:xfrm>
            <a:off x="457200" y="2401888"/>
            <a:ext cx="8458200" cy="1470025"/>
          </a:xfrm>
        </p:spPr>
        <p:txBody>
          <a:bodyPr/>
          <a:lstStyle/>
          <a:p>
            <a:r>
              <a:rPr lang="de-DE" sz="3200" smtClean="0"/>
              <a:t>Unser neustes Spitzenprodukt:</a:t>
            </a:r>
            <a:br>
              <a:rPr lang="de-DE" sz="3200" smtClean="0"/>
            </a:br>
            <a:r>
              <a:rPr lang="de-DE" sz="3200" smtClean="0"/>
              <a:t>Das Citybike „Shopper“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863975"/>
            <a:ext cx="4953000" cy="1752600"/>
          </a:xfrm>
        </p:spPr>
        <p:txBody>
          <a:bodyPr/>
          <a:lstStyle/>
          <a:p>
            <a:pPr marL="63500">
              <a:lnSpc>
                <a:spcPct val="90000"/>
              </a:lnSpc>
            </a:pPr>
            <a:r>
              <a:rPr lang="de-DE" smtClean="0"/>
              <a:t>RADZEIT GMBH</a:t>
            </a:r>
          </a:p>
          <a:p>
            <a:pPr marL="63500">
              <a:lnSpc>
                <a:spcPct val="90000"/>
              </a:lnSpc>
            </a:pPr>
            <a:r>
              <a:rPr lang="de-DE" smtClean="0"/>
              <a:t>Ihr Fahrradspezialist</a:t>
            </a:r>
          </a:p>
          <a:p>
            <a:pPr marL="63500">
              <a:lnSpc>
                <a:spcPct val="90000"/>
              </a:lnSpc>
            </a:pPr>
            <a:r>
              <a:rPr lang="de-DE" smtClean="0"/>
              <a:t>für Sport und Freizeit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Was ist neu am „Shopper“?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7-Gang-Nabenschaltung mit Rücktrittbremse</a:t>
            </a:r>
          </a:p>
          <a:p>
            <a:pPr lvl="1"/>
            <a:r>
              <a:rPr lang="de-DE" sz="2000" dirty="0" smtClean="0"/>
              <a:t>Einfache Bedienung der Gangschaltung</a:t>
            </a:r>
          </a:p>
          <a:p>
            <a:r>
              <a:rPr lang="de-DE" sz="2200" dirty="0" smtClean="0"/>
              <a:t>Stabiler, fest montierter Vorderradfahrradkorb</a:t>
            </a:r>
          </a:p>
          <a:p>
            <a:pPr lvl="1"/>
            <a:r>
              <a:rPr lang="de-DE" sz="2000" dirty="0" smtClean="0"/>
              <a:t>Bequemes Verstauen </a:t>
            </a:r>
            <a:r>
              <a:rPr lang="de-DE" sz="2000" smtClean="0"/>
              <a:t>von Einkaufstaschen</a:t>
            </a:r>
            <a:endParaRPr lang="de-DE" sz="2000" dirty="0" smtClean="0"/>
          </a:p>
          <a:p>
            <a:r>
              <a:rPr lang="de-DE" sz="2400" dirty="0" smtClean="0"/>
              <a:t>Standlichtautomatik für Vorder- und Rücklicht</a:t>
            </a:r>
          </a:p>
          <a:p>
            <a:pPr lvl="1"/>
            <a:r>
              <a:rPr lang="de-DE" sz="2000" dirty="0" smtClean="0"/>
              <a:t>Mehr Sicherheit im Straßenverkehr</a:t>
            </a:r>
          </a:p>
          <a:p>
            <a:r>
              <a:rPr lang="de-DE" sz="2400" dirty="0" smtClean="0"/>
              <a:t>Nabendynamo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Kundenwünsche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Multifunktioneller Einsatz auf der Straße und im Gelände</a:t>
            </a:r>
          </a:p>
          <a:p>
            <a:r>
              <a:rPr lang="de-DE" smtClean="0"/>
              <a:t>Optimale ergonomische Anpassungsmöglichkeiten</a:t>
            </a:r>
          </a:p>
          <a:p>
            <a:r>
              <a:rPr lang="de-DE" smtClean="0"/>
              <a:t>Ausgewogenes Preis-Leistungs-Verhältnis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Neue Marketingstrategie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Neue Werbemöglichkeiten erschließen</a:t>
            </a:r>
          </a:p>
          <a:p>
            <a:pPr lvl="1"/>
            <a:r>
              <a:rPr lang="de-DE" smtClean="0"/>
              <a:t>Fachzeitschriften</a:t>
            </a:r>
          </a:p>
          <a:p>
            <a:pPr lvl="2"/>
            <a:r>
              <a:rPr lang="de-DE" smtClean="0"/>
              <a:t>Regional</a:t>
            </a:r>
          </a:p>
          <a:p>
            <a:pPr lvl="2"/>
            <a:r>
              <a:rPr lang="de-DE" smtClean="0"/>
              <a:t>Überregional</a:t>
            </a:r>
          </a:p>
          <a:p>
            <a:pPr lvl="1"/>
            <a:r>
              <a:rPr lang="de-DE" smtClean="0"/>
              <a:t>Regionale Tageszeitungen</a:t>
            </a:r>
          </a:p>
          <a:p>
            <a:pPr lvl="2"/>
            <a:r>
              <a:rPr lang="de-DE" smtClean="0"/>
              <a:t>Sondereinlagen</a:t>
            </a: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100000" r="280000" b="28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r="280000" b="28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70</Words>
  <Application>Microsoft Office PowerPoint</Application>
  <PresentationFormat>Bildschirmpräsentation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Rhea</vt:lpstr>
      <vt:lpstr>Unser neustes Spitzenprodukt: Das Citybike „Shopper“</vt:lpstr>
      <vt:lpstr>Was ist neu am „Shopper“?</vt:lpstr>
      <vt:lpstr>Kundenwünsche</vt:lpstr>
      <vt:lpstr>Neue Marketingstrategie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neustes Spizenprodukt: Das Citybike „Shopper“</dc:title>
  <dc:creator>Tina Wegener</dc:creator>
  <cp:lastModifiedBy>microstar</cp:lastModifiedBy>
  <cp:revision>9</cp:revision>
  <dcterms:created xsi:type="dcterms:W3CDTF">2003-09-02T12:54:06Z</dcterms:created>
  <dcterms:modified xsi:type="dcterms:W3CDTF">2007-11-28T15:22:42Z</dcterms:modified>
</cp:coreProperties>
</file>
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81813" cy="100028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3B4A4E30-9803-4EFC-8CB7-222D88DEE0C6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65039A96-A72E-477E-815E-1D6119AC85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922242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1809E2C3-A3C1-4A54-AAE5-A6E72024754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2207FC3D-BBC8-4A1E-8372-EAD4844D31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875183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07FC3D-BBC8-4A1E-8372-EAD4844D31C5}" type="slidenum">
              <a:rPr lang="de-DE" smtClean="0"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CC1F703-55D9-44FC-9BE9-47A8AA6444B0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261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67FE-4624-4AAC-B34D-BF07A479F51C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06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D04A-706A-4F49-B23D-F485933987FA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83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E085-4FB1-4508-87E6-573388CB78BA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75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E9AC-8289-481C-A235-9CCA154C8202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932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33BE-C407-4F71-941C-F98F1284685A}" type="datetime1">
              <a:rPr lang="de-DE" smtClean="0"/>
              <a:t>05.01.2014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39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EDA39-A705-4D51-A72F-B8C6AA9E5FB0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98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6BD5A-E012-4251-8A88-240DFA060707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887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394-03C3-4489-A494-EA36870EBA6F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27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4E10-104B-48B0-99B7-40781EE754A8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38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1C55-3E9F-4AE7-9571-DC4B97DCB90B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46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067A9-663E-4C3A-8679-0948D3BFFF79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85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BF8E2-D8C2-4328-A3F9-65D88FDB3F31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D366A-D4B6-4530-8C0F-2E17558EEE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22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Ansprechpartner</a:t>
            </a:r>
            <a:endParaRPr lang="de-DE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502063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Was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Wer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Wann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Durchwahl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Personal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Frau Jäger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 bis 15 Uhr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223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Fragen zu Produkten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Frau Mattes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 bis 16 Uhr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224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Führungen über das Firmengelände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Herr Kohl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6 bis 12</a:t>
                      </a:r>
                      <a:r>
                        <a:rPr lang="de-DE" baseline="0" dirty="0" smtClean="0"/>
                        <a:t> Uhr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407</a:t>
                      </a:r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CB5E-CCD5-4641-9BEC-B72F4E281415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382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Ansprechpartner</a:t>
            </a:r>
            <a:endParaRPr lang="de-DE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231332"/>
              </p:ext>
            </p:extLst>
          </p:nvPr>
        </p:nvGraphicFramePr>
        <p:xfrm>
          <a:off x="838200" y="1825625"/>
          <a:ext cx="10515600" cy="3888000"/>
        </p:xfrm>
        <a:graphic>
          <a:graphicData uri="http://schemas.openxmlformats.org/drawingml/2006/table">
            <a:tbl>
              <a:tblPr firstRow="1" lastCol="1" bandRow="1">
                <a:tableStyleId>{91EBBBCC-DAD2-459C-BE2E-F6DE35CF9A28}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972000"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Was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Wer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Wann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Durchwahl</a:t>
                      </a:r>
                      <a:endParaRPr lang="de-DE" sz="2400" dirty="0"/>
                    </a:p>
                  </a:txBody>
                  <a:tcPr/>
                </a:tc>
              </a:tr>
              <a:tr h="972000"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Personal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Frau Jäger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7 bis 15 Uhr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223</a:t>
                      </a:r>
                      <a:endParaRPr lang="de-DE" sz="2400" dirty="0"/>
                    </a:p>
                  </a:txBody>
                  <a:tcPr/>
                </a:tc>
              </a:tr>
              <a:tr h="972000"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Fragen zu Produkten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Frau Mattes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7 bis 16 Uhr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224</a:t>
                      </a:r>
                    </a:p>
                  </a:txBody>
                  <a:tcPr/>
                </a:tc>
              </a:tr>
              <a:tr h="972000"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Führungen über das Firmengelände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Herr Kohl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 smtClean="0"/>
                        <a:t>6 bis 12</a:t>
                      </a:r>
                      <a:r>
                        <a:rPr lang="de-DE" sz="2400" baseline="0" dirty="0" smtClean="0"/>
                        <a:t> Uhr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407</a:t>
                      </a:r>
                      <a:endParaRPr lang="de-DE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F10A-7A77-49E7-B407-6AE6D39366A8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11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Quartalszahlen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595319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dirty="0" smtClean="0"/>
                        <a:t>Artikel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de-DE" dirty="0" smtClean="0"/>
                        <a:t>Quartal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2. Quartal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3. Quartal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4. Quartal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Art.</a:t>
                      </a:r>
                      <a:r>
                        <a:rPr lang="de-DE" baseline="0" dirty="0" smtClean="0"/>
                        <a:t> 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123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123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200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Art. 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100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Art. 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1000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1200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1200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1000</a:t>
                      </a:r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C12F-CBE9-4980-B34B-4D2D343E2A07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59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Quartalszahlen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3A09-DEEC-4689-A6F2-90BE7974F51A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13a_Beispieltabellen.pptx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366A-D4B6-4530-8C0F-2E17558EEE3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89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Breitbild</PresentationFormat>
  <Paragraphs>71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Ansprechpartner</vt:lpstr>
      <vt:lpstr>Ansprechpartner</vt:lpstr>
      <vt:lpstr>Quartalszahlen</vt:lpstr>
      <vt:lpstr>Quartalszahlen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Ansprechpartner</dc:title>
  <dc:creator>Sandra Giebitz</dc:creator>
  <cp:lastModifiedBy>Sandra Giebitz</cp:lastModifiedBy>
  <cp:revision>5</cp:revision>
  <cp:lastPrinted>2014-01-05T18:26:44Z</cp:lastPrinted>
  <dcterms:created xsi:type="dcterms:W3CDTF">2014-01-05T18:15:33Z</dcterms:created>
  <dcterms:modified xsi:type="dcterms:W3CDTF">2014-01-05T18:26:46Z</dcterms:modified>
</cp:coreProperties>
</file>
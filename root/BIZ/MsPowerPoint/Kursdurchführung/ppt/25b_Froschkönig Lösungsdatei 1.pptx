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9" autoAdjust="0"/>
    <p:restoredTop sz="94434" autoAdjust="0"/>
  </p:normalViewPr>
  <p:slideViewPr>
    <p:cSldViewPr snapToGrid="0">
      <p:cViewPr varScale="1">
        <p:scale>
          <a:sx n="59" d="100"/>
          <a:sy n="59" d="100"/>
        </p:scale>
        <p:origin x="102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21064-E3AD-4EBA-86A2-DBD3695249CB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313AA-5EEE-44B4-8A59-18B26AB5AA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564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313AA-5EEE-44B4-8A59-18B26AB5AA5E}" type="slidenum">
              <a:rPr lang="de-DE" smtClean="0"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297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90D2-B6A3-44D1-9586-6B4339685616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636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F71C-084E-4D73-8723-361EA7281A57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0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543B-BA0E-4611-AFA8-47E2B9603C29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566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A43C-D281-4961-97A7-4EE397FB328E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47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2313-6613-401A-825C-F3DCB1A76ADD}" type="datetime1">
              <a:rPr lang="de-DE" smtClean="0"/>
              <a:t>05.01.2014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60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72FF-6EEB-4222-98F3-E0EEA553E820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563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8C3-8B2A-4F26-80E5-E84C76DE48FE}" type="datetime1">
              <a:rPr lang="de-DE" smtClean="0"/>
              <a:t>05.01.2014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93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E94F-E54A-45CC-AD66-73027F350631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9551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F6D7C-8BB8-44E2-8487-249D9F580C0D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48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05C9-2022-4B9C-91A0-E25464D1D4D3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39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DB68-1F0C-4B01-A9E1-DA8F75365086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63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CCCBD-1157-40C4-8047-E1E7A54BDB84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775" y="513556"/>
            <a:ext cx="17240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9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6">
            <a:lumMod val="50000"/>
          </a:schemeClr>
        </a:buClr>
        <a:buSzPct val="80000"/>
        <a:buFont typeface="Wingdings" panose="05000000000000000000" pitchFamily="2" charset="2"/>
        <a:buChar char=""/>
        <a:defRPr sz="2800" kern="1200">
          <a:solidFill>
            <a:schemeClr val="tx1"/>
          </a:solidFill>
          <a:latin typeface="Bradley Hand ITC" panose="03070402050302030203" pitchFamily="66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radley Hand ITC" panose="03070402050302030203" pitchFamily="66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radley Hand ITC" panose="03070402050302030203" pitchFamily="66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radley Hand ITC" panose="03070402050302030203" pitchFamily="66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radley Hand ITC" panose="03070402050302030203" pitchFamily="66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Restaurant „Froschkönig“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Am Altmühlsee</a:t>
            </a:r>
          </a:p>
        </p:txBody>
      </p:sp>
    </p:spTree>
    <p:extLst>
      <p:ext uri="{BB962C8B-B14F-4D97-AF65-F5344CB8AC3E}">
        <p14:creationId xmlns:p14="http://schemas.microsoft.com/office/powerpoint/2010/main" val="173163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Vorspeisen</a:t>
            </a:r>
            <a:endParaRPr lang="de-DE" dirty="0" smtClean="0"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Kalte Vorspeisen</a:t>
            </a:r>
          </a:p>
          <a:p>
            <a:pPr lvl="0"/>
            <a:r>
              <a:rPr lang="de-DE" dirty="0" smtClean="0"/>
              <a:t>Warme Vorspeisen</a:t>
            </a:r>
          </a:p>
          <a:p>
            <a:pPr lvl="1"/>
            <a:r>
              <a:rPr lang="de-DE" dirty="0" smtClean="0"/>
              <a:t>Tomatensuppe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EC75A-7C32-45E5-87C1-6CDF6334F59D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20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Hauptspeisen</a:t>
            </a:r>
            <a:endParaRPr lang="de-DE" dirty="0" smtClean="0"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Vegetarische Gerichte</a:t>
            </a:r>
          </a:p>
          <a:p>
            <a:pPr lvl="1"/>
            <a:r>
              <a:rPr lang="de-DE" dirty="0" smtClean="0"/>
              <a:t>Käsespätzle</a:t>
            </a:r>
          </a:p>
          <a:p>
            <a:pPr lvl="0"/>
            <a:r>
              <a:rPr lang="de-DE" dirty="0" smtClean="0"/>
              <a:t>Fleischgerichte</a:t>
            </a:r>
          </a:p>
          <a:p>
            <a:pPr lvl="1"/>
            <a:r>
              <a:rPr lang="de-DE" dirty="0" smtClean="0"/>
              <a:t>Lammbraten</a:t>
            </a:r>
          </a:p>
          <a:p>
            <a:pPr lvl="0"/>
            <a:r>
              <a:rPr lang="de-DE" dirty="0" smtClean="0"/>
              <a:t>Fischgerichte</a:t>
            </a:r>
          </a:p>
          <a:p>
            <a:pPr lvl="1"/>
            <a:r>
              <a:rPr lang="de-DE" dirty="0" smtClean="0"/>
              <a:t>Frische Forelle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8D344-473D-45FE-9687-A3E39096D280}" type="datetime1">
              <a:rPr lang="de-DE" smtClean="0"/>
              <a:t>05.01.2014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23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Nachspeisen</a:t>
            </a:r>
            <a:endParaRPr lang="de-DE" dirty="0" smtClean="0"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Eisspezialitäten</a:t>
            </a:r>
          </a:p>
          <a:p>
            <a:pPr lvl="0"/>
            <a:r>
              <a:rPr lang="de-DE" dirty="0" smtClean="0"/>
              <a:t>Gebäck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A3A-3B70-4BAF-AC7A-D0DC4C37185A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6269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Breitbild</PresentationFormat>
  <Paragraphs>26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Arial</vt:lpstr>
      <vt:lpstr>Bradley Hand ITC</vt:lpstr>
      <vt:lpstr>Calibri</vt:lpstr>
      <vt:lpstr>Calibri Light</vt:lpstr>
      <vt:lpstr>Wingdings</vt:lpstr>
      <vt:lpstr>Office Theme</vt:lpstr>
      <vt:lpstr>Restaurant „Froschkönig“</vt:lpstr>
      <vt:lpstr>Vorspeisen</vt:lpstr>
      <vt:lpstr>Hauptspeisen</vt:lpstr>
      <vt:lpstr>Nachspeisen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„Froschkönig“</dc:title>
  <dc:creator>Sandra Giebitz</dc:creator>
  <cp:lastModifiedBy>Sandra Giebitz</cp:lastModifiedBy>
  <cp:revision>4</cp:revision>
  <dcterms:created xsi:type="dcterms:W3CDTF">2014-01-05T18:51:10Z</dcterms:created>
  <dcterms:modified xsi:type="dcterms:W3CDTF">2014-01-05T19:01:51Z</dcterms:modified>
</cp:coreProperties>
</file>
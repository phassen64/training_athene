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sldIdLst>
    <p:sldId id="261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2"/>
          <p:cNvSpPr/>
          <p:nvPr/>
        </p:nvSpPr>
        <p:spPr>
          <a:xfrm flipV="1">
            <a:off x="5410200" y="3810000"/>
            <a:ext cx="3733800" cy="904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23"/>
          <p:cNvSpPr/>
          <p:nvPr/>
        </p:nvSpPr>
        <p:spPr>
          <a:xfrm flipV="1">
            <a:off x="5410200" y="3897313"/>
            <a:ext cx="3733800" cy="19208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24"/>
          <p:cNvSpPr/>
          <p:nvPr/>
        </p:nvSpPr>
        <p:spPr>
          <a:xfrm flipV="1">
            <a:off x="5410200" y="4114800"/>
            <a:ext cx="3733800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25"/>
          <p:cNvSpPr/>
          <p:nvPr/>
        </p:nvSpPr>
        <p:spPr>
          <a:xfrm flipV="1">
            <a:off x="5410200" y="4164013"/>
            <a:ext cx="1965325" cy="19050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26"/>
          <p:cNvSpPr/>
          <p:nvPr/>
        </p:nvSpPr>
        <p:spPr>
          <a:xfrm flipV="1">
            <a:off x="5410200" y="4198938"/>
            <a:ext cx="1965325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11" name="Rounded Rectangle 29"/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12" name="Rounded Rectangle 30"/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tangle 6"/>
          <p:cNvSpPr/>
          <p:nvPr/>
        </p:nvSpPr>
        <p:spPr>
          <a:xfrm>
            <a:off x="0" y="3649663"/>
            <a:ext cx="9144000" cy="2444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tangle 9"/>
          <p:cNvSpPr/>
          <p:nvPr/>
        </p:nvSpPr>
        <p:spPr>
          <a:xfrm>
            <a:off x="0" y="3675063"/>
            <a:ext cx="9144000" cy="1412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0"/>
          <p:cNvSpPr/>
          <p:nvPr/>
        </p:nvSpPr>
        <p:spPr>
          <a:xfrm flipV="1">
            <a:off x="6413500" y="3643313"/>
            <a:ext cx="2730500" cy="2476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Rectangle 18"/>
          <p:cNvSpPr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Shap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9" name="Shape 8"/>
          <p:cNvSpPr>
            <a:spLocks noGrp="1"/>
          </p:cNvSpPr>
          <p:nvPr>
            <p:ph type="subTitle" idx="1"/>
          </p:nvPr>
        </p:nvSpPr>
        <p:spPr>
          <a:xfrm>
            <a:off x="457200" y="386476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17" name="Shape 27"/>
          <p:cNvSpPr>
            <a:spLocks noGrp="1"/>
          </p:cNvSpPr>
          <p:nvPr>
            <p:ph type="dt" sz="half" idx="10"/>
          </p:nvPr>
        </p:nvSpPr>
        <p:spPr>
          <a:xfrm>
            <a:off x="6705600" y="4206875"/>
            <a:ext cx="96043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hape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Shape 28"/>
          <p:cNvSpPr>
            <a:spLocks noGrp="1"/>
          </p:cNvSpPr>
          <p:nvPr>
            <p:ph type="sldNum" sz="quarter" idx="12"/>
          </p:nvPr>
        </p:nvSpPr>
        <p:spPr>
          <a:xfrm>
            <a:off x="8320088" y="1588"/>
            <a:ext cx="747712" cy="365125"/>
          </a:xfrm>
        </p:spPr>
        <p:txBody>
          <a:bodyPr/>
          <a:lstStyle>
            <a:lvl1pPr algn="r">
              <a:defRPr sz="18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6909463-C137-472B-A6FD-93B584B4C3AC}" type="slidenum">
              <a:rPr lang="de-DE"/>
              <a:pPr>
                <a:defRPr/>
              </a:pPr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0CF135-341A-4F42-81EF-FEA187EF46DF}" type="slidenum">
              <a:rPr lang="de-DE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722313" y="3295648"/>
            <a:ext cx="7772400" cy="1509712"/>
          </a:xfrm>
        </p:spPr>
        <p:txBody>
          <a:bodyPr/>
          <a:lstStyle>
            <a:lvl1pPr marL="32004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B57602-F3A6-43A8-B67E-7124A3B5F486}" type="slidenum">
              <a:rPr lang="de-DE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96DCCC-3A37-4D04-AB07-AA9AABBDBE63}" type="slidenum">
              <a:rPr lang="de-DE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10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11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12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tangle 13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12" name="Rounded Rectangle 17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13" name="Rounded Rectangle 18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tangle 19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5" name="Rectangle 20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6" name="Rectangle 21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Rectangle 22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Rectangle 23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Rectangle 24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381000" y="220980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Shape 3"/>
          <p:cNvSpPr>
            <a:spLocks noGrp="1"/>
          </p:cNvSpPr>
          <p:nvPr>
            <p:ph type="body" sz="half" idx="3"/>
          </p:nvPr>
        </p:nvSpPr>
        <p:spPr>
          <a:xfrm>
            <a:off x="4721225" y="220980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Shape 4"/>
          <p:cNvSpPr>
            <a:spLocks noGrp="1"/>
          </p:cNvSpPr>
          <p:nvPr>
            <p:ph sz="quarter" idx="2"/>
          </p:nvPr>
        </p:nvSpPr>
        <p:spPr>
          <a:xfrm>
            <a:off x="381000" y="267334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6" name="Shape 5"/>
          <p:cNvSpPr>
            <a:spLocks noGrp="1"/>
          </p:cNvSpPr>
          <p:nvPr>
            <p:ph sz="quarter" idx="4"/>
          </p:nvPr>
        </p:nvSpPr>
        <p:spPr>
          <a:xfrm>
            <a:off x="4718304" y="267334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20" name="Shape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Shap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DFF63813-D899-465C-B7B0-F75472BA10C7}" type="slidenum">
              <a:rPr lang="de-DE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22" name="Shape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1DAF97-B737-48BE-BF21-A8D8378B9144}" type="slidenum">
              <a:rPr lang="de-DE"/>
              <a:pPr>
                <a:defRPr/>
              </a:pPr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1850CF-DC39-43A0-93EA-458BCAB00919}" type="slidenum">
              <a:rPr lang="de-DE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5353496" y="106680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idx="2"/>
          </p:nvPr>
        </p:nvSpPr>
        <p:spPr>
          <a:xfrm>
            <a:off x="5353496" y="1938337"/>
            <a:ext cx="3383280" cy="4690872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Shape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11750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66523-A2B2-441C-90B9-EC4281DDAA6A}" type="slidenum">
              <a:rPr lang="de-DE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de-DE" noProof="0" smtClean="0"/>
              <a:t>Bild durch Klicken auf Symbol hinzufügen</a:t>
            </a:r>
            <a:endParaRPr lang="en-US" noProof="0" dirty="0"/>
          </a:p>
        </p:txBody>
      </p:sp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8BA5CC-9879-41A8-81E9-57DFCDBC3135}" type="slidenum">
              <a:rPr lang="de-DE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2B975E-DC01-40D6-AED3-B81D601B7662}" type="slidenum">
              <a:rPr lang="de-DE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de-DE" smtClean="0"/>
              <a:t>Titel durch Klicken hinzufügen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393EDE-D9BA-4CE1-B3B8-8AC5DA6A9582}" type="slidenum">
              <a:rPr lang="de-DE"/>
              <a:pPr>
                <a:defRPr/>
              </a:pPr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A9367B-9C2D-48E1-9727-5BF2C1E75F9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039" name="Rectangle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Titelmasterformat durch Klicken bearbeiten</a:t>
            </a:r>
            <a:endParaRPr lang="en-US" smtClean="0"/>
          </a:p>
        </p:txBody>
      </p:sp>
      <p:sp>
        <p:nvSpPr>
          <p:cNvPr id="1040" name="Rectangle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smtClean="0"/>
          </a:p>
        </p:txBody>
      </p:sp>
      <p:sp>
        <p:nvSpPr>
          <p:cNvPr id="14" name="Rectangle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/>
          <a:lstStyle>
            <a:lvl1pPr algn="l">
              <a:defRPr sz="800" dirty="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/>
          <a:lstStyle>
            <a:lvl1pPr algn="r">
              <a:defRPr sz="800" dirty="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Rectangle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anchor="b"/>
          <a:lstStyle>
            <a:lvl1pPr algn="r">
              <a:defRPr sz="18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21A5370-1C59-4019-B767-22592CA2E296}" type="slidenum">
              <a:rPr lang="de-DE"/>
              <a:pPr>
                <a:defRPr/>
              </a:pPr>
              <a:t>‹Nr.›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</p:sldLayoutIdLst>
  <p:txStyles>
    <p:titleStyle>
      <a:lvl1pPr algn="l" rtl="0" fontAlgn="base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fontAlgn="base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7225" indent="-246063" algn="l" rtl="0" fontAlgn="base">
        <a:spcBef>
          <a:spcPts val="300"/>
        </a:spcBef>
        <a:spcAft>
          <a:spcPct val="0"/>
        </a:spcAft>
        <a:buClr>
          <a:schemeClr val="accent2"/>
        </a:buClr>
        <a:buFont typeface="Georgia" pitchFamily="18" charset="0"/>
        <a:buChar char="▫"/>
        <a:defRPr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2338" indent="-219075" algn="l" rtl="0" fontAlgn="base">
        <a:spcBef>
          <a:spcPts val="3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13" indent="-200025" algn="l" rtl="0" fontAlgn="base">
        <a:spcBef>
          <a:spcPts val="3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063" indent="-182563" algn="l" rtl="0" fontAlgn="base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▫"/>
        <a:defRPr sz="2000" kern="1200">
          <a:solidFill>
            <a:srgbClr val="A04DA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2"/>
          <p:cNvSpPr>
            <a:spLocks noGrp="1" noChangeArrowheads="1"/>
          </p:cNvSpPr>
          <p:nvPr>
            <p:ph type="ctrTitle"/>
          </p:nvPr>
        </p:nvSpPr>
        <p:spPr>
          <a:xfrm>
            <a:off x="457200" y="2401888"/>
            <a:ext cx="8458200" cy="1470025"/>
          </a:xfrm>
        </p:spPr>
        <p:txBody>
          <a:bodyPr/>
          <a:lstStyle/>
          <a:p>
            <a:r>
              <a:rPr lang="de-DE" sz="3200" smtClean="0"/>
              <a:t>Unser neustes Spitzenprodukt:</a:t>
            </a:r>
            <a:br>
              <a:rPr lang="de-DE" sz="3200" smtClean="0"/>
            </a:br>
            <a:r>
              <a:rPr lang="de-DE" sz="3200" smtClean="0"/>
              <a:t>Das Citybike „Shopper“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863975"/>
            <a:ext cx="4953000" cy="1752600"/>
          </a:xfrm>
        </p:spPr>
        <p:txBody>
          <a:bodyPr/>
          <a:lstStyle/>
          <a:p>
            <a:pPr marL="63500">
              <a:lnSpc>
                <a:spcPct val="90000"/>
              </a:lnSpc>
            </a:pPr>
            <a:r>
              <a:rPr lang="de-DE" smtClean="0"/>
              <a:t>RADZEIT GMBH</a:t>
            </a:r>
          </a:p>
          <a:p>
            <a:pPr marL="63500">
              <a:lnSpc>
                <a:spcPct val="90000"/>
              </a:lnSpc>
            </a:pPr>
            <a:r>
              <a:rPr lang="de-DE" smtClean="0"/>
              <a:t>Ihr Fahrradspezialist</a:t>
            </a:r>
          </a:p>
          <a:p>
            <a:pPr marL="63500">
              <a:lnSpc>
                <a:spcPct val="90000"/>
              </a:lnSpc>
            </a:pPr>
            <a:r>
              <a:rPr lang="de-DE" smtClean="0"/>
              <a:t>für Spord und Freiziet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Was ist neu am „Shopper“?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smtClean="0"/>
              <a:t>7-Gang-Nabenschaltung mit Rücktrittbremse</a:t>
            </a:r>
          </a:p>
          <a:p>
            <a:pPr lvl="1"/>
            <a:r>
              <a:rPr lang="de-DE" sz="2000" smtClean="0"/>
              <a:t>Einfache Bedienung der Gangschaltung</a:t>
            </a:r>
          </a:p>
          <a:p>
            <a:r>
              <a:rPr lang="de-DE" sz="2400" smtClean="0"/>
              <a:t>Stabiler, fest montierter Vorderradfahrradkorb</a:t>
            </a:r>
          </a:p>
          <a:p>
            <a:pPr lvl="1"/>
            <a:r>
              <a:rPr lang="de-DE" sz="2000" smtClean="0"/>
              <a:t>Bequemes Verstauen von Einkaufstaschen</a:t>
            </a:r>
          </a:p>
          <a:p>
            <a:r>
              <a:rPr lang="de-DE" sz="2400" smtClean="0"/>
              <a:t>Standlichtautomatik für Vorder- und Rücklicht</a:t>
            </a:r>
          </a:p>
          <a:p>
            <a:pPr lvl="1"/>
            <a:r>
              <a:rPr lang="de-DE" sz="2000" smtClean="0"/>
              <a:t>Mehr Sicherheit im Straßenverkehr</a:t>
            </a:r>
          </a:p>
          <a:p>
            <a:r>
              <a:rPr lang="de-DE" sz="2400" smtClean="0"/>
              <a:t>Nabendynamo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Kundenwünsche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/>
              <a:t>Multifunktioneller Einsatz auf der Straße und im Gelände</a:t>
            </a:r>
          </a:p>
          <a:p>
            <a:r>
              <a:rPr lang="de-DE" smtClean="0"/>
              <a:t>Optimale ergonomische Anpassungsmöglichkeiten</a:t>
            </a:r>
          </a:p>
          <a:p>
            <a:r>
              <a:rPr lang="de-DE" smtClean="0"/>
              <a:t>Ausgewogenes Preis-Leistungs-Verhältnis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Neue Marketingstrategie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/>
              <a:t>Neue Werbemöglichkeiten erschließen</a:t>
            </a:r>
          </a:p>
          <a:p>
            <a:pPr lvl="1"/>
            <a:r>
              <a:rPr lang="de-DE" smtClean="0"/>
              <a:t>Fachzeitschriften</a:t>
            </a:r>
          </a:p>
          <a:p>
            <a:pPr lvl="2"/>
            <a:r>
              <a:rPr lang="de-DE" smtClean="0"/>
              <a:t>Regional</a:t>
            </a:r>
          </a:p>
          <a:p>
            <a:pPr lvl="2"/>
            <a:r>
              <a:rPr lang="de-DE" smtClean="0"/>
              <a:t>Überregional</a:t>
            </a:r>
          </a:p>
          <a:p>
            <a:pPr lvl="1"/>
            <a:r>
              <a:rPr lang="de-DE" smtClean="0"/>
              <a:t>Regionale Tageszeitungen</a:t>
            </a:r>
          </a:p>
          <a:p>
            <a:pPr lvl="2"/>
            <a:r>
              <a:rPr lang="de-DE" smtClean="0"/>
              <a:t>Sondereinlagen</a:t>
            </a:r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hea">
  <a:themeElements>
    <a:clrScheme name="Rhea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Rhea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Rhea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100000" r="280000" b="28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r="280000" b="28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0</TotalTime>
  <Words>70</Words>
  <Application>Microsoft Office PowerPoint</Application>
  <PresentationFormat>Bildschirmpräsentation (4:3)</PresentationFormat>
  <Paragraphs>23</Paragraphs>
  <Slides>4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5" baseType="lpstr">
      <vt:lpstr>Rhea</vt:lpstr>
      <vt:lpstr>Unser neustes Spitzenprodukt: Das Citybike „Shopper“</vt:lpstr>
      <vt:lpstr>Was ist neu am „Shopper“?</vt:lpstr>
      <vt:lpstr>Kundenwünsche</vt:lpstr>
      <vt:lpstr>Neue Marketingstrategie</vt:lpstr>
    </vt:vector>
  </TitlesOfParts>
  <Company>HERDT Verlag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Unser neustes Spizenprodukt: Das Citybike „Shopper“</dc:title>
  <dc:creator>Tina Wegener</dc:creator>
  <cp:lastModifiedBy>microstar</cp:lastModifiedBy>
  <cp:revision>4</cp:revision>
  <dcterms:created xsi:type="dcterms:W3CDTF">2003-09-02T12:54:06Z</dcterms:created>
  <dcterms:modified xsi:type="dcterms:W3CDTF">2007-11-28T15:16:56Z</dcterms:modified>
</cp:coreProperties>
</file>
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9" autoAdjust="0"/>
    <p:restoredTop sz="94434" autoAdjust="0"/>
  </p:normalViewPr>
  <p:slideViewPr>
    <p:cSldViewPr snapToGrid="0">
      <p:cViewPr varScale="1">
        <p:scale>
          <a:sx n="59" d="100"/>
          <a:sy n="59" d="100"/>
        </p:scale>
        <p:origin x="102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FA9CB-78CB-4AFC-8B39-6F4EE078DB2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636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FA9CB-78CB-4AFC-8B39-6F4EE078DB2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0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FA9CB-78CB-4AFC-8B39-6F4EE078DB2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566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FA9CB-78CB-4AFC-8B39-6F4EE078DB2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8474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FA9CB-78CB-4AFC-8B39-6F4EE078DB2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603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FA9CB-78CB-4AFC-8B39-6F4EE078DB2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5632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FA9CB-78CB-4AFC-8B39-6F4EE078DB2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93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FA9CB-78CB-4AFC-8B39-6F4EE078DB2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9551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FA9CB-78CB-4AFC-8B39-6F4EE078DB2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48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FA9CB-78CB-4AFC-8B39-6F4EE078DB2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9395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FA9CB-78CB-4AFC-8B39-6F4EE078DB2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63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FA9CB-78CB-4AFC-8B39-6F4EE078DB2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9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Restaurant „Froschkönig“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smtClean="0"/>
              <a:t>Am Altmühlsee</a:t>
            </a:r>
          </a:p>
        </p:txBody>
      </p:sp>
    </p:spTree>
    <p:extLst>
      <p:ext uri="{BB962C8B-B14F-4D97-AF65-F5344CB8AC3E}">
        <p14:creationId xmlns:p14="http://schemas.microsoft.com/office/powerpoint/2010/main" val="173163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Vorspeisen</a:t>
            </a:r>
            <a:endParaRPr lang="de-DE" dirty="0" smtClean="0"/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Kalte Vorspeisen</a:t>
            </a:r>
          </a:p>
          <a:p>
            <a:pPr lvl="0"/>
            <a:r>
              <a:rPr lang="de-DE" dirty="0" smtClean="0"/>
              <a:t>Warme Vorspeisen</a:t>
            </a:r>
          </a:p>
          <a:p>
            <a:pPr lvl="1"/>
            <a:r>
              <a:rPr lang="de-DE" dirty="0" smtClean="0"/>
              <a:t>Tomatensuppe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920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Hauptspeisen</a:t>
            </a:r>
            <a:endParaRPr lang="de-DE" dirty="0" smtClean="0"/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Vegetarische Gerichte</a:t>
            </a:r>
          </a:p>
          <a:p>
            <a:pPr lvl="1"/>
            <a:r>
              <a:rPr lang="de-DE" dirty="0" smtClean="0"/>
              <a:t>Käsespätzle</a:t>
            </a:r>
          </a:p>
          <a:p>
            <a:pPr lvl="0"/>
            <a:r>
              <a:rPr lang="de-DE" dirty="0" smtClean="0"/>
              <a:t>Fleischgerichte</a:t>
            </a:r>
          </a:p>
          <a:p>
            <a:pPr lvl="1"/>
            <a:r>
              <a:rPr lang="de-DE" dirty="0" smtClean="0"/>
              <a:t>Lammbraten</a:t>
            </a:r>
          </a:p>
          <a:p>
            <a:pPr lvl="0"/>
            <a:r>
              <a:rPr lang="de-DE" dirty="0" smtClean="0"/>
              <a:t>Fischgerichte</a:t>
            </a:r>
          </a:p>
          <a:p>
            <a:pPr lvl="1"/>
            <a:r>
              <a:rPr lang="de-DE" dirty="0" smtClean="0"/>
              <a:t>Frische Forelle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3233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Nachspeisen</a:t>
            </a:r>
            <a:endParaRPr lang="de-DE" dirty="0" smtClean="0"/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Eisspezialitäten</a:t>
            </a:r>
          </a:p>
          <a:p>
            <a:pPr lvl="0"/>
            <a:r>
              <a:rPr lang="de-DE" dirty="0" smtClean="0"/>
              <a:t>Gebäck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626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Breitbild</PresentationFormat>
  <Paragraphs>16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Restaurant „Froschkönig“</vt:lpstr>
      <vt:lpstr>Vorspeisen</vt:lpstr>
      <vt:lpstr>Hauptspeisen</vt:lpstr>
      <vt:lpstr>Nachspeisen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„Froschkönig“</dc:title>
  <dc:creator>Sandra Giebitz</dc:creator>
  <cp:lastModifiedBy>Sandra Giebitz</cp:lastModifiedBy>
  <cp:revision>2</cp:revision>
  <dcterms:created xsi:type="dcterms:W3CDTF">2014-01-05T18:51:10Z</dcterms:created>
  <dcterms:modified xsi:type="dcterms:W3CDTF">2014-01-05T18:51:59Z</dcterms:modified>
</cp:coreProperties>
</file>
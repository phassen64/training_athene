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7" r:id="rId2"/>
    <p:sldId id="259" r:id="rId3"/>
    <p:sldId id="260" r:id="rId4"/>
    <p:sldId id="261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434" autoAdjust="0"/>
  </p:normalViewPr>
  <p:slideViewPr>
    <p:cSldViewPr>
      <p:cViewPr varScale="1">
        <p:scale>
          <a:sx n="67" d="100"/>
          <a:sy n="67" d="100"/>
        </p:scale>
        <p:origin x="52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900" b="1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36C3-FE0E-4BC2-AE14-7D313A12189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26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457200" y="260462"/>
            <a:ext cx="8229600" cy="1143000"/>
          </a:xfrm>
        </p:spPr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90FF4-881F-4F35-8639-AC3CF167A20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40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900" b="1" cap="none" baseline="0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1632F-0519-4F74-8DE7-498011DF4AF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6254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000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000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2150-EF24-430A-8105-43723EF0374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60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35072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6002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35072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C0AE-9811-4F83-B884-321B53E668C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61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FC4D4-3C3C-40E5-A837-2AE1135C05F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157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C8E6-7FD7-4D54-9E27-023176252AAE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32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0CD9-8024-4CD2-A5CE-4A9507677C4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3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8F21B3E6-1A7B-4FCB-BE8D-8EA5599CA70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063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13E-402F-47A2-8D86-F2AB3247C69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15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718CC-1EEF-415E-806C-EDBCD5E59AF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168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B66FDE-FB5F-403D-A911-74A161914D9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64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701809"/>
          </a:xfrm>
          <a:prstGeom prst="rect">
            <a:avLst/>
          </a:prstGeom>
        </p:spPr>
        <p:txBody>
          <a:bodyPr vert="horz" lIns="91440" rtlCol="0">
            <a:normAutofit/>
          </a:bodyPr>
          <a:lstStyle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77458"/>
            <a:ext cx="2133600" cy="365125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de-DE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2640596" y="6377458"/>
            <a:ext cx="5507719" cy="365125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de-DE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8204396" y="6377456"/>
            <a:ext cx="733864" cy="365125"/>
          </a:xfrm>
          <a:prstGeom prst="rect">
            <a:avLst/>
          </a:prstGeom>
        </p:spPr>
        <p:txBody>
          <a:bodyPr vert="horz" bIns="0" rtlCol="0" anchor="b"/>
          <a:lstStyle>
            <a:lvl1pPr algn="r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EAD02C79-A7ED-4784-8D2E-0AA74058038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61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txStyles>
    <p:titleStyle>
      <a:lvl1pPr algn="l" rtl="0" eaLnBrk="1" latinLnBrk="0" hangingPunct="1">
        <a:spcBef>
          <a:spcPct val="0"/>
        </a:spcBef>
        <a:buNone/>
        <a:defRPr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Marketing-Bericht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Mono &amp; Poly AG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Entwicklung </a:t>
            </a:r>
            <a:r>
              <a:rPr lang="de-DE" dirty="0"/>
              <a:t>innovativer Produkte</a:t>
            </a:r>
          </a:p>
          <a:p>
            <a:r>
              <a:rPr lang="de-DE" dirty="0" smtClean="0"/>
              <a:t>Ausweitung des Exports nach Westeuropa</a:t>
            </a:r>
          </a:p>
          <a:p>
            <a:r>
              <a:rPr lang="de-DE" dirty="0" smtClean="0"/>
              <a:t>Erreichen der Marktführerschaft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Jetzige Situation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Zu </a:t>
            </a:r>
            <a:r>
              <a:rPr lang="de-DE" dirty="0"/>
              <a:t>wenig Neukunden</a:t>
            </a:r>
          </a:p>
          <a:p>
            <a:r>
              <a:rPr lang="de-DE" dirty="0" smtClean="0"/>
              <a:t>Rückläufige </a:t>
            </a:r>
            <a:r>
              <a:rPr lang="de-DE" dirty="0"/>
              <a:t>Umsatzzahlen</a:t>
            </a:r>
          </a:p>
          <a:p>
            <a:r>
              <a:rPr lang="de-DE" dirty="0" smtClean="0"/>
              <a:t>Hohe Abhängigkeit von Großhändlern</a:t>
            </a:r>
          </a:p>
          <a:p>
            <a:r>
              <a:rPr lang="de-DE" dirty="0" smtClean="0"/>
              <a:t>Großer Konkurrenzdruck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Gründe für diese Situation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Verkaufsgebiete sind zu groß</a:t>
            </a:r>
          </a:p>
          <a:p>
            <a:pPr lvl="1"/>
            <a:r>
              <a:rPr lang="de-DE" dirty="0"/>
              <a:t>Können nicht optimal betreut werden</a:t>
            </a:r>
          </a:p>
          <a:p>
            <a:pPr lvl="1"/>
            <a:r>
              <a:rPr lang="de-DE" dirty="0"/>
              <a:t>Dadurch unzufriedene Kunden</a:t>
            </a:r>
          </a:p>
          <a:p>
            <a:r>
              <a:rPr lang="de-DE" dirty="0"/>
              <a:t>Wenig Neuentwicklungen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</a:t>
            </a:r>
            <a:r>
              <a:rPr lang="de-DE" dirty="0" smtClean="0"/>
              <a:t>Alternativen (1)</a:t>
            </a:r>
            <a:endParaRPr lang="de-DE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de-DE" dirty="0" smtClean="0"/>
              <a:t>Neustrukturierung </a:t>
            </a:r>
            <a:r>
              <a:rPr lang="de-DE" dirty="0"/>
              <a:t>der Absatzgebiete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Personalbedarf im Außendienst erhöhen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Besondere Betreuung des Großhandels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Verstärkte </a:t>
            </a:r>
            <a:r>
              <a:rPr lang="de-DE" dirty="0" smtClean="0"/>
              <a:t>Neukundenwerbung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</a:t>
            </a:r>
            <a:r>
              <a:rPr lang="de-DE" dirty="0" smtClean="0"/>
              <a:t>Alternativen (2) </a:t>
            </a:r>
            <a:endParaRPr lang="de-DE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de-DE" dirty="0" smtClean="0"/>
              <a:t>Verbesserung </a:t>
            </a:r>
            <a:r>
              <a:rPr lang="de-DE" dirty="0"/>
              <a:t>des Kundendienstes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Hotline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0130-123567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24-Stunden-Lieferservice</a:t>
            </a:r>
          </a:p>
        </p:txBody>
      </p:sp>
    </p:spTree>
    <p:extLst>
      <p:ext uri="{BB962C8B-B14F-4D97-AF65-F5344CB8AC3E}">
        <p14:creationId xmlns:p14="http://schemas.microsoft.com/office/powerpoint/2010/main" val="234114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Empfehlungen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Motivation der Mitarbeiter durch</a:t>
            </a:r>
          </a:p>
          <a:p>
            <a:r>
              <a:rPr lang="de-DE" dirty="0" smtClean="0"/>
              <a:t>Intensive </a:t>
            </a:r>
            <a:r>
              <a:rPr lang="de-DE" dirty="0"/>
              <a:t>Akquisition von Großkunden</a:t>
            </a:r>
          </a:p>
          <a:p>
            <a:r>
              <a:rPr lang="de-DE" dirty="0"/>
              <a:t>Verstärkte Werbung in neuen Medien</a:t>
            </a:r>
          </a:p>
          <a:p>
            <a:r>
              <a:rPr lang="de-DE" dirty="0"/>
              <a:t>Marktgerechte </a:t>
            </a:r>
            <a:r>
              <a:rPr lang="de-DE" dirty="0" smtClean="0"/>
              <a:t>Preisgestaltung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">
  <a:themeElements>
    <a:clrScheme name="Modul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30000" r="10000" b="180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" id="{F8025ED2-7D7D-4408-A215-643BE984047B}" vid="{2DEBE10C-BFB8-4651-AE88-6E4342F0EFB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</Template>
  <TotalTime>0</TotalTime>
  <Words>93</Words>
  <Application>Microsoft Office PowerPoint</Application>
  <PresentationFormat>Bildschirmpräsentation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Corbel</vt:lpstr>
      <vt:lpstr>Wingdings</vt:lpstr>
      <vt:lpstr>Wingdings 2</vt:lpstr>
      <vt:lpstr>Wingdings 3</vt:lpstr>
      <vt:lpstr>Modul</vt:lpstr>
      <vt:lpstr>Marketing-Bericht</vt:lpstr>
      <vt:lpstr>Ziele</vt:lpstr>
      <vt:lpstr>Jetzige Situation</vt:lpstr>
      <vt:lpstr>Gründe für diese Situation</vt:lpstr>
      <vt:lpstr>Mögliche Alternativen (1)</vt:lpstr>
      <vt:lpstr>Mögliche Alternativen (2) </vt:lpstr>
      <vt:lpstr>Empfehlungen</vt:lpstr>
    </vt:vector>
  </TitlesOfParts>
  <Company>HERDT Verlag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Marketing-Bericht</dc:title>
  <dc:creator>Tina Wegener</dc:creator>
  <cp:lastModifiedBy>Sandra Giebitz</cp:lastModifiedBy>
  <cp:revision>6</cp:revision>
  <dcterms:created xsi:type="dcterms:W3CDTF">2003-08-18T08:45:23Z</dcterms:created>
  <dcterms:modified xsi:type="dcterms:W3CDTF">2014-01-05T17:00:10Z</dcterms:modified>
</cp:coreProperties>
</file>
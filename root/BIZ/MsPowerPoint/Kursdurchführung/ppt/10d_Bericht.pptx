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8" autoAdjust="0"/>
    <p:restoredTop sz="86444" autoAdjust="0"/>
  </p:normalViewPr>
  <p:slideViewPr>
    <p:cSldViewPr>
      <p:cViewPr varScale="1">
        <p:scale>
          <a:sx n="60" d="100"/>
          <a:sy n="60" d="100"/>
        </p:scale>
        <p:origin x="-31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8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36C3-FE0E-4BC2-AE14-7D313A121891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90FF4-881F-4F35-8639-AC3CF167A20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1632F-0519-4F74-8DE7-498011DF4AF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2150-EF24-430A-8105-43723EF0374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C0AE-9811-4F83-B884-321B53E668C1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C4D4-3C3C-40E5-A837-2AE1135C05F3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C8E6-7FD7-4D54-9E27-023176252AA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0CD9-8024-4CD2-A5CE-4A9507677C4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B3E6-1A7B-4FCB-BE8D-8EA5599CA70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13E-402F-47A2-8D86-F2AB3247C69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718CC-1EEF-415E-806C-EDBCD5E59AF3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B66FDE-FB5F-403D-A911-74A161914D9A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2C79-A7ED-4784-8D2E-0AA7405803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Marketing-Bericht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Mono &amp; Poly AG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Unser Weg in die Zukunft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Erhöhung des Marktanteils durch Ausbau der Vertriebswege</a:t>
            </a:r>
          </a:p>
          <a:p>
            <a:r>
              <a:rPr lang="de-DE"/>
              <a:t>Investitionen im Bereich Forschung und Entwicklung</a:t>
            </a:r>
          </a:p>
          <a:p>
            <a:pPr lvl="1"/>
            <a:r>
              <a:rPr lang="de-DE"/>
              <a:t>Beteiligung an Gemeinschaftsforschung</a:t>
            </a:r>
          </a:p>
          <a:p>
            <a:pPr lvl="2"/>
            <a:r>
              <a:rPr lang="de-DE"/>
              <a:t>Innovations-Team, München</a:t>
            </a:r>
          </a:p>
          <a:p>
            <a:pPr lvl="1"/>
            <a:r>
              <a:rPr lang="de-DE"/>
              <a:t>Vergabe von Auftragsforschung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Erreichen der Marktführerschaft</a:t>
            </a:r>
          </a:p>
          <a:p>
            <a:r>
              <a:rPr lang="de-DE"/>
              <a:t>Ausweitung des Exports nach Westeuropa</a:t>
            </a:r>
          </a:p>
          <a:p>
            <a:r>
              <a:rPr lang="de-DE"/>
              <a:t>Entwicklung innovativer Produkte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Jetzige Situation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Großer Konkurrenzdruck</a:t>
            </a:r>
          </a:p>
          <a:p>
            <a:r>
              <a:rPr lang="de-DE" dirty="0"/>
              <a:t>Zu wenig Neukunden</a:t>
            </a:r>
          </a:p>
          <a:p>
            <a:r>
              <a:rPr lang="de-DE" dirty="0"/>
              <a:t>Hohe Abhängigkeit von Großhändlern</a:t>
            </a:r>
          </a:p>
          <a:p>
            <a:r>
              <a:rPr lang="de-DE" dirty="0"/>
              <a:t>Rückläufige Umsatzzahlen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Gründe für diese Situation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Verkaufsgebiete sind zu groß</a:t>
            </a:r>
          </a:p>
          <a:p>
            <a:pPr lvl="1"/>
            <a:r>
              <a:rPr lang="de-DE" dirty="0"/>
              <a:t>Können nicht optimal betreut werden</a:t>
            </a:r>
          </a:p>
          <a:p>
            <a:pPr lvl="1"/>
            <a:r>
              <a:rPr lang="de-DE" dirty="0"/>
              <a:t>Dadurch unzufriedene Kunden</a:t>
            </a:r>
          </a:p>
          <a:p>
            <a:r>
              <a:rPr lang="de-DE" dirty="0"/>
              <a:t>Wenig Neuentwicklungen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Alternativen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de-DE" dirty="0"/>
              <a:t>Vorschläge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Neustrukturierung der Absatzgebiete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Personalbedarf im Außendienst erhöhen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Besondere Betreuung des Großhandels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Verstärkte Neukundenwerbung</a:t>
            </a:r>
          </a:p>
          <a:p>
            <a:pPr lvl="1">
              <a:lnSpc>
                <a:spcPct val="90000"/>
              </a:lnSpc>
            </a:pPr>
            <a:r>
              <a:rPr lang="de-DE" dirty="0"/>
              <a:t>Verbesserung des Kundendienstes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Hotline</a:t>
            </a:r>
          </a:p>
          <a:p>
            <a:pPr lvl="3">
              <a:lnSpc>
                <a:spcPct val="90000"/>
              </a:lnSpc>
            </a:pPr>
            <a:r>
              <a:rPr lang="de-DE" dirty="0"/>
              <a:t>0130-123567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24-Stunden-Lieferservice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Empfehlungen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Motivation der Mitarbeiter durch</a:t>
            </a:r>
          </a:p>
          <a:p>
            <a:pPr lvl="1"/>
            <a:r>
              <a:rPr lang="de-DE"/>
              <a:t>Umsatzprämie</a:t>
            </a:r>
          </a:p>
          <a:p>
            <a:pPr lvl="1"/>
            <a:r>
              <a:rPr lang="de-DE"/>
              <a:t>Schulung und Weiterbildung</a:t>
            </a:r>
          </a:p>
          <a:p>
            <a:r>
              <a:rPr lang="de-DE"/>
              <a:t>Intensive Akquisition von Großkunden</a:t>
            </a:r>
          </a:p>
          <a:p>
            <a:r>
              <a:rPr lang="de-DE"/>
              <a:t>Verstärkte Werbung in neuen Medien</a:t>
            </a:r>
          </a:p>
          <a:p>
            <a:r>
              <a:rPr lang="de-DE"/>
              <a:t>Marktgerechte Preisgestaltung</a:t>
            </a:r>
          </a:p>
          <a:p>
            <a:pPr lvl="1"/>
            <a:r>
              <a:rPr lang="de-DE"/>
              <a:t>Mengenrabatte und Bonuszahlungen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</Words>
  <Application>Microsoft Office PowerPoint</Application>
  <PresentationFormat>Bildschirmpräsentation (4:3)</PresentationFormat>
  <Paragraphs>40</Paragraphs>
  <Slides>7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Larissa-Design</vt:lpstr>
      <vt:lpstr>Marketing-Bericht</vt:lpstr>
      <vt:lpstr>Unser Weg in die Zukunft</vt:lpstr>
      <vt:lpstr>Ziele</vt:lpstr>
      <vt:lpstr>Jetzige Situation</vt:lpstr>
      <vt:lpstr>Gründe für diese Situation</vt:lpstr>
      <vt:lpstr>Mögliche Alternativen</vt:lpstr>
      <vt:lpstr>Empfehlungen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Marketing-Bericht</dc:title>
  <dc:creator>Tina Wegener</dc:creator>
  <cp:lastModifiedBy>microstar</cp:lastModifiedBy>
  <cp:revision>4</cp:revision>
  <dcterms:created xsi:type="dcterms:W3CDTF">2003-08-18T08:45:23Z</dcterms:created>
  <dcterms:modified xsi:type="dcterms:W3CDTF">2008-06-10T15:06:39Z</dcterms:modified>
</cp:coreProperties>
</file>
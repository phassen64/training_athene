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5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900" b="1"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10F8-5592-448C-8E64-953911EEFB5B}" type="slidenum">
              <a:rPr lang="de-DE" smtClean="0"/>
              <a:pPr/>
              <a:t>‹Nr.›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457200" y="260462"/>
            <a:ext cx="8229600" cy="1143000"/>
          </a:xfrm>
        </p:spPr>
        <p:txBody>
          <a:bodyPr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1F22-597B-4321-9A29-CB1A2FB91EFD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900" b="1" cap="none" baseline="0"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6305-1468-4656-A85F-07F6DA01877C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000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000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D0D5-E1E4-44C1-8AB6-AB6A93F670E0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57200" y="235072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body" sz="quarter" idx="3"/>
          </p:nvPr>
        </p:nvSpPr>
        <p:spPr>
          <a:xfrm>
            <a:off x="4645025" y="1600200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645025" y="235072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9CAA4-1F03-4584-8005-B4800BD9EC01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BB4B-7097-4F58-812C-CA63E22C8DCA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F26C-652E-4374-8A42-08F10024893C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3BCD8-7E54-4248-847B-00D3093DA6F3}" type="slidenum">
              <a:rPr lang="de-DE" smtClean="0"/>
              <a:pPr/>
              <a:t>‹Nr.›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0A01E734-DE4D-406D-A0E2-362E9889C989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BB34-2E31-4F28-80C0-7661D878220A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lang="de-DE" smtClean="0"/>
              <a:t>Titel durch Klicken hinzufügen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70341-66DB-4478-8965-BA2BACA411B1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CCF816-8B8F-4E4B-AEE5-F5E025A5524D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701809"/>
          </a:xfrm>
          <a:prstGeom prst="rect">
            <a:avLst/>
          </a:prstGeom>
        </p:spPr>
        <p:txBody>
          <a:bodyPr vert="horz" lIns="91440" rtlCol="0">
            <a:normAutofit/>
          </a:bodyPr>
          <a:lstStyle>
            <a:extLst/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457200" y="6377458"/>
            <a:ext cx="2133600" cy="365125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2640596" y="6377458"/>
            <a:ext cx="5507719" cy="365125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8204396" y="6377456"/>
            <a:ext cx="733864" cy="365125"/>
          </a:xfrm>
          <a:prstGeom prst="rect">
            <a:avLst/>
          </a:prstGeom>
        </p:spPr>
        <p:txBody>
          <a:bodyPr vert="horz" bIns="0" rtlCol="0" anchor="b"/>
          <a:lstStyle>
            <a:lvl1pPr algn="r">
              <a:defRPr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FC255DF6-7B52-4C95-86DB-82DDBC6E7720}" type="slidenum">
              <a:rPr lang="de-DE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txStyles>
    <p:titleStyle>
      <a:lvl1pPr algn="l" rtl="0" eaLnBrk="1" latinLnBrk="0" hangingPunct="1">
        <a:spcBef>
          <a:spcPct val="0"/>
        </a:spcBef>
        <a:buNone/>
        <a:defRPr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Marketing-Bericht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Mono &amp; Poly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Ausweitung des Exports nach Westeuropa</a:t>
            </a:r>
          </a:p>
          <a:p>
            <a:r>
              <a:rPr lang="de-DE"/>
              <a:t>Erreichen der Marktführerschaft</a:t>
            </a:r>
          </a:p>
          <a:p>
            <a:r>
              <a:rPr lang="de-DE"/>
              <a:t>Entwicklung innovativer Produkte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Jetzige Situation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Zu wenig Neukunden</a:t>
            </a:r>
          </a:p>
          <a:p>
            <a:r>
              <a:rPr lang="de-DE"/>
              <a:t>Großer Konkurrenzdruck</a:t>
            </a:r>
          </a:p>
          <a:p>
            <a:r>
              <a:rPr lang="de-DE"/>
              <a:t>Rückläufige Umsatzzahlen</a:t>
            </a:r>
          </a:p>
          <a:p>
            <a:r>
              <a:rPr lang="de-DE"/>
              <a:t>Hohe Abhängigkeit von Großhändlern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Gründe für diese Situation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Verkaufsgebiete sind zu groß</a:t>
            </a:r>
          </a:p>
          <a:p>
            <a:pPr lvl="1"/>
            <a:r>
              <a:rPr lang="de-DE"/>
              <a:t>Können nicht optimal betreut werden</a:t>
            </a:r>
          </a:p>
          <a:p>
            <a:pPr lvl="1"/>
            <a:r>
              <a:rPr lang="de-DE"/>
              <a:t>Dadurch unzufriedene Kunden</a:t>
            </a:r>
          </a:p>
          <a:p>
            <a:r>
              <a:rPr lang="de-DE"/>
              <a:t>Wenig Neuentwicklungen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Mögliche Alternativen (1)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Neustrukturierung der Absatzgebiete</a:t>
            </a:r>
          </a:p>
          <a:p>
            <a:pPr lvl="1"/>
            <a:r>
              <a:rPr lang="de-DE"/>
              <a:t>Personalbedarf im Außendienst erhöhen</a:t>
            </a:r>
          </a:p>
          <a:p>
            <a:pPr lvl="1"/>
            <a:r>
              <a:rPr lang="de-DE"/>
              <a:t>Besondere Betreuung des Großhandels</a:t>
            </a:r>
          </a:p>
          <a:p>
            <a:pPr lvl="1"/>
            <a:r>
              <a:rPr lang="de-DE"/>
              <a:t>Verstärkte Neukundenwerbung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Mögliche Alternativen (2)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Verbesserung des Kundendienstes</a:t>
            </a:r>
          </a:p>
          <a:p>
            <a:pPr lvl="1"/>
            <a:r>
              <a:rPr lang="de-DE" dirty="0"/>
              <a:t>Hotline</a:t>
            </a:r>
          </a:p>
          <a:p>
            <a:pPr lvl="2"/>
            <a:r>
              <a:rPr lang="de-DE" smtClean="0"/>
              <a:t>0180-123567</a:t>
            </a:r>
            <a:endParaRPr lang="de-DE" dirty="0"/>
          </a:p>
          <a:p>
            <a:pPr lvl="1"/>
            <a:r>
              <a:rPr lang="de-DE" dirty="0"/>
              <a:t>24-Stunden-Lieferservice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Empfehlungen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Motivation der Mitarbeiter durch</a:t>
            </a:r>
          </a:p>
          <a:p>
            <a:r>
              <a:rPr lang="de-DE"/>
              <a:t>Intensive Akquisition von Großkunden</a:t>
            </a:r>
          </a:p>
          <a:p>
            <a:r>
              <a:rPr lang="de-DE"/>
              <a:t>Verstärkte Werbung in neuen Medien</a:t>
            </a:r>
          </a:p>
          <a:p>
            <a:r>
              <a:rPr lang="de-DE"/>
              <a:t>Marktgerechte Preisgestaltung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">
  <a:themeElements>
    <a:clrScheme name="Modul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30000" r="10000" b="180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0</TotalTime>
  <Words>93</Words>
  <Application>Microsoft Office PowerPoint</Application>
  <PresentationFormat>Bildschirmpräsentation 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Modul</vt:lpstr>
      <vt:lpstr>Marketing-Bericht</vt:lpstr>
      <vt:lpstr>Ziele</vt:lpstr>
      <vt:lpstr>Jetzige Situation</vt:lpstr>
      <vt:lpstr>Gründe für diese Situation</vt:lpstr>
      <vt:lpstr>Mögliche Alternativen (1)</vt:lpstr>
      <vt:lpstr>Mögliche Alternativen (2)</vt:lpstr>
      <vt:lpstr>Empfehlungen</vt:lpstr>
    </vt:vector>
  </TitlesOfParts>
  <Company>HERDT Verlag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Marketing-Bericht</dc:title>
  <dc:creator>Tina Wegener</dc:creator>
  <cp:lastModifiedBy>microstar</cp:lastModifiedBy>
  <cp:revision>5</cp:revision>
  <dcterms:created xsi:type="dcterms:W3CDTF">2003-08-18T08:43:08Z</dcterms:created>
  <dcterms:modified xsi:type="dcterms:W3CDTF">2008-06-10T15:07:03Z</dcterms:modified>
</cp:coreProperties>
</file>
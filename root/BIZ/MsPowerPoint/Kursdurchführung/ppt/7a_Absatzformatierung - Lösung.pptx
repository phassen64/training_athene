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1" r:id="rId6"/>
    <p:sldId id="264" r:id="rId7"/>
    <p:sldId id="265" r:id="rId8"/>
    <p:sldId id="266" r:id="rId9"/>
    <p:sldId id="260" r:id="rId10"/>
    <p:sldId id="269" r:id="rId11"/>
    <p:sldId id="267" r:id="rId12"/>
    <p:sldId id="270" r:id="rId13"/>
    <p:sldId id="271" r:id="rId14"/>
    <p:sldId id="272" r:id="rId15"/>
  </p:sldIdLst>
  <p:sldSz cx="9144000" cy="6858000" type="screen4x3"/>
  <p:notesSz cx="6881813" cy="100028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BE5A1F49-279B-4C67-A04C-1BD74E20E975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DD9DE1FA-6430-4C9F-A1F9-57F8E54FF9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20286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58EEF2A7-8A1D-476E-BCD3-F20C3B20EEF7}" type="datetimeFigureOut">
              <a:rPr lang="de-DE" smtClean="0"/>
              <a:t>04.01.2014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92213" y="1250950"/>
            <a:ext cx="4497387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73EDFCBC-5DED-466E-A07C-F56D5A497E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418660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DFCBC-5DED-466E-A07C-F56D5A497E05}" type="slidenum">
              <a:rPr lang="de-DE" smtClean="0"/>
              <a:t>1</a:t>
            </a:fld>
            <a:endParaRPr lang="de-DE"/>
          </a:p>
        </p:txBody>
      </p:sp>
      <p:sp>
        <p:nvSpPr>
          <p:cNvPr id="5" name="Kopfzeilenplatzhalt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66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B352-0F33-49B1-BE03-ADC5294C5BA1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23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F404D-4172-4BBC-BB2A-88A118CA81AA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44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995EC-0788-4F74-918D-2D6D706F50B9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0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9129-75FD-4EEB-8D4F-5D07DA9D365B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69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97712-7161-4D59-B983-45EAA185F264}" type="datetime1">
              <a:rPr lang="de-DE" smtClean="0"/>
              <a:t>04.01.2014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764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25A91-B20A-4CC6-8617-62F126267E09}" type="datetime1">
              <a:rPr lang="de-DE" smtClean="0"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67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51EB-EAFF-4190-9B93-FB58F855F0C0}" type="datetime1">
              <a:rPr lang="de-DE" smtClean="0"/>
              <a:t>04.01.2014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78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300A0-02AF-4562-B07A-A20C116B03FA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6507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C6DD-7CE2-4043-A315-D60B0D09C507}" type="datetime1">
              <a:rPr lang="de-DE" smtClean="0"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20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5102-2379-4C78-A8FB-003859024946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806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DBCAC-C173-47FA-B74E-034E7BC3791D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34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E1199-05B2-4AC8-97E9-D5B4BB40F93C}" type="datetime1">
              <a:rPr lang="de-DE" smtClean="0"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ED5A-6D3B-458A-B8AE-8D2F3F66A3CF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906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Normale Aufzählung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626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Horizontal zentriert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 algn="ctr"/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672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Vertikal zentriert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65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Zeilenabstand 1,5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>
              <a:lnSpc>
                <a:spcPct val="150000"/>
              </a:lnSpc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661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Ohne Aufzählungszeichen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 marL="0" indent="0">
              <a:buNone/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913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Geändertes Aufzählungszeichen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88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Aufzählungszeichen:</a:t>
            </a:r>
            <a:br>
              <a:rPr lang="de-DE" smtClean="0"/>
            </a:br>
            <a:r>
              <a:rPr lang="de-DE" smtClean="0"/>
              <a:t>Farbe und Größe geändert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2"/>
              </a:buClr>
              <a:buSzPct val="120000"/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>
              <a:buClr>
                <a:schemeClr val="accent2"/>
              </a:buClr>
              <a:buSzPct val="120000"/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60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Aufzählungszeichen: Wingdings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"/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>
              <a:buFont typeface="Wingdings" panose="05000000000000000000" pitchFamily="2" charset="2"/>
              <a:buChar char=""/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9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Einzug vor Text: 3 cm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80000"/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 marL="1080000"/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788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Einzug vor Text: 3 cm</a:t>
            </a:r>
            <a:br>
              <a:rPr lang="de-DE" dirty="0" smtClean="0"/>
            </a:br>
            <a:r>
              <a:rPr lang="de-DE" dirty="0" smtClean="0"/>
              <a:t>Objektdaten: hängend, innerhalb von 2 cm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80000" indent="-720000">
              <a:buFont typeface="Wingdings" panose="05000000000000000000" pitchFamily="2" charset="2"/>
              <a:buChar char="F"/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 marL="1080000" indent="-720000">
              <a:buFont typeface="Wingdings" panose="05000000000000000000" pitchFamily="2" charset="2"/>
              <a:buChar char="F"/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82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Aufzählungszeichen: Bild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Blip>
                <a:blip r:embed="rId2"/>
              </a:buBlip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>
              <a:buBlip>
                <a:blip r:embed="rId2"/>
              </a:buBlip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22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Normale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68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Geänderte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lphaLcParenR"/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 marL="457200" indent="-457200">
              <a:buFont typeface="+mj-lt"/>
              <a:buAutoNum type="alphaLcParenR"/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065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Geänderte Nummerierung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de-DE" dirty="0" smtClean="0"/>
              <a:t>Viele Menschen wissen, dass sie unglücklich sind. Aber noch mehr Menschen wissen nicht, dass sie glücklich sind. (Albert Schweitzer)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de-DE" dirty="0" smtClean="0"/>
              <a:t>Ein Pessimist ist einer, der, wenn er die Wahl zwischen zwei Übeln hat, beide wählt. (Oscar Wilde)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7a_Absatzformatierung - Lösung.pptx</a:t>
            </a:r>
            <a:endParaRPr lang="de-DE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AED5A-6D3B-458A-B8AE-8D2F3F66A3C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42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770</Words>
  <Application>Microsoft Office PowerPoint</Application>
  <PresentationFormat>Bildschirmpräsentation (4:3)</PresentationFormat>
  <Paragraphs>72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Wingdings</vt:lpstr>
      <vt:lpstr>Office Theme</vt:lpstr>
      <vt:lpstr>Normale Aufzählung</vt:lpstr>
      <vt:lpstr>Horizontal zentriert</vt:lpstr>
      <vt:lpstr>Vertikal zentriert</vt:lpstr>
      <vt:lpstr>Zeilenabstand 1,5</vt:lpstr>
      <vt:lpstr>Ohne Aufzählungszeichen</vt:lpstr>
      <vt:lpstr>Geändertes Aufzählungszeichen</vt:lpstr>
      <vt:lpstr>Aufzählungszeichen: Farbe und Größe geändert</vt:lpstr>
      <vt:lpstr>Aufzählungszeichen: Wingdings</vt:lpstr>
      <vt:lpstr>Einzug vor Text: 3 cm</vt:lpstr>
      <vt:lpstr>Einzug vor Text: 3 cm Objektdaten: hängend, innerhalb von 2 cm</vt:lpstr>
      <vt:lpstr>Aufzählungszeichen: Bild</vt:lpstr>
      <vt:lpstr>Normale Nummerierung</vt:lpstr>
      <vt:lpstr>Geänderte Nummerierung</vt:lpstr>
      <vt:lpstr>Geänderte Nummerierung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Normale Aufzählung</dc:title>
  <dc:creator>Sandra Giebitz</dc:creator>
  <cp:lastModifiedBy>Sandra Giebitz</cp:lastModifiedBy>
  <cp:revision>5</cp:revision>
  <cp:lastPrinted>2014-01-04T18:41:43Z</cp:lastPrinted>
  <dcterms:created xsi:type="dcterms:W3CDTF">2014-01-04T18:28:46Z</dcterms:created>
  <dcterms:modified xsi:type="dcterms:W3CDTF">2014-01-04T18:41:53Z</dcterms:modified>
</cp:coreProperties>
</file>
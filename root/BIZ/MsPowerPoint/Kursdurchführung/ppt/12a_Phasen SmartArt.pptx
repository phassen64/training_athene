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7FBF8-D36E-427F-9D50-AAE9EA6CB9A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EA614995-BF43-48C7-B1E4-3DCCFE9C7F0D}">
      <dgm:prSet/>
      <dgm:spPr/>
      <dgm:t>
        <a:bodyPr/>
        <a:lstStyle/>
        <a:p>
          <a:pPr rtl="0"/>
          <a:r>
            <a:rPr lang="de-DE" smtClean="0"/>
            <a:t>Phase 1</a:t>
          </a:r>
          <a:endParaRPr lang="de-DE"/>
        </a:p>
      </dgm:t>
    </dgm:pt>
    <dgm:pt modelId="{54B69009-A91F-4B8E-AFBE-481A00DA92DD}" type="parTrans" cxnId="{83BEEB33-9E32-4D6C-BB99-DCCED5EA2C0A}">
      <dgm:prSet/>
      <dgm:spPr/>
      <dgm:t>
        <a:bodyPr/>
        <a:lstStyle/>
        <a:p>
          <a:endParaRPr lang="de-DE"/>
        </a:p>
      </dgm:t>
    </dgm:pt>
    <dgm:pt modelId="{B84B4E9F-B4F3-457B-89C5-5F3BF9F8006B}" type="sibTrans" cxnId="{83BEEB33-9E32-4D6C-BB99-DCCED5EA2C0A}">
      <dgm:prSet/>
      <dgm:spPr/>
      <dgm:t>
        <a:bodyPr/>
        <a:lstStyle/>
        <a:p>
          <a:endParaRPr lang="de-DE"/>
        </a:p>
      </dgm:t>
    </dgm:pt>
    <dgm:pt modelId="{692F847E-65B9-41F4-96CF-85ABF9A666BB}">
      <dgm:prSet/>
      <dgm:spPr/>
      <dgm:t>
        <a:bodyPr/>
        <a:lstStyle/>
        <a:p>
          <a:pPr rtl="0"/>
          <a:r>
            <a:rPr lang="de-DE" smtClean="0"/>
            <a:t>Projektidee</a:t>
          </a:r>
          <a:endParaRPr lang="de-DE"/>
        </a:p>
      </dgm:t>
    </dgm:pt>
    <dgm:pt modelId="{E093E560-9E3A-42C2-8AD5-6D8F2F5B58E4}" type="parTrans" cxnId="{70115575-0FFF-4700-B61B-34A210321E96}">
      <dgm:prSet/>
      <dgm:spPr/>
      <dgm:t>
        <a:bodyPr/>
        <a:lstStyle/>
        <a:p>
          <a:endParaRPr lang="de-DE"/>
        </a:p>
      </dgm:t>
    </dgm:pt>
    <dgm:pt modelId="{990A87B6-01BE-4346-9365-8019FCB70D84}" type="sibTrans" cxnId="{70115575-0FFF-4700-B61B-34A210321E96}">
      <dgm:prSet/>
      <dgm:spPr/>
      <dgm:t>
        <a:bodyPr/>
        <a:lstStyle/>
        <a:p>
          <a:endParaRPr lang="de-DE"/>
        </a:p>
      </dgm:t>
    </dgm:pt>
    <dgm:pt modelId="{A9EFA2A8-D811-4223-997A-6B26281D30F1}">
      <dgm:prSet/>
      <dgm:spPr/>
      <dgm:t>
        <a:bodyPr/>
        <a:lstStyle/>
        <a:p>
          <a:pPr rtl="0"/>
          <a:r>
            <a:rPr lang="de-DE" smtClean="0"/>
            <a:t>Zieldefinition</a:t>
          </a:r>
          <a:endParaRPr lang="de-DE"/>
        </a:p>
      </dgm:t>
    </dgm:pt>
    <dgm:pt modelId="{E56F2A16-51CF-4D37-A888-6D53764EE058}" type="parTrans" cxnId="{03F0F1B4-683D-4AAF-8F75-4E157A16515E}">
      <dgm:prSet/>
      <dgm:spPr/>
      <dgm:t>
        <a:bodyPr/>
        <a:lstStyle/>
        <a:p>
          <a:endParaRPr lang="de-DE"/>
        </a:p>
      </dgm:t>
    </dgm:pt>
    <dgm:pt modelId="{FB4FBC61-4E42-4428-A7D7-09005428B123}" type="sibTrans" cxnId="{03F0F1B4-683D-4AAF-8F75-4E157A16515E}">
      <dgm:prSet/>
      <dgm:spPr/>
      <dgm:t>
        <a:bodyPr/>
        <a:lstStyle/>
        <a:p>
          <a:endParaRPr lang="de-DE"/>
        </a:p>
      </dgm:t>
    </dgm:pt>
    <dgm:pt modelId="{672F9421-E8CD-47B3-9302-E47B733E9586}">
      <dgm:prSet/>
      <dgm:spPr/>
      <dgm:t>
        <a:bodyPr/>
        <a:lstStyle/>
        <a:p>
          <a:pPr rtl="0"/>
          <a:r>
            <a:rPr lang="de-DE" smtClean="0"/>
            <a:t>Durchführbarkeitsanalyse</a:t>
          </a:r>
          <a:endParaRPr lang="de-DE"/>
        </a:p>
      </dgm:t>
    </dgm:pt>
    <dgm:pt modelId="{A59340BF-3048-4702-81FA-9B13D3A91B77}" type="parTrans" cxnId="{7FB5005F-EAD8-428E-A65A-E4774C3C97A9}">
      <dgm:prSet/>
      <dgm:spPr/>
      <dgm:t>
        <a:bodyPr/>
        <a:lstStyle/>
        <a:p>
          <a:endParaRPr lang="de-DE"/>
        </a:p>
      </dgm:t>
    </dgm:pt>
    <dgm:pt modelId="{7F0FD020-83D7-427D-B13C-E746533079E9}" type="sibTrans" cxnId="{7FB5005F-EAD8-428E-A65A-E4774C3C97A9}">
      <dgm:prSet/>
      <dgm:spPr/>
      <dgm:t>
        <a:bodyPr/>
        <a:lstStyle/>
        <a:p>
          <a:endParaRPr lang="de-DE"/>
        </a:p>
      </dgm:t>
    </dgm:pt>
    <dgm:pt modelId="{62D855D6-579C-49E8-A4A1-6B340A16A5BF}">
      <dgm:prSet/>
      <dgm:spPr/>
      <dgm:t>
        <a:bodyPr/>
        <a:lstStyle/>
        <a:p>
          <a:pPr rtl="0"/>
          <a:r>
            <a:rPr lang="de-DE" smtClean="0"/>
            <a:t>Phase 2</a:t>
          </a:r>
          <a:endParaRPr lang="de-DE"/>
        </a:p>
      </dgm:t>
    </dgm:pt>
    <dgm:pt modelId="{9C703C5A-6D08-4F51-90E6-BC6E04FEF9E4}" type="parTrans" cxnId="{C96CFF88-30D7-4963-849D-B407A36FA5C0}">
      <dgm:prSet/>
      <dgm:spPr/>
      <dgm:t>
        <a:bodyPr/>
        <a:lstStyle/>
        <a:p>
          <a:endParaRPr lang="de-DE"/>
        </a:p>
      </dgm:t>
    </dgm:pt>
    <dgm:pt modelId="{78BD41FB-550D-4901-BFCD-5368E3B26142}" type="sibTrans" cxnId="{C96CFF88-30D7-4963-849D-B407A36FA5C0}">
      <dgm:prSet/>
      <dgm:spPr/>
      <dgm:t>
        <a:bodyPr/>
        <a:lstStyle/>
        <a:p>
          <a:endParaRPr lang="de-DE"/>
        </a:p>
      </dgm:t>
    </dgm:pt>
    <dgm:pt modelId="{B807F669-2F9A-4460-8F00-0105202837EA}">
      <dgm:prSet/>
      <dgm:spPr/>
      <dgm:t>
        <a:bodyPr/>
        <a:lstStyle/>
        <a:p>
          <a:pPr rtl="0"/>
          <a:r>
            <a:rPr lang="de-DE" smtClean="0"/>
            <a:t>Projektauftrag</a:t>
          </a:r>
          <a:endParaRPr lang="de-DE"/>
        </a:p>
      </dgm:t>
    </dgm:pt>
    <dgm:pt modelId="{BD4C055D-B2CA-42B3-9DC3-EBB858BAF160}" type="parTrans" cxnId="{D6AE3FFD-4D2E-4E43-A0B3-22CFBC9DCD05}">
      <dgm:prSet/>
      <dgm:spPr/>
      <dgm:t>
        <a:bodyPr/>
        <a:lstStyle/>
        <a:p>
          <a:endParaRPr lang="de-DE"/>
        </a:p>
      </dgm:t>
    </dgm:pt>
    <dgm:pt modelId="{3BB805EA-9C40-4737-974B-538E4CD924EA}" type="sibTrans" cxnId="{D6AE3FFD-4D2E-4E43-A0B3-22CFBC9DCD05}">
      <dgm:prSet/>
      <dgm:spPr/>
      <dgm:t>
        <a:bodyPr/>
        <a:lstStyle/>
        <a:p>
          <a:endParaRPr lang="de-DE"/>
        </a:p>
      </dgm:t>
    </dgm:pt>
    <dgm:pt modelId="{2370F51E-800E-4504-8546-ACAEA935BFED}">
      <dgm:prSet/>
      <dgm:spPr/>
      <dgm:t>
        <a:bodyPr/>
        <a:lstStyle/>
        <a:p>
          <a:pPr rtl="0"/>
          <a:r>
            <a:rPr lang="de-DE" smtClean="0"/>
            <a:t>Grobgliederung</a:t>
          </a:r>
          <a:endParaRPr lang="de-DE"/>
        </a:p>
      </dgm:t>
    </dgm:pt>
    <dgm:pt modelId="{00D0410A-4F21-4BE8-A4FE-7A20E2875850}" type="parTrans" cxnId="{E8745F6C-AF55-4386-8C58-B144CA5CFE82}">
      <dgm:prSet/>
      <dgm:spPr/>
      <dgm:t>
        <a:bodyPr/>
        <a:lstStyle/>
        <a:p>
          <a:endParaRPr lang="de-DE"/>
        </a:p>
      </dgm:t>
    </dgm:pt>
    <dgm:pt modelId="{D94FFFEB-DDAD-413E-8DBD-5E27A9BA0A4E}" type="sibTrans" cxnId="{E8745F6C-AF55-4386-8C58-B144CA5CFE82}">
      <dgm:prSet/>
      <dgm:spPr/>
      <dgm:t>
        <a:bodyPr/>
        <a:lstStyle/>
        <a:p>
          <a:endParaRPr lang="de-DE"/>
        </a:p>
      </dgm:t>
    </dgm:pt>
    <dgm:pt modelId="{7E2054EA-696B-4A2C-A7D5-5130B4B591B9}">
      <dgm:prSet/>
      <dgm:spPr/>
      <dgm:t>
        <a:bodyPr/>
        <a:lstStyle/>
        <a:p>
          <a:pPr rtl="0"/>
          <a:r>
            <a:rPr lang="de-DE" smtClean="0"/>
            <a:t>Feinstrukturierung</a:t>
          </a:r>
          <a:endParaRPr lang="de-DE"/>
        </a:p>
      </dgm:t>
    </dgm:pt>
    <dgm:pt modelId="{8E52ED6C-1BB0-4E0F-BD7C-01857DFB274E}" type="parTrans" cxnId="{62C1E7D8-2374-47CC-9A0B-BF4A9F205DD6}">
      <dgm:prSet/>
      <dgm:spPr/>
      <dgm:t>
        <a:bodyPr/>
        <a:lstStyle/>
        <a:p>
          <a:endParaRPr lang="de-DE"/>
        </a:p>
      </dgm:t>
    </dgm:pt>
    <dgm:pt modelId="{8FA99CC0-DD7F-4A7D-8114-49CB1766CF45}" type="sibTrans" cxnId="{62C1E7D8-2374-47CC-9A0B-BF4A9F205DD6}">
      <dgm:prSet/>
      <dgm:spPr/>
      <dgm:t>
        <a:bodyPr/>
        <a:lstStyle/>
        <a:p>
          <a:endParaRPr lang="de-DE"/>
        </a:p>
      </dgm:t>
    </dgm:pt>
    <dgm:pt modelId="{B13853BD-8A38-4BAC-B800-CCF13F499C15}">
      <dgm:prSet/>
      <dgm:spPr/>
      <dgm:t>
        <a:bodyPr/>
        <a:lstStyle/>
        <a:p>
          <a:pPr rtl="0"/>
          <a:r>
            <a:rPr lang="de-DE" smtClean="0"/>
            <a:t>Phase 3</a:t>
          </a:r>
          <a:endParaRPr lang="de-DE"/>
        </a:p>
      </dgm:t>
    </dgm:pt>
    <dgm:pt modelId="{0D73E494-1E48-45D9-BF14-4F52EBF85AAB}" type="parTrans" cxnId="{53B5CF0F-6DDE-4A51-9C93-F61BB0E0E9D3}">
      <dgm:prSet/>
      <dgm:spPr/>
      <dgm:t>
        <a:bodyPr/>
        <a:lstStyle/>
        <a:p>
          <a:endParaRPr lang="de-DE"/>
        </a:p>
      </dgm:t>
    </dgm:pt>
    <dgm:pt modelId="{BBB3B343-256E-4854-B739-2BD83AA8EB28}" type="sibTrans" cxnId="{53B5CF0F-6DDE-4A51-9C93-F61BB0E0E9D3}">
      <dgm:prSet/>
      <dgm:spPr/>
      <dgm:t>
        <a:bodyPr/>
        <a:lstStyle/>
        <a:p>
          <a:endParaRPr lang="de-DE"/>
        </a:p>
      </dgm:t>
    </dgm:pt>
    <dgm:pt modelId="{F37D32CA-3F44-4462-B785-C614A47E1D09}">
      <dgm:prSet/>
      <dgm:spPr/>
      <dgm:t>
        <a:bodyPr/>
        <a:lstStyle/>
        <a:p>
          <a:pPr rtl="0"/>
          <a:r>
            <a:rPr lang="de-DE" smtClean="0"/>
            <a:t>Projektplanung</a:t>
          </a:r>
          <a:endParaRPr lang="de-DE"/>
        </a:p>
      </dgm:t>
    </dgm:pt>
    <dgm:pt modelId="{74880977-237A-4644-AAB1-894BB3F52F74}" type="parTrans" cxnId="{06AE06AB-B660-4EA2-97EA-76DE4929C9D2}">
      <dgm:prSet/>
      <dgm:spPr/>
      <dgm:t>
        <a:bodyPr/>
        <a:lstStyle/>
        <a:p>
          <a:endParaRPr lang="de-DE"/>
        </a:p>
      </dgm:t>
    </dgm:pt>
    <dgm:pt modelId="{ADB90328-DF13-44F4-B5E8-1D7EB00D2C69}" type="sibTrans" cxnId="{06AE06AB-B660-4EA2-97EA-76DE4929C9D2}">
      <dgm:prSet/>
      <dgm:spPr/>
      <dgm:t>
        <a:bodyPr/>
        <a:lstStyle/>
        <a:p>
          <a:endParaRPr lang="de-DE"/>
        </a:p>
      </dgm:t>
    </dgm:pt>
    <dgm:pt modelId="{521F2E42-A247-4B82-835A-ABDCDE97A9FE}">
      <dgm:prSet/>
      <dgm:spPr/>
      <dgm:t>
        <a:bodyPr/>
        <a:lstStyle/>
        <a:p>
          <a:pPr rtl="0"/>
          <a:r>
            <a:rPr lang="de-DE" smtClean="0"/>
            <a:t>Projektüberwachung</a:t>
          </a:r>
          <a:endParaRPr lang="de-DE"/>
        </a:p>
      </dgm:t>
    </dgm:pt>
    <dgm:pt modelId="{63D002E0-5030-4D43-A357-44DC0CE57610}" type="parTrans" cxnId="{51AE263E-C5A7-443B-8C87-C9C0DC6E65AD}">
      <dgm:prSet/>
      <dgm:spPr/>
      <dgm:t>
        <a:bodyPr/>
        <a:lstStyle/>
        <a:p>
          <a:endParaRPr lang="de-DE"/>
        </a:p>
      </dgm:t>
    </dgm:pt>
    <dgm:pt modelId="{2F988663-71D4-48AB-8B10-1056462802F7}" type="sibTrans" cxnId="{51AE263E-C5A7-443B-8C87-C9C0DC6E65AD}">
      <dgm:prSet/>
      <dgm:spPr/>
      <dgm:t>
        <a:bodyPr/>
        <a:lstStyle/>
        <a:p>
          <a:endParaRPr lang="de-DE"/>
        </a:p>
      </dgm:t>
    </dgm:pt>
    <dgm:pt modelId="{2900432E-3F49-4C79-875A-BD184BFDD5B3}">
      <dgm:prSet/>
      <dgm:spPr/>
      <dgm:t>
        <a:bodyPr/>
        <a:lstStyle/>
        <a:p>
          <a:pPr rtl="0"/>
          <a:r>
            <a:rPr lang="de-DE" smtClean="0"/>
            <a:t>Projektauswertung</a:t>
          </a:r>
          <a:endParaRPr lang="de-DE"/>
        </a:p>
      </dgm:t>
    </dgm:pt>
    <dgm:pt modelId="{04EFB6A9-9573-499C-B2EA-2760CFCFB103}" type="parTrans" cxnId="{FA7BA260-ACD9-4AFD-AB8D-64B9990BF29A}">
      <dgm:prSet/>
      <dgm:spPr/>
      <dgm:t>
        <a:bodyPr/>
        <a:lstStyle/>
        <a:p>
          <a:endParaRPr lang="de-DE"/>
        </a:p>
      </dgm:t>
    </dgm:pt>
    <dgm:pt modelId="{EEA6AC5A-3A8B-4595-8CAC-8D65EF4B53CA}" type="sibTrans" cxnId="{FA7BA260-ACD9-4AFD-AB8D-64B9990BF29A}">
      <dgm:prSet/>
      <dgm:spPr/>
      <dgm:t>
        <a:bodyPr/>
        <a:lstStyle/>
        <a:p>
          <a:endParaRPr lang="de-DE"/>
        </a:p>
      </dgm:t>
    </dgm:pt>
    <dgm:pt modelId="{EA554CFA-001B-4DC8-88CF-262BF89C29DB}" type="pres">
      <dgm:prSet presAssocID="{8777FBF8-D36E-427F-9D50-AAE9EA6CB9AB}" presName="linearFlow" presStyleCnt="0">
        <dgm:presLayoutVars>
          <dgm:dir/>
          <dgm:animLvl val="lvl"/>
          <dgm:resizeHandles val="exact"/>
        </dgm:presLayoutVars>
      </dgm:prSet>
      <dgm:spPr/>
    </dgm:pt>
    <dgm:pt modelId="{1AF1B822-2A49-4D40-A3ED-D810FECEB1F6}" type="pres">
      <dgm:prSet presAssocID="{EA614995-BF43-48C7-B1E4-3DCCFE9C7F0D}" presName="composite" presStyleCnt="0"/>
      <dgm:spPr/>
    </dgm:pt>
    <dgm:pt modelId="{A226E68C-F1C5-4E95-8896-22E620B59E0B}" type="pres">
      <dgm:prSet presAssocID="{EA614995-BF43-48C7-B1E4-3DCCFE9C7F0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7CF7899A-876B-44E9-B85B-704A1DFBF2C8}" type="pres">
      <dgm:prSet presAssocID="{EA614995-BF43-48C7-B1E4-3DCCFE9C7F0D}" presName="descendantText" presStyleLbl="alignAcc1" presStyleIdx="0" presStyleCnt="3">
        <dgm:presLayoutVars>
          <dgm:bulletEnabled val="1"/>
        </dgm:presLayoutVars>
      </dgm:prSet>
      <dgm:spPr/>
    </dgm:pt>
    <dgm:pt modelId="{E02ED684-CDE6-4E9E-9352-E4B6D8ECE812}" type="pres">
      <dgm:prSet presAssocID="{B84B4E9F-B4F3-457B-89C5-5F3BF9F8006B}" presName="sp" presStyleCnt="0"/>
      <dgm:spPr/>
    </dgm:pt>
    <dgm:pt modelId="{236EFAE7-9A88-4D83-A9AA-962577BBB1A4}" type="pres">
      <dgm:prSet presAssocID="{62D855D6-579C-49E8-A4A1-6B340A16A5BF}" presName="composite" presStyleCnt="0"/>
      <dgm:spPr/>
    </dgm:pt>
    <dgm:pt modelId="{356F1F5D-EED5-4BEC-A606-182A5A040C70}" type="pres">
      <dgm:prSet presAssocID="{62D855D6-579C-49E8-A4A1-6B340A16A5B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761C6AF-467A-4822-A83B-67DEF7C42279}" type="pres">
      <dgm:prSet presAssocID="{62D855D6-579C-49E8-A4A1-6B340A16A5BF}" presName="descendantText" presStyleLbl="alignAcc1" presStyleIdx="1" presStyleCnt="3">
        <dgm:presLayoutVars>
          <dgm:bulletEnabled val="1"/>
        </dgm:presLayoutVars>
      </dgm:prSet>
      <dgm:spPr/>
    </dgm:pt>
    <dgm:pt modelId="{4477B151-0870-4C34-95E6-1045CD6E1072}" type="pres">
      <dgm:prSet presAssocID="{78BD41FB-550D-4901-BFCD-5368E3B26142}" presName="sp" presStyleCnt="0"/>
      <dgm:spPr/>
    </dgm:pt>
    <dgm:pt modelId="{45EE0AFC-68D8-4744-B61D-68D652A47978}" type="pres">
      <dgm:prSet presAssocID="{B13853BD-8A38-4BAC-B800-CCF13F499C15}" presName="composite" presStyleCnt="0"/>
      <dgm:spPr/>
    </dgm:pt>
    <dgm:pt modelId="{23D5FDBD-AE63-43FE-8615-C950B379BF66}" type="pres">
      <dgm:prSet presAssocID="{B13853BD-8A38-4BAC-B800-CCF13F499C1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6EB001B-3DD0-4545-B5A0-7CD9CD7B9E9C}" type="pres">
      <dgm:prSet presAssocID="{B13853BD-8A38-4BAC-B800-CCF13F499C1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62C1E7D8-2374-47CC-9A0B-BF4A9F205DD6}" srcId="{62D855D6-579C-49E8-A4A1-6B340A16A5BF}" destId="{7E2054EA-696B-4A2C-A7D5-5130B4B591B9}" srcOrd="2" destOrd="0" parTransId="{8E52ED6C-1BB0-4E0F-BD7C-01857DFB274E}" sibTransId="{8FA99CC0-DD7F-4A7D-8114-49CB1766CF45}"/>
    <dgm:cxn modelId="{53B5CF0F-6DDE-4A51-9C93-F61BB0E0E9D3}" srcId="{8777FBF8-D36E-427F-9D50-AAE9EA6CB9AB}" destId="{B13853BD-8A38-4BAC-B800-CCF13F499C15}" srcOrd="2" destOrd="0" parTransId="{0D73E494-1E48-45D9-BF14-4F52EBF85AAB}" sibTransId="{BBB3B343-256E-4854-B739-2BD83AA8EB28}"/>
    <dgm:cxn modelId="{E6D79CB6-3B9D-4671-9A65-BF140878DB27}" type="presOf" srcId="{7E2054EA-696B-4A2C-A7D5-5130B4B591B9}" destId="{4761C6AF-467A-4822-A83B-67DEF7C42279}" srcOrd="0" destOrd="2" presId="urn:microsoft.com/office/officeart/2005/8/layout/chevron2"/>
    <dgm:cxn modelId="{095E9A8E-E04B-402E-99C6-D254195CFB7C}" type="presOf" srcId="{62D855D6-579C-49E8-A4A1-6B340A16A5BF}" destId="{356F1F5D-EED5-4BEC-A606-182A5A040C70}" srcOrd="0" destOrd="0" presId="urn:microsoft.com/office/officeart/2005/8/layout/chevron2"/>
    <dgm:cxn modelId="{B57E21CC-C24E-47DF-8B76-3007AA3BD8AE}" type="presOf" srcId="{EA614995-BF43-48C7-B1E4-3DCCFE9C7F0D}" destId="{A226E68C-F1C5-4E95-8896-22E620B59E0B}" srcOrd="0" destOrd="0" presId="urn:microsoft.com/office/officeart/2005/8/layout/chevron2"/>
    <dgm:cxn modelId="{D6AE3FFD-4D2E-4E43-A0B3-22CFBC9DCD05}" srcId="{62D855D6-579C-49E8-A4A1-6B340A16A5BF}" destId="{B807F669-2F9A-4460-8F00-0105202837EA}" srcOrd="0" destOrd="0" parTransId="{BD4C055D-B2CA-42B3-9DC3-EBB858BAF160}" sibTransId="{3BB805EA-9C40-4737-974B-538E4CD924EA}"/>
    <dgm:cxn modelId="{6AE8FC5E-E001-4A22-8312-1A0E16404D56}" type="presOf" srcId="{692F847E-65B9-41F4-96CF-85ABF9A666BB}" destId="{7CF7899A-876B-44E9-B85B-704A1DFBF2C8}" srcOrd="0" destOrd="0" presId="urn:microsoft.com/office/officeart/2005/8/layout/chevron2"/>
    <dgm:cxn modelId="{7E563B18-8827-4F2A-BF6B-26453858CFE9}" type="presOf" srcId="{2370F51E-800E-4504-8546-ACAEA935BFED}" destId="{4761C6AF-467A-4822-A83B-67DEF7C42279}" srcOrd="0" destOrd="1" presId="urn:microsoft.com/office/officeart/2005/8/layout/chevron2"/>
    <dgm:cxn modelId="{7FB5005F-EAD8-428E-A65A-E4774C3C97A9}" srcId="{EA614995-BF43-48C7-B1E4-3DCCFE9C7F0D}" destId="{672F9421-E8CD-47B3-9302-E47B733E9586}" srcOrd="2" destOrd="0" parTransId="{A59340BF-3048-4702-81FA-9B13D3A91B77}" sibTransId="{7F0FD020-83D7-427D-B13C-E746533079E9}"/>
    <dgm:cxn modelId="{70115575-0FFF-4700-B61B-34A210321E96}" srcId="{EA614995-BF43-48C7-B1E4-3DCCFE9C7F0D}" destId="{692F847E-65B9-41F4-96CF-85ABF9A666BB}" srcOrd="0" destOrd="0" parTransId="{E093E560-9E3A-42C2-8AD5-6D8F2F5B58E4}" sibTransId="{990A87B6-01BE-4346-9365-8019FCB70D84}"/>
    <dgm:cxn modelId="{83BEEB33-9E32-4D6C-BB99-DCCED5EA2C0A}" srcId="{8777FBF8-D36E-427F-9D50-AAE9EA6CB9AB}" destId="{EA614995-BF43-48C7-B1E4-3DCCFE9C7F0D}" srcOrd="0" destOrd="0" parTransId="{54B69009-A91F-4B8E-AFBE-481A00DA92DD}" sibTransId="{B84B4E9F-B4F3-457B-89C5-5F3BF9F8006B}"/>
    <dgm:cxn modelId="{2ECD00DA-CBD8-4236-8F19-293474BB2688}" type="presOf" srcId="{B13853BD-8A38-4BAC-B800-CCF13F499C15}" destId="{23D5FDBD-AE63-43FE-8615-C950B379BF66}" srcOrd="0" destOrd="0" presId="urn:microsoft.com/office/officeart/2005/8/layout/chevron2"/>
    <dgm:cxn modelId="{35CEE3FB-222B-431A-8AF3-61EC63203195}" type="presOf" srcId="{8777FBF8-D36E-427F-9D50-AAE9EA6CB9AB}" destId="{EA554CFA-001B-4DC8-88CF-262BF89C29DB}" srcOrd="0" destOrd="0" presId="urn:microsoft.com/office/officeart/2005/8/layout/chevron2"/>
    <dgm:cxn modelId="{FA7BA260-ACD9-4AFD-AB8D-64B9990BF29A}" srcId="{B13853BD-8A38-4BAC-B800-CCF13F499C15}" destId="{2900432E-3F49-4C79-875A-BD184BFDD5B3}" srcOrd="2" destOrd="0" parTransId="{04EFB6A9-9573-499C-B2EA-2760CFCFB103}" sibTransId="{EEA6AC5A-3A8B-4595-8CAC-8D65EF4B53CA}"/>
    <dgm:cxn modelId="{357B5D93-8C5C-4FA3-91BB-31569C4F0790}" type="presOf" srcId="{A9EFA2A8-D811-4223-997A-6B26281D30F1}" destId="{7CF7899A-876B-44E9-B85B-704A1DFBF2C8}" srcOrd="0" destOrd="1" presId="urn:microsoft.com/office/officeart/2005/8/layout/chevron2"/>
    <dgm:cxn modelId="{82B49D3E-CEDC-4C3E-9A6E-60BC78AD8EA6}" type="presOf" srcId="{B807F669-2F9A-4460-8F00-0105202837EA}" destId="{4761C6AF-467A-4822-A83B-67DEF7C42279}" srcOrd="0" destOrd="0" presId="urn:microsoft.com/office/officeart/2005/8/layout/chevron2"/>
    <dgm:cxn modelId="{E8745F6C-AF55-4386-8C58-B144CA5CFE82}" srcId="{62D855D6-579C-49E8-A4A1-6B340A16A5BF}" destId="{2370F51E-800E-4504-8546-ACAEA935BFED}" srcOrd="1" destOrd="0" parTransId="{00D0410A-4F21-4BE8-A4FE-7A20E2875850}" sibTransId="{D94FFFEB-DDAD-413E-8DBD-5E27A9BA0A4E}"/>
    <dgm:cxn modelId="{ABB09C93-99C6-49F2-829E-64149C95DB00}" type="presOf" srcId="{2900432E-3F49-4C79-875A-BD184BFDD5B3}" destId="{86EB001B-3DD0-4545-B5A0-7CD9CD7B9E9C}" srcOrd="0" destOrd="2" presId="urn:microsoft.com/office/officeart/2005/8/layout/chevron2"/>
    <dgm:cxn modelId="{03F0F1B4-683D-4AAF-8F75-4E157A16515E}" srcId="{EA614995-BF43-48C7-B1E4-3DCCFE9C7F0D}" destId="{A9EFA2A8-D811-4223-997A-6B26281D30F1}" srcOrd="1" destOrd="0" parTransId="{E56F2A16-51CF-4D37-A888-6D53764EE058}" sibTransId="{FB4FBC61-4E42-4428-A7D7-09005428B123}"/>
    <dgm:cxn modelId="{06AE06AB-B660-4EA2-97EA-76DE4929C9D2}" srcId="{B13853BD-8A38-4BAC-B800-CCF13F499C15}" destId="{F37D32CA-3F44-4462-B785-C614A47E1D09}" srcOrd="0" destOrd="0" parTransId="{74880977-237A-4644-AAB1-894BB3F52F74}" sibTransId="{ADB90328-DF13-44F4-B5E8-1D7EB00D2C69}"/>
    <dgm:cxn modelId="{51AE263E-C5A7-443B-8C87-C9C0DC6E65AD}" srcId="{B13853BD-8A38-4BAC-B800-CCF13F499C15}" destId="{521F2E42-A247-4B82-835A-ABDCDE97A9FE}" srcOrd="1" destOrd="0" parTransId="{63D002E0-5030-4D43-A357-44DC0CE57610}" sibTransId="{2F988663-71D4-48AB-8B10-1056462802F7}"/>
    <dgm:cxn modelId="{53DF9EAA-D3B0-446C-88B7-F340F063B279}" type="presOf" srcId="{672F9421-E8CD-47B3-9302-E47B733E9586}" destId="{7CF7899A-876B-44E9-B85B-704A1DFBF2C8}" srcOrd="0" destOrd="2" presId="urn:microsoft.com/office/officeart/2005/8/layout/chevron2"/>
    <dgm:cxn modelId="{C96CFF88-30D7-4963-849D-B407A36FA5C0}" srcId="{8777FBF8-D36E-427F-9D50-AAE9EA6CB9AB}" destId="{62D855D6-579C-49E8-A4A1-6B340A16A5BF}" srcOrd="1" destOrd="0" parTransId="{9C703C5A-6D08-4F51-90E6-BC6E04FEF9E4}" sibTransId="{78BD41FB-550D-4901-BFCD-5368E3B26142}"/>
    <dgm:cxn modelId="{B18C3085-1A2F-4BC1-8879-077BA80C72FB}" type="presOf" srcId="{F37D32CA-3F44-4462-B785-C614A47E1D09}" destId="{86EB001B-3DD0-4545-B5A0-7CD9CD7B9E9C}" srcOrd="0" destOrd="0" presId="urn:microsoft.com/office/officeart/2005/8/layout/chevron2"/>
    <dgm:cxn modelId="{36487C2F-DF87-4239-8438-FCB7E62BF634}" type="presOf" srcId="{521F2E42-A247-4B82-835A-ABDCDE97A9FE}" destId="{86EB001B-3DD0-4545-B5A0-7CD9CD7B9E9C}" srcOrd="0" destOrd="1" presId="urn:microsoft.com/office/officeart/2005/8/layout/chevron2"/>
    <dgm:cxn modelId="{B5854093-378C-4AF5-891C-2EB9293C78A3}" type="presParOf" srcId="{EA554CFA-001B-4DC8-88CF-262BF89C29DB}" destId="{1AF1B822-2A49-4D40-A3ED-D810FECEB1F6}" srcOrd="0" destOrd="0" presId="urn:microsoft.com/office/officeart/2005/8/layout/chevron2"/>
    <dgm:cxn modelId="{F7B2C61C-B5CA-4C6E-A88E-521FDF184B1C}" type="presParOf" srcId="{1AF1B822-2A49-4D40-A3ED-D810FECEB1F6}" destId="{A226E68C-F1C5-4E95-8896-22E620B59E0B}" srcOrd="0" destOrd="0" presId="urn:microsoft.com/office/officeart/2005/8/layout/chevron2"/>
    <dgm:cxn modelId="{9A797DF8-4A7A-4C12-98F5-CCF4F434DAD6}" type="presParOf" srcId="{1AF1B822-2A49-4D40-A3ED-D810FECEB1F6}" destId="{7CF7899A-876B-44E9-B85B-704A1DFBF2C8}" srcOrd="1" destOrd="0" presId="urn:microsoft.com/office/officeart/2005/8/layout/chevron2"/>
    <dgm:cxn modelId="{135F201B-3A51-4BE0-8C29-14EE5D438EDA}" type="presParOf" srcId="{EA554CFA-001B-4DC8-88CF-262BF89C29DB}" destId="{E02ED684-CDE6-4E9E-9352-E4B6D8ECE812}" srcOrd="1" destOrd="0" presId="urn:microsoft.com/office/officeart/2005/8/layout/chevron2"/>
    <dgm:cxn modelId="{ED165BE3-A998-4FF5-A906-A6411E923CC2}" type="presParOf" srcId="{EA554CFA-001B-4DC8-88CF-262BF89C29DB}" destId="{236EFAE7-9A88-4D83-A9AA-962577BBB1A4}" srcOrd="2" destOrd="0" presId="urn:microsoft.com/office/officeart/2005/8/layout/chevron2"/>
    <dgm:cxn modelId="{B72F717F-CD78-4083-ADFE-186841BAAC19}" type="presParOf" srcId="{236EFAE7-9A88-4D83-A9AA-962577BBB1A4}" destId="{356F1F5D-EED5-4BEC-A606-182A5A040C70}" srcOrd="0" destOrd="0" presId="urn:microsoft.com/office/officeart/2005/8/layout/chevron2"/>
    <dgm:cxn modelId="{A25D1F45-D848-4BF3-BDEC-37D86DAAF229}" type="presParOf" srcId="{236EFAE7-9A88-4D83-A9AA-962577BBB1A4}" destId="{4761C6AF-467A-4822-A83B-67DEF7C42279}" srcOrd="1" destOrd="0" presId="urn:microsoft.com/office/officeart/2005/8/layout/chevron2"/>
    <dgm:cxn modelId="{1929AAA5-2447-4528-9201-449BDB1E0151}" type="presParOf" srcId="{EA554CFA-001B-4DC8-88CF-262BF89C29DB}" destId="{4477B151-0870-4C34-95E6-1045CD6E1072}" srcOrd="3" destOrd="0" presId="urn:microsoft.com/office/officeart/2005/8/layout/chevron2"/>
    <dgm:cxn modelId="{4616C4C2-6B01-4A0F-A1C4-FA6B3B6ED90E}" type="presParOf" srcId="{EA554CFA-001B-4DC8-88CF-262BF89C29DB}" destId="{45EE0AFC-68D8-4744-B61D-68D652A47978}" srcOrd="4" destOrd="0" presId="urn:microsoft.com/office/officeart/2005/8/layout/chevron2"/>
    <dgm:cxn modelId="{2614266C-9754-47AD-BABF-94A214F6606C}" type="presParOf" srcId="{45EE0AFC-68D8-4744-B61D-68D652A47978}" destId="{23D5FDBD-AE63-43FE-8615-C950B379BF66}" srcOrd="0" destOrd="0" presId="urn:microsoft.com/office/officeart/2005/8/layout/chevron2"/>
    <dgm:cxn modelId="{7BFBBB5C-8A47-4E22-B0AC-B3016B35FE82}" type="presParOf" srcId="{45EE0AFC-68D8-4744-B61D-68D652A47978}" destId="{86EB001B-3DD0-4545-B5A0-7CD9CD7B9E9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77FBF8-D36E-427F-9D50-AAE9EA6CB9AB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EA614995-BF43-48C7-B1E4-3DCCFE9C7F0D}">
      <dgm:prSet/>
      <dgm:spPr/>
      <dgm:t>
        <a:bodyPr/>
        <a:lstStyle/>
        <a:p>
          <a:pPr rtl="0"/>
          <a:r>
            <a:rPr lang="de-DE" smtClean="0"/>
            <a:t>Phase 1</a:t>
          </a:r>
          <a:endParaRPr lang="de-DE"/>
        </a:p>
      </dgm:t>
    </dgm:pt>
    <dgm:pt modelId="{54B69009-A91F-4B8E-AFBE-481A00DA92DD}" type="parTrans" cxnId="{83BEEB33-9E32-4D6C-BB99-DCCED5EA2C0A}">
      <dgm:prSet/>
      <dgm:spPr/>
      <dgm:t>
        <a:bodyPr/>
        <a:lstStyle/>
        <a:p>
          <a:endParaRPr lang="de-DE"/>
        </a:p>
      </dgm:t>
    </dgm:pt>
    <dgm:pt modelId="{B84B4E9F-B4F3-457B-89C5-5F3BF9F8006B}" type="sibTrans" cxnId="{83BEEB33-9E32-4D6C-BB99-DCCED5EA2C0A}">
      <dgm:prSet/>
      <dgm:spPr/>
      <dgm:t>
        <a:bodyPr/>
        <a:lstStyle/>
        <a:p>
          <a:endParaRPr lang="de-DE"/>
        </a:p>
      </dgm:t>
    </dgm:pt>
    <dgm:pt modelId="{692F847E-65B9-41F4-96CF-85ABF9A666BB}">
      <dgm:prSet/>
      <dgm:spPr/>
      <dgm:t>
        <a:bodyPr/>
        <a:lstStyle/>
        <a:p>
          <a:pPr rtl="0"/>
          <a:r>
            <a:rPr lang="de-DE" smtClean="0"/>
            <a:t>Projektidee</a:t>
          </a:r>
          <a:endParaRPr lang="de-DE"/>
        </a:p>
      </dgm:t>
    </dgm:pt>
    <dgm:pt modelId="{E093E560-9E3A-42C2-8AD5-6D8F2F5B58E4}" type="parTrans" cxnId="{70115575-0FFF-4700-B61B-34A210321E96}">
      <dgm:prSet/>
      <dgm:spPr/>
      <dgm:t>
        <a:bodyPr/>
        <a:lstStyle/>
        <a:p>
          <a:endParaRPr lang="de-DE"/>
        </a:p>
      </dgm:t>
    </dgm:pt>
    <dgm:pt modelId="{990A87B6-01BE-4346-9365-8019FCB70D84}" type="sibTrans" cxnId="{70115575-0FFF-4700-B61B-34A210321E96}">
      <dgm:prSet/>
      <dgm:spPr/>
      <dgm:t>
        <a:bodyPr/>
        <a:lstStyle/>
        <a:p>
          <a:endParaRPr lang="de-DE"/>
        </a:p>
      </dgm:t>
    </dgm:pt>
    <dgm:pt modelId="{A9EFA2A8-D811-4223-997A-6B26281D30F1}">
      <dgm:prSet/>
      <dgm:spPr/>
      <dgm:t>
        <a:bodyPr/>
        <a:lstStyle/>
        <a:p>
          <a:pPr rtl="0"/>
          <a:r>
            <a:rPr lang="de-DE" smtClean="0"/>
            <a:t>Zieldefinition</a:t>
          </a:r>
          <a:endParaRPr lang="de-DE"/>
        </a:p>
      </dgm:t>
    </dgm:pt>
    <dgm:pt modelId="{E56F2A16-51CF-4D37-A888-6D53764EE058}" type="parTrans" cxnId="{03F0F1B4-683D-4AAF-8F75-4E157A16515E}">
      <dgm:prSet/>
      <dgm:spPr/>
      <dgm:t>
        <a:bodyPr/>
        <a:lstStyle/>
        <a:p>
          <a:endParaRPr lang="de-DE"/>
        </a:p>
      </dgm:t>
    </dgm:pt>
    <dgm:pt modelId="{FB4FBC61-4E42-4428-A7D7-09005428B123}" type="sibTrans" cxnId="{03F0F1B4-683D-4AAF-8F75-4E157A16515E}">
      <dgm:prSet/>
      <dgm:spPr/>
      <dgm:t>
        <a:bodyPr/>
        <a:lstStyle/>
        <a:p>
          <a:endParaRPr lang="de-DE"/>
        </a:p>
      </dgm:t>
    </dgm:pt>
    <dgm:pt modelId="{672F9421-E8CD-47B3-9302-E47B733E9586}">
      <dgm:prSet/>
      <dgm:spPr/>
      <dgm:t>
        <a:bodyPr/>
        <a:lstStyle/>
        <a:p>
          <a:pPr rtl="0"/>
          <a:r>
            <a:rPr lang="de-DE" smtClean="0"/>
            <a:t>Durchführbarkeitsanalyse</a:t>
          </a:r>
          <a:endParaRPr lang="de-DE"/>
        </a:p>
      </dgm:t>
    </dgm:pt>
    <dgm:pt modelId="{A59340BF-3048-4702-81FA-9B13D3A91B77}" type="parTrans" cxnId="{7FB5005F-EAD8-428E-A65A-E4774C3C97A9}">
      <dgm:prSet/>
      <dgm:spPr/>
      <dgm:t>
        <a:bodyPr/>
        <a:lstStyle/>
        <a:p>
          <a:endParaRPr lang="de-DE"/>
        </a:p>
      </dgm:t>
    </dgm:pt>
    <dgm:pt modelId="{7F0FD020-83D7-427D-B13C-E746533079E9}" type="sibTrans" cxnId="{7FB5005F-EAD8-428E-A65A-E4774C3C97A9}">
      <dgm:prSet/>
      <dgm:spPr/>
      <dgm:t>
        <a:bodyPr/>
        <a:lstStyle/>
        <a:p>
          <a:endParaRPr lang="de-DE"/>
        </a:p>
      </dgm:t>
    </dgm:pt>
    <dgm:pt modelId="{62D855D6-579C-49E8-A4A1-6B340A16A5BF}">
      <dgm:prSet/>
      <dgm:spPr/>
      <dgm:t>
        <a:bodyPr/>
        <a:lstStyle/>
        <a:p>
          <a:pPr rtl="0"/>
          <a:r>
            <a:rPr lang="de-DE" smtClean="0"/>
            <a:t>Phase 2</a:t>
          </a:r>
          <a:endParaRPr lang="de-DE"/>
        </a:p>
      </dgm:t>
    </dgm:pt>
    <dgm:pt modelId="{9C703C5A-6D08-4F51-90E6-BC6E04FEF9E4}" type="parTrans" cxnId="{C96CFF88-30D7-4963-849D-B407A36FA5C0}">
      <dgm:prSet/>
      <dgm:spPr/>
      <dgm:t>
        <a:bodyPr/>
        <a:lstStyle/>
        <a:p>
          <a:endParaRPr lang="de-DE"/>
        </a:p>
      </dgm:t>
    </dgm:pt>
    <dgm:pt modelId="{78BD41FB-550D-4901-BFCD-5368E3B26142}" type="sibTrans" cxnId="{C96CFF88-30D7-4963-849D-B407A36FA5C0}">
      <dgm:prSet/>
      <dgm:spPr/>
      <dgm:t>
        <a:bodyPr/>
        <a:lstStyle/>
        <a:p>
          <a:endParaRPr lang="de-DE"/>
        </a:p>
      </dgm:t>
    </dgm:pt>
    <dgm:pt modelId="{B807F669-2F9A-4460-8F00-0105202837EA}">
      <dgm:prSet/>
      <dgm:spPr/>
      <dgm:t>
        <a:bodyPr/>
        <a:lstStyle/>
        <a:p>
          <a:pPr rtl="0"/>
          <a:r>
            <a:rPr lang="de-DE" smtClean="0"/>
            <a:t>Projektauftrag</a:t>
          </a:r>
          <a:endParaRPr lang="de-DE"/>
        </a:p>
      </dgm:t>
    </dgm:pt>
    <dgm:pt modelId="{BD4C055D-B2CA-42B3-9DC3-EBB858BAF160}" type="parTrans" cxnId="{D6AE3FFD-4D2E-4E43-A0B3-22CFBC9DCD05}">
      <dgm:prSet/>
      <dgm:spPr/>
      <dgm:t>
        <a:bodyPr/>
        <a:lstStyle/>
        <a:p>
          <a:endParaRPr lang="de-DE"/>
        </a:p>
      </dgm:t>
    </dgm:pt>
    <dgm:pt modelId="{3BB805EA-9C40-4737-974B-538E4CD924EA}" type="sibTrans" cxnId="{D6AE3FFD-4D2E-4E43-A0B3-22CFBC9DCD05}">
      <dgm:prSet/>
      <dgm:spPr/>
      <dgm:t>
        <a:bodyPr/>
        <a:lstStyle/>
        <a:p>
          <a:endParaRPr lang="de-DE"/>
        </a:p>
      </dgm:t>
    </dgm:pt>
    <dgm:pt modelId="{2370F51E-800E-4504-8546-ACAEA935BFED}">
      <dgm:prSet/>
      <dgm:spPr/>
      <dgm:t>
        <a:bodyPr/>
        <a:lstStyle/>
        <a:p>
          <a:pPr rtl="0"/>
          <a:r>
            <a:rPr lang="de-DE" smtClean="0"/>
            <a:t>Grobgliederung</a:t>
          </a:r>
          <a:endParaRPr lang="de-DE"/>
        </a:p>
      </dgm:t>
    </dgm:pt>
    <dgm:pt modelId="{00D0410A-4F21-4BE8-A4FE-7A20E2875850}" type="parTrans" cxnId="{E8745F6C-AF55-4386-8C58-B144CA5CFE82}">
      <dgm:prSet/>
      <dgm:spPr/>
      <dgm:t>
        <a:bodyPr/>
        <a:lstStyle/>
        <a:p>
          <a:endParaRPr lang="de-DE"/>
        </a:p>
      </dgm:t>
    </dgm:pt>
    <dgm:pt modelId="{D94FFFEB-DDAD-413E-8DBD-5E27A9BA0A4E}" type="sibTrans" cxnId="{E8745F6C-AF55-4386-8C58-B144CA5CFE82}">
      <dgm:prSet/>
      <dgm:spPr/>
      <dgm:t>
        <a:bodyPr/>
        <a:lstStyle/>
        <a:p>
          <a:endParaRPr lang="de-DE"/>
        </a:p>
      </dgm:t>
    </dgm:pt>
    <dgm:pt modelId="{7E2054EA-696B-4A2C-A7D5-5130B4B591B9}">
      <dgm:prSet/>
      <dgm:spPr/>
      <dgm:t>
        <a:bodyPr/>
        <a:lstStyle/>
        <a:p>
          <a:pPr rtl="0"/>
          <a:r>
            <a:rPr lang="de-DE" smtClean="0"/>
            <a:t>Feinstrukturierung</a:t>
          </a:r>
          <a:endParaRPr lang="de-DE"/>
        </a:p>
      </dgm:t>
    </dgm:pt>
    <dgm:pt modelId="{8E52ED6C-1BB0-4E0F-BD7C-01857DFB274E}" type="parTrans" cxnId="{62C1E7D8-2374-47CC-9A0B-BF4A9F205DD6}">
      <dgm:prSet/>
      <dgm:spPr/>
      <dgm:t>
        <a:bodyPr/>
        <a:lstStyle/>
        <a:p>
          <a:endParaRPr lang="de-DE"/>
        </a:p>
      </dgm:t>
    </dgm:pt>
    <dgm:pt modelId="{8FA99CC0-DD7F-4A7D-8114-49CB1766CF45}" type="sibTrans" cxnId="{62C1E7D8-2374-47CC-9A0B-BF4A9F205DD6}">
      <dgm:prSet/>
      <dgm:spPr/>
      <dgm:t>
        <a:bodyPr/>
        <a:lstStyle/>
        <a:p>
          <a:endParaRPr lang="de-DE"/>
        </a:p>
      </dgm:t>
    </dgm:pt>
    <dgm:pt modelId="{B13853BD-8A38-4BAC-B800-CCF13F499C15}">
      <dgm:prSet/>
      <dgm:spPr/>
      <dgm:t>
        <a:bodyPr/>
        <a:lstStyle/>
        <a:p>
          <a:pPr rtl="0"/>
          <a:r>
            <a:rPr lang="de-DE" smtClean="0"/>
            <a:t>Phase 3</a:t>
          </a:r>
          <a:endParaRPr lang="de-DE"/>
        </a:p>
      </dgm:t>
    </dgm:pt>
    <dgm:pt modelId="{0D73E494-1E48-45D9-BF14-4F52EBF85AAB}" type="parTrans" cxnId="{53B5CF0F-6DDE-4A51-9C93-F61BB0E0E9D3}">
      <dgm:prSet/>
      <dgm:spPr/>
      <dgm:t>
        <a:bodyPr/>
        <a:lstStyle/>
        <a:p>
          <a:endParaRPr lang="de-DE"/>
        </a:p>
      </dgm:t>
    </dgm:pt>
    <dgm:pt modelId="{BBB3B343-256E-4854-B739-2BD83AA8EB28}" type="sibTrans" cxnId="{53B5CF0F-6DDE-4A51-9C93-F61BB0E0E9D3}">
      <dgm:prSet/>
      <dgm:spPr/>
      <dgm:t>
        <a:bodyPr/>
        <a:lstStyle/>
        <a:p>
          <a:endParaRPr lang="de-DE"/>
        </a:p>
      </dgm:t>
    </dgm:pt>
    <dgm:pt modelId="{F37D32CA-3F44-4462-B785-C614A47E1D09}">
      <dgm:prSet/>
      <dgm:spPr/>
      <dgm:t>
        <a:bodyPr/>
        <a:lstStyle/>
        <a:p>
          <a:pPr rtl="0"/>
          <a:r>
            <a:rPr lang="de-DE" smtClean="0"/>
            <a:t>Projektplanung</a:t>
          </a:r>
          <a:endParaRPr lang="de-DE"/>
        </a:p>
      </dgm:t>
    </dgm:pt>
    <dgm:pt modelId="{74880977-237A-4644-AAB1-894BB3F52F74}" type="parTrans" cxnId="{06AE06AB-B660-4EA2-97EA-76DE4929C9D2}">
      <dgm:prSet/>
      <dgm:spPr/>
      <dgm:t>
        <a:bodyPr/>
        <a:lstStyle/>
        <a:p>
          <a:endParaRPr lang="de-DE"/>
        </a:p>
      </dgm:t>
    </dgm:pt>
    <dgm:pt modelId="{ADB90328-DF13-44F4-B5E8-1D7EB00D2C69}" type="sibTrans" cxnId="{06AE06AB-B660-4EA2-97EA-76DE4929C9D2}">
      <dgm:prSet/>
      <dgm:spPr/>
      <dgm:t>
        <a:bodyPr/>
        <a:lstStyle/>
        <a:p>
          <a:endParaRPr lang="de-DE"/>
        </a:p>
      </dgm:t>
    </dgm:pt>
    <dgm:pt modelId="{521F2E42-A247-4B82-835A-ABDCDE97A9FE}">
      <dgm:prSet/>
      <dgm:spPr/>
      <dgm:t>
        <a:bodyPr/>
        <a:lstStyle/>
        <a:p>
          <a:pPr rtl="0"/>
          <a:r>
            <a:rPr lang="de-DE" smtClean="0"/>
            <a:t>Projektüberwachung</a:t>
          </a:r>
          <a:endParaRPr lang="de-DE"/>
        </a:p>
      </dgm:t>
    </dgm:pt>
    <dgm:pt modelId="{63D002E0-5030-4D43-A357-44DC0CE57610}" type="parTrans" cxnId="{51AE263E-C5A7-443B-8C87-C9C0DC6E65AD}">
      <dgm:prSet/>
      <dgm:spPr/>
      <dgm:t>
        <a:bodyPr/>
        <a:lstStyle/>
        <a:p>
          <a:endParaRPr lang="de-DE"/>
        </a:p>
      </dgm:t>
    </dgm:pt>
    <dgm:pt modelId="{2F988663-71D4-48AB-8B10-1056462802F7}" type="sibTrans" cxnId="{51AE263E-C5A7-443B-8C87-C9C0DC6E65AD}">
      <dgm:prSet/>
      <dgm:spPr/>
      <dgm:t>
        <a:bodyPr/>
        <a:lstStyle/>
        <a:p>
          <a:endParaRPr lang="de-DE"/>
        </a:p>
      </dgm:t>
    </dgm:pt>
    <dgm:pt modelId="{2900432E-3F49-4C79-875A-BD184BFDD5B3}">
      <dgm:prSet/>
      <dgm:spPr/>
      <dgm:t>
        <a:bodyPr/>
        <a:lstStyle/>
        <a:p>
          <a:pPr rtl="0"/>
          <a:r>
            <a:rPr lang="de-DE" smtClean="0"/>
            <a:t>Projektauswertung</a:t>
          </a:r>
          <a:endParaRPr lang="de-DE"/>
        </a:p>
      </dgm:t>
    </dgm:pt>
    <dgm:pt modelId="{04EFB6A9-9573-499C-B2EA-2760CFCFB103}" type="parTrans" cxnId="{FA7BA260-ACD9-4AFD-AB8D-64B9990BF29A}">
      <dgm:prSet/>
      <dgm:spPr/>
      <dgm:t>
        <a:bodyPr/>
        <a:lstStyle/>
        <a:p>
          <a:endParaRPr lang="de-DE"/>
        </a:p>
      </dgm:t>
    </dgm:pt>
    <dgm:pt modelId="{EEA6AC5A-3A8B-4595-8CAC-8D65EF4B53CA}" type="sibTrans" cxnId="{FA7BA260-ACD9-4AFD-AB8D-64B9990BF29A}">
      <dgm:prSet/>
      <dgm:spPr/>
      <dgm:t>
        <a:bodyPr/>
        <a:lstStyle/>
        <a:p>
          <a:endParaRPr lang="de-DE"/>
        </a:p>
      </dgm:t>
    </dgm:pt>
    <dgm:pt modelId="{CB4E2A88-3305-4802-BCE0-E586955590FF}" type="pres">
      <dgm:prSet presAssocID="{8777FBF8-D36E-427F-9D50-AAE9EA6CB9AB}" presName="Name0" presStyleCnt="0">
        <dgm:presLayoutVars>
          <dgm:dir/>
          <dgm:animLvl val="lvl"/>
          <dgm:resizeHandles val="exact"/>
        </dgm:presLayoutVars>
      </dgm:prSet>
      <dgm:spPr/>
    </dgm:pt>
    <dgm:pt modelId="{E1616C2E-C818-41A3-9452-2F2BF082128E}" type="pres">
      <dgm:prSet presAssocID="{B13853BD-8A38-4BAC-B800-CCF13F499C15}" presName="boxAndChildren" presStyleCnt="0"/>
      <dgm:spPr/>
    </dgm:pt>
    <dgm:pt modelId="{3A684436-7E1B-4CBC-808E-BE879846F3A9}" type="pres">
      <dgm:prSet presAssocID="{B13853BD-8A38-4BAC-B800-CCF13F499C15}" presName="parentTextBox" presStyleLbl="node1" presStyleIdx="0" presStyleCnt="3"/>
      <dgm:spPr/>
    </dgm:pt>
    <dgm:pt modelId="{B1638CB5-6ACB-4FDD-A0B1-7E6BEDCDE2EF}" type="pres">
      <dgm:prSet presAssocID="{B13853BD-8A38-4BAC-B800-CCF13F499C15}" presName="entireBox" presStyleLbl="node1" presStyleIdx="0" presStyleCnt="3"/>
      <dgm:spPr/>
    </dgm:pt>
    <dgm:pt modelId="{E58B8A2A-5F63-49D5-87FE-D5CBB9BE63B9}" type="pres">
      <dgm:prSet presAssocID="{B13853BD-8A38-4BAC-B800-CCF13F499C15}" presName="descendantBox" presStyleCnt="0"/>
      <dgm:spPr/>
    </dgm:pt>
    <dgm:pt modelId="{3AD35EF0-A4E8-4D1A-BB6E-1F631B424FF5}" type="pres">
      <dgm:prSet presAssocID="{F37D32CA-3F44-4462-B785-C614A47E1D09}" presName="childTextBox" presStyleLbl="fgAccFollowNode1" presStyleIdx="0" presStyleCnt="9">
        <dgm:presLayoutVars>
          <dgm:bulletEnabled val="1"/>
        </dgm:presLayoutVars>
      </dgm:prSet>
      <dgm:spPr/>
    </dgm:pt>
    <dgm:pt modelId="{DAA77AC2-13E2-4B6E-9E7D-264D4D84F8A5}" type="pres">
      <dgm:prSet presAssocID="{521F2E42-A247-4B82-835A-ABDCDE97A9FE}" presName="childTextBox" presStyleLbl="fgAccFollowNode1" presStyleIdx="1" presStyleCnt="9">
        <dgm:presLayoutVars>
          <dgm:bulletEnabled val="1"/>
        </dgm:presLayoutVars>
      </dgm:prSet>
      <dgm:spPr/>
    </dgm:pt>
    <dgm:pt modelId="{F430CD1B-7114-4E42-B4CA-C7E9A68BE070}" type="pres">
      <dgm:prSet presAssocID="{2900432E-3F49-4C79-875A-BD184BFDD5B3}" presName="childTextBox" presStyleLbl="fgAccFollowNode1" presStyleIdx="2" presStyleCnt="9">
        <dgm:presLayoutVars>
          <dgm:bulletEnabled val="1"/>
        </dgm:presLayoutVars>
      </dgm:prSet>
      <dgm:spPr/>
    </dgm:pt>
    <dgm:pt modelId="{5A273DCD-A5FA-42A1-8D7C-302DDFA67677}" type="pres">
      <dgm:prSet presAssocID="{78BD41FB-550D-4901-BFCD-5368E3B26142}" presName="sp" presStyleCnt="0"/>
      <dgm:spPr/>
    </dgm:pt>
    <dgm:pt modelId="{C2F9D4E2-45B5-4010-AACF-477BCE9BC87C}" type="pres">
      <dgm:prSet presAssocID="{62D855D6-579C-49E8-A4A1-6B340A16A5BF}" presName="arrowAndChildren" presStyleCnt="0"/>
      <dgm:spPr/>
    </dgm:pt>
    <dgm:pt modelId="{407E3C5F-922A-4720-AB35-54917F60476A}" type="pres">
      <dgm:prSet presAssocID="{62D855D6-579C-49E8-A4A1-6B340A16A5BF}" presName="parentTextArrow" presStyleLbl="node1" presStyleIdx="0" presStyleCnt="3"/>
      <dgm:spPr/>
    </dgm:pt>
    <dgm:pt modelId="{9986B1EF-8F73-49CD-910B-20DCB8EE0D59}" type="pres">
      <dgm:prSet presAssocID="{62D855D6-579C-49E8-A4A1-6B340A16A5BF}" presName="arrow" presStyleLbl="node1" presStyleIdx="1" presStyleCnt="3"/>
      <dgm:spPr/>
    </dgm:pt>
    <dgm:pt modelId="{33A9F1E2-B72D-47C6-A0D5-0F2F9ECF6782}" type="pres">
      <dgm:prSet presAssocID="{62D855D6-579C-49E8-A4A1-6B340A16A5BF}" presName="descendantArrow" presStyleCnt="0"/>
      <dgm:spPr/>
    </dgm:pt>
    <dgm:pt modelId="{4CC9C34D-3F83-489D-8419-B253A4C7790F}" type="pres">
      <dgm:prSet presAssocID="{B807F669-2F9A-4460-8F00-0105202837EA}" presName="childTextArrow" presStyleLbl="fgAccFollowNode1" presStyleIdx="3" presStyleCnt="9">
        <dgm:presLayoutVars>
          <dgm:bulletEnabled val="1"/>
        </dgm:presLayoutVars>
      </dgm:prSet>
      <dgm:spPr/>
    </dgm:pt>
    <dgm:pt modelId="{A81F45ED-4F59-40F1-BB71-EB7223A07D0D}" type="pres">
      <dgm:prSet presAssocID="{2370F51E-800E-4504-8546-ACAEA935BFED}" presName="childTextArrow" presStyleLbl="fgAccFollowNode1" presStyleIdx="4" presStyleCnt="9">
        <dgm:presLayoutVars>
          <dgm:bulletEnabled val="1"/>
        </dgm:presLayoutVars>
      </dgm:prSet>
      <dgm:spPr/>
    </dgm:pt>
    <dgm:pt modelId="{EE8798A9-4E2F-4094-9F20-7F8D4346EEA5}" type="pres">
      <dgm:prSet presAssocID="{7E2054EA-696B-4A2C-A7D5-5130B4B591B9}" presName="childTextArrow" presStyleLbl="fgAccFollowNode1" presStyleIdx="5" presStyleCnt="9">
        <dgm:presLayoutVars>
          <dgm:bulletEnabled val="1"/>
        </dgm:presLayoutVars>
      </dgm:prSet>
      <dgm:spPr/>
    </dgm:pt>
    <dgm:pt modelId="{248238E6-12C7-42AC-9832-2F372D50CA16}" type="pres">
      <dgm:prSet presAssocID="{B84B4E9F-B4F3-457B-89C5-5F3BF9F8006B}" presName="sp" presStyleCnt="0"/>
      <dgm:spPr/>
    </dgm:pt>
    <dgm:pt modelId="{AD84F0B1-E2A2-43DC-AE70-D8C9AC3AD51D}" type="pres">
      <dgm:prSet presAssocID="{EA614995-BF43-48C7-B1E4-3DCCFE9C7F0D}" presName="arrowAndChildren" presStyleCnt="0"/>
      <dgm:spPr/>
    </dgm:pt>
    <dgm:pt modelId="{9367F4FE-B04F-4205-BC9A-3DBE3587A58E}" type="pres">
      <dgm:prSet presAssocID="{EA614995-BF43-48C7-B1E4-3DCCFE9C7F0D}" presName="parentTextArrow" presStyleLbl="node1" presStyleIdx="1" presStyleCnt="3"/>
      <dgm:spPr/>
    </dgm:pt>
    <dgm:pt modelId="{8F503FA7-7E49-4370-8B48-2E1EF49A5B2D}" type="pres">
      <dgm:prSet presAssocID="{EA614995-BF43-48C7-B1E4-3DCCFE9C7F0D}" presName="arrow" presStyleLbl="node1" presStyleIdx="2" presStyleCnt="3"/>
      <dgm:spPr/>
    </dgm:pt>
    <dgm:pt modelId="{B9A1D586-FA62-44A2-ABD5-5B1AD47940DF}" type="pres">
      <dgm:prSet presAssocID="{EA614995-BF43-48C7-B1E4-3DCCFE9C7F0D}" presName="descendantArrow" presStyleCnt="0"/>
      <dgm:spPr/>
    </dgm:pt>
    <dgm:pt modelId="{FE20BC37-FB48-4E89-AE9A-ECF5C0D174FA}" type="pres">
      <dgm:prSet presAssocID="{692F847E-65B9-41F4-96CF-85ABF9A666BB}" presName="childTextArrow" presStyleLbl="fgAccFollowNode1" presStyleIdx="6" presStyleCnt="9">
        <dgm:presLayoutVars>
          <dgm:bulletEnabled val="1"/>
        </dgm:presLayoutVars>
      </dgm:prSet>
      <dgm:spPr/>
    </dgm:pt>
    <dgm:pt modelId="{BEA59671-532C-4BB8-AA99-510440D9C55E}" type="pres">
      <dgm:prSet presAssocID="{A9EFA2A8-D811-4223-997A-6B26281D30F1}" presName="childTextArrow" presStyleLbl="fgAccFollowNode1" presStyleIdx="7" presStyleCnt="9">
        <dgm:presLayoutVars>
          <dgm:bulletEnabled val="1"/>
        </dgm:presLayoutVars>
      </dgm:prSet>
      <dgm:spPr/>
    </dgm:pt>
    <dgm:pt modelId="{8024DF15-E6C5-4C41-8687-E22AEDD4CA33}" type="pres">
      <dgm:prSet presAssocID="{672F9421-E8CD-47B3-9302-E47B733E9586}" presName="childTextArrow" presStyleLbl="fgAccFollowNode1" presStyleIdx="8" presStyleCnt="9">
        <dgm:presLayoutVars>
          <dgm:bulletEnabled val="1"/>
        </dgm:presLayoutVars>
      </dgm:prSet>
      <dgm:spPr/>
    </dgm:pt>
  </dgm:ptLst>
  <dgm:cxnLst>
    <dgm:cxn modelId="{5A2CD1D9-060E-4FA6-9E2A-05888E051A28}" type="presOf" srcId="{62D855D6-579C-49E8-A4A1-6B340A16A5BF}" destId="{9986B1EF-8F73-49CD-910B-20DCB8EE0D59}" srcOrd="1" destOrd="0" presId="urn:microsoft.com/office/officeart/2005/8/layout/process4"/>
    <dgm:cxn modelId="{8E7C3414-6881-4B9E-A667-A244B12D52D9}" type="presOf" srcId="{692F847E-65B9-41F4-96CF-85ABF9A666BB}" destId="{FE20BC37-FB48-4E89-AE9A-ECF5C0D174FA}" srcOrd="0" destOrd="0" presId="urn:microsoft.com/office/officeart/2005/8/layout/process4"/>
    <dgm:cxn modelId="{53B5CF0F-6DDE-4A51-9C93-F61BB0E0E9D3}" srcId="{8777FBF8-D36E-427F-9D50-AAE9EA6CB9AB}" destId="{B13853BD-8A38-4BAC-B800-CCF13F499C15}" srcOrd="2" destOrd="0" parTransId="{0D73E494-1E48-45D9-BF14-4F52EBF85AAB}" sibTransId="{BBB3B343-256E-4854-B739-2BD83AA8EB28}"/>
    <dgm:cxn modelId="{7A2229DF-A2BE-4732-B72F-6D4157F289C7}" type="presOf" srcId="{2370F51E-800E-4504-8546-ACAEA935BFED}" destId="{A81F45ED-4F59-40F1-BB71-EB7223A07D0D}" srcOrd="0" destOrd="0" presId="urn:microsoft.com/office/officeart/2005/8/layout/process4"/>
    <dgm:cxn modelId="{86150E11-A7F5-4DD7-A963-B898D127832A}" type="presOf" srcId="{8777FBF8-D36E-427F-9D50-AAE9EA6CB9AB}" destId="{CB4E2A88-3305-4802-BCE0-E586955590FF}" srcOrd="0" destOrd="0" presId="urn:microsoft.com/office/officeart/2005/8/layout/process4"/>
    <dgm:cxn modelId="{83BEEB33-9E32-4D6C-BB99-DCCED5EA2C0A}" srcId="{8777FBF8-D36E-427F-9D50-AAE9EA6CB9AB}" destId="{EA614995-BF43-48C7-B1E4-3DCCFE9C7F0D}" srcOrd="0" destOrd="0" parTransId="{54B69009-A91F-4B8E-AFBE-481A00DA92DD}" sibTransId="{B84B4E9F-B4F3-457B-89C5-5F3BF9F8006B}"/>
    <dgm:cxn modelId="{9A043E6F-22A2-4486-BF08-46356454E4F3}" type="presOf" srcId="{A9EFA2A8-D811-4223-997A-6B26281D30F1}" destId="{BEA59671-532C-4BB8-AA99-510440D9C55E}" srcOrd="0" destOrd="0" presId="urn:microsoft.com/office/officeart/2005/8/layout/process4"/>
    <dgm:cxn modelId="{03F0F1B4-683D-4AAF-8F75-4E157A16515E}" srcId="{EA614995-BF43-48C7-B1E4-3DCCFE9C7F0D}" destId="{A9EFA2A8-D811-4223-997A-6B26281D30F1}" srcOrd="1" destOrd="0" parTransId="{E56F2A16-51CF-4D37-A888-6D53764EE058}" sibTransId="{FB4FBC61-4E42-4428-A7D7-09005428B123}"/>
    <dgm:cxn modelId="{C96CFF88-30D7-4963-849D-B407A36FA5C0}" srcId="{8777FBF8-D36E-427F-9D50-AAE9EA6CB9AB}" destId="{62D855D6-579C-49E8-A4A1-6B340A16A5BF}" srcOrd="1" destOrd="0" parTransId="{9C703C5A-6D08-4F51-90E6-BC6E04FEF9E4}" sibTransId="{78BD41FB-550D-4901-BFCD-5368E3B26142}"/>
    <dgm:cxn modelId="{62C1E7D8-2374-47CC-9A0B-BF4A9F205DD6}" srcId="{62D855D6-579C-49E8-A4A1-6B340A16A5BF}" destId="{7E2054EA-696B-4A2C-A7D5-5130B4B591B9}" srcOrd="2" destOrd="0" parTransId="{8E52ED6C-1BB0-4E0F-BD7C-01857DFB274E}" sibTransId="{8FA99CC0-DD7F-4A7D-8114-49CB1766CF45}"/>
    <dgm:cxn modelId="{0F5B1C07-566C-4DBA-BC06-5136EF96CAFE}" type="presOf" srcId="{2900432E-3F49-4C79-875A-BD184BFDD5B3}" destId="{F430CD1B-7114-4E42-B4CA-C7E9A68BE070}" srcOrd="0" destOrd="0" presId="urn:microsoft.com/office/officeart/2005/8/layout/process4"/>
    <dgm:cxn modelId="{4D7505EA-D333-4949-849B-16EF07612649}" type="presOf" srcId="{B13853BD-8A38-4BAC-B800-CCF13F499C15}" destId="{B1638CB5-6ACB-4FDD-A0B1-7E6BEDCDE2EF}" srcOrd="1" destOrd="0" presId="urn:microsoft.com/office/officeart/2005/8/layout/process4"/>
    <dgm:cxn modelId="{06AE06AB-B660-4EA2-97EA-76DE4929C9D2}" srcId="{B13853BD-8A38-4BAC-B800-CCF13F499C15}" destId="{F37D32CA-3F44-4462-B785-C614A47E1D09}" srcOrd="0" destOrd="0" parTransId="{74880977-237A-4644-AAB1-894BB3F52F74}" sibTransId="{ADB90328-DF13-44F4-B5E8-1D7EB00D2C69}"/>
    <dgm:cxn modelId="{70115575-0FFF-4700-B61B-34A210321E96}" srcId="{EA614995-BF43-48C7-B1E4-3DCCFE9C7F0D}" destId="{692F847E-65B9-41F4-96CF-85ABF9A666BB}" srcOrd="0" destOrd="0" parTransId="{E093E560-9E3A-42C2-8AD5-6D8F2F5B58E4}" sibTransId="{990A87B6-01BE-4346-9365-8019FCB70D84}"/>
    <dgm:cxn modelId="{40170813-0572-4F7F-AA78-AEC9ED4348F8}" type="presOf" srcId="{EA614995-BF43-48C7-B1E4-3DCCFE9C7F0D}" destId="{9367F4FE-B04F-4205-BC9A-3DBE3587A58E}" srcOrd="0" destOrd="0" presId="urn:microsoft.com/office/officeart/2005/8/layout/process4"/>
    <dgm:cxn modelId="{51AE263E-C5A7-443B-8C87-C9C0DC6E65AD}" srcId="{B13853BD-8A38-4BAC-B800-CCF13F499C15}" destId="{521F2E42-A247-4B82-835A-ABDCDE97A9FE}" srcOrd="1" destOrd="0" parTransId="{63D002E0-5030-4D43-A357-44DC0CE57610}" sibTransId="{2F988663-71D4-48AB-8B10-1056462802F7}"/>
    <dgm:cxn modelId="{E8745F6C-AF55-4386-8C58-B144CA5CFE82}" srcId="{62D855D6-579C-49E8-A4A1-6B340A16A5BF}" destId="{2370F51E-800E-4504-8546-ACAEA935BFED}" srcOrd="1" destOrd="0" parTransId="{00D0410A-4F21-4BE8-A4FE-7A20E2875850}" sibTransId="{D94FFFEB-DDAD-413E-8DBD-5E27A9BA0A4E}"/>
    <dgm:cxn modelId="{1099136C-E162-4F8C-B712-DD4D2D9EA0C1}" type="presOf" srcId="{521F2E42-A247-4B82-835A-ABDCDE97A9FE}" destId="{DAA77AC2-13E2-4B6E-9E7D-264D4D84F8A5}" srcOrd="0" destOrd="0" presId="urn:microsoft.com/office/officeart/2005/8/layout/process4"/>
    <dgm:cxn modelId="{EFC1EC15-9A20-457D-804C-CA4E97A3BE76}" type="presOf" srcId="{B807F669-2F9A-4460-8F00-0105202837EA}" destId="{4CC9C34D-3F83-489D-8419-B253A4C7790F}" srcOrd="0" destOrd="0" presId="urn:microsoft.com/office/officeart/2005/8/layout/process4"/>
    <dgm:cxn modelId="{C503C7DB-2B87-4CBF-8986-C53D5E95DC8E}" type="presOf" srcId="{7E2054EA-696B-4A2C-A7D5-5130B4B591B9}" destId="{EE8798A9-4E2F-4094-9F20-7F8D4346EEA5}" srcOrd="0" destOrd="0" presId="urn:microsoft.com/office/officeart/2005/8/layout/process4"/>
    <dgm:cxn modelId="{7FB5005F-EAD8-428E-A65A-E4774C3C97A9}" srcId="{EA614995-BF43-48C7-B1E4-3DCCFE9C7F0D}" destId="{672F9421-E8CD-47B3-9302-E47B733E9586}" srcOrd="2" destOrd="0" parTransId="{A59340BF-3048-4702-81FA-9B13D3A91B77}" sibTransId="{7F0FD020-83D7-427D-B13C-E746533079E9}"/>
    <dgm:cxn modelId="{9A0EDD6B-0558-4D27-8F1E-21D38516E86A}" type="presOf" srcId="{62D855D6-579C-49E8-A4A1-6B340A16A5BF}" destId="{407E3C5F-922A-4720-AB35-54917F60476A}" srcOrd="0" destOrd="0" presId="urn:microsoft.com/office/officeart/2005/8/layout/process4"/>
    <dgm:cxn modelId="{A65C234D-3413-405A-8A9A-E730D87F31D7}" type="presOf" srcId="{EA614995-BF43-48C7-B1E4-3DCCFE9C7F0D}" destId="{8F503FA7-7E49-4370-8B48-2E1EF49A5B2D}" srcOrd="1" destOrd="0" presId="urn:microsoft.com/office/officeart/2005/8/layout/process4"/>
    <dgm:cxn modelId="{D6AE3FFD-4D2E-4E43-A0B3-22CFBC9DCD05}" srcId="{62D855D6-579C-49E8-A4A1-6B340A16A5BF}" destId="{B807F669-2F9A-4460-8F00-0105202837EA}" srcOrd="0" destOrd="0" parTransId="{BD4C055D-B2CA-42B3-9DC3-EBB858BAF160}" sibTransId="{3BB805EA-9C40-4737-974B-538E4CD924EA}"/>
    <dgm:cxn modelId="{FA7BA260-ACD9-4AFD-AB8D-64B9990BF29A}" srcId="{B13853BD-8A38-4BAC-B800-CCF13F499C15}" destId="{2900432E-3F49-4C79-875A-BD184BFDD5B3}" srcOrd="2" destOrd="0" parTransId="{04EFB6A9-9573-499C-B2EA-2760CFCFB103}" sibTransId="{EEA6AC5A-3A8B-4595-8CAC-8D65EF4B53CA}"/>
    <dgm:cxn modelId="{5A72BF8A-F02B-4973-9879-2D627BF46475}" type="presOf" srcId="{F37D32CA-3F44-4462-B785-C614A47E1D09}" destId="{3AD35EF0-A4E8-4D1A-BB6E-1F631B424FF5}" srcOrd="0" destOrd="0" presId="urn:microsoft.com/office/officeart/2005/8/layout/process4"/>
    <dgm:cxn modelId="{729BD296-86FA-428C-AB14-6D838B8D63F5}" type="presOf" srcId="{B13853BD-8A38-4BAC-B800-CCF13F499C15}" destId="{3A684436-7E1B-4CBC-808E-BE879846F3A9}" srcOrd="0" destOrd="0" presId="urn:microsoft.com/office/officeart/2005/8/layout/process4"/>
    <dgm:cxn modelId="{1A869085-EAE1-467E-9D11-405EB4B8E730}" type="presOf" srcId="{672F9421-E8CD-47B3-9302-E47B733E9586}" destId="{8024DF15-E6C5-4C41-8687-E22AEDD4CA33}" srcOrd="0" destOrd="0" presId="urn:microsoft.com/office/officeart/2005/8/layout/process4"/>
    <dgm:cxn modelId="{90FBA1CA-1501-4B3B-BF74-C2C4A55B3A40}" type="presParOf" srcId="{CB4E2A88-3305-4802-BCE0-E586955590FF}" destId="{E1616C2E-C818-41A3-9452-2F2BF082128E}" srcOrd="0" destOrd="0" presId="urn:microsoft.com/office/officeart/2005/8/layout/process4"/>
    <dgm:cxn modelId="{B4F82BFE-3F60-4D5B-86B5-120AD0B54264}" type="presParOf" srcId="{E1616C2E-C818-41A3-9452-2F2BF082128E}" destId="{3A684436-7E1B-4CBC-808E-BE879846F3A9}" srcOrd="0" destOrd="0" presId="urn:microsoft.com/office/officeart/2005/8/layout/process4"/>
    <dgm:cxn modelId="{6CC62913-8AB0-4D7A-979E-43E6B8245B0D}" type="presParOf" srcId="{E1616C2E-C818-41A3-9452-2F2BF082128E}" destId="{B1638CB5-6ACB-4FDD-A0B1-7E6BEDCDE2EF}" srcOrd="1" destOrd="0" presId="urn:microsoft.com/office/officeart/2005/8/layout/process4"/>
    <dgm:cxn modelId="{215652BE-3AE8-485E-B20B-9F8ED79A3894}" type="presParOf" srcId="{E1616C2E-C818-41A3-9452-2F2BF082128E}" destId="{E58B8A2A-5F63-49D5-87FE-D5CBB9BE63B9}" srcOrd="2" destOrd="0" presId="urn:microsoft.com/office/officeart/2005/8/layout/process4"/>
    <dgm:cxn modelId="{903349F6-F3B7-48EE-AC3B-8AAF450555B1}" type="presParOf" srcId="{E58B8A2A-5F63-49D5-87FE-D5CBB9BE63B9}" destId="{3AD35EF0-A4E8-4D1A-BB6E-1F631B424FF5}" srcOrd="0" destOrd="0" presId="urn:microsoft.com/office/officeart/2005/8/layout/process4"/>
    <dgm:cxn modelId="{9BE2B435-B56F-495D-8171-74EF162A421F}" type="presParOf" srcId="{E58B8A2A-5F63-49D5-87FE-D5CBB9BE63B9}" destId="{DAA77AC2-13E2-4B6E-9E7D-264D4D84F8A5}" srcOrd="1" destOrd="0" presId="urn:microsoft.com/office/officeart/2005/8/layout/process4"/>
    <dgm:cxn modelId="{CFA26752-2D76-4B23-9B44-EED415EC5984}" type="presParOf" srcId="{E58B8A2A-5F63-49D5-87FE-D5CBB9BE63B9}" destId="{F430CD1B-7114-4E42-B4CA-C7E9A68BE070}" srcOrd="2" destOrd="0" presId="urn:microsoft.com/office/officeart/2005/8/layout/process4"/>
    <dgm:cxn modelId="{6C5D7717-8D62-4775-86E4-73EF5E3ABE1D}" type="presParOf" srcId="{CB4E2A88-3305-4802-BCE0-E586955590FF}" destId="{5A273DCD-A5FA-42A1-8D7C-302DDFA67677}" srcOrd="1" destOrd="0" presId="urn:microsoft.com/office/officeart/2005/8/layout/process4"/>
    <dgm:cxn modelId="{0E94FF33-AE75-4A5C-B8AE-5DD7E889A90D}" type="presParOf" srcId="{CB4E2A88-3305-4802-BCE0-E586955590FF}" destId="{C2F9D4E2-45B5-4010-AACF-477BCE9BC87C}" srcOrd="2" destOrd="0" presId="urn:microsoft.com/office/officeart/2005/8/layout/process4"/>
    <dgm:cxn modelId="{30AEBC0F-F213-4102-9AF3-8CC6CF1AAB34}" type="presParOf" srcId="{C2F9D4E2-45B5-4010-AACF-477BCE9BC87C}" destId="{407E3C5F-922A-4720-AB35-54917F60476A}" srcOrd="0" destOrd="0" presId="urn:microsoft.com/office/officeart/2005/8/layout/process4"/>
    <dgm:cxn modelId="{6F9FB779-B6F4-45F0-95A7-EADE4B78B854}" type="presParOf" srcId="{C2F9D4E2-45B5-4010-AACF-477BCE9BC87C}" destId="{9986B1EF-8F73-49CD-910B-20DCB8EE0D59}" srcOrd="1" destOrd="0" presId="urn:microsoft.com/office/officeart/2005/8/layout/process4"/>
    <dgm:cxn modelId="{2D79DAF7-464D-45B5-90E2-8799D79BC23A}" type="presParOf" srcId="{C2F9D4E2-45B5-4010-AACF-477BCE9BC87C}" destId="{33A9F1E2-B72D-47C6-A0D5-0F2F9ECF6782}" srcOrd="2" destOrd="0" presId="urn:microsoft.com/office/officeart/2005/8/layout/process4"/>
    <dgm:cxn modelId="{E36EFB26-24C1-4152-AF27-5B61416819BB}" type="presParOf" srcId="{33A9F1E2-B72D-47C6-A0D5-0F2F9ECF6782}" destId="{4CC9C34D-3F83-489D-8419-B253A4C7790F}" srcOrd="0" destOrd="0" presId="urn:microsoft.com/office/officeart/2005/8/layout/process4"/>
    <dgm:cxn modelId="{06E312D3-6058-4E81-9CAD-1D25BDC3B29A}" type="presParOf" srcId="{33A9F1E2-B72D-47C6-A0D5-0F2F9ECF6782}" destId="{A81F45ED-4F59-40F1-BB71-EB7223A07D0D}" srcOrd="1" destOrd="0" presId="urn:microsoft.com/office/officeart/2005/8/layout/process4"/>
    <dgm:cxn modelId="{4340C54F-8317-46EE-989F-3E55FF4B09FA}" type="presParOf" srcId="{33A9F1E2-B72D-47C6-A0D5-0F2F9ECF6782}" destId="{EE8798A9-4E2F-4094-9F20-7F8D4346EEA5}" srcOrd="2" destOrd="0" presId="urn:microsoft.com/office/officeart/2005/8/layout/process4"/>
    <dgm:cxn modelId="{7B61A935-A634-4E9B-9707-2F4C43EA6A58}" type="presParOf" srcId="{CB4E2A88-3305-4802-BCE0-E586955590FF}" destId="{248238E6-12C7-42AC-9832-2F372D50CA16}" srcOrd="3" destOrd="0" presId="urn:microsoft.com/office/officeart/2005/8/layout/process4"/>
    <dgm:cxn modelId="{D9D49697-7D4E-4020-9E12-E6E5C5BECCBA}" type="presParOf" srcId="{CB4E2A88-3305-4802-BCE0-E586955590FF}" destId="{AD84F0B1-E2A2-43DC-AE70-D8C9AC3AD51D}" srcOrd="4" destOrd="0" presId="urn:microsoft.com/office/officeart/2005/8/layout/process4"/>
    <dgm:cxn modelId="{A3A83966-EABB-4737-B0BB-5766A50C1AB9}" type="presParOf" srcId="{AD84F0B1-E2A2-43DC-AE70-D8C9AC3AD51D}" destId="{9367F4FE-B04F-4205-BC9A-3DBE3587A58E}" srcOrd="0" destOrd="0" presId="urn:microsoft.com/office/officeart/2005/8/layout/process4"/>
    <dgm:cxn modelId="{40651C55-EA8A-4EBF-BB45-5DC688A23940}" type="presParOf" srcId="{AD84F0B1-E2A2-43DC-AE70-D8C9AC3AD51D}" destId="{8F503FA7-7E49-4370-8B48-2E1EF49A5B2D}" srcOrd="1" destOrd="0" presId="urn:microsoft.com/office/officeart/2005/8/layout/process4"/>
    <dgm:cxn modelId="{40AAC309-214C-411A-8871-6C73E2AD1B82}" type="presParOf" srcId="{AD84F0B1-E2A2-43DC-AE70-D8C9AC3AD51D}" destId="{B9A1D586-FA62-44A2-ABD5-5B1AD47940DF}" srcOrd="2" destOrd="0" presId="urn:microsoft.com/office/officeart/2005/8/layout/process4"/>
    <dgm:cxn modelId="{96D7602E-D894-4910-9458-AE94E44D3DD2}" type="presParOf" srcId="{B9A1D586-FA62-44A2-ABD5-5B1AD47940DF}" destId="{FE20BC37-FB48-4E89-AE9A-ECF5C0D174FA}" srcOrd="0" destOrd="0" presId="urn:microsoft.com/office/officeart/2005/8/layout/process4"/>
    <dgm:cxn modelId="{FB0F70EC-3F42-4D80-9B12-7E4D9D2BB6E3}" type="presParOf" srcId="{B9A1D586-FA62-44A2-ABD5-5B1AD47940DF}" destId="{BEA59671-532C-4BB8-AA99-510440D9C55E}" srcOrd="1" destOrd="0" presId="urn:microsoft.com/office/officeart/2005/8/layout/process4"/>
    <dgm:cxn modelId="{236735D7-74D4-4B92-9DD3-BB7B814AE11C}" type="presParOf" srcId="{B9A1D586-FA62-44A2-ABD5-5B1AD47940DF}" destId="{8024DF15-E6C5-4C41-8687-E22AEDD4CA33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77FBF8-D36E-427F-9D50-AAE9EA6CB9AB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de-DE"/>
        </a:p>
      </dgm:t>
    </dgm:pt>
    <dgm:pt modelId="{EA614995-BF43-48C7-B1E4-3DCCFE9C7F0D}">
      <dgm:prSet/>
      <dgm:spPr/>
      <dgm:t>
        <a:bodyPr/>
        <a:lstStyle/>
        <a:p>
          <a:pPr rtl="0"/>
          <a:r>
            <a:rPr lang="de-DE" smtClean="0"/>
            <a:t>Phase 1</a:t>
          </a:r>
          <a:endParaRPr lang="de-DE"/>
        </a:p>
      </dgm:t>
    </dgm:pt>
    <dgm:pt modelId="{54B69009-A91F-4B8E-AFBE-481A00DA92DD}" type="parTrans" cxnId="{83BEEB33-9E32-4D6C-BB99-DCCED5EA2C0A}">
      <dgm:prSet/>
      <dgm:spPr/>
      <dgm:t>
        <a:bodyPr/>
        <a:lstStyle/>
        <a:p>
          <a:endParaRPr lang="de-DE"/>
        </a:p>
      </dgm:t>
    </dgm:pt>
    <dgm:pt modelId="{B84B4E9F-B4F3-457B-89C5-5F3BF9F8006B}" type="sibTrans" cxnId="{83BEEB33-9E32-4D6C-BB99-DCCED5EA2C0A}">
      <dgm:prSet/>
      <dgm:spPr/>
      <dgm:t>
        <a:bodyPr/>
        <a:lstStyle/>
        <a:p>
          <a:endParaRPr lang="de-DE"/>
        </a:p>
      </dgm:t>
    </dgm:pt>
    <dgm:pt modelId="{692F847E-65B9-41F4-96CF-85ABF9A666BB}">
      <dgm:prSet/>
      <dgm:spPr/>
      <dgm:t>
        <a:bodyPr/>
        <a:lstStyle/>
        <a:p>
          <a:pPr rtl="0"/>
          <a:r>
            <a:rPr lang="de-DE" smtClean="0"/>
            <a:t>Projektidee</a:t>
          </a:r>
          <a:endParaRPr lang="de-DE"/>
        </a:p>
      </dgm:t>
    </dgm:pt>
    <dgm:pt modelId="{E093E560-9E3A-42C2-8AD5-6D8F2F5B58E4}" type="parTrans" cxnId="{70115575-0FFF-4700-B61B-34A210321E96}">
      <dgm:prSet/>
      <dgm:spPr/>
      <dgm:t>
        <a:bodyPr/>
        <a:lstStyle/>
        <a:p>
          <a:endParaRPr lang="de-DE"/>
        </a:p>
      </dgm:t>
    </dgm:pt>
    <dgm:pt modelId="{990A87B6-01BE-4346-9365-8019FCB70D84}" type="sibTrans" cxnId="{70115575-0FFF-4700-B61B-34A210321E96}">
      <dgm:prSet/>
      <dgm:spPr/>
      <dgm:t>
        <a:bodyPr/>
        <a:lstStyle/>
        <a:p>
          <a:endParaRPr lang="de-DE"/>
        </a:p>
      </dgm:t>
    </dgm:pt>
    <dgm:pt modelId="{A9EFA2A8-D811-4223-997A-6B26281D30F1}">
      <dgm:prSet/>
      <dgm:spPr/>
      <dgm:t>
        <a:bodyPr/>
        <a:lstStyle/>
        <a:p>
          <a:pPr rtl="0"/>
          <a:r>
            <a:rPr lang="de-DE" smtClean="0"/>
            <a:t>Zieldefinition</a:t>
          </a:r>
          <a:endParaRPr lang="de-DE"/>
        </a:p>
      </dgm:t>
    </dgm:pt>
    <dgm:pt modelId="{E56F2A16-51CF-4D37-A888-6D53764EE058}" type="parTrans" cxnId="{03F0F1B4-683D-4AAF-8F75-4E157A16515E}">
      <dgm:prSet/>
      <dgm:spPr/>
      <dgm:t>
        <a:bodyPr/>
        <a:lstStyle/>
        <a:p>
          <a:endParaRPr lang="de-DE"/>
        </a:p>
      </dgm:t>
    </dgm:pt>
    <dgm:pt modelId="{FB4FBC61-4E42-4428-A7D7-09005428B123}" type="sibTrans" cxnId="{03F0F1B4-683D-4AAF-8F75-4E157A16515E}">
      <dgm:prSet/>
      <dgm:spPr/>
      <dgm:t>
        <a:bodyPr/>
        <a:lstStyle/>
        <a:p>
          <a:endParaRPr lang="de-DE"/>
        </a:p>
      </dgm:t>
    </dgm:pt>
    <dgm:pt modelId="{672F9421-E8CD-47B3-9302-E47B733E9586}">
      <dgm:prSet/>
      <dgm:spPr/>
      <dgm:t>
        <a:bodyPr/>
        <a:lstStyle/>
        <a:p>
          <a:pPr rtl="0"/>
          <a:r>
            <a:rPr lang="de-DE" smtClean="0"/>
            <a:t>Durchführbarkeitsanalyse</a:t>
          </a:r>
          <a:endParaRPr lang="de-DE"/>
        </a:p>
      </dgm:t>
    </dgm:pt>
    <dgm:pt modelId="{A59340BF-3048-4702-81FA-9B13D3A91B77}" type="parTrans" cxnId="{7FB5005F-EAD8-428E-A65A-E4774C3C97A9}">
      <dgm:prSet/>
      <dgm:spPr/>
      <dgm:t>
        <a:bodyPr/>
        <a:lstStyle/>
        <a:p>
          <a:endParaRPr lang="de-DE"/>
        </a:p>
      </dgm:t>
    </dgm:pt>
    <dgm:pt modelId="{7F0FD020-83D7-427D-B13C-E746533079E9}" type="sibTrans" cxnId="{7FB5005F-EAD8-428E-A65A-E4774C3C97A9}">
      <dgm:prSet/>
      <dgm:spPr/>
      <dgm:t>
        <a:bodyPr/>
        <a:lstStyle/>
        <a:p>
          <a:endParaRPr lang="de-DE"/>
        </a:p>
      </dgm:t>
    </dgm:pt>
    <dgm:pt modelId="{62D855D6-579C-49E8-A4A1-6B340A16A5BF}">
      <dgm:prSet/>
      <dgm:spPr/>
      <dgm:t>
        <a:bodyPr/>
        <a:lstStyle/>
        <a:p>
          <a:pPr rtl="0"/>
          <a:r>
            <a:rPr lang="de-DE" smtClean="0"/>
            <a:t>Phase 2</a:t>
          </a:r>
          <a:endParaRPr lang="de-DE"/>
        </a:p>
      </dgm:t>
    </dgm:pt>
    <dgm:pt modelId="{9C703C5A-6D08-4F51-90E6-BC6E04FEF9E4}" type="parTrans" cxnId="{C96CFF88-30D7-4963-849D-B407A36FA5C0}">
      <dgm:prSet/>
      <dgm:spPr/>
      <dgm:t>
        <a:bodyPr/>
        <a:lstStyle/>
        <a:p>
          <a:endParaRPr lang="de-DE"/>
        </a:p>
      </dgm:t>
    </dgm:pt>
    <dgm:pt modelId="{78BD41FB-550D-4901-BFCD-5368E3B26142}" type="sibTrans" cxnId="{C96CFF88-30D7-4963-849D-B407A36FA5C0}">
      <dgm:prSet/>
      <dgm:spPr/>
      <dgm:t>
        <a:bodyPr/>
        <a:lstStyle/>
        <a:p>
          <a:endParaRPr lang="de-DE"/>
        </a:p>
      </dgm:t>
    </dgm:pt>
    <dgm:pt modelId="{B807F669-2F9A-4460-8F00-0105202837EA}">
      <dgm:prSet/>
      <dgm:spPr/>
      <dgm:t>
        <a:bodyPr/>
        <a:lstStyle/>
        <a:p>
          <a:pPr rtl="0"/>
          <a:r>
            <a:rPr lang="de-DE" smtClean="0"/>
            <a:t>Projektauftrag</a:t>
          </a:r>
          <a:endParaRPr lang="de-DE"/>
        </a:p>
      </dgm:t>
    </dgm:pt>
    <dgm:pt modelId="{BD4C055D-B2CA-42B3-9DC3-EBB858BAF160}" type="parTrans" cxnId="{D6AE3FFD-4D2E-4E43-A0B3-22CFBC9DCD05}">
      <dgm:prSet/>
      <dgm:spPr/>
      <dgm:t>
        <a:bodyPr/>
        <a:lstStyle/>
        <a:p>
          <a:endParaRPr lang="de-DE"/>
        </a:p>
      </dgm:t>
    </dgm:pt>
    <dgm:pt modelId="{3BB805EA-9C40-4737-974B-538E4CD924EA}" type="sibTrans" cxnId="{D6AE3FFD-4D2E-4E43-A0B3-22CFBC9DCD05}">
      <dgm:prSet/>
      <dgm:spPr/>
      <dgm:t>
        <a:bodyPr/>
        <a:lstStyle/>
        <a:p>
          <a:endParaRPr lang="de-DE"/>
        </a:p>
      </dgm:t>
    </dgm:pt>
    <dgm:pt modelId="{2370F51E-800E-4504-8546-ACAEA935BFED}">
      <dgm:prSet/>
      <dgm:spPr/>
      <dgm:t>
        <a:bodyPr/>
        <a:lstStyle/>
        <a:p>
          <a:pPr rtl="0"/>
          <a:r>
            <a:rPr lang="de-DE" smtClean="0"/>
            <a:t>Grobgliederung</a:t>
          </a:r>
          <a:endParaRPr lang="de-DE"/>
        </a:p>
      </dgm:t>
    </dgm:pt>
    <dgm:pt modelId="{00D0410A-4F21-4BE8-A4FE-7A20E2875850}" type="parTrans" cxnId="{E8745F6C-AF55-4386-8C58-B144CA5CFE82}">
      <dgm:prSet/>
      <dgm:spPr/>
      <dgm:t>
        <a:bodyPr/>
        <a:lstStyle/>
        <a:p>
          <a:endParaRPr lang="de-DE"/>
        </a:p>
      </dgm:t>
    </dgm:pt>
    <dgm:pt modelId="{D94FFFEB-DDAD-413E-8DBD-5E27A9BA0A4E}" type="sibTrans" cxnId="{E8745F6C-AF55-4386-8C58-B144CA5CFE82}">
      <dgm:prSet/>
      <dgm:spPr/>
      <dgm:t>
        <a:bodyPr/>
        <a:lstStyle/>
        <a:p>
          <a:endParaRPr lang="de-DE"/>
        </a:p>
      </dgm:t>
    </dgm:pt>
    <dgm:pt modelId="{7E2054EA-696B-4A2C-A7D5-5130B4B591B9}">
      <dgm:prSet/>
      <dgm:spPr/>
      <dgm:t>
        <a:bodyPr/>
        <a:lstStyle/>
        <a:p>
          <a:pPr rtl="0"/>
          <a:r>
            <a:rPr lang="de-DE" smtClean="0"/>
            <a:t>Feinstrukturierung</a:t>
          </a:r>
          <a:endParaRPr lang="de-DE"/>
        </a:p>
      </dgm:t>
    </dgm:pt>
    <dgm:pt modelId="{8E52ED6C-1BB0-4E0F-BD7C-01857DFB274E}" type="parTrans" cxnId="{62C1E7D8-2374-47CC-9A0B-BF4A9F205DD6}">
      <dgm:prSet/>
      <dgm:spPr/>
      <dgm:t>
        <a:bodyPr/>
        <a:lstStyle/>
        <a:p>
          <a:endParaRPr lang="de-DE"/>
        </a:p>
      </dgm:t>
    </dgm:pt>
    <dgm:pt modelId="{8FA99CC0-DD7F-4A7D-8114-49CB1766CF45}" type="sibTrans" cxnId="{62C1E7D8-2374-47CC-9A0B-BF4A9F205DD6}">
      <dgm:prSet/>
      <dgm:spPr/>
      <dgm:t>
        <a:bodyPr/>
        <a:lstStyle/>
        <a:p>
          <a:endParaRPr lang="de-DE"/>
        </a:p>
      </dgm:t>
    </dgm:pt>
    <dgm:pt modelId="{B13853BD-8A38-4BAC-B800-CCF13F499C15}">
      <dgm:prSet/>
      <dgm:spPr/>
      <dgm:t>
        <a:bodyPr/>
        <a:lstStyle/>
        <a:p>
          <a:pPr rtl="0"/>
          <a:r>
            <a:rPr lang="de-DE" smtClean="0"/>
            <a:t>Phase 3</a:t>
          </a:r>
          <a:endParaRPr lang="de-DE"/>
        </a:p>
      </dgm:t>
    </dgm:pt>
    <dgm:pt modelId="{0D73E494-1E48-45D9-BF14-4F52EBF85AAB}" type="parTrans" cxnId="{53B5CF0F-6DDE-4A51-9C93-F61BB0E0E9D3}">
      <dgm:prSet/>
      <dgm:spPr/>
      <dgm:t>
        <a:bodyPr/>
        <a:lstStyle/>
        <a:p>
          <a:endParaRPr lang="de-DE"/>
        </a:p>
      </dgm:t>
    </dgm:pt>
    <dgm:pt modelId="{BBB3B343-256E-4854-B739-2BD83AA8EB28}" type="sibTrans" cxnId="{53B5CF0F-6DDE-4A51-9C93-F61BB0E0E9D3}">
      <dgm:prSet/>
      <dgm:spPr/>
      <dgm:t>
        <a:bodyPr/>
        <a:lstStyle/>
        <a:p>
          <a:endParaRPr lang="de-DE"/>
        </a:p>
      </dgm:t>
    </dgm:pt>
    <dgm:pt modelId="{F37D32CA-3F44-4462-B785-C614A47E1D09}">
      <dgm:prSet/>
      <dgm:spPr/>
      <dgm:t>
        <a:bodyPr/>
        <a:lstStyle/>
        <a:p>
          <a:pPr rtl="0"/>
          <a:r>
            <a:rPr lang="de-DE" smtClean="0"/>
            <a:t>Projektplanung</a:t>
          </a:r>
          <a:endParaRPr lang="de-DE"/>
        </a:p>
      </dgm:t>
    </dgm:pt>
    <dgm:pt modelId="{74880977-237A-4644-AAB1-894BB3F52F74}" type="parTrans" cxnId="{06AE06AB-B660-4EA2-97EA-76DE4929C9D2}">
      <dgm:prSet/>
      <dgm:spPr/>
      <dgm:t>
        <a:bodyPr/>
        <a:lstStyle/>
        <a:p>
          <a:endParaRPr lang="de-DE"/>
        </a:p>
      </dgm:t>
    </dgm:pt>
    <dgm:pt modelId="{ADB90328-DF13-44F4-B5E8-1D7EB00D2C69}" type="sibTrans" cxnId="{06AE06AB-B660-4EA2-97EA-76DE4929C9D2}">
      <dgm:prSet/>
      <dgm:spPr/>
      <dgm:t>
        <a:bodyPr/>
        <a:lstStyle/>
        <a:p>
          <a:endParaRPr lang="de-DE"/>
        </a:p>
      </dgm:t>
    </dgm:pt>
    <dgm:pt modelId="{521F2E42-A247-4B82-835A-ABDCDE97A9FE}">
      <dgm:prSet/>
      <dgm:spPr/>
      <dgm:t>
        <a:bodyPr/>
        <a:lstStyle/>
        <a:p>
          <a:pPr rtl="0"/>
          <a:r>
            <a:rPr lang="de-DE" smtClean="0"/>
            <a:t>Projektüberwachung</a:t>
          </a:r>
          <a:endParaRPr lang="de-DE"/>
        </a:p>
      </dgm:t>
    </dgm:pt>
    <dgm:pt modelId="{63D002E0-5030-4D43-A357-44DC0CE57610}" type="parTrans" cxnId="{51AE263E-C5A7-443B-8C87-C9C0DC6E65AD}">
      <dgm:prSet/>
      <dgm:spPr/>
      <dgm:t>
        <a:bodyPr/>
        <a:lstStyle/>
        <a:p>
          <a:endParaRPr lang="de-DE"/>
        </a:p>
      </dgm:t>
    </dgm:pt>
    <dgm:pt modelId="{2F988663-71D4-48AB-8B10-1056462802F7}" type="sibTrans" cxnId="{51AE263E-C5A7-443B-8C87-C9C0DC6E65AD}">
      <dgm:prSet/>
      <dgm:spPr/>
      <dgm:t>
        <a:bodyPr/>
        <a:lstStyle/>
        <a:p>
          <a:endParaRPr lang="de-DE"/>
        </a:p>
      </dgm:t>
    </dgm:pt>
    <dgm:pt modelId="{2900432E-3F49-4C79-875A-BD184BFDD5B3}">
      <dgm:prSet/>
      <dgm:spPr/>
      <dgm:t>
        <a:bodyPr/>
        <a:lstStyle/>
        <a:p>
          <a:pPr rtl="0"/>
          <a:r>
            <a:rPr lang="de-DE" smtClean="0"/>
            <a:t>Projektauswertung</a:t>
          </a:r>
          <a:endParaRPr lang="de-DE"/>
        </a:p>
      </dgm:t>
    </dgm:pt>
    <dgm:pt modelId="{04EFB6A9-9573-499C-B2EA-2760CFCFB103}" type="parTrans" cxnId="{FA7BA260-ACD9-4AFD-AB8D-64B9990BF29A}">
      <dgm:prSet/>
      <dgm:spPr/>
      <dgm:t>
        <a:bodyPr/>
        <a:lstStyle/>
        <a:p>
          <a:endParaRPr lang="de-DE"/>
        </a:p>
      </dgm:t>
    </dgm:pt>
    <dgm:pt modelId="{EEA6AC5A-3A8B-4595-8CAC-8D65EF4B53CA}" type="sibTrans" cxnId="{FA7BA260-ACD9-4AFD-AB8D-64B9990BF29A}">
      <dgm:prSet/>
      <dgm:spPr/>
      <dgm:t>
        <a:bodyPr/>
        <a:lstStyle/>
        <a:p>
          <a:endParaRPr lang="de-DE"/>
        </a:p>
      </dgm:t>
    </dgm:pt>
    <dgm:pt modelId="{13C2C8EC-B1F6-421D-A861-08786101AF65}" type="pres">
      <dgm:prSet presAssocID="{8777FBF8-D36E-427F-9D50-AAE9EA6CB9AB}" presName="Name0" presStyleCnt="0">
        <dgm:presLayoutVars>
          <dgm:dir/>
          <dgm:animLvl val="lvl"/>
          <dgm:resizeHandles val="exact"/>
        </dgm:presLayoutVars>
      </dgm:prSet>
      <dgm:spPr/>
    </dgm:pt>
    <dgm:pt modelId="{54BD120F-6340-4EAB-BEEF-FE1384B52A17}" type="pres">
      <dgm:prSet presAssocID="{8777FBF8-D36E-427F-9D50-AAE9EA6CB9AB}" presName="tSp" presStyleCnt="0"/>
      <dgm:spPr/>
    </dgm:pt>
    <dgm:pt modelId="{1A203575-A479-4014-AEA1-F41664AEBCA0}" type="pres">
      <dgm:prSet presAssocID="{8777FBF8-D36E-427F-9D50-AAE9EA6CB9AB}" presName="bSp" presStyleCnt="0"/>
      <dgm:spPr/>
    </dgm:pt>
    <dgm:pt modelId="{47B7C673-E419-4D28-9681-6A7704550CB1}" type="pres">
      <dgm:prSet presAssocID="{8777FBF8-D36E-427F-9D50-AAE9EA6CB9AB}" presName="process" presStyleCnt="0"/>
      <dgm:spPr/>
    </dgm:pt>
    <dgm:pt modelId="{2A6EDE27-87F9-4615-BB1D-13D400B0CC67}" type="pres">
      <dgm:prSet presAssocID="{EA614995-BF43-48C7-B1E4-3DCCFE9C7F0D}" presName="composite1" presStyleCnt="0"/>
      <dgm:spPr/>
    </dgm:pt>
    <dgm:pt modelId="{FEA3594A-9A73-4061-831A-76BB5F49E0F9}" type="pres">
      <dgm:prSet presAssocID="{EA614995-BF43-48C7-B1E4-3DCCFE9C7F0D}" presName="dummyNode1" presStyleLbl="node1" presStyleIdx="0" presStyleCnt="3"/>
      <dgm:spPr/>
    </dgm:pt>
    <dgm:pt modelId="{D2CC50E5-2927-47FF-8606-591A549D27DF}" type="pres">
      <dgm:prSet presAssocID="{EA614995-BF43-48C7-B1E4-3DCCFE9C7F0D}" presName="childNode1" presStyleLbl="bgAcc1" presStyleIdx="0" presStyleCnt="3">
        <dgm:presLayoutVars>
          <dgm:bulletEnabled val="1"/>
        </dgm:presLayoutVars>
      </dgm:prSet>
      <dgm:spPr/>
    </dgm:pt>
    <dgm:pt modelId="{72501318-D13B-4357-AA40-40E18DBE87B0}" type="pres">
      <dgm:prSet presAssocID="{EA614995-BF43-48C7-B1E4-3DCCFE9C7F0D}" presName="childNode1tx" presStyleLbl="bgAcc1" presStyleIdx="0" presStyleCnt="3">
        <dgm:presLayoutVars>
          <dgm:bulletEnabled val="1"/>
        </dgm:presLayoutVars>
      </dgm:prSet>
      <dgm:spPr/>
    </dgm:pt>
    <dgm:pt modelId="{69E6D782-990E-4DC2-B8EC-5F9AF33A5DD7}" type="pres">
      <dgm:prSet presAssocID="{EA614995-BF43-48C7-B1E4-3DCCFE9C7F0D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22E89891-AABA-4D00-8588-E5EBCFD49908}" type="pres">
      <dgm:prSet presAssocID="{EA614995-BF43-48C7-B1E4-3DCCFE9C7F0D}" presName="connSite1" presStyleCnt="0"/>
      <dgm:spPr/>
    </dgm:pt>
    <dgm:pt modelId="{DF2A9820-8EB5-449A-A16F-03A6F1474D5B}" type="pres">
      <dgm:prSet presAssocID="{B84B4E9F-B4F3-457B-89C5-5F3BF9F8006B}" presName="Name9" presStyleLbl="sibTrans2D1" presStyleIdx="0" presStyleCnt="2"/>
      <dgm:spPr/>
    </dgm:pt>
    <dgm:pt modelId="{69DF155D-F257-4203-BC34-0D0F6538DA3D}" type="pres">
      <dgm:prSet presAssocID="{62D855D6-579C-49E8-A4A1-6B340A16A5BF}" presName="composite2" presStyleCnt="0"/>
      <dgm:spPr/>
    </dgm:pt>
    <dgm:pt modelId="{3818DE96-B97E-4381-B1F3-A10E2DAC7DD3}" type="pres">
      <dgm:prSet presAssocID="{62D855D6-579C-49E8-A4A1-6B340A16A5BF}" presName="dummyNode2" presStyleLbl="node1" presStyleIdx="0" presStyleCnt="3"/>
      <dgm:spPr/>
    </dgm:pt>
    <dgm:pt modelId="{6A94894E-CBAD-4E88-9288-F845C93A3E92}" type="pres">
      <dgm:prSet presAssocID="{62D855D6-579C-49E8-A4A1-6B340A16A5BF}" presName="childNode2" presStyleLbl="bgAcc1" presStyleIdx="1" presStyleCnt="3">
        <dgm:presLayoutVars>
          <dgm:bulletEnabled val="1"/>
        </dgm:presLayoutVars>
      </dgm:prSet>
      <dgm:spPr/>
    </dgm:pt>
    <dgm:pt modelId="{B2E00210-7F39-421E-8082-E25E90190978}" type="pres">
      <dgm:prSet presAssocID="{62D855D6-579C-49E8-A4A1-6B340A16A5BF}" presName="childNode2tx" presStyleLbl="bgAcc1" presStyleIdx="1" presStyleCnt="3">
        <dgm:presLayoutVars>
          <dgm:bulletEnabled val="1"/>
        </dgm:presLayoutVars>
      </dgm:prSet>
      <dgm:spPr/>
    </dgm:pt>
    <dgm:pt modelId="{B8A633C1-8865-44C9-A95A-1F62176AB5A8}" type="pres">
      <dgm:prSet presAssocID="{62D855D6-579C-49E8-A4A1-6B340A16A5B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3628CBB5-CE01-490B-A3DC-E28DAD37DB4C}" type="pres">
      <dgm:prSet presAssocID="{62D855D6-579C-49E8-A4A1-6B340A16A5BF}" presName="connSite2" presStyleCnt="0"/>
      <dgm:spPr/>
    </dgm:pt>
    <dgm:pt modelId="{9929F55C-E234-415F-A1B0-09AC785B6F4C}" type="pres">
      <dgm:prSet presAssocID="{78BD41FB-550D-4901-BFCD-5368E3B26142}" presName="Name18" presStyleLbl="sibTrans2D1" presStyleIdx="1" presStyleCnt="2"/>
      <dgm:spPr/>
    </dgm:pt>
    <dgm:pt modelId="{E555E427-D9C5-4258-BD9C-8009BC0CB57C}" type="pres">
      <dgm:prSet presAssocID="{B13853BD-8A38-4BAC-B800-CCF13F499C15}" presName="composite1" presStyleCnt="0"/>
      <dgm:spPr/>
    </dgm:pt>
    <dgm:pt modelId="{8D385CDE-0AF5-4E09-87AC-D8BBAD7B641F}" type="pres">
      <dgm:prSet presAssocID="{B13853BD-8A38-4BAC-B800-CCF13F499C15}" presName="dummyNode1" presStyleLbl="node1" presStyleIdx="1" presStyleCnt="3"/>
      <dgm:spPr/>
    </dgm:pt>
    <dgm:pt modelId="{9D2CEC23-97D3-401C-B874-4ED153008ABC}" type="pres">
      <dgm:prSet presAssocID="{B13853BD-8A38-4BAC-B800-CCF13F499C15}" presName="childNode1" presStyleLbl="bgAcc1" presStyleIdx="2" presStyleCnt="3">
        <dgm:presLayoutVars>
          <dgm:bulletEnabled val="1"/>
        </dgm:presLayoutVars>
      </dgm:prSet>
      <dgm:spPr/>
    </dgm:pt>
    <dgm:pt modelId="{34C0EF36-18B1-481A-91D7-A35E0CEE819C}" type="pres">
      <dgm:prSet presAssocID="{B13853BD-8A38-4BAC-B800-CCF13F499C15}" presName="childNode1tx" presStyleLbl="bgAcc1" presStyleIdx="2" presStyleCnt="3">
        <dgm:presLayoutVars>
          <dgm:bulletEnabled val="1"/>
        </dgm:presLayoutVars>
      </dgm:prSet>
      <dgm:spPr/>
    </dgm:pt>
    <dgm:pt modelId="{D39B6189-ED26-45F2-9FC7-078CF3F9D44F}" type="pres">
      <dgm:prSet presAssocID="{B13853BD-8A38-4BAC-B800-CCF13F499C15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6194B39D-63C9-4D4D-9445-7E56DEA6E895}" type="pres">
      <dgm:prSet presAssocID="{B13853BD-8A38-4BAC-B800-CCF13F499C15}" presName="connSite1" presStyleCnt="0"/>
      <dgm:spPr/>
    </dgm:pt>
  </dgm:ptLst>
  <dgm:cxnLst>
    <dgm:cxn modelId="{EAA1A8AD-6255-4DA8-90B1-28E2BA092D1B}" type="presOf" srcId="{B807F669-2F9A-4460-8F00-0105202837EA}" destId="{B2E00210-7F39-421E-8082-E25E90190978}" srcOrd="1" destOrd="0" presId="urn:microsoft.com/office/officeart/2005/8/layout/hProcess4"/>
    <dgm:cxn modelId="{70115575-0FFF-4700-B61B-34A210321E96}" srcId="{EA614995-BF43-48C7-B1E4-3DCCFE9C7F0D}" destId="{692F847E-65B9-41F4-96CF-85ABF9A666BB}" srcOrd="0" destOrd="0" parTransId="{E093E560-9E3A-42C2-8AD5-6D8F2F5B58E4}" sibTransId="{990A87B6-01BE-4346-9365-8019FCB70D84}"/>
    <dgm:cxn modelId="{D6AE3FFD-4D2E-4E43-A0B3-22CFBC9DCD05}" srcId="{62D855D6-579C-49E8-A4A1-6B340A16A5BF}" destId="{B807F669-2F9A-4460-8F00-0105202837EA}" srcOrd="0" destOrd="0" parTransId="{BD4C055D-B2CA-42B3-9DC3-EBB858BAF160}" sibTransId="{3BB805EA-9C40-4737-974B-538E4CD924EA}"/>
    <dgm:cxn modelId="{B72299B7-CEDD-4D5E-85E8-274724814566}" type="presOf" srcId="{692F847E-65B9-41F4-96CF-85ABF9A666BB}" destId="{D2CC50E5-2927-47FF-8606-591A549D27DF}" srcOrd="0" destOrd="0" presId="urn:microsoft.com/office/officeart/2005/8/layout/hProcess4"/>
    <dgm:cxn modelId="{47158D3A-5222-4E2F-B8EA-EEFD7DAF4D38}" type="presOf" srcId="{A9EFA2A8-D811-4223-997A-6B26281D30F1}" destId="{72501318-D13B-4357-AA40-40E18DBE87B0}" srcOrd="1" destOrd="1" presId="urn:microsoft.com/office/officeart/2005/8/layout/hProcess4"/>
    <dgm:cxn modelId="{00687DBB-CD76-4AF8-AD3A-8C5C7E75DCA7}" type="presOf" srcId="{521F2E42-A247-4B82-835A-ABDCDE97A9FE}" destId="{9D2CEC23-97D3-401C-B874-4ED153008ABC}" srcOrd="0" destOrd="1" presId="urn:microsoft.com/office/officeart/2005/8/layout/hProcess4"/>
    <dgm:cxn modelId="{62C1E7D8-2374-47CC-9A0B-BF4A9F205DD6}" srcId="{62D855D6-579C-49E8-A4A1-6B340A16A5BF}" destId="{7E2054EA-696B-4A2C-A7D5-5130B4B591B9}" srcOrd="2" destOrd="0" parTransId="{8E52ED6C-1BB0-4E0F-BD7C-01857DFB274E}" sibTransId="{8FA99CC0-DD7F-4A7D-8114-49CB1766CF45}"/>
    <dgm:cxn modelId="{18982FB4-4838-4767-84F0-EF1D07C15C30}" type="presOf" srcId="{B807F669-2F9A-4460-8F00-0105202837EA}" destId="{6A94894E-CBAD-4E88-9288-F845C93A3E92}" srcOrd="0" destOrd="0" presId="urn:microsoft.com/office/officeart/2005/8/layout/hProcess4"/>
    <dgm:cxn modelId="{C96CFF88-30D7-4963-849D-B407A36FA5C0}" srcId="{8777FBF8-D36E-427F-9D50-AAE9EA6CB9AB}" destId="{62D855D6-579C-49E8-A4A1-6B340A16A5BF}" srcOrd="1" destOrd="0" parTransId="{9C703C5A-6D08-4F51-90E6-BC6E04FEF9E4}" sibTransId="{78BD41FB-550D-4901-BFCD-5368E3B26142}"/>
    <dgm:cxn modelId="{8614A59D-0957-4C99-8B2A-DD7BDF66CCC9}" type="presOf" srcId="{521F2E42-A247-4B82-835A-ABDCDE97A9FE}" destId="{34C0EF36-18B1-481A-91D7-A35E0CEE819C}" srcOrd="1" destOrd="1" presId="urn:microsoft.com/office/officeart/2005/8/layout/hProcess4"/>
    <dgm:cxn modelId="{FA7BA260-ACD9-4AFD-AB8D-64B9990BF29A}" srcId="{B13853BD-8A38-4BAC-B800-CCF13F499C15}" destId="{2900432E-3F49-4C79-875A-BD184BFDD5B3}" srcOrd="2" destOrd="0" parTransId="{04EFB6A9-9573-499C-B2EA-2760CFCFB103}" sibTransId="{EEA6AC5A-3A8B-4595-8CAC-8D65EF4B53CA}"/>
    <dgm:cxn modelId="{7021D7DE-BA24-4E84-902B-4D5B83CDF903}" type="presOf" srcId="{B13853BD-8A38-4BAC-B800-CCF13F499C15}" destId="{D39B6189-ED26-45F2-9FC7-078CF3F9D44F}" srcOrd="0" destOrd="0" presId="urn:microsoft.com/office/officeart/2005/8/layout/hProcess4"/>
    <dgm:cxn modelId="{E8745F6C-AF55-4386-8C58-B144CA5CFE82}" srcId="{62D855D6-579C-49E8-A4A1-6B340A16A5BF}" destId="{2370F51E-800E-4504-8546-ACAEA935BFED}" srcOrd="1" destOrd="0" parTransId="{00D0410A-4F21-4BE8-A4FE-7A20E2875850}" sibTransId="{D94FFFEB-DDAD-413E-8DBD-5E27A9BA0A4E}"/>
    <dgm:cxn modelId="{9C5CA910-E841-4E1F-B6A2-BD9C3DAAF7AE}" type="presOf" srcId="{7E2054EA-696B-4A2C-A7D5-5130B4B591B9}" destId="{6A94894E-CBAD-4E88-9288-F845C93A3E92}" srcOrd="0" destOrd="2" presId="urn:microsoft.com/office/officeart/2005/8/layout/hProcess4"/>
    <dgm:cxn modelId="{53B5CF0F-6DDE-4A51-9C93-F61BB0E0E9D3}" srcId="{8777FBF8-D36E-427F-9D50-AAE9EA6CB9AB}" destId="{B13853BD-8A38-4BAC-B800-CCF13F499C15}" srcOrd="2" destOrd="0" parTransId="{0D73E494-1E48-45D9-BF14-4F52EBF85AAB}" sibTransId="{BBB3B343-256E-4854-B739-2BD83AA8EB28}"/>
    <dgm:cxn modelId="{F3E139C9-3294-4019-8455-32E79E17DB63}" type="presOf" srcId="{2900432E-3F49-4C79-875A-BD184BFDD5B3}" destId="{9D2CEC23-97D3-401C-B874-4ED153008ABC}" srcOrd="0" destOrd="2" presId="urn:microsoft.com/office/officeart/2005/8/layout/hProcess4"/>
    <dgm:cxn modelId="{7FB5005F-EAD8-428E-A65A-E4774C3C97A9}" srcId="{EA614995-BF43-48C7-B1E4-3DCCFE9C7F0D}" destId="{672F9421-E8CD-47B3-9302-E47B733E9586}" srcOrd="2" destOrd="0" parTransId="{A59340BF-3048-4702-81FA-9B13D3A91B77}" sibTransId="{7F0FD020-83D7-427D-B13C-E746533079E9}"/>
    <dgm:cxn modelId="{51AE263E-C5A7-443B-8C87-C9C0DC6E65AD}" srcId="{B13853BD-8A38-4BAC-B800-CCF13F499C15}" destId="{521F2E42-A247-4B82-835A-ABDCDE97A9FE}" srcOrd="1" destOrd="0" parTransId="{63D002E0-5030-4D43-A357-44DC0CE57610}" sibTransId="{2F988663-71D4-48AB-8B10-1056462802F7}"/>
    <dgm:cxn modelId="{3F6EFC5B-91CC-46C4-BF59-6B96241D58EF}" type="presOf" srcId="{F37D32CA-3F44-4462-B785-C614A47E1D09}" destId="{34C0EF36-18B1-481A-91D7-A35E0CEE819C}" srcOrd="1" destOrd="0" presId="urn:microsoft.com/office/officeart/2005/8/layout/hProcess4"/>
    <dgm:cxn modelId="{7164B630-321F-455A-9428-BC3079FA2C90}" type="presOf" srcId="{A9EFA2A8-D811-4223-997A-6B26281D30F1}" destId="{D2CC50E5-2927-47FF-8606-591A549D27DF}" srcOrd="0" destOrd="1" presId="urn:microsoft.com/office/officeart/2005/8/layout/hProcess4"/>
    <dgm:cxn modelId="{F7860C0F-BBF6-4E5A-9796-CB0B4EC59AF6}" type="presOf" srcId="{62D855D6-579C-49E8-A4A1-6B340A16A5BF}" destId="{B8A633C1-8865-44C9-A95A-1F62176AB5A8}" srcOrd="0" destOrd="0" presId="urn:microsoft.com/office/officeart/2005/8/layout/hProcess4"/>
    <dgm:cxn modelId="{A7E77DD5-F110-4DA2-967A-38EAB415A8F0}" type="presOf" srcId="{672F9421-E8CD-47B3-9302-E47B733E9586}" destId="{D2CC50E5-2927-47FF-8606-591A549D27DF}" srcOrd="0" destOrd="2" presId="urn:microsoft.com/office/officeart/2005/8/layout/hProcess4"/>
    <dgm:cxn modelId="{BD94871A-AC05-4AAB-938B-4304763D34BB}" type="presOf" srcId="{672F9421-E8CD-47B3-9302-E47B733E9586}" destId="{72501318-D13B-4357-AA40-40E18DBE87B0}" srcOrd="1" destOrd="2" presId="urn:microsoft.com/office/officeart/2005/8/layout/hProcess4"/>
    <dgm:cxn modelId="{FF3728D5-C91D-4ED6-A1D1-FCCB1D894F7F}" type="presOf" srcId="{F37D32CA-3F44-4462-B785-C614A47E1D09}" destId="{9D2CEC23-97D3-401C-B874-4ED153008ABC}" srcOrd="0" destOrd="0" presId="urn:microsoft.com/office/officeart/2005/8/layout/hProcess4"/>
    <dgm:cxn modelId="{35299334-ECE3-484D-ABC2-5E8F7AB695EC}" type="presOf" srcId="{2370F51E-800E-4504-8546-ACAEA935BFED}" destId="{6A94894E-CBAD-4E88-9288-F845C93A3E92}" srcOrd="0" destOrd="1" presId="urn:microsoft.com/office/officeart/2005/8/layout/hProcess4"/>
    <dgm:cxn modelId="{E6C3BDA2-B82C-4A5E-856F-83040F5A99FE}" type="presOf" srcId="{692F847E-65B9-41F4-96CF-85ABF9A666BB}" destId="{72501318-D13B-4357-AA40-40E18DBE87B0}" srcOrd="1" destOrd="0" presId="urn:microsoft.com/office/officeart/2005/8/layout/hProcess4"/>
    <dgm:cxn modelId="{E46DD9B2-B219-4437-A32A-EA5D060EFD2D}" type="presOf" srcId="{EA614995-BF43-48C7-B1E4-3DCCFE9C7F0D}" destId="{69E6D782-990E-4DC2-B8EC-5F9AF33A5DD7}" srcOrd="0" destOrd="0" presId="urn:microsoft.com/office/officeart/2005/8/layout/hProcess4"/>
    <dgm:cxn modelId="{EC766B3A-7D07-4FF6-BEB6-3DA1B956A662}" type="presOf" srcId="{2900432E-3F49-4C79-875A-BD184BFDD5B3}" destId="{34C0EF36-18B1-481A-91D7-A35E0CEE819C}" srcOrd="1" destOrd="2" presId="urn:microsoft.com/office/officeart/2005/8/layout/hProcess4"/>
    <dgm:cxn modelId="{E0A9B50C-5DCB-48BA-B0E6-A24521163982}" type="presOf" srcId="{78BD41FB-550D-4901-BFCD-5368E3B26142}" destId="{9929F55C-E234-415F-A1B0-09AC785B6F4C}" srcOrd="0" destOrd="0" presId="urn:microsoft.com/office/officeart/2005/8/layout/hProcess4"/>
    <dgm:cxn modelId="{03F0F1B4-683D-4AAF-8F75-4E157A16515E}" srcId="{EA614995-BF43-48C7-B1E4-3DCCFE9C7F0D}" destId="{A9EFA2A8-D811-4223-997A-6B26281D30F1}" srcOrd="1" destOrd="0" parTransId="{E56F2A16-51CF-4D37-A888-6D53764EE058}" sibTransId="{FB4FBC61-4E42-4428-A7D7-09005428B123}"/>
    <dgm:cxn modelId="{E913E73D-85C1-4293-ACDA-A834542D31DC}" type="presOf" srcId="{8777FBF8-D36E-427F-9D50-AAE9EA6CB9AB}" destId="{13C2C8EC-B1F6-421D-A861-08786101AF65}" srcOrd="0" destOrd="0" presId="urn:microsoft.com/office/officeart/2005/8/layout/hProcess4"/>
    <dgm:cxn modelId="{62DAE5E7-B69A-4665-B809-960180B7E1B6}" type="presOf" srcId="{B84B4E9F-B4F3-457B-89C5-5F3BF9F8006B}" destId="{DF2A9820-8EB5-449A-A16F-03A6F1474D5B}" srcOrd="0" destOrd="0" presId="urn:microsoft.com/office/officeart/2005/8/layout/hProcess4"/>
    <dgm:cxn modelId="{83BEEB33-9E32-4D6C-BB99-DCCED5EA2C0A}" srcId="{8777FBF8-D36E-427F-9D50-AAE9EA6CB9AB}" destId="{EA614995-BF43-48C7-B1E4-3DCCFE9C7F0D}" srcOrd="0" destOrd="0" parTransId="{54B69009-A91F-4B8E-AFBE-481A00DA92DD}" sibTransId="{B84B4E9F-B4F3-457B-89C5-5F3BF9F8006B}"/>
    <dgm:cxn modelId="{6CC15645-0C7C-4B37-8A94-448A4211CC7E}" type="presOf" srcId="{7E2054EA-696B-4A2C-A7D5-5130B4B591B9}" destId="{B2E00210-7F39-421E-8082-E25E90190978}" srcOrd="1" destOrd="2" presId="urn:microsoft.com/office/officeart/2005/8/layout/hProcess4"/>
    <dgm:cxn modelId="{06AE06AB-B660-4EA2-97EA-76DE4929C9D2}" srcId="{B13853BD-8A38-4BAC-B800-CCF13F499C15}" destId="{F37D32CA-3F44-4462-B785-C614A47E1D09}" srcOrd="0" destOrd="0" parTransId="{74880977-237A-4644-AAB1-894BB3F52F74}" sibTransId="{ADB90328-DF13-44F4-B5E8-1D7EB00D2C69}"/>
    <dgm:cxn modelId="{9A7CD100-2561-4E6E-BBA2-76DCE3BEC9B4}" type="presOf" srcId="{2370F51E-800E-4504-8546-ACAEA935BFED}" destId="{B2E00210-7F39-421E-8082-E25E90190978}" srcOrd="1" destOrd="1" presId="urn:microsoft.com/office/officeart/2005/8/layout/hProcess4"/>
    <dgm:cxn modelId="{25E0153D-04C2-4306-8CD0-F6F67B577165}" type="presParOf" srcId="{13C2C8EC-B1F6-421D-A861-08786101AF65}" destId="{54BD120F-6340-4EAB-BEEF-FE1384B52A17}" srcOrd="0" destOrd="0" presId="urn:microsoft.com/office/officeart/2005/8/layout/hProcess4"/>
    <dgm:cxn modelId="{8CD87BA5-06FC-4D0E-A8DF-19A11858299E}" type="presParOf" srcId="{13C2C8EC-B1F6-421D-A861-08786101AF65}" destId="{1A203575-A479-4014-AEA1-F41664AEBCA0}" srcOrd="1" destOrd="0" presId="urn:microsoft.com/office/officeart/2005/8/layout/hProcess4"/>
    <dgm:cxn modelId="{F98455D7-FFD9-46E6-A54A-257207A39D7C}" type="presParOf" srcId="{13C2C8EC-B1F6-421D-A861-08786101AF65}" destId="{47B7C673-E419-4D28-9681-6A7704550CB1}" srcOrd="2" destOrd="0" presId="urn:microsoft.com/office/officeart/2005/8/layout/hProcess4"/>
    <dgm:cxn modelId="{16C1875D-CBC3-4D68-96B5-0F76F0044FFF}" type="presParOf" srcId="{47B7C673-E419-4D28-9681-6A7704550CB1}" destId="{2A6EDE27-87F9-4615-BB1D-13D400B0CC67}" srcOrd="0" destOrd="0" presId="urn:microsoft.com/office/officeart/2005/8/layout/hProcess4"/>
    <dgm:cxn modelId="{A7EC5720-C890-41BA-BB19-48543DDF7FFA}" type="presParOf" srcId="{2A6EDE27-87F9-4615-BB1D-13D400B0CC67}" destId="{FEA3594A-9A73-4061-831A-76BB5F49E0F9}" srcOrd="0" destOrd="0" presId="urn:microsoft.com/office/officeart/2005/8/layout/hProcess4"/>
    <dgm:cxn modelId="{74F51A74-BF45-48EE-A054-3B0C39EBB6A9}" type="presParOf" srcId="{2A6EDE27-87F9-4615-BB1D-13D400B0CC67}" destId="{D2CC50E5-2927-47FF-8606-591A549D27DF}" srcOrd="1" destOrd="0" presId="urn:microsoft.com/office/officeart/2005/8/layout/hProcess4"/>
    <dgm:cxn modelId="{47B6230A-006C-4254-AE2E-F7972125CD89}" type="presParOf" srcId="{2A6EDE27-87F9-4615-BB1D-13D400B0CC67}" destId="{72501318-D13B-4357-AA40-40E18DBE87B0}" srcOrd="2" destOrd="0" presId="urn:microsoft.com/office/officeart/2005/8/layout/hProcess4"/>
    <dgm:cxn modelId="{A05D6771-6DD4-4680-9983-B2C09A2FC93D}" type="presParOf" srcId="{2A6EDE27-87F9-4615-BB1D-13D400B0CC67}" destId="{69E6D782-990E-4DC2-B8EC-5F9AF33A5DD7}" srcOrd="3" destOrd="0" presId="urn:microsoft.com/office/officeart/2005/8/layout/hProcess4"/>
    <dgm:cxn modelId="{7C61A42F-C5BA-4070-9558-E9C980EFF94C}" type="presParOf" srcId="{2A6EDE27-87F9-4615-BB1D-13D400B0CC67}" destId="{22E89891-AABA-4D00-8588-E5EBCFD49908}" srcOrd="4" destOrd="0" presId="urn:microsoft.com/office/officeart/2005/8/layout/hProcess4"/>
    <dgm:cxn modelId="{0DC89D21-D7F7-45E1-8E23-DBE98709D98B}" type="presParOf" srcId="{47B7C673-E419-4D28-9681-6A7704550CB1}" destId="{DF2A9820-8EB5-449A-A16F-03A6F1474D5B}" srcOrd="1" destOrd="0" presId="urn:microsoft.com/office/officeart/2005/8/layout/hProcess4"/>
    <dgm:cxn modelId="{1073494A-CD2F-4311-AB6F-E9EF15264B7C}" type="presParOf" srcId="{47B7C673-E419-4D28-9681-6A7704550CB1}" destId="{69DF155D-F257-4203-BC34-0D0F6538DA3D}" srcOrd="2" destOrd="0" presId="urn:microsoft.com/office/officeart/2005/8/layout/hProcess4"/>
    <dgm:cxn modelId="{63376E35-6944-42B6-80E7-BD7B581A3D22}" type="presParOf" srcId="{69DF155D-F257-4203-BC34-0D0F6538DA3D}" destId="{3818DE96-B97E-4381-B1F3-A10E2DAC7DD3}" srcOrd="0" destOrd="0" presId="urn:microsoft.com/office/officeart/2005/8/layout/hProcess4"/>
    <dgm:cxn modelId="{48E542A3-D589-4045-BD79-0846BABAA15F}" type="presParOf" srcId="{69DF155D-F257-4203-BC34-0D0F6538DA3D}" destId="{6A94894E-CBAD-4E88-9288-F845C93A3E92}" srcOrd="1" destOrd="0" presId="urn:microsoft.com/office/officeart/2005/8/layout/hProcess4"/>
    <dgm:cxn modelId="{E62461E5-FF7E-4FA6-B172-4E3670F2A343}" type="presParOf" srcId="{69DF155D-F257-4203-BC34-0D0F6538DA3D}" destId="{B2E00210-7F39-421E-8082-E25E90190978}" srcOrd="2" destOrd="0" presId="urn:microsoft.com/office/officeart/2005/8/layout/hProcess4"/>
    <dgm:cxn modelId="{FA1B70E6-C9C4-49A4-8F95-B83C1C3733E2}" type="presParOf" srcId="{69DF155D-F257-4203-BC34-0D0F6538DA3D}" destId="{B8A633C1-8865-44C9-A95A-1F62176AB5A8}" srcOrd="3" destOrd="0" presId="urn:microsoft.com/office/officeart/2005/8/layout/hProcess4"/>
    <dgm:cxn modelId="{E73EB2BB-07AD-421E-BBF4-C04E8D7766EC}" type="presParOf" srcId="{69DF155D-F257-4203-BC34-0D0F6538DA3D}" destId="{3628CBB5-CE01-490B-A3DC-E28DAD37DB4C}" srcOrd="4" destOrd="0" presId="urn:microsoft.com/office/officeart/2005/8/layout/hProcess4"/>
    <dgm:cxn modelId="{A0737A02-B0E2-4045-AF74-2E1361C3A7BB}" type="presParOf" srcId="{47B7C673-E419-4D28-9681-6A7704550CB1}" destId="{9929F55C-E234-415F-A1B0-09AC785B6F4C}" srcOrd="3" destOrd="0" presId="urn:microsoft.com/office/officeart/2005/8/layout/hProcess4"/>
    <dgm:cxn modelId="{256141DA-82A5-445D-8F7B-A674E5922979}" type="presParOf" srcId="{47B7C673-E419-4D28-9681-6A7704550CB1}" destId="{E555E427-D9C5-4258-BD9C-8009BC0CB57C}" srcOrd="4" destOrd="0" presId="urn:microsoft.com/office/officeart/2005/8/layout/hProcess4"/>
    <dgm:cxn modelId="{8E12894D-8723-48F5-BEC1-838D9119BB4B}" type="presParOf" srcId="{E555E427-D9C5-4258-BD9C-8009BC0CB57C}" destId="{8D385CDE-0AF5-4E09-87AC-D8BBAD7B641F}" srcOrd="0" destOrd="0" presId="urn:microsoft.com/office/officeart/2005/8/layout/hProcess4"/>
    <dgm:cxn modelId="{68BC6712-3DE4-4B56-B321-A3BE53290E2D}" type="presParOf" srcId="{E555E427-D9C5-4258-BD9C-8009BC0CB57C}" destId="{9D2CEC23-97D3-401C-B874-4ED153008ABC}" srcOrd="1" destOrd="0" presId="urn:microsoft.com/office/officeart/2005/8/layout/hProcess4"/>
    <dgm:cxn modelId="{D06F3A0B-6DD7-4AF2-91EC-A7F742FFFB12}" type="presParOf" srcId="{E555E427-D9C5-4258-BD9C-8009BC0CB57C}" destId="{34C0EF36-18B1-481A-91D7-A35E0CEE819C}" srcOrd="2" destOrd="0" presId="urn:microsoft.com/office/officeart/2005/8/layout/hProcess4"/>
    <dgm:cxn modelId="{D40CDF67-991F-47E5-B0F9-5DD5EA34DE2D}" type="presParOf" srcId="{E555E427-D9C5-4258-BD9C-8009BC0CB57C}" destId="{D39B6189-ED26-45F2-9FC7-078CF3F9D44F}" srcOrd="3" destOrd="0" presId="urn:microsoft.com/office/officeart/2005/8/layout/hProcess4"/>
    <dgm:cxn modelId="{E54E43C9-6377-4FA5-B655-AB2DB86D3522}" type="presParOf" srcId="{E555E427-D9C5-4258-BD9C-8009BC0CB57C}" destId="{6194B39D-63C9-4D4D-9445-7E56DEA6E89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6E68C-F1C5-4E95-8896-22E620B59E0B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600" kern="1200" smtClean="0"/>
            <a:t>Phase 1</a:t>
          </a:r>
          <a:endParaRPr lang="de-DE" sz="2600" kern="1200"/>
        </a:p>
      </dsp:txBody>
      <dsp:txXfrm rot="-5400000">
        <a:off x="0" y="554579"/>
        <a:ext cx="1105044" cy="473590"/>
      </dsp:txXfrm>
    </dsp:sp>
    <dsp:sp modelId="{7CF7899A-876B-44E9-B85B-704A1DFBF2C8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Projektidee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Zieldefinition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Durchführbarkeitsanalyse</a:t>
          </a:r>
          <a:endParaRPr lang="de-DE" sz="1900" kern="1200"/>
        </a:p>
      </dsp:txBody>
      <dsp:txXfrm rot="-5400000">
        <a:off x="1105044" y="52149"/>
        <a:ext cx="9360464" cy="925930"/>
      </dsp:txXfrm>
    </dsp:sp>
    <dsp:sp modelId="{356F1F5D-EED5-4BEC-A606-182A5A040C70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600" kern="1200" smtClean="0"/>
            <a:t>Phase 2</a:t>
          </a:r>
          <a:endParaRPr lang="de-DE" sz="2600" kern="1200"/>
        </a:p>
      </dsp:txBody>
      <dsp:txXfrm rot="-5400000">
        <a:off x="0" y="1938873"/>
        <a:ext cx="1105044" cy="473590"/>
      </dsp:txXfrm>
    </dsp:sp>
    <dsp:sp modelId="{4761C6AF-467A-4822-A83B-67DEF7C42279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Projektauftrag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Grobgliederung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Feinstrukturierung</a:t>
          </a:r>
          <a:endParaRPr lang="de-DE" sz="1900" kern="1200"/>
        </a:p>
      </dsp:txBody>
      <dsp:txXfrm rot="-5400000">
        <a:off x="1105044" y="1436443"/>
        <a:ext cx="9360464" cy="925930"/>
      </dsp:txXfrm>
    </dsp:sp>
    <dsp:sp modelId="{23D5FDBD-AE63-43FE-8615-C950B379BF66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600" kern="1200" smtClean="0"/>
            <a:t>Phase 3</a:t>
          </a:r>
          <a:endParaRPr lang="de-DE" sz="2600" kern="1200"/>
        </a:p>
      </dsp:txBody>
      <dsp:txXfrm rot="-5400000">
        <a:off x="0" y="3323167"/>
        <a:ext cx="1105044" cy="473590"/>
      </dsp:txXfrm>
    </dsp:sp>
    <dsp:sp modelId="{86EB001B-3DD0-4545-B5A0-7CD9CD7B9E9C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Projektplanung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Projektüberwachung</a:t>
          </a:r>
          <a:endParaRPr lang="de-DE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900" kern="1200" smtClean="0"/>
            <a:t>Projektauswertung</a:t>
          </a:r>
          <a:endParaRPr lang="de-DE" sz="1900" kern="1200"/>
        </a:p>
      </dsp:txBody>
      <dsp:txXfrm rot="-5400000">
        <a:off x="1105044" y="2820736"/>
        <a:ext cx="9360464" cy="925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638CB5-6ACB-4FDD-A0B1-7E6BEDCDE2EF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Phase 3</a:t>
          </a:r>
          <a:endParaRPr lang="de-DE" sz="2000" kern="1200"/>
        </a:p>
      </dsp:txBody>
      <dsp:txXfrm>
        <a:off x="0" y="3275482"/>
        <a:ext cx="10515600" cy="580546"/>
      </dsp:txXfrm>
    </dsp:sp>
    <dsp:sp modelId="{3AD35EF0-A4E8-4D1A-BB6E-1F631B424FF5}">
      <dsp:nvSpPr>
        <dsp:cNvPr id="0" name=""/>
        <dsp:cNvSpPr/>
      </dsp:nvSpPr>
      <dsp:spPr>
        <a:xfrm>
          <a:off x="5134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Projektplanung</a:t>
          </a:r>
          <a:endParaRPr lang="de-DE" sz="2300" kern="1200"/>
        </a:p>
      </dsp:txBody>
      <dsp:txXfrm>
        <a:off x="5134" y="3834527"/>
        <a:ext cx="3501776" cy="494539"/>
      </dsp:txXfrm>
    </dsp:sp>
    <dsp:sp modelId="{DAA77AC2-13E2-4B6E-9E7D-264D4D84F8A5}">
      <dsp:nvSpPr>
        <dsp:cNvPr id="0" name=""/>
        <dsp:cNvSpPr/>
      </dsp:nvSpPr>
      <dsp:spPr>
        <a:xfrm>
          <a:off x="3506911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Projektüberwachung</a:t>
          </a:r>
          <a:endParaRPr lang="de-DE" sz="2300" kern="1200"/>
        </a:p>
      </dsp:txBody>
      <dsp:txXfrm>
        <a:off x="3506911" y="3834527"/>
        <a:ext cx="3501776" cy="494539"/>
      </dsp:txXfrm>
    </dsp:sp>
    <dsp:sp modelId="{F430CD1B-7114-4E42-B4CA-C7E9A68BE070}">
      <dsp:nvSpPr>
        <dsp:cNvPr id="0" name=""/>
        <dsp:cNvSpPr/>
      </dsp:nvSpPr>
      <dsp:spPr>
        <a:xfrm>
          <a:off x="7008688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Projektauswertung</a:t>
          </a:r>
          <a:endParaRPr lang="de-DE" sz="2300" kern="1200"/>
        </a:p>
      </dsp:txBody>
      <dsp:txXfrm>
        <a:off x="7008688" y="3834527"/>
        <a:ext cx="3501776" cy="494539"/>
      </dsp:txXfrm>
    </dsp:sp>
    <dsp:sp modelId="{9986B1EF-8F73-49CD-910B-20DCB8EE0D59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Phase 2</a:t>
          </a:r>
          <a:endParaRPr lang="de-DE" sz="2000" kern="1200"/>
        </a:p>
      </dsp:txBody>
      <dsp:txXfrm rot="-10800000">
        <a:off x="0" y="1638125"/>
        <a:ext cx="10515600" cy="580372"/>
      </dsp:txXfrm>
    </dsp:sp>
    <dsp:sp modelId="{4CC9C34D-3F83-489D-8419-B253A4C7790F}">
      <dsp:nvSpPr>
        <dsp:cNvPr id="0" name=""/>
        <dsp:cNvSpPr/>
      </dsp:nvSpPr>
      <dsp:spPr>
        <a:xfrm>
          <a:off x="5134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Projektauftrag</a:t>
          </a:r>
          <a:endParaRPr lang="de-DE" sz="2300" kern="1200"/>
        </a:p>
      </dsp:txBody>
      <dsp:txXfrm>
        <a:off x="5134" y="2218498"/>
        <a:ext cx="3501776" cy="494391"/>
      </dsp:txXfrm>
    </dsp:sp>
    <dsp:sp modelId="{A81F45ED-4F59-40F1-BB71-EB7223A07D0D}">
      <dsp:nvSpPr>
        <dsp:cNvPr id="0" name=""/>
        <dsp:cNvSpPr/>
      </dsp:nvSpPr>
      <dsp:spPr>
        <a:xfrm>
          <a:off x="3506911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Grobgliederung</a:t>
          </a:r>
          <a:endParaRPr lang="de-DE" sz="2300" kern="1200"/>
        </a:p>
      </dsp:txBody>
      <dsp:txXfrm>
        <a:off x="3506911" y="2218498"/>
        <a:ext cx="3501776" cy="494391"/>
      </dsp:txXfrm>
    </dsp:sp>
    <dsp:sp modelId="{EE8798A9-4E2F-4094-9F20-7F8D4346EEA5}">
      <dsp:nvSpPr>
        <dsp:cNvPr id="0" name=""/>
        <dsp:cNvSpPr/>
      </dsp:nvSpPr>
      <dsp:spPr>
        <a:xfrm>
          <a:off x="7008688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Feinstrukturierung</a:t>
          </a:r>
          <a:endParaRPr lang="de-DE" sz="2300" kern="1200"/>
        </a:p>
      </dsp:txBody>
      <dsp:txXfrm>
        <a:off x="7008688" y="2218498"/>
        <a:ext cx="3501776" cy="494391"/>
      </dsp:txXfrm>
    </dsp:sp>
    <dsp:sp modelId="{8F503FA7-7E49-4370-8B48-2E1EF49A5B2D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Phase 1</a:t>
          </a:r>
          <a:endParaRPr lang="de-DE" sz="2000" kern="1200"/>
        </a:p>
      </dsp:txBody>
      <dsp:txXfrm rot="-10800000">
        <a:off x="0" y="769"/>
        <a:ext cx="10515600" cy="580372"/>
      </dsp:txXfrm>
    </dsp:sp>
    <dsp:sp modelId="{FE20BC37-FB48-4E89-AE9A-ECF5C0D174FA}">
      <dsp:nvSpPr>
        <dsp:cNvPr id="0" name=""/>
        <dsp:cNvSpPr/>
      </dsp:nvSpPr>
      <dsp:spPr>
        <a:xfrm>
          <a:off x="5134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Projektidee</a:t>
          </a:r>
          <a:endParaRPr lang="de-DE" sz="2300" kern="1200"/>
        </a:p>
      </dsp:txBody>
      <dsp:txXfrm>
        <a:off x="5134" y="581141"/>
        <a:ext cx="3501776" cy="494391"/>
      </dsp:txXfrm>
    </dsp:sp>
    <dsp:sp modelId="{BEA59671-532C-4BB8-AA99-510440D9C55E}">
      <dsp:nvSpPr>
        <dsp:cNvPr id="0" name=""/>
        <dsp:cNvSpPr/>
      </dsp:nvSpPr>
      <dsp:spPr>
        <a:xfrm>
          <a:off x="3506911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Zieldefinition</a:t>
          </a:r>
          <a:endParaRPr lang="de-DE" sz="2300" kern="1200"/>
        </a:p>
      </dsp:txBody>
      <dsp:txXfrm>
        <a:off x="3506911" y="581141"/>
        <a:ext cx="3501776" cy="494391"/>
      </dsp:txXfrm>
    </dsp:sp>
    <dsp:sp modelId="{8024DF15-E6C5-4C41-8687-E22AEDD4CA33}">
      <dsp:nvSpPr>
        <dsp:cNvPr id="0" name=""/>
        <dsp:cNvSpPr/>
      </dsp:nvSpPr>
      <dsp:spPr>
        <a:xfrm>
          <a:off x="7008688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lvl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300" kern="1200" smtClean="0"/>
            <a:t>Durchführbarkeitsanalyse</a:t>
          </a:r>
          <a:endParaRPr lang="de-DE" sz="2300" kern="1200"/>
        </a:p>
      </dsp:txBody>
      <dsp:txXfrm>
        <a:off x="7008688" y="581141"/>
        <a:ext cx="3501776" cy="4943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CC50E5-2927-47FF-8606-591A549D27DF}">
      <dsp:nvSpPr>
        <dsp:cNvPr id="0" name=""/>
        <dsp:cNvSpPr/>
      </dsp:nvSpPr>
      <dsp:spPr>
        <a:xfrm>
          <a:off x="423542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Projektidee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Zieldefinition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Durchführbarkeitsanalyse</a:t>
          </a:r>
          <a:endParaRPr lang="de-DE" sz="1700" kern="1200"/>
        </a:p>
      </dsp:txBody>
      <dsp:txXfrm>
        <a:off x="472609" y="1158658"/>
        <a:ext cx="2486952" cy="1577131"/>
      </dsp:txXfrm>
    </dsp:sp>
    <dsp:sp modelId="{DF2A9820-8EB5-449A-A16F-03A6F1474D5B}">
      <dsp:nvSpPr>
        <dsp:cNvPr id="0" name=""/>
        <dsp:cNvSpPr/>
      </dsp:nvSpPr>
      <dsp:spPr>
        <a:xfrm>
          <a:off x="1846782" y="1511413"/>
          <a:ext cx="3007450" cy="3007450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6D782-990E-4DC2-B8EC-5F9AF33A5DD7}">
      <dsp:nvSpPr>
        <dsp:cNvPr id="0" name=""/>
        <dsp:cNvSpPr/>
      </dsp:nvSpPr>
      <dsp:spPr>
        <a:xfrm>
          <a:off x="998006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55" tIns="64770" rIns="97155" bIns="64770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100" kern="1200" smtClean="0"/>
            <a:t>Phase 1</a:t>
          </a:r>
          <a:endParaRPr lang="de-DE" sz="5100" kern="1200"/>
        </a:p>
      </dsp:txBody>
      <dsp:txXfrm>
        <a:off x="1024770" y="2811620"/>
        <a:ext cx="2244326" cy="860252"/>
      </dsp:txXfrm>
    </dsp:sp>
    <dsp:sp modelId="{6A94894E-CBAD-4E88-9288-F845C93A3E92}">
      <dsp:nvSpPr>
        <dsp:cNvPr id="0" name=""/>
        <dsp:cNvSpPr/>
      </dsp:nvSpPr>
      <dsp:spPr>
        <a:xfrm>
          <a:off x="3821640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Projektauftrag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Grobgliederung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Feinstrukturierung</a:t>
          </a:r>
          <a:endParaRPr lang="de-DE" sz="1700" kern="1200"/>
        </a:p>
      </dsp:txBody>
      <dsp:txXfrm>
        <a:off x="3870707" y="1615548"/>
        <a:ext cx="2486952" cy="1577131"/>
      </dsp:txXfrm>
    </dsp:sp>
    <dsp:sp modelId="{9929F55C-E234-415F-A1B0-09AC785B6F4C}">
      <dsp:nvSpPr>
        <dsp:cNvPr id="0" name=""/>
        <dsp:cNvSpPr/>
      </dsp:nvSpPr>
      <dsp:spPr>
        <a:xfrm>
          <a:off x="5223338" y="-251125"/>
          <a:ext cx="3337767" cy="3337767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33C1-8865-44C9-A95A-1F62176AB5A8}">
      <dsp:nvSpPr>
        <dsp:cNvPr id="0" name=""/>
        <dsp:cNvSpPr/>
      </dsp:nvSpPr>
      <dsp:spPr>
        <a:xfrm>
          <a:off x="4396104" y="652700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55" tIns="64770" rIns="97155" bIns="64770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100" kern="1200" smtClean="0"/>
            <a:t>Phase 2</a:t>
          </a:r>
          <a:endParaRPr lang="de-DE" sz="5100" kern="1200"/>
        </a:p>
      </dsp:txBody>
      <dsp:txXfrm>
        <a:off x="4422868" y="679464"/>
        <a:ext cx="2244326" cy="860252"/>
      </dsp:txXfrm>
    </dsp:sp>
    <dsp:sp modelId="{9D2CEC23-97D3-401C-B874-4ED153008ABC}">
      <dsp:nvSpPr>
        <dsp:cNvPr id="0" name=""/>
        <dsp:cNvSpPr/>
      </dsp:nvSpPr>
      <dsp:spPr>
        <a:xfrm>
          <a:off x="7219739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Projektplanung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Projektüberwachung</a:t>
          </a:r>
          <a:endParaRPr lang="de-DE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700" kern="1200" smtClean="0"/>
            <a:t>Projektauswertung</a:t>
          </a:r>
          <a:endParaRPr lang="de-DE" sz="1700" kern="1200"/>
        </a:p>
      </dsp:txBody>
      <dsp:txXfrm>
        <a:off x="7268806" y="1158658"/>
        <a:ext cx="2486952" cy="1577131"/>
      </dsp:txXfrm>
    </dsp:sp>
    <dsp:sp modelId="{D39B6189-ED26-45F2-9FC7-078CF3F9D44F}">
      <dsp:nvSpPr>
        <dsp:cNvPr id="0" name=""/>
        <dsp:cNvSpPr/>
      </dsp:nvSpPr>
      <dsp:spPr>
        <a:xfrm>
          <a:off x="7794202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55" tIns="64770" rIns="97155" bIns="64770" numCol="1" spcCol="1270" anchor="ctr" anchorCtr="0">
          <a:noAutofit/>
        </a:bodyPr>
        <a:lstStyle/>
        <a:p>
          <a:pPr lvl="0" algn="ctr" defTabSz="2266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100" kern="1200" smtClean="0"/>
            <a:t>Phase 3</a:t>
          </a:r>
          <a:endParaRPr lang="de-DE" sz="5100" kern="1200"/>
        </a:p>
      </dsp:txBody>
      <dsp:txXfrm>
        <a:off x="7820966" y="2811620"/>
        <a:ext cx="2244326" cy="860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12a_Phasen SmartArt.pptx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280E2A45-62CE-4E40-BF2A-9DA3EE115BBE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DA852A23-E8F9-45B2-A7B1-63FBD1A32F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276661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12a_Phasen SmartArt.pptx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7FB04EBF-1700-476D-B0B0-E44DF8C44589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21BAFB7B-C870-465C-B029-2DD114D8A2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07690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AFB7B-C870-465C-B029-2DD114D8A260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BE9403A-E5D6-4349-92AD-7B20734AF5EB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12a_Phasen SmartArt.pptx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42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246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74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2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0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037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76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36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88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14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57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46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7DA42-2337-48FE-89C6-D3A226C1D394}" type="datetimeFigureOut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1C1EF-27AA-46DC-8CD5-165941D29E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59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im </a:t>
            </a:r>
            <a:r>
              <a:rPr lang="de-DE" dirty="0" smtClean="0"/>
              <a:t>Projektmanagement</a:t>
            </a:r>
            <a:br>
              <a:rPr lang="de-DE" dirty="0" smtClean="0"/>
            </a:br>
            <a:r>
              <a:rPr lang="de-DE" dirty="0" smtClean="0"/>
              <a:t>Normale Aufzählung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smtClean="0"/>
              <a:t>Phase 1</a:t>
            </a:r>
          </a:p>
          <a:p>
            <a:pPr lvl="1"/>
            <a:r>
              <a:rPr lang="de-DE" dirty="0" smtClean="0"/>
              <a:t>Projektidee</a:t>
            </a:r>
          </a:p>
          <a:p>
            <a:pPr lvl="1"/>
            <a:r>
              <a:rPr lang="de-DE" dirty="0" smtClean="0"/>
              <a:t>Zieldefinition</a:t>
            </a:r>
          </a:p>
          <a:p>
            <a:pPr lvl="1"/>
            <a:r>
              <a:rPr lang="de-DE" dirty="0" smtClean="0"/>
              <a:t>Durchführbarkeitsanalyse</a:t>
            </a:r>
          </a:p>
          <a:p>
            <a:r>
              <a:rPr lang="de-DE" dirty="0" smtClean="0"/>
              <a:t>Phase 2</a:t>
            </a:r>
          </a:p>
          <a:p>
            <a:pPr lvl="1"/>
            <a:r>
              <a:rPr lang="de-DE" dirty="0" smtClean="0"/>
              <a:t>Projektauftrag</a:t>
            </a:r>
          </a:p>
          <a:p>
            <a:pPr lvl="1"/>
            <a:r>
              <a:rPr lang="de-DE" dirty="0" smtClean="0"/>
              <a:t>Grobgliederung</a:t>
            </a:r>
          </a:p>
          <a:p>
            <a:pPr lvl="1"/>
            <a:r>
              <a:rPr lang="de-DE" dirty="0" smtClean="0"/>
              <a:t>Feinstrukturierung</a:t>
            </a:r>
          </a:p>
          <a:p>
            <a:r>
              <a:rPr lang="de-DE" dirty="0" smtClean="0"/>
              <a:t>Phase 3</a:t>
            </a:r>
          </a:p>
          <a:p>
            <a:pPr lvl="1"/>
            <a:r>
              <a:rPr lang="de-DE" dirty="0" smtClean="0"/>
              <a:t>Projektplanung</a:t>
            </a:r>
          </a:p>
          <a:p>
            <a:pPr lvl="1"/>
            <a:r>
              <a:rPr lang="de-DE" dirty="0" smtClean="0"/>
              <a:t>Projektüberwachung</a:t>
            </a:r>
          </a:p>
          <a:p>
            <a:pPr lvl="1"/>
            <a:r>
              <a:rPr lang="de-DE" dirty="0" smtClean="0"/>
              <a:t>Projektauswertung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653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im </a:t>
            </a:r>
            <a:r>
              <a:rPr lang="de-DE" dirty="0" smtClean="0"/>
              <a:t>Projektmanagement</a:t>
            </a:r>
            <a:br>
              <a:rPr lang="de-DE" dirty="0" smtClean="0"/>
            </a:br>
            <a:r>
              <a:rPr lang="de-DE" dirty="0" smtClean="0"/>
              <a:t>SmartArt</a:t>
            </a:r>
            <a:endParaRPr lang="de-DE" dirty="0"/>
          </a:p>
        </p:txBody>
      </p:sp>
      <p:graphicFrame>
        <p:nvGraphicFramePr>
          <p:cNvPr id="2" name="Inhaltsplatzhalt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175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474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im </a:t>
            </a:r>
            <a:r>
              <a:rPr lang="de-DE" dirty="0" smtClean="0"/>
              <a:t>Projektmanagement</a:t>
            </a:r>
            <a:br>
              <a:rPr lang="de-DE" dirty="0" smtClean="0"/>
            </a:br>
            <a:r>
              <a:rPr lang="de-DE" dirty="0" smtClean="0"/>
              <a:t>SmartArt</a:t>
            </a:r>
            <a:endParaRPr lang="de-DE" dirty="0"/>
          </a:p>
        </p:txBody>
      </p:sp>
      <p:graphicFrame>
        <p:nvGraphicFramePr>
          <p:cNvPr id="2" name="Inhaltsplatzhalt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9254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206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im </a:t>
            </a:r>
            <a:r>
              <a:rPr lang="de-DE" dirty="0" smtClean="0"/>
              <a:t>Projektmanagement</a:t>
            </a:r>
            <a:br>
              <a:rPr lang="de-DE" dirty="0" smtClean="0"/>
            </a:br>
            <a:r>
              <a:rPr lang="de-DE" dirty="0" smtClean="0"/>
              <a:t>SmartArt</a:t>
            </a:r>
            <a:endParaRPr lang="de-DE" dirty="0"/>
          </a:p>
        </p:txBody>
      </p:sp>
      <p:graphicFrame>
        <p:nvGraphicFramePr>
          <p:cNvPr id="2" name="Inhaltsplatzhalt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5860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973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Phasen im </a:t>
            </a:r>
            <a:r>
              <a:rPr lang="de-DE" dirty="0" smtClean="0"/>
              <a:t>Projektmanagement</a:t>
            </a:r>
            <a:br>
              <a:rPr lang="de-DE" dirty="0" smtClean="0"/>
            </a:br>
            <a:r>
              <a:rPr lang="de-DE" dirty="0" smtClean="0"/>
              <a:t>START –Absatz – IN SMARTART KONVERTIEREN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smtClean="0"/>
              <a:t>Phase 1</a:t>
            </a:r>
          </a:p>
          <a:p>
            <a:pPr lvl="1"/>
            <a:r>
              <a:rPr lang="de-DE" dirty="0" smtClean="0"/>
              <a:t>Projektidee</a:t>
            </a:r>
          </a:p>
          <a:p>
            <a:pPr lvl="1"/>
            <a:r>
              <a:rPr lang="de-DE" dirty="0" smtClean="0"/>
              <a:t>Zieldefinition</a:t>
            </a:r>
          </a:p>
          <a:p>
            <a:pPr lvl="1"/>
            <a:r>
              <a:rPr lang="de-DE" dirty="0" smtClean="0"/>
              <a:t>Durchführbarkeitsanalyse</a:t>
            </a:r>
          </a:p>
          <a:p>
            <a:r>
              <a:rPr lang="de-DE" dirty="0" smtClean="0"/>
              <a:t>Phase 2</a:t>
            </a:r>
          </a:p>
          <a:p>
            <a:pPr lvl="1"/>
            <a:r>
              <a:rPr lang="de-DE" dirty="0" smtClean="0"/>
              <a:t>Projektauftrag</a:t>
            </a:r>
          </a:p>
          <a:p>
            <a:pPr lvl="1"/>
            <a:r>
              <a:rPr lang="de-DE" dirty="0" smtClean="0"/>
              <a:t>Grobgliederung</a:t>
            </a:r>
          </a:p>
          <a:p>
            <a:pPr lvl="1"/>
            <a:r>
              <a:rPr lang="de-DE" dirty="0" smtClean="0"/>
              <a:t>Feinstrukturierung</a:t>
            </a:r>
          </a:p>
          <a:p>
            <a:r>
              <a:rPr lang="de-DE" dirty="0" smtClean="0"/>
              <a:t>Phase 3</a:t>
            </a:r>
          </a:p>
          <a:p>
            <a:pPr lvl="1"/>
            <a:r>
              <a:rPr lang="de-DE" dirty="0" smtClean="0"/>
              <a:t>Projektplanung</a:t>
            </a:r>
          </a:p>
          <a:p>
            <a:pPr lvl="1"/>
            <a:r>
              <a:rPr lang="de-DE" dirty="0" smtClean="0"/>
              <a:t>Projektüberwachung</a:t>
            </a:r>
          </a:p>
          <a:p>
            <a:pPr lvl="1"/>
            <a:r>
              <a:rPr lang="de-DE" dirty="0" smtClean="0"/>
              <a:t>Projektauswertung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32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Breitbild</PresentationFormat>
  <Paragraphs>68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Phasen im Projektmanagement Normale Aufzählung</vt:lpstr>
      <vt:lpstr>Phasen im Projektmanagement SmartArt</vt:lpstr>
      <vt:lpstr>Phasen im Projektmanagement SmartArt</vt:lpstr>
      <vt:lpstr>Phasen im Projektmanagement SmartArt</vt:lpstr>
      <vt:lpstr>Phasen im Projektmanagement START –Absatz – IN SMARTART KONVERTIEREN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Phasen im Projektmanagement</dc:title>
  <dc:creator>Sandra Giebitz</dc:creator>
  <cp:lastModifiedBy>Sandra Giebitz</cp:lastModifiedBy>
  <cp:revision>6</cp:revision>
  <cp:lastPrinted>2014-01-05T18:07:10Z</cp:lastPrinted>
  <dcterms:created xsi:type="dcterms:W3CDTF">2014-01-05T18:00:52Z</dcterms:created>
  <dcterms:modified xsi:type="dcterms:W3CDTF">2014-01-05T18:07:12Z</dcterms:modified>
</cp:coreProperties>
</file>
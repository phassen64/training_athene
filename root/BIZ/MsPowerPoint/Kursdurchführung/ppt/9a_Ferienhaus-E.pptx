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9" autoAdjust="0"/>
    <p:restoredTop sz="68223" autoAdjust="0"/>
  </p:normalViewPr>
  <p:slideViewPr>
    <p:cSldViewPr snapToGrid="0">
      <p:cViewPr varScale="1">
        <p:scale>
          <a:sx n="47" d="100"/>
          <a:sy n="47" d="100"/>
        </p:scale>
        <p:origin x="5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8FB8E-48E7-48F3-A871-8FE5FCF1401F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9ECA1-060C-44C5-82A1-5FEF20A5E8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8530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Übungsdesign:</a:t>
            </a:r>
            <a:r>
              <a:rPr lang="de-DE" baseline="0" dirty="0" smtClean="0"/>
              <a:t> Hyperion</a:t>
            </a:r>
          </a:p>
          <a:p>
            <a:r>
              <a:rPr lang="de-DE" baseline="0" dirty="0" smtClean="0"/>
              <a:t>Layout Folie 1: Titelfolie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E9ECA1-060C-44C5-82A1-5FEF20A5E878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3770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Folienlayout Folie 2: Titel und Inhalt</a:t>
            </a:r>
          </a:p>
          <a:p>
            <a:r>
              <a:rPr lang="de-DE" dirty="0" smtClean="0"/>
              <a:t>Übungsbild: Bach</a:t>
            </a:r>
          </a:p>
          <a:p>
            <a:r>
              <a:rPr lang="de-DE" dirty="0" smtClean="0"/>
              <a:t>Bildformatvorlage: einfacher Rahmen weiß (Bild markieren – FORMAT – BILDFORMATVORLAGEN)</a:t>
            </a:r>
          </a:p>
          <a:p>
            <a:r>
              <a:rPr lang="de-DE" dirty="0" smtClean="0"/>
              <a:t>Bildform: Flussdiagramm Lochstreifen (Bild markieren: FORMAT – Gruppe Größe – ZUSCHNEIDEN)</a:t>
            </a:r>
          </a:p>
          <a:p>
            <a:r>
              <a:rPr lang="de-DE" dirty="0" smtClean="0"/>
              <a:t>Helligkeit 20% (Bild markieren – Register FORMAT – Gruppe Anpassen)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E9ECA1-060C-44C5-82A1-5FEF20A5E87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947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Beispielvideo</a:t>
            </a:r>
          </a:p>
          <a:p>
            <a:r>
              <a:rPr lang="de-DE" dirty="0" smtClean="0"/>
              <a:t>Automatisches</a:t>
            </a:r>
            <a:r>
              <a:rPr lang="de-DE" baseline="0" dirty="0" smtClean="0"/>
              <a:t> Starten in der Bildschirmpräsentation (Register WIEDERGABE)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E9ECA1-060C-44C5-82A1-5FEF20A5E878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834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 latinLnBrk="0">
              <a:spcBef>
                <a:spcPct val="0"/>
              </a:spcBef>
              <a:buNone/>
              <a:defRPr sz="60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7" name="Shape 16"/>
          <p:cNvSpPr>
            <a:spLocks noGrp="1"/>
          </p:cNvSpPr>
          <p:nvPr>
            <p:ph type="subTitle" idx="1"/>
          </p:nvPr>
        </p:nvSpPr>
        <p:spPr>
          <a:xfrm>
            <a:off x="2032000" y="3200400"/>
            <a:ext cx="9144000" cy="1752600"/>
          </a:xfrm>
        </p:spPr>
        <p:txBody>
          <a:bodyPr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30" name="Shap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27A2-496B-464C-B823-5FC191478CA7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19" name="Shap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Shap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6B32F-13B1-4738-8F63-60760D8032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4893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27A2-496B-464C-B823-5FC191478CA7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6B32F-13B1-4738-8F63-60760D8032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3338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 latinLnBrk="0">
              <a:spcBef>
                <a:spcPct val="0"/>
              </a:spcBef>
              <a:buNone/>
              <a:defRPr lang="en-US" sz="60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de-DE" sz="6000" b="1" smtClean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Calibri"/>
                <a:ea typeface="+mj-ea"/>
                <a:cs typeface="+mj-cs"/>
              </a:rPr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711200" y="2676528"/>
            <a:ext cx="10363200" cy="1509712"/>
          </a:xfrm>
        </p:spPr>
        <p:txBody>
          <a:bodyPr anchor="t"/>
          <a:lstStyle>
            <a:lvl1pPr marL="329184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27A2-496B-464C-B823-5FC191478CA7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6B32F-13B1-4738-8F63-60760D8032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5788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27A2-496B-464C-B823-5FC191478CA7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6B32F-13B1-4738-8F63-60760D8032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5280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6" name="Shape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Shap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27A2-496B-464C-B823-5FC191478CA7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8" name="Shap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hap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6B32F-13B1-4738-8F63-60760D8032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4322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 latinLnBrk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27A2-496B-464C-B823-5FC191478CA7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6B32F-13B1-4738-8F63-60760D8032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794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27A2-496B-464C-B823-5FC191478CA7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6B32F-13B1-4738-8F63-60760D8032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4352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 latinLnBrk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27A2-496B-464C-B823-5FC191478CA7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6B32F-13B1-4738-8F63-60760D8032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962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27A2-496B-464C-B823-5FC191478CA7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A206B32F-13B1-4738-8F63-60760D803297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Rectangle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/>
            <a:endParaRPr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/>
            <a:endParaRPr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104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27A2-496B-464C-B823-5FC191478CA7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6B32F-13B1-4738-8F63-60760D8032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3541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27A2-496B-464C-B823-5FC191478CA7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6B32F-13B1-4738-8F63-60760D8032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1948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/>
            <a:endParaRPr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Shape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/>
            <a:endParaRPr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0" name="Rectangle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10" name="Rectangle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77A27A2-496B-464C-B823-5FC191478CA7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22" name="Rectangle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Rectangle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206B32F-13B1-4738-8F63-60760D803297}" type="slidenum">
              <a:rPr lang="de-DE" smtClean="0"/>
              <a:t>‹Nr.›</a:t>
            </a:fld>
            <a:endParaRPr lang="de-DE"/>
          </a:p>
        </p:txBody>
      </p:sp>
      <p:grpSp>
        <p:nvGrpSpPr>
          <p:cNvPr id="2" name="Group 9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Shap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 sz="1800"/>
            </a:p>
          </p:txBody>
        </p:sp>
        <p:sp>
          <p:nvSpPr>
            <p:cNvPr id="13" name="Shap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32558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Ferienhaussiedlung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Am Bach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497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Malerische Lage</a:t>
            </a:r>
            <a:endParaRPr lang="de-DE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767" y="1935163"/>
            <a:ext cx="5844465" cy="4389437"/>
          </a:xfrm>
          <a:prstGeom prst="flowChartPunchedTape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70751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Seltene Naturschauspiele</a:t>
            </a:r>
            <a:endParaRPr lang="de-DE" dirty="0"/>
          </a:p>
        </p:txBody>
      </p:sp>
      <p:pic>
        <p:nvPicPr>
          <p:cNvPr id="4" name="Bear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68650" y="1935163"/>
            <a:ext cx="5853113" cy="4389437"/>
          </a:xfrm>
        </p:spPr>
      </p:pic>
    </p:spTree>
    <p:extLst>
      <p:ext uri="{BB962C8B-B14F-4D97-AF65-F5344CB8AC3E}">
        <p14:creationId xmlns:p14="http://schemas.microsoft.com/office/powerpoint/2010/main" val="84515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yperion">
  <a:themeElements>
    <a:clrScheme name="Hyperion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Hyperion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Hyperio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100000" t="200000" r="100000" b="4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100000" t="200000" r="100000" b="4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yperion" id="{DD3266B2-0D29-42FD-A370-C6FC762D1EA6}" vid="{3ADB0302-EDEF-43B8-9F54-0EC6A0CABD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Hyperion</Template>
  <TotalTime>0</TotalTime>
  <Words>79</Words>
  <Application>Microsoft Office PowerPoint</Application>
  <PresentationFormat>Breitbild</PresentationFormat>
  <Paragraphs>16</Paragraphs>
  <Slides>3</Slides>
  <Notes>3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Calibri</vt:lpstr>
      <vt:lpstr>Constantia</vt:lpstr>
      <vt:lpstr>Wingdings 2</vt:lpstr>
      <vt:lpstr>Hyperion</vt:lpstr>
      <vt:lpstr>Ferienhaussiedlung</vt:lpstr>
      <vt:lpstr>Malerische Lage</vt:lpstr>
      <vt:lpstr>Seltene Naturschauspiele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Ferienhaussiedlung</dc:title>
  <dc:creator>Sandra Giebitz</dc:creator>
  <cp:lastModifiedBy>Sandra Giebitz</cp:lastModifiedBy>
  <cp:revision>1</cp:revision>
  <dcterms:created xsi:type="dcterms:W3CDTF">2014-01-04T19:12:40Z</dcterms:created>
  <dcterms:modified xsi:type="dcterms:W3CDTF">2014-01-04T19:20:42Z</dcterms:modified>
</cp:coreProperties>
</file>
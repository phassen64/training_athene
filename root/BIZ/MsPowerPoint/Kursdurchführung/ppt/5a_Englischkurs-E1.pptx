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62500" autoAdjust="0"/>
  </p:normalViewPr>
  <p:slideViewPr>
    <p:cSldViewPr>
      <p:cViewPr varScale="1">
        <p:scale>
          <a:sx n="45" d="100"/>
          <a:sy n="45" d="100"/>
        </p:scale>
        <p:origin x="-12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ACDB6-C7EF-4A17-93AC-5C01F1AF512A}" type="datetimeFigureOut">
              <a:rPr lang="de-DE" smtClean="0"/>
              <a:t>27.11.2007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3ACA6-A43E-472B-8692-AB74D61F3602}" type="slidenum">
              <a:rPr lang="de-DE" smtClean="0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9A7C4-4344-493E-9666-C879B96DCEF3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F8131-F6E5-4625-95F1-190F3890559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Übung aus dem Lehrbuch</a:t>
            </a:r>
            <a:r>
              <a:rPr lang="de-DE" baseline="0" dirty="0" smtClean="0"/>
              <a:t> </a:t>
            </a:r>
            <a:r>
              <a:rPr lang="de-DE" baseline="0" dirty="0" smtClean="0"/>
              <a:t>(4.7):</a:t>
            </a:r>
            <a:endParaRPr lang="de-DE" baseline="0" dirty="0" smtClean="0"/>
          </a:p>
          <a:p>
            <a:endParaRPr lang="de-DE" baseline="0" dirty="0" smtClean="0"/>
          </a:p>
          <a:p>
            <a:r>
              <a:rPr lang="de-DE" dirty="0" smtClean="0"/>
              <a:t>Erzeugen Sie eine neue Präsentation auf der Basis</a:t>
            </a:r>
            <a:r>
              <a:rPr lang="de-DE" baseline="0" dirty="0" smtClean="0"/>
              <a:t> der bestehenden Präsentation Computerkurs-E1.</a:t>
            </a:r>
          </a:p>
          <a:p>
            <a:endParaRPr lang="de-D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 smtClean="0"/>
              <a:t>Ersetzen Sie im Titel der ersten Folie das Wort „Computerkurse durch „Englischkurse“ und ändern Sie die zweite Folie wie aus der Abbildung ersichtlich.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i="0" dirty="0" smtClean="0"/>
              <a:t>Sichern Sie die Präsentation unter dem Namen „Englischkurs-E1“ und schließen Sie die Präsentation.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Sie möchten auch eine Präsentation für Ihre Französischkurse</a:t>
            </a:r>
            <a:r>
              <a:rPr lang="de-DE" baseline="0" dirty="0" smtClean="0"/>
              <a:t> anfertigen. Da sich die Präsentation Englischkurs-E1 als Basis für diese Kursbeschreibung eignet, erstellen Sie eine neue Präsentation auf der Basis dieser Präsentation.</a:t>
            </a:r>
          </a:p>
          <a:p>
            <a:endParaRPr lang="de-DE" baseline="0" dirty="0" smtClean="0"/>
          </a:p>
          <a:p>
            <a:r>
              <a:rPr lang="de-DE" baseline="0" dirty="0" smtClean="0"/>
              <a:t>Ändern Sie den Titel der Präsentation, indem Sie das Wort „Englischkurse“ durch „Französischkurse“ ersetzen und die Altersangabe „5 - 18“ ergänzen.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2</a:t>
            </a:fld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Da Sie die Präsentation auf A4-Papier ausdrucken möchten, stellen Sie in der Seitenformatierung das Papierformat A4-Papier (210x297 mm) ein.</a:t>
            </a:r>
          </a:p>
          <a:p>
            <a:endParaRPr lang="de-DE" baseline="0" dirty="0" smtClean="0"/>
          </a:p>
          <a:p>
            <a:r>
              <a:rPr lang="de-DE" baseline="0" dirty="0" smtClean="0"/>
              <a:t>Stellen Sie wieder das Standardformat Bildschirmpräsentation (4:3) ein und speichern Sie die Präsentation unter dem Namen Französischkurs-E1.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3</a:t>
            </a:fld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Öffnen Sie nun die Dateien Computerkurs-E1 und Englischkurs-E1 und wechseln Sie mithilfe der Taskleiste zwischen den Präsentationen.</a:t>
            </a:r>
          </a:p>
          <a:p>
            <a:endParaRPr lang="de-DE" baseline="0" dirty="0" smtClean="0"/>
          </a:p>
          <a:p>
            <a:r>
              <a:rPr lang="de-DE" baseline="0" dirty="0" smtClean="0"/>
              <a:t>Schließen Sie alle Präsentationen.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4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22" name="Untertitel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de-DE" smtClean="0"/>
              <a:t>Formatvorlage des Untertitelmasters durch Klicken bearbeiten</a:t>
            </a:r>
            <a:endParaRPr kumimoji="0"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Rechteck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Rechteck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de-DE" smtClean="0"/>
              <a:t>Bild durch Klicken auf Symbol hinzufügen</a:t>
            </a:r>
            <a:endParaRPr kumimoji="0" lang="en-US" dirty="0"/>
          </a:p>
        </p:txBody>
      </p:sp>
      <p:sp>
        <p:nvSpPr>
          <p:cNvPr id="9" name="Flussdiagramm: Proz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ussdiagramm: Proz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rt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ad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hteck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  <a:p>
            <a:pPr lvl="1" eaLnBrk="1" latinLnBrk="0" hangingPunct="1"/>
            <a:r>
              <a:rPr kumimoji="0" lang="de-DE" smtClean="0"/>
              <a:t>Zweite Ebene</a:t>
            </a:r>
          </a:p>
          <a:p>
            <a:pPr lvl="2" eaLnBrk="1" latinLnBrk="0" hangingPunct="1"/>
            <a:r>
              <a:rPr kumimoji="0" lang="de-DE" smtClean="0"/>
              <a:t>Dritte Ebene</a:t>
            </a:r>
          </a:p>
          <a:p>
            <a:pPr lvl="3" eaLnBrk="1" latinLnBrk="0" hangingPunct="1"/>
            <a:r>
              <a:rPr kumimoji="0" lang="de-DE" smtClean="0"/>
              <a:t>Vierte Ebene</a:t>
            </a:r>
          </a:p>
          <a:p>
            <a:pPr lvl="4" eaLnBrk="1" latinLnBrk="0" hangingPunct="1"/>
            <a:r>
              <a:rPr kumimoji="0" lang="de-DE" smtClean="0"/>
              <a:t>Fünfte Ebene</a:t>
            </a:r>
            <a:endParaRPr kumimoji="0" lang="en-US"/>
          </a:p>
        </p:txBody>
      </p:sp>
      <p:sp>
        <p:nvSpPr>
          <p:cNvPr id="24" name="Datumsplatzhalt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de-DE"/>
          </a:p>
        </p:txBody>
      </p:sp>
      <p:sp>
        <p:nvSpPr>
          <p:cNvPr id="22" name="Foliennummernplatzhalt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Rechteck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Englischkurse für Kids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Kurse für Kinder und Jugendliche von 4 – 14 Jahren</a:t>
            </a:r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Kindgerechte Kurse durch: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Pädagogisch geschulte Muttersprachler</a:t>
            </a:r>
          </a:p>
          <a:p>
            <a:r>
              <a:rPr lang="de-DE" dirty="0" smtClean="0"/>
              <a:t>Speziell für die unterschiedlichen Altersstufen aufbereitetes Schulungsmaterial</a:t>
            </a:r>
          </a:p>
          <a:p>
            <a:r>
              <a:rPr lang="de-DE" dirty="0" smtClean="0"/>
              <a:t>Audio- und Videomaterialien</a:t>
            </a:r>
          </a:p>
          <a:p>
            <a:r>
              <a:rPr lang="de-DE" dirty="0" smtClean="0"/>
              <a:t>Auf die Konzentrationsfähigkeit von Kindern abgestimmte Kurszeiten</a:t>
            </a:r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Wir bieten günstige Konditionen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50.- € monatliche Kursgebühr bei einer Zeitstunde Unterricht je Woche</a:t>
            </a:r>
          </a:p>
          <a:p>
            <a:r>
              <a:rPr lang="de-DE" dirty="0" smtClean="0"/>
              <a:t>Ermäßigung der Kursgebühr um 25% ab dem zweiten Kind</a:t>
            </a:r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Ihr Vorteil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Alle ausgefallenen Stunden können nachgeholt werden! Dies gilt z.B. für…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… Kursstunden, die durch Ferien entfallen</a:t>
            </a:r>
          </a:p>
          <a:p>
            <a:r>
              <a:rPr lang="de-DE" dirty="0" smtClean="0"/>
              <a:t>… Kursausfall </a:t>
            </a:r>
            <a:r>
              <a:rPr lang="de-DE" smtClean="0"/>
              <a:t>durch Krankheit</a:t>
            </a:r>
            <a:endParaRPr lang="de-DE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b Computerkurs-E1">
  <a:themeElements>
    <a:clrScheme name="Nyad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Nya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yad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3b Computerkurs-E1</Template>
  <TotalTime>0</TotalTime>
  <Words>283</Words>
  <Application>Microsoft Office PowerPoint</Application>
  <PresentationFormat>Bildschirmpräsentation (4:3)</PresentationFormat>
  <Paragraphs>34</Paragraphs>
  <Slides>4</Slides>
  <Notes>4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5" baseType="lpstr">
      <vt:lpstr>3b Computerkurs-E1</vt:lpstr>
      <vt:lpstr>Englischkurse für Kids</vt:lpstr>
      <vt:lpstr>Kindgerechte Kurse durch:</vt:lpstr>
      <vt:lpstr>Wir bieten günstige Konditionen</vt:lpstr>
      <vt:lpstr>Ihr Vorteil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Englischkurse für Kids</dc:title>
  <dc:creator>microstar</dc:creator>
  <cp:lastModifiedBy>microstar</cp:lastModifiedBy>
  <cp:revision>3</cp:revision>
  <dcterms:created xsi:type="dcterms:W3CDTF">2007-11-27T14:56:50Z</dcterms:created>
  <dcterms:modified xsi:type="dcterms:W3CDTF">2007-11-27T15:18:57Z</dcterms:modified>
</cp:coreProperties>
</file>
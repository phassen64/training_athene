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F9D28-DAF5-40C9-A112-0864BA0DFBC9}" type="datetimeFigureOut">
              <a:rPr lang="de-DE" smtClean="0"/>
              <a:pPr/>
              <a:t>04.01.2014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A4A1A-3039-4C3C-A48F-60CCB6567CD7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Kopieren und verschieben</a:t>
            </a:r>
            <a:endParaRPr lang="de-DE" dirty="0"/>
          </a:p>
        </p:txBody>
      </p:sp>
      <p:sp>
        <p:nvSpPr>
          <p:cNvPr id="7" name="Inhaltsplatzhalter 6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 smtClean="0"/>
              <a:t>Bitte weisen Sie dieser Präsentation das Design Lysithea zu.</a:t>
            </a:r>
          </a:p>
          <a:p>
            <a:r>
              <a:rPr lang="de-DE" dirty="0" smtClean="0"/>
              <a:t>Bitte öffnen Sie die Datei 8b_Beispiel Kopieren.pptx</a:t>
            </a:r>
          </a:p>
          <a:p>
            <a:r>
              <a:rPr lang="de-DE" dirty="0" smtClean="0"/>
              <a:t>Weisen Sie darin das Design Telesto zu.</a:t>
            </a:r>
          </a:p>
          <a:p>
            <a:r>
              <a:rPr lang="de-DE" dirty="0" smtClean="0"/>
              <a:t>Öffnen Sie die Zwischenablage und kopieren Sie die Folie mit dem Zitat 2.</a:t>
            </a:r>
          </a:p>
          <a:p>
            <a:r>
              <a:rPr lang="de-DE" dirty="0" smtClean="0"/>
              <a:t>Wechseln Sie zurück in diese Präsentation und fügen Sie die kopierte Folie am Ende ein. Sie soll das Zieldesgin erhalten.</a:t>
            </a:r>
          </a:p>
          <a:p>
            <a:r>
              <a:rPr lang="de-DE" dirty="0" smtClean="0"/>
              <a:t>Verschieben Sie die beiden Namen per drag &amp; drop aus dem Aufzählungstext in den Titel. Sie sollen das Format des Titels erhalten.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Zitat 1</a:t>
            </a:r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Aufpassen muss man auf Minister, die nichts ohne Geld machen können und auf Minister, die alles nur mit Geld machen wollen. (Indira Ghandi)</a:t>
            </a:r>
            <a:endParaRPr lang="de-D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118</Words>
  <Application>Microsoft Office PowerPoint</Application>
  <PresentationFormat>Bildschirmpräsentation 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5" baseType="lpstr">
      <vt:lpstr>Arial</vt:lpstr>
      <vt:lpstr>Calibri</vt:lpstr>
      <vt:lpstr>Larissa-Design</vt:lpstr>
      <vt:lpstr>Kopieren und verschieben</vt:lpstr>
      <vt:lpstr>Zitat 1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microstar</dc:creator>
  <cp:lastModifiedBy>Sandra Giebitz</cp:lastModifiedBy>
  <cp:revision>9</cp:revision>
  <dcterms:created xsi:type="dcterms:W3CDTF">2008-05-25T08:03:34Z</dcterms:created>
  <dcterms:modified xsi:type="dcterms:W3CDTF">2014-01-04T18:49:50Z</dcterms:modified>
</cp:coreProperties>
</file>
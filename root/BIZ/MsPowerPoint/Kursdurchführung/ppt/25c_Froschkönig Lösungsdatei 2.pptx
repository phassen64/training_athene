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81813" cy="100028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59" autoAdjust="0"/>
    <p:restoredTop sz="94434" autoAdjust="0"/>
  </p:normalViewPr>
  <p:slideViewPr>
    <p:cSldViewPr snapToGrid="0">
      <p:cViewPr varScale="1">
        <p:scale>
          <a:sx n="59" d="100"/>
          <a:sy n="59" d="100"/>
        </p:scale>
        <p:origin x="102" y="2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l">
              <a:defRPr sz="1300"/>
            </a:lvl1pPr>
          </a:lstStyle>
          <a:p>
            <a:r>
              <a:rPr lang="de-DE" smtClean="0"/>
              <a:t>25c_Froschkönig Lösungsdatei 2.pptx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98102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r">
              <a:defRPr sz="1300"/>
            </a:lvl1pPr>
          </a:lstStyle>
          <a:p>
            <a:fld id="{CD1E561A-320A-4CFA-AAB8-2CC777D63151}" type="datetime1">
              <a:rPr lang="de-DE" smtClean="0"/>
              <a:t>05.01.2014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98102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r">
              <a:defRPr sz="1300"/>
            </a:lvl1pPr>
          </a:lstStyle>
          <a:p>
            <a:fld id="{57E8713B-D856-4D04-AEA8-549D9D3200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1982471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l">
              <a:defRPr sz="1300"/>
            </a:lvl1pPr>
          </a:lstStyle>
          <a:p>
            <a:r>
              <a:rPr lang="de-DE" smtClean="0"/>
              <a:t>25c_Froschkönig Lösungsdatei 2.pptx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r">
              <a:defRPr sz="1300"/>
            </a:lvl1pPr>
          </a:lstStyle>
          <a:p>
            <a:fld id="{710B0E54-9907-4224-A613-5F36556FDDE3}" type="datetime1">
              <a:rPr lang="de-DE" smtClean="0"/>
              <a:t>05.01.2014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42913" y="1250950"/>
            <a:ext cx="5997575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78" tIns="48239" rIns="96478" bIns="48239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8182" y="4813866"/>
            <a:ext cx="5505450" cy="3938617"/>
          </a:xfrm>
          <a:prstGeom prst="rect">
            <a:avLst/>
          </a:prstGeom>
        </p:spPr>
        <p:txBody>
          <a:bodyPr vert="horz" lIns="96478" tIns="48239" rIns="96478" bIns="48239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98102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r">
              <a:defRPr sz="1300"/>
            </a:lvl1pPr>
          </a:lstStyle>
          <a:p>
            <a:fld id="{E2C313AA-5EEE-44B4-8A59-18B26AB5AA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4564861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C313AA-5EEE-44B4-8A59-18B26AB5AA5E}" type="slidenum">
              <a:rPr lang="de-DE" smtClean="0"/>
              <a:t>0</a:t>
            </a:fld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C6673186-FC4C-4B6B-99FC-50A31D7575DC}" type="datetime1">
              <a:rPr lang="de-DE" smtClean="0"/>
              <a:t>05.01.2014</a:t>
            </a:fld>
            <a:endParaRPr lang="de-DE"/>
          </a:p>
        </p:txBody>
      </p:sp>
      <p:sp>
        <p:nvSpPr>
          <p:cNvPr id="6" name="Kopfzeilenplatzhalt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de-DE" smtClean="0"/>
              <a:t>25c_Froschkönig Lösungsdatei 2.pptx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2973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90D2-B6A3-44D1-9586-6B4339685616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6364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EF71C-084E-4D73-8723-361EA7281A57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403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8543B-BA0E-4611-AFA8-47E2B9603C29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566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BA43C-D281-4961-97A7-4EE397FB328E}" type="datetime1">
              <a:rPr lang="de-DE" smtClean="0"/>
              <a:t>05.01.2014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8474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2313-6613-401A-825C-F3DCB1A76ADD}" type="datetime1">
              <a:rPr lang="de-DE" smtClean="0"/>
              <a:t>05.01.2014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603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72FF-6EEB-4222-98F3-E0EEA553E820}" type="datetime1">
              <a:rPr lang="de-DE" smtClean="0"/>
              <a:t>05.01.2014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5632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738C3-8B2A-4F26-80E5-E84C76DE48FE}" type="datetime1">
              <a:rPr lang="de-DE" smtClean="0"/>
              <a:t>05.01.2014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939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E94F-E54A-45CC-AD66-73027F350631}" type="datetime1">
              <a:rPr lang="de-DE" smtClean="0"/>
              <a:t>05.01.2014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9551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F6D7C-8BB8-44E2-8487-249D9F580C0D}" type="datetime1">
              <a:rPr lang="de-DE" smtClean="0"/>
              <a:t>05.01.2014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483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B05C9-2022-4B9C-91A0-E25464D1D4D3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9395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2DB68-1F0C-4B01-A9E1-DA8F75365086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6341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0"/>
          </p:nvPr>
        </p:nvSpPr>
        <p:spPr>
          <a:xfrm>
            <a:off x="359456" y="448469"/>
            <a:ext cx="8801100" cy="5961062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1565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CCCBD-1157-40C4-8047-E1E7A54BDB84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59E5C-FC9B-485A-820B-D6EDEBEE837D}" type="slidenum">
              <a:rPr lang="de-DE" smtClean="0"/>
              <a:t>‹Nr.›</a:t>
            </a:fld>
            <a:endParaRPr lang="de-DE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9775" y="513556"/>
            <a:ext cx="17240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92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6">
            <a:lumMod val="50000"/>
          </a:schemeClr>
        </a:buClr>
        <a:buSzPct val="80000"/>
        <a:buFont typeface="Wingdings" panose="05000000000000000000" pitchFamily="2" charset="2"/>
        <a:buChar char=""/>
        <a:defRPr sz="2800" kern="1200">
          <a:solidFill>
            <a:schemeClr val="tx1"/>
          </a:solidFill>
          <a:latin typeface="Bradley Hand ITC" panose="03070402050302030203" pitchFamily="66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radley Hand ITC" panose="03070402050302030203" pitchFamily="66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Bradley Hand ITC" panose="03070402050302030203" pitchFamily="66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radley Hand ITC" panose="03070402050302030203" pitchFamily="66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radley Hand ITC" panose="03070402050302030203" pitchFamily="66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Restaurant „Froschkönig“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Am Altmühlsee</a:t>
            </a:r>
          </a:p>
        </p:txBody>
      </p:sp>
    </p:spTree>
    <p:extLst>
      <p:ext uri="{BB962C8B-B14F-4D97-AF65-F5344CB8AC3E}">
        <p14:creationId xmlns:p14="http://schemas.microsoft.com/office/powerpoint/2010/main" val="1731633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Vorspeisen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 smtClean="0"/>
              <a:t>Kalte Vorspeisen</a:t>
            </a:r>
          </a:p>
          <a:p>
            <a:pPr lvl="0"/>
            <a:r>
              <a:rPr lang="de-DE" dirty="0" smtClean="0"/>
              <a:t>Warme Vorspeisen</a:t>
            </a:r>
          </a:p>
          <a:p>
            <a:pPr lvl="1"/>
            <a:r>
              <a:rPr lang="de-DE" dirty="0" smtClean="0"/>
              <a:t>Tomatensuppe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EC75A-7C32-45E5-87C1-6CDF6334F59D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9207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Hauptspeisen</a:t>
            </a:r>
            <a:endParaRPr lang="de-DE" dirty="0" smtClean="0"/>
          </a:p>
        </p:txBody>
      </p:sp>
      <p:sp>
        <p:nvSpPr>
          <p:cNvPr id="3" name="Text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 smtClean="0"/>
              <a:t>Vegetarische Gerichte</a:t>
            </a:r>
          </a:p>
          <a:p>
            <a:pPr lvl="1"/>
            <a:r>
              <a:rPr lang="de-DE" dirty="0" smtClean="0"/>
              <a:t>Käsespätzle</a:t>
            </a:r>
          </a:p>
          <a:p>
            <a:pPr lvl="0"/>
            <a:r>
              <a:rPr lang="de-DE" dirty="0" smtClean="0"/>
              <a:t>Fleischgerichte</a:t>
            </a:r>
          </a:p>
          <a:p>
            <a:pPr lvl="1"/>
            <a:r>
              <a:rPr lang="de-DE" dirty="0" smtClean="0"/>
              <a:t>Lammbraten</a:t>
            </a:r>
          </a:p>
          <a:p>
            <a:pPr lvl="0"/>
            <a:r>
              <a:rPr lang="de-DE" dirty="0" smtClean="0"/>
              <a:t>Fischgerichte</a:t>
            </a:r>
          </a:p>
          <a:p>
            <a:pPr lvl="1"/>
            <a:r>
              <a:rPr lang="de-DE" dirty="0" smtClean="0"/>
              <a:t>Frische Forelle</a:t>
            </a:r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8D344-473D-45FE-9687-A3E39096D280}" type="datetime1">
              <a:rPr lang="de-DE" smtClean="0"/>
              <a:t>05.01.2014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3233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Nachspeisen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 smtClean="0"/>
              <a:t>Eisspezialitäten</a:t>
            </a:r>
          </a:p>
          <a:p>
            <a:pPr lvl="0"/>
            <a:r>
              <a:rPr lang="de-DE" dirty="0" smtClean="0"/>
              <a:t>Gebäck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20A3A-3B70-4BAF-AC7A-D0DC4C37185A}" type="datetime1">
              <a:rPr lang="de-DE" smtClean="0"/>
              <a:t>05.01.2014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Täglich von 10 bis 22 Uhr geöffnet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9E5C-FC9B-485A-820B-D6EDEBEE837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6269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platzhalter 2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21" b="492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35931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Breitbild</PresentationFormat>
  <Paragraphs>28</Paragraphs>
  <Slides>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1" baseType="lpstr">
      <vt:lpstr>Arial</vt:lpstr>
      <vt:lpstr>Bradley Hand ITC</vt:lpstr>
      <vt:lpstr>Calibri</vt:lpstr>
      <vt:lpstr>Calibri Light</vt:lpstr>
      <vt:lpstr>Wingdings</vt:lpstr>
      <vt:lpstr>Office Theme</vt:lpstr>
      <vt:lpstr>Restaurant „Froschkönig“</vt:lpstr>
      <vt:lpstr>Vorspeisen</vt:lpstr>
      <vt:lpstr>Hauptspeisen</vt:lpstr>
      <vt:lpstr>Nachspeisen</vt:lpstr>
      <vt:lpstr>PowerPoint-Präsentation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„Froschkönig“</dc:title>
  <dc:creator>Sandra Giebitz</dc:creator>
  <cp:lastModifiedBy>Sandra Giebitz</cp:lastModifiedBy>
  <cp:revision>6</cp:revision>
  <cp:lastPrinted>2014-01-05T19:07:42Z</cp:lastPrinted>
  <dcterms:created xsi:type="dcterms:W3CDTF">2014-01-05T18:51:10Z</dcterms:created>
  <dcterms:modified xsi:type="dcterms:W3CDTF">2014-01-05T19:07:45Z</dcterms:modified>
</cp:coreProperties>
</file>
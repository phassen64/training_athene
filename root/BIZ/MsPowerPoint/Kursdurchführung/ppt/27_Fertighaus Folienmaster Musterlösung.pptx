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59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086" y="4295075"/>
            <a:ext cx="1179827" cy="15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202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792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616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5329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017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3428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9616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0633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1826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0186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7906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904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D0179-4887-4167-8A31-CD020A3947A8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9043" y="586708"/>
            <a:ext cx="688543" cy="88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6541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4">
            <a:lumMod val="60000"/>
            <a:lumOff val="40000"/>
          </a:schemeClr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Immobilia GmbH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Für eine sichere Zukunft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6908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Passivhaus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Typ C</a:t>
            </a:r>
          </a:p>
          <a:p>
            <a:pPr lvl="1"/>
            <a:r>
              <a:rPr lang="de-DE" dirty="0" smtClean="0"/>
              <a:t>Bausatzhaus</a:t>
            </a:r>
          </a:p>
          <a:p>
            <a:pPr lvl="1"/>
            <a:r>
              <a:rPr lang="de-DE" dirty="0" smtClean="0"/>
              <a:t>173 qm</a:t>
            </a:r>
          </a:p>
          <a:p>
            <a:pPr lvl="1"/>
            <a:r>
              <a:rPr lang="de-DE" dirty="0" smtClean="0"/>
              <a:t>Keller oder Bodenplatte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8842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platzhalter 2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5" b="784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84250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Passivhaus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Typ D</a:t>
            </a:r>
          </a:p>
          <a:p>
            <a:pPr lvl="1"/>
            <a:r>
              <a:rPr lang="de-DE" dirty="0" smtClean="0"/>
              <a:t>Massives Fertighaus</a:t>
            </a:r>
          </a:p>
          <a:p>
            <a:pPr lvl="1"/>
            <a:r>
              <a:rPr lang="de-DE" dirty="0" smtClean="0"/>
              <a:t>213 qm + 25 qm Garage</a:t>
            </a:r>
          </a:p>
          <a:p>
            <a:pPr lvl="1"/>
            <a:r>
              <a:rPr lang="de-DE" dirty="0" smtClean="0"/>
              <a:t>Keller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08268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4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9" b="782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16661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Immobilia GmbH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Nürnberg</a:t>
            </a:r>
          </a:p>
          <a:p>
            <a:r>
              <a:rPr lang="de-DE" dirty="0" smtClean="0"/>
              <a:t>München</a:t>
            </a:r>
          </a:p>
          <a:p>
            <a:r>
              <a:rPr lang="de-DE" dirty="0" smtClean="0"/>
              <a:t>Ulm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Seit 1965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762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Breitbild</PresentationFormat>
  <Paragraphs>17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Immobilia GmbH</vt:lpstr>
      <vt:lpstr>Passivhaus</vt:lpstr>
      <vt:lpstr>PowerPoint-Präsentation</vt:lpstr>
      <vt:lpstr>Passivhaus</vt:lpstr>
      <vt:lpstr>PowerPoint-Präsentation</vt:lpstr>
      <vt:lpstr>Immobilia GmbH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Immobilia GmbH</dc:title>
  <dc:creator>Sandra Giebitz</dc:creator>
  <cp:lastModifiedBy>Sandra Giebitz</cp:lastModifiedBy>
  <cp:revision>2</cp:revision>
  <dcterms:created xsi:type="dcterms:W3CDTF">2014-01-05T19:20:11Z</dcterms:created>
  <dcterms:modified xsi:type="dcterms:W3CDTF">2014-01-05T19:22:49Z</dcterms:modified>
</cp:coreProperties>
</file>
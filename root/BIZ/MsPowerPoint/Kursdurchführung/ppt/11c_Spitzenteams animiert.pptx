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1A0E-2341-4C05-8D15-61FB7CEC09B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DD302-9254-448D-9BB1-A39DA3471C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32105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04B1F-B21D-4029-B4AA-D124875C321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3BCF2-2F5A-4092-A587-026728ACD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24496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Design der Präsentation:</a:t>
            </a:r>
          </a:p>
          <a:p>
            <a:r>
              <a:rPr lang="de-DE" dirty="0" smtClean="0"/>
              <a:t>Standarddesign (diese Musterdatei wurde mit PP2013 und dem Standarddesign „Office Theme“ erstellt)</a:t>
            </a:r>
          </a:p>
          <a:p>
            <a:endParaRPr lang="de-DE" dirty="0" smtClean="0"/>
          </a:p>
          <a:p>
            <a:r>
              <a:rPr lang="de-DE" dirty="0" smtClean="0"/>
              <a:t>Layout der Folie 1: leer</a:t>
            </a:r>
          </a:p>
          <a:p>
            <a:endParaRPr lang="de-DE" dirty="0" smtClean="0"/>
          </a:p>
          <a:p>
            <a:r>
              <a:rPr lang="de-DE" dirty="0" smtClean="0"/>
              <a:t>Word-Art „Spitzenteams“:</a:t>
            </a:r>
            <a:r>
              <a:rPr lang="de-DE" baseline="0" dirty="0" smtClean="0"/>
              <a:t> Füllung – Orange, Akzent 2, Kontur – Akzent 2 (PP2013!)</a:t>
            </a:r>
          </a:p>
          <a:p>
            <a:endParaRPr lang="de-DE" baseline="0" dirty="0" smtClean="0"/>
          </a:p>
          <a:p>
            <a:r>
              <a:rPr lang="de-DE" baseline="0" dirty="0" smtClean="0"/>
              <a:t>Pokal: Office-Grafik, s. Ordner mit Übungsbildern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233A512-5D52-4A50-B0B1-D1F02384C220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42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Layout der Folie 2: Vergleich</a:t>
            </a:r>
          </a:p>
          <a:p>
            <a:r>
              <a:rPr lang="de-DE" dirty="0" smtClean="0"/>
              <a:t>Bilder: Office-Onlinegrafiken, s. Ordner mit Übungsbildern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2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53AACFB-37BB-4F19-9D32-6B10FCC4EE3C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31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01D0-A918-4ECF-8BDF-2B41D374666B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9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2170B-8EB4-49C2-AE9A-563DBD49F2A0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48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6004-0117-45D5-A5F5-B0656CDF7B70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72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6522-76F8-478C-BC8B-2D636A4D1F0E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8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E5899-4B89-4884-A4FA-E53817C0C6E9}" type="datetime1">
              <a:rPr lang="de-DE" smtClean="0"/>
              <a:t>05.01.2014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72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E4F3-86FE-4007-88B4-9E1A9C9CAA0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89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E899-BA4B-404F-9608-BE4A7A9322AE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7B0B-8177-4DF6-B554-5BDDD586ABBF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17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A61E-7FA6-47C6-B37A-DAE751550BD6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56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836F8-DBBE-4ACF-8012-1E5778114808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34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7EE6-DF23-4FF9-A982-D1E9D066D92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62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97140-BA38-4DD9-B7B6-1E9C2F1980F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2557093" y="1433503"/>
            <a:ext cx="4029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Spitzenteams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1" y="2571751"/>
            <a:ext cx="1714500" cy="1714500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E40E-CA90-409E-AF1B-291B8A63C0FD}" type="datetime1">
              <a:rPr lang="de-DE" smtClean="0"/>
              <a:t>05.01.2014</a:t>
            </a:fld>
            <a:endParaRPr lang="de-DE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862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Nürnberg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Süd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Andrea Meyer</a:t>
            </a:r>
          </a:p>
          <a:p>
            <a:r>
              <a:rPr lang="de-DE" dirty="0" err="1" smtClean="0"/>
              <a:t>Sevinç</a:t>
            </a:r>
            <a:r>
              <a:rPr lang="de-DE" dirty="0" smtClean="0"/>
              <a:t> Gül</a:t>
            </a:r>
          </a:p>
          <a:p>
            <a:r>
              <a:rPr lang="de-DE" dirty="0" smtClean="0"/>
              <a:t>Kevin Kraus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smtClean="0"/>
              <a:t>Nord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 smtClean="0"/>
              <a:t>Christian Baumann</a:t>
            </a:r>
          </a:p>
          <a:p>
            <a:r>
              <a:rPr lang="de-DE" dirty="0" smtClean="0"/>
              <a:t>Vladimir </a:t>
            </a:r>
            <a:r>
              <a:rPr lang="de-DE" dirty="0" err="1" smtClean="0"/>
              <a:t>Tepelev</a:t>
            </a:r>
            <a:endParaRPr lang="de-DE" dirty="0" smtClean="0"/>
          </a:p>
          <a:p>
            <a:r>
              <a:rPr lang="de-DE" dirty="0" smtClean="0"/>
              <a:t>Antonia </a:t>
            </a:r>
            <a:r>
              <a:rPr lang="de-DE" dirty="0" err="1" smtClean="0"/>
              <a:t>Osterrieder-Stanglhuber</a:t>
            </a:r>
            <a:endParaRPr lang="de-DE" dirty="0"/>
          </a:p>
        </p:txBody>
      </p:sp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112B-015F-48D5-BCAA-703163671AF0}" type="datetime1">
              <a:rPr lang="de-DE" smtClean="0"/>
              <a:t>05.01.2014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11a_Spitzenteams.pptx</a:t>
            </a:r>
            <a:endParaRPr lang="de-DE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2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79" y="4648906"/>
            <a:ext cx="1080000" cy="1440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31" y="4648906"/>
            <a:ext cx="960000" cy="14400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58" y="4648906"/>
            <a:ext cx="963967" cy="14400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85" y="4648906"/>
            <a:ext cx="963967" cy="14400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137" y="4648906"/>
            <a:ext cx="1011657" cy="14400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6" y="4648906"/>
            <a:ext cx="963967" cy="144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0645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00"/>
    </mc:Choice>
    <mc:Fallback>
      <p:transition spd="slow" advTm="2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5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</Words>
  <Application>Microsoft Office PowerPoint</Application>
  <PresentationFormat>Bildschirmpräsentation (4:3)</PresentationFormat>
  <Paragraphs>32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Nürnberg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Giebitz</dc:creator>
  <cp:lastModifiedBy>Sandra Giebitz</cp:lastModifiedBy>
  <cp:revision>8</cp:revision>
  <dcterms:created xsi:type="dcterms:W3CDTF">2014-01-05T17:12:11Z</dcterms:created>
  <dcterms:modified xsi:type="dcterms:W3CDTF">2014-01-05T17:58:15Z</dcterms:modified>
</cp:coreProperties>
</file>
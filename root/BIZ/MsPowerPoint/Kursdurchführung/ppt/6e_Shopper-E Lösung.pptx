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1" r:id="rId1"/>
  </p:sldMasterIdLst>
  <p:sldIdLst>
    <p:sldId id="261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8" name="Shap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9" name="Shape 8"/>
          <p:cNvSpPr>
            <a:spLocks noGrp="1"/>
          </p:cNvSpPr>
          <p:nvPr>
            <p:ph type="subTitle" idx="1"/>
          </p:nvPr>
        </p:nvSpPr>
        <p:spPr>
          <a:xfrm>
            <a:off x="457200" y="386476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28" name="Shape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Shape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9" name="Shape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algn="r"/>
            <a:fld id="{A08EE22A-B3A0-43AF-8804-F3C466C60DEF}" type="slidenum">
              <a:rPr lang="de-DE" smtClean="0"/>
              <a:pPr algn="r"/>
              <a:t>‹Nr.›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16636-B47F-4943-A485-B2E6E50984C0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722313" y="3295648"/>
            <a:ext cx="7772400" cy="1509712"/>
          </a:xfrm>
        </p:spPr>
        <p:txBody>
          <a:bodyPr anchor="t"/>
          <a:lstStyle>
            <a:lvl1pPr marL="32004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BC141F-B245-4D34-95A9-9DCF0C0B30E1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B82596-E874-4CFC-B356-ED62653258C8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18" name="Rounded Rectangle 17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19" name="Rounded Rectangle 18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1" name="Rectangle 20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1"/>
          </p:nvPr>
        </p:nvSpPr>
        <p:spPr>
          <a:xfrm>
            <a:off x="381000" y="220980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type="body" sz="half" idx="3"/>
          </p:nvPr>
        </p:nvSpPr>
        <p:spPr>
          <a:xfrm>
            <a:off x="4721225" y="220980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sz="quarter" idx="2"/>
          </p:nvPr>
        </p:nvSpPr>
        <p:spPr>
          <a:xfrm>
            <a:off x="381000" y="267334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Shape 5"/>
          <p:cNvSpPr>
            <a:spLocks noGrp="1"/>
          </p:cNvSpPr>
          <p:nvPr>
            <p:ph sz="quarter" idx="4"/>
          </p:nvPr>
        </p:nvSpPr>
        <p:spPr>
          <a:xfrm>
            <a:off x="4718304" y="267334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26" name="Shape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algn="l"/>
            <a:endParaRPr lang="en-US"/>
          </a:p>
        </p:txBody>
      </p:sp>
      <p:sp>
        <p:nvSpPr>
          <p:cNvPr id="27" name="Shape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algn="r"/>
            <a:fld id="{67D99C94-A231-4F29-AB14-3BD009B4F2E9}" type="slidenum">
              <a:rPr lang="de-DE" smtClean="0"/>
              <a:pPr algn="r"/>
              <a:t>‹Nr.›</a:t>
            </a:fld>
            <a:endParaRPr lang="en-US"/>
          </a:p>
        </p:txBody>
      </p:sp>
      <p:sp>
        <p:nvSpPr>
          <p:cNvPr id="28" name="Shape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6E043A2F-24B6-4DDF-9AC7-5D619493AED1}" type="slidenum">
              <a:rPr lang="de-DE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9B85C7-64C8-427A-BA70-4E92AB480886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353496" y="106680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idx="2"/>
          </p:nvPr>
        </p:nvSpPr>
        <p:spPr>
          <a:xfrm>
            <a:off x="5353496" y="1938337"/>
            <a:ext cx="3383280" cy="4690872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Shape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11750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217C3-FA6D-435F-8447-BADFAF18484A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Shap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hap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BD160-045E-4E4E-BD55-F12872FB5794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BD0FA-6513-4019-BCD1-8F5720BA7863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lang="de-DE" smtClean="0"/>
              <a:t>Titel durch Klicken hinzufügen</a:t>
            </a:r>
            <a:endParaRPr lang="en-US" dirty="0"/>
          </a:p>
        </p:txBody>
      </p:sp>
      <p:sp>
        <p:nvSpPr>
          <p:cNvPr id="3" name="Shape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Shap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hap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hap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6BEC6-C6BD-43C4-8EE3-BB0050913963}" type="slidenum">
              <a:rPr lang="de-DE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9CFE6-4C2E-4D53-A255-E71EC2D703AA}" type="slidenum">
              <a:rPr lang="de-DE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/>
          </a:p>
        </p:txBody>
      </p:sp>
      <p:sp>
        <p:nvSpPr>
          <p:cNvPr id="22" name="Rectangle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13" name="Rectangle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4" name="Rectangle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>
              <a:defRPr sz="800">
                <a:solidFill>
                  <a:schemeClr val="accent2"/>
                </a:solidFill>
              </a:defRPr>
            </a:lvl1pPr>
          </a:lstStyle>
          <a:p>
            <a:pPr algn="l"/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3" name="Rectangle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>
              <a:defRPr sz="800">
                <a:solidFill>
                  <a:schemeClr val="accent2"/>
                </a:solidFill>
              </a:defRPr>
            </a:lvl1pPr>
          </a:lstStyle>
          <a:p>
            <a:pPr algn="r"/>
            <a:endParaRPr lang="en-US" sz="800" dirty="0">
              <a:solidFill>
                <a:schemeClr val="accent2"/>
              </a:solidFill>
            </a:endParaRPr>
          </a:p>
        </p:txBody>
      </p:sp>
      <p:sp>
        <p:nvSpPr>
          <p:cNvPr id="23" name="Rectangle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pPr algn="r"/>
            <a:fld id="{49D34540-56BE-4D93-8BCD-966C1E91914E}" type="slidenum">
              <a:rPr lang="de-DE" smtClean="0"/>
              <a:pPr algn="r"/>
              <a:t>‹Nr.›</a:t>
            </a:fld>
            <a:endParaRPr lang="en-US" sz="18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  <p:sldLayoutId id="2147483843" r:id="rId12"/>
  </p:sldLayoutIdLst>
  <p:txStyles>
    <p:titleStyle>
      <a:lvl1pPr algn="l" rtl="0" eaLnBrk="1" latinLnBrk="0" hangingPunct="1"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3200" dirty="0"/>
              <a:t>Unser neustes Spitzenprodukt:</a:t>
            </a:r>
            <a:br>
              <a:rPr lang="de-DE" sz="3200" dirty="0"/>
            </a:br>
            <a:r>
              <a:rPr lang="de-DE" sz="3200" dirty="0"/>
              <a:t>Das Citybike „Shopper“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ist neu am „Shopper“?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57356" y="2714620"/>
            <a:ext cx="4214842" cy="2286016"/>
          </a:xfrm>
        </p:spPr>
        <p:txBody>
          <a:bodyPr>
            <a:normAutofit/>
          </a:bodyPr>
          <a:lstStyle/>
          <a:p>
            <a:r>
              <a:rPr lang="de-DE" sz="2400" dirty="0"/>
              <a:t>7-Gang-Nabenschaltung mit Rücktrittbremse</a:t>
            </a:r>
          </a:p>
          <a:p>
            <a:r>
              <a:rPr lang="de-DE" sz="2400" dirty="0" smtClean="0"/>
              <a:t>Standlichtautomatik </a:t>
            </a:r>
            <a:r>
              <a:rPr lang="de-DE" sz="2400" dirty="0"/>
              <a:t>für Vorder- und Rücklicht</a:t>
            </a:r>
          </a:p>
          <a:p>
            <a:r>
              <a:rPr lang="de-DE" sz="2400" dirty="0" smtClean="0"/>
              <a:t>Nabendynamo</a:t>
            </a:r>
            <a:endParaRPr lang="de-DE" sz="240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Kundenwünsche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Multifunktioneller Einsatz auf der Straße und im Gelände</a:t>
            </a:r>
          </a:p>
          <a:p>
            <a:r>
              <a:rPr lang="de-DE"/>
              <a:t>Optimale ergonomische Anpassungsmöglichkeiten</a:t>
            </a:r>
          </a:p>
          <a:p>
            <a:r>
              <a:rPr lang="de-DE"/>
              <a:t>Ausgewogenes Preis-Leistungs-Verhältnis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Neue Marketingstrategie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de-DE"/>
              <a:t>Neue Werbemöglichkeiten erschließen</a:t>
            </a:r>
          </a:p>
          <a:p>
            <a:pPr lvl="1"/>
            <a:r>
              <a:rPr lang="de-DE"/>
              <a:t>Fachzeitschriften</a:t>
            </a:r>
          </a:p>
          <a:p>
            <a:pPr lvl="2"/>
            <a:r>
              <a:rPr lang="de-DE"/>
              <a:t>Regional</a:t>
            </a:r>
          </a:p>
          <a:p>
            <a:pPr lvl="2"/>
            <a:r>
              <a:rPr lang="de-DE"/>
              <a:t>Überregional</a:t>
            </a:r>
          </a:p>
          <a:p>
            <a:pPr lvl="1"/>
            <a:r>
              <a:rPr lang="de-DE"/>
              <a:t>Regionale Tageszeitungen</a:t>
            </a:r>
          </a:p>
          <a:p>
            <a:pPr lvl="2"/>
            <a:r>
              <a:rPr lang="de-DE"/>
              <a:t>Sondereinlagen</a:t>
            </a:r>
          </a:p>
        </p:txBody>
      </p:sp>
    </p:spTree>
  </p:cSld>
  <p:clrMapOvr>
    <a:masterClrMapping/>
  </p:clrMapOvr>
  <p:transition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hea">
  <a:themeElements>
    <a:clrScheme name="Rhea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Rhea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Rhea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100000" r="280000" b="28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r="280000" b="28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0</TotalTime>
  <Words>45</Words>
  <Application>Microsoft Office PowerPoint</Application>
  <PresentationFormat>Bildschirmpräsentation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5" baseType="lpstr">
      <vt:lpstr>Rhea</vt:lpstr>
      <vt:lpstr>Unser neustes Spitzenprodukt: Das Citybike „Shopper“</vt:lpstr>
      <vt:lpstr>Was ist neu am „Shopper“?</vt:lpstr>
      <vt:lpstr>Kundenwünsche</vt:lpstr>
      <vt:lpstr>Neue Marketingstrategie</vt:lpstr>
    </vt:vector>
  </TitlesOfParts>
  <Company>HERDT Verlag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Unser neustes Spizenprodukt: Das Citybike „Shopper“</dc:title>
  <dc:creator>Tina Wegener</dc:creator>
  <cp:lastModifiedBy>microstar</cp:lastModifiedBy>
  <cp:revision>9</cp:revision>
  <dcterms:created xsi:type="dcterms:W3CDTF">2003-09-02T12:54:06Z</dcterms:created>
  <dcterms:modified xsi:type="dcterms:W3CDTF">2007-11-28T15:23:08Z</dcterms:modified>
</cp:coreProperties>
</file>
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62500" autoAdjust="0"/>
  </p:normalViewPr>
  <p:slideViewPr>
    <p:cSldViewPr>
      <p:cViewPr varScale="1">
        <p:scale>
          <a:sx n="45" d="100"/>
          <a:sy n="45" d="100"/>
        </p:scale>
        <p:origin x="-123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59A7C4-4344-493E-9666-C879B96DCEF3}" type="datetimeFigureOut">
              <a:rPr lang="de-DE" smtClean="0"/>
              <a:t>15.11.2007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5F8131-F6E5-4625-95F1-190F38905590}" type="slidenum">
              <a:rPr lang="de-DE" smtClean="0"/>
              <a:t>‹Nr.›</a:t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de-DE" dirty="0" smtClean="0"/>
              <a:t>Übung aus dem Lehrbuch</a:t>
            </a:r>
            <a:r>
              <a:rPr lang="de-DE" baseline="0" dirty="0" smtClean="0"/>
              <a:t> (3.9):</a:t>
            </a:r>
          </a:p>
          <a:p>
            <a:endParaRPr lang="de-DE" baseline="0" dirty="0" smtClean="0"/>
          </a:p>
          <a:p>
            <a:r>
              <a:rPr lang="de-DE" dirty="0" smtClean="0"/>
              <a:t>Bitte erzeugen</a:t>
            </a:r>
            <a:r>
              <a:rPr lang="de-DE" baseline="0" dirty="0" smtClean="0"/>
              <a:t> Sie eine neue leere Präsentation.</a:t>
            </a:r>
          </a:p>
          <a:p>
            <a:r>
              <a:rPr lang="de-DE" baseline="0" dirty="0" smtClean="0"/>
              <a:t>Fügen Sie zwei weitere Folien mit dem Folienlayout Titel und Inhalt und eine Folie mit dem Layout Zwei Inhalte ein.</a:t>
            </a:r>
          </a:p>
          <a:p>
            <a:r>
              <a:rPr lang="de-DE" baseline="0" dirty="0" smtClean="0"/>
              <a:t>Weisen Sie den Folien ein beliebiges Design zu, z.B. Nyad.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5F8131-F6E5-4625-95F1-190F38905590}" type="slidenum">
              <a:rPr lang="de-DE" smtClean="0"/>
              <a:t>1</a:t>
            </a:fld>
            <a:endParaRPr lang="de-DE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de-DE" dirty="0" smtClean="0"/>
              <a:t>Geben Sie den aus den Abbildungen ersichtlichen</a:t>
            </a:r>
            <a:r>
              <a:rPr lang="de-DE" baseline="0" dirty="0" smtClean="0"/>
              <a:t> Text in die Platzhalter ein.</a:t>
            </a:r>
          </a:p>
          <a:p>
            <a:r>
              <a:rPr lang="de-DE" baseline="0" dirty="0" smtClean="0"/>
              <a:t>Übernehmen Sie dabei die von der Autokorrektur vorgeschlagene Textanpassung an den Platzhalter.</a:t>
            </a:r>
          </a:p>
          <a:p>
            <a:r>
              <a:rPr lang="de-DE" baseline="0" dirty="0" smtClean="0"/>
              <a:t>Speichern Sie die Präsentation unter dem Namen Computerkurs-E1.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5F8131-F6E5-4625-95F1-190F38905590}" type="slidenum">
              <a:rPr lang="de-DE" smtClean="0"/>
              <a:t>2</a:t>
            </a:fld>
            <a:endParaRPr lang="de-DE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de-DE" dirty="0" smtClean="0"/>
              <a:t>Sie möchten die</a:t>
            </a:r>
            <a:r>
              <a:rPr lang="de-DE" baseline="0" dirty="0" smtClean="0"/>
              <a:t> Überschrift auf Folie 2 aussagekräftiger gestalten und ändern den Text in </a:t>
            </a:r>
            <a:r>
              <a:rPr lang="de-DE" i="1" baseline="0" dirty="0" smtClean="0"/>
              <a:t>Kindgerechte Kurse durch ein professionelles Konzept:</a:t>
            </a:r>
            <a:r>
              <a:rPr lang="de-DE" i="0" baseline="0" dirty="0" smtClean="0"/>
              <a:t> </a:t>
            </a:r>
            <a:endParaRPr lang="de-DE" i="0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5F8131-F6E5-4625-95F1-190F38905590}" type="slidenum">
              <a:rPr lang="de-DE" smtClean="0"/>
              <a:t>3</a:t>
            </a:fld>
            <a:endParaRPr lang="de-DE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de-DE" dirty="0" smtClean="0"/>
              <a:t>Da die Preise</a:t>
            </a:r>
            <a:r>
              <a:rPr lang="de-DE" baseline="0" dirty="0" smtClean="0"/>
              <a:t> noch nicht endgültig feststehen, entscheiden Sie sich, die Folie 3 zu löschen.</a:t>
            </a:r>
          </a:p>
          <a:p>
            <a:r>
              <a:rPr lang="de-DE" baseline="0" dirty="0" smtClean="0"/>
              <a:t>Speichern Sie die Präsentation unter dem  neuen Namen Computerkurs-E2.</a:t>
            </a:r>
          </a:p>
          <a:p>
            <a:r>
              <a:rPr lang="de-DE" baseline="0" dirty="0" smtClean="0"/>
              <a:t>Schließen Sie die Präsentationen.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5F8131-F6E5-4625-95F1-190F38905590}" type="slidenum">
              <a:rPr lang="de-DE" smtClean="0"/>
              <a:t>4</a:t>
            </a:fld>
            <a:endParaRPr lang="de-DE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el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de-DE" smtClean="0"/>
              <a:t>Titelmasterformat durch Klicken bearbeiten</a:t>
            </a:r>
            <a:endParaRPr kumimoji="0" lang="en-US"/>
          </a:p>
        </p:txBody>
      </p:sp>
      <p:sp>
        <p:nvSpPr>
          <p:cNvPr id="22" name="Untertitel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de-DE" smtClean="0"/>
              <a:t>Formatvorlage des Untertitelmasters durch Klicken bearbeiten</a:t>
            </a:r>
            <a:endParaRPr kumimoji="0" lang="en-US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461B729-02C4-4B6D-8515-809B81B91645}" type="datetimeFigureOut">
              <a:rPr lang="de-DE" smtClean="0"/>
              <a:pPr/>
              <a:t>15.11.2007</a:t>
            </a:fld>
            <a:endParaRPr lang="de-DE"/>
          </a:p>
        </p:txBody>
      </p:sp>
      <p:sp>
        <p:nvSpPr>
          <p:cNvPr id="20" name="Fußzeilenplatzhalt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de-DE"/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1F495C7-4F3C-4ED9-8CFF-8CCDF21999E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8" name="Ellipse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Ellipse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de-DE" smtClean="0"/>
              <a:t>Titelmasterformat durch Klicken bearbeiten</a:t>
            </a:r>
            <a:endParaRPr kumimoji="0"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de-DE" smtClean="0"/>
              <a:t>Textmasterformate durch Klicken bearbeiten</a:t>
            </a:r>
          </a:p>
          <a:p>
            <a:pPr lvl="1" eaLnBrk="1" latinLnBrk="0" hangingPunct="1"/>
            <a:r>
              <a:rPr lang="de-DE" smtClean="0"/>
              <a:t>Zweite Ebene</a:t>
            </a:r>
          </a:p>
          <a:p>
            <a:pPr lvl="2" eaLnBrk="1" latinLnBrk="0" hangingPunct="1"/>
            <a:r>
              <a:rPr lang="de-DE" smtClean="0"/>
              <a:t>Dritte Ebene</a:t>
            </a:r>
          </a:p>
          <a:p>
            <a:pPr lvl="3" eaLnBrk="1" latinLnBrk="0" hangingPunct="1"/>
            <a:r>
              <a:rPr lang="de-DE" smtClean="0"/>
              <a:t>Vierte Ebene</a:t>
            </a:r>
          </a:p>
          <a:p>
            <a:pPr lvl="4" eaLnBrk="1" latinLnBrk="0" hangingPunct="1"/>
            <a:r>
              <a:rPr lang="de-DE" smtClean="0"/>
              <a:t>Fünfte Ebene</a:t>
            </a:r>
            <a:endParaRPr kumimoji="0"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461B729-02C4-4B6D-8515-809B81B91645}" type="datetimeFigureOut">
              <a:rPr lang="de-DE" smtClean="0"/>
              <a:pPr/>
              <a:t>15.11.2007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1F495C7-4F3C-4ED9-8CFF-8CCDF21999EA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de-DE" smtClean="0"/>
              <a:t>Titelmasterformat durch Klicken bearbeiten</a:t>
            </a:r>
            <a:endParaRPr kumimoji="0"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de-DE" smtClean="0"/>
              <a:t>Textmasterformate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461B729-02C4-4B6D-8515-809B81B91645}" type="datetimeFigureOut">
              <a:rPr lang="de-DE" smtClean="0"/>
              <a:pPr/>
              <a:t>15.11.2007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1F495C7-4F3C-4ED9-8CFF-8CCDF21999E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0" name="Rechteck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Ellipse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Ellipse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>
            <a:extLst/>
          </a:lstStyle>
          <a:p>
            <a:r>
              <a:rPr kumimoji="0" lang="de-DE" smtClean="0"/>
              <a:t>Titelmasterformat durch Klicken bearbeiten</a:t>
            </a:r>
            <a:endParaRPr kumimoji="0" lang="en-US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de-DE" smtClean="0"/>
              <a:t>Textmasterformate durch Klicken bearbeiten</a:t>
            </a:r>
          </a:p>
          <a:p>
            <a:pPr lvl="1" eaLnBrk="1" latinLnBrk="0" hangingPunct="1"/>
            <a:r>
              <a:rPr lang="de-DE" smtClean="0"/>
              <a:t>Zweite Ebene</a:t>
            </a:r>
          </a:p>
          <a:p>
            <a:pPr lvl="2" eaLnBrk="1" latinLnBrk="0" hangingPunct="1"/>
            <a:r>
              <a:rPr lang="de-DE" smtClean="0"/>
              <a:t>Dritte Ebene</a:t>
            </a:r>
          </a:p>
          <a:p>
            <a:pPr lvl="3" eaLnBrk="1" latinLnBrk="0" hangingPunct="1"/>
            <a:r>
              <a:rPr lang="de-DE" smtClean="0"/>
              <a:t>Vierte Ebene</a:t>
            </a:r>
          </a:p>
          <a:p>
            <a:pPr lvl="4" eaLnBrk="1" latinLnBrk="0" hangingPunct="1"/>
            <a:r>
              <a:rPr lang="de-DE" smtClean="0"/>
              <a:t>Fünfte Ebene</a:t>
            </a:r>
            <a:endParaRPr kumimoji="0" lang="en-US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de-DE" smtClean="0"/>
              <a:t>Textmasterformate durch Klicken bearbeiten</a:t>
            </a:r>
          </a:p>
          <a:p>
            <a:pPr lvl="1" eaLnBrk="1" latinLnBrk="0" hangingPunct="1"/>
            <a:r>
              <a:rPr lang="de-DE" smtClean="0"/>
              <a:t>Zweite Ebene</a:t>
            </a:r>
          </a:p>
          <a:p>
            <a:pPr lvl="2" eaLnBrk="1" latinLnBrk="0" hangingPunct="1"/>
            <a:r>
              <a:rPr lang="de-DE" smtClean="0"/>
              <a:t>Dritte Ebene</a:t>
            </a:r>
          </a:p>
          <a:p>
            <a:pPr lvl="3" eaLnBrk="1" latinLnBrk="0" hangingPunct="1"/>
            <a:r>
              <a:rPr lang="de-DE" smtClean="0"/>
              <a:t>Vierte Ebene</a:t>
            </a:r>
          </a:p>
          <a:p>
            <a:pPr lvl="4" eaLnBrk="1" latinLnBrk="0" hangingPunct="1"/>
            <a:r>
              <a:rPr lang="de-DE" smtClean="0"/>
              <a:t>Fünfte Ebene</a:t>
            </a:r>
            <a:endParaRPr kumimoji="0" lang="en-US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461B729-02C4-4B6D-8515-809B81B91645}" type="datetimeFigureOut">
              <a:rPr lang="de-DE" smtClean="0"/>
              <a:pPr/>
              <a:t>15.11.2007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1F495C7-4F3C-4ED9-8CFF-8CCDF21999EA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de-DE" smtClean="0"/>
              <a:t>Titelmasterformat durch Klicken bearbeiten</a:t>
            </a:r>
            <a:endParaRPr kumimoji="0"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de-DE" smtClean="0"/>
              <a:t>Textmasterformate durch Klicken bearbeiten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de-DE" smtClean="0"/>
              <a:t>Textmasterformate durch Klicken bearbeiten</a:t>
            </a:r>
          </a:p>
        </p:txBody>
      </p:sp>
      <p:sp>
        <p:nvSpPr>
          <p:cNvPr id="5" name="Inhaltsplatzhalt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de-DE" smtClean="0"/>
              <a:t>Textmasterformate durch Klicken bearbeiten</a:t>
            </a:r>
          </a:p>
          <a:p>
            <a:pPr lvl="1" eaLnBrk="1" latinLnBrk="0" hangingPunct="1"/>
            <a:r>
              <a:rPr lang="de-DE" smtClean="0"/>
              <a:t>Zweite Ebene</a:t>
            </a:r>
          </a:p>
          <a:p>
            <a:pPr lvl="2" eaLnBrk="1" latinLnBrk="0" hangingPunct="1"/>
            <a:r>
              <a:rPr lang="de-DE" smtClean="0"/>
              <a:t>Dritte Ebene</a:t>
            </a:r>
          </a:p>
          <a:p>
            <a:pPr lvl="3" eaLnBrk="1" latinLnBrk="0" hangingPunct="1"/>
            <a:r>
              <a:rPr lang="de-DE" smtClean="0"/>
              <a:t>Vierte Ebene</a:t>
            </a:r>
          </a:p>
          <a:p>
            <a:pPr lvl="4" eaLnBrk="1" latinLnBrk="0" hangingPunct="1"/>
            <a:r>
              <a:rPr lang="de-DE" smtClean="0"/>
              <a:t>Fünfte Ebene</a:t>
            </a:r>
            <a:endParaRPr kumimoji="0" lang="en-US"/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de-DE" smtClean="0"/>
              <a:t>Textmasterformate durch Klicken bearbeiten</a:t>
            </a:r>
          </a:p>
          <a:p>
            <a:pPr lvl="1" eaLnBrk="1" latinLnBrk="0" hangingPunct="1"/>
            <a:r>
              <a:rPr lang="de-DE" smtClean="0"/>
              <a:t>Zweite Ebene</a:t>
            </a:r>
          </a:p>
          <a:p>
            <a:pPr lvl="2" eaLnBrk="1" latinLnBrk="0" hangingPunct="1"/>
            <a:r>
              <a:rPr lang="de-DE" smtClean="0"/>
              <a:t>Dritte Ebene</a:t>
            </a:r>
          </a:p>
          <a:p>
            <a:pPr lvl="3" eaLnBrk="1" latinLnBrk="0" hangingPunct="1"/>
            <a:r>
              <a:rPr lang="de-DE" smtClean="0"/>
              <a:t>Vierte Ebene</a:t>
            </a:r>
          </a:p>
          <a:p>
            <a:pPr lvl="4" eaLnBrk="1" latinLnBrk="0" hangingPunct="1"/>
            <a:r>
              <a:rPr lang="de-DE" smtClean="0"/>
              <a:t>Fünfte Ebene</a:t>
            </a:r>
            <a:endParaRPr kumimoji="0" lang="en-US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461B729-02C4-4B6D-8515-809B81B91645}" type="datetimeFigureOut">
              <a:rPr lang="de-DE" smtClean="0"/>
              <a:pPr/>
              <a:t>15.11.2007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1F495C7-4F3C-4ED9-8CFF-8CCDF21999EA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>
            <a:extLst/>
          </a:lstStyle>
          <a:p>
            <a:r>
              <a:rPr kumimoji="0" lang="de-DE" smtClean="0"/>
              <a:t>Titelmasterformat durch Klicken bearbeiten</a:t>
            </a:r>
            <a:endParaRPr kumimoji="0"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461B729-02C4-4B6D-8515-809B81B91645}" type="datetimeFigureOut">
              <a:rPr lang="de-DE" smtClean="0"/>
              <a:pPr/>
              <a:t>15.11.2007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1F495C7-4F3C-4ED9-8CFF-8CCDF21999EA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461B729-02C4-4B6D-8515-809B81B91645}" type="datetimeFigureOut">
              <a:rPr lang="de-DE" smtClean="0"/>
              <a:pPr/>
              <a:t>15.11.2007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1F495C7-4F3C-4ED9-8CFF-8CCDF21999E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6" name="Rechteck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de-DE" smtClean="0"/>
              <a:t>Titelmasterformat durch Klicken bearbeiten</a:t>
            </a:r>
            <a:endParaRPr kumimoji="0"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de-DE" smtClean="0"/>
              <a:t>Textmasterformate durch Klicken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de-DE" smtClean="0"/>
              <a:t>Textmasterformate durch Klicken bearbeiten</a:t>
            </a:r>
          </a:p>
          <a:p>
            <a:pPr lvl="1" eaLnBrk="1" latinLnBrk="0" hangingPunct="1"/>
            <a:r>
              <a:rPr lang="de-DE" smtClean="0"/>
              <a:t>Zweite Ebene</a:t>
            </a:r>
          </a:p>
          <a:p>
            <a:pPr lvl="2" eaLnBrk="1" latinLnBrk="0" hangingPunct="1"/>
            <a:r>
              <a:rPr lang="de-DE" smtClean="0"/>
              <a:t>Dritte Ebene</a:t>
            </a:r>
          </a:p>
          <a:p>
            <a:pPr lvl="3" eaLnBrk="1" latinLnBrk="0" hangingPunct="1"/>
            <a:r>
              <a:rPr lang="de-DE" smtClean="0"/>
              <a:t>Vierte Ebene</a:t>
            </a:r>
          </a:p>
          <a:p>
            <a:pPr lvl="4" eaLnBrk="1" latinLnBrk="0" hangingPunct="1"/>
            <a:r>
              <a:rPr lang="de-DE" smtClean="0"/>
              <a:t>Fünfte Ebene</a:t>
            </a:r>
            <a:endParaRPr kumimoji="0" lang="en-US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461B729-02C4-4B6D-8515-809B81B91645}" type="datetimeFigureOut">
              <a:rPr lang="de-DE" smtClean="0"/>
              <a:pPr/>
              <a:t>15.11.2007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1F495C7-4F3C-4ED9-8CFF-8CCDF21999EA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de-DE" smtClean="0"/>
              <a:t>Titelmasterformat durch Klicken bearbeiten</a:t>
            </a:r>
            <a:endParaRPr kumimoji="0" lang="en-US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461B729-02C4-4B6D-8515-809B81B91645}" type="datetimeFigureOut">
              <a:rPr lang="de-DE" smtClean="0"/>
              <a:pPr/>
              <a:t>15.11.2007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1F495C7-4F3C-4ED9-8CFF-8CCDF21999E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8" name="Rechteck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>
            <a:extLst/>
          </a:lstStyle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de-DE" smtClean="0"/>
              <a:t>Bild durch Klicken auf Symbol hinzufügen</a:t>
            </a:r>
            <a:endParaRPr kumimoji="0" lang="en-US" dirty="0"/>
          </a:p>
        </p:txBody>
      </p:sp>
      <p:sp>
        <p:nvSpPr>
          <p:cNvPr id="9" name="Flussdiagramm: Proz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Flussdiagramm: Proz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de-DE" smtClean="0"/>
              <a:t>Textmasterformate durch Klicken bearbeiten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de-DE" smtClean="0"/>
              <a:t>Titelmasterformat durch Klicken bearbeiten</a:t>
            </a:r>
            <a:endParaRPr kumimoji="0" lang="en-US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de-DE" smtClean="0"/>
              <a:t>Textmasterformate durch Klicken bearbeiten</a:t>
            </a:r>
          </a:p>
          <a:p>
            <a:pPr lvl="1" eaLnBrk="1" latinLnBrk="0" hangingPunct="1"/>
            <a:r>
              <a:rPr lang="de-DE" smtClean="0"/>
              <a:t>Zweite Ebene</a:t>
            </a:r>
          </a:p>
          <a:p>
            <a:pPr lvl="2" eaLnBrk="1" latinLnBrk="0" hangingPunct="1"/>
            <a:r>
              <a:rPr lang="de-DE" smtClean="0"/>
              <a:t>Dritte Ebene</a:t>
            </a:r>
          </a:p>
          <a:p>
            <a:pPr lvl="3" eaLnBrk="1" latinLnBrk="0" hangingPunct="1"/>
            <a:r>
              <a:rPr lang="de-DE" smtClean="0"/>
              <a:t>Vierte Ebene</a:t>
            </a:r>
          </a:p>
          <a:p>
            <a:pPr lvl="4" eaLnBrk="1" latinLnBrk="0" hangingPunct="1"/>
            <a:r>
              <a:rPr lang="de-DE" smtClean="0"/>
              <a:t>Fünfte Ebene</a:t>
            </a:r>
            <a:endParaRPr kumimoji="0"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461B729-02C4-4B6D-8515-809B81B91645}" type="datetimeFigureOut">
              <a:rPr lang="de-DE" smtClean="0"/>
              <a:pPr/>
              <a:t>15.11.2007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1F495C7-4F3C-4ED9-8CFF-8CCDF21999EA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>
            <a:extLst/>
          </a:lstStyle>
          <a:p>
            <a:r>
              <a:rPr kumimoji="0" lang="de-DE" smtClean="0"/>
              <a:t>Titelmasterformat durch Klicken bearbeiten</a:t>
            </a:r>
            <a:endParaRPr kumimoji="0" lang="en-US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de-DE" smtClean="0"/>
              <a:t>Textmasterformate durch Klicken bearbeiten</a:t>
            </a:r>
          </a:p>
          <a:p>
            <a:pPr lvl="1" eaLnBrk="1" latinLnBrk="0" hangingPunct="1"/>
            <a:r>
              <a:rPr lang="de-DE" smtClean="0"/>
              <a:t>Zweite Ebene</a:t>
            </a:r>
          </a:p>
          <a:p>
            <a:pPr lvl="2" eaLnBrk="1" latinLnBrk="0" hangingPunct="1"/>
            <a:r>
              <a:rPr lang="de-DE" smtClean="0"/>
              <a:t>Dritte Ebene</a:t>
            </a:r>
          </a:p>
          <a:p>
            <a:pPr lvl="3" eaLnBrk="1" latinLnBrk="0" hangingPunct="1"/>
            <a:r>
              <a:rPr lang="de-DE" smtClean="0"/>
              <a:t>Vierte Ebene</a:t>
            </a:r>
          </a:p>
          <a:p>
            <a:pPr lvl="4" eaLnBrk="1" latinLnBrk="0" hangingPunct="1"/>
            <a:r>
              <a:rPr lang="de-DE" smtClean="0"/>
              <a:t>Fünfte Ebene</a:t>
            </a:r>
            <a:endParaRPr kumimoji="0"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461B729-02C4-4B6D-8515-809B81B91645}" type="datetimeFigureOut">
              <a:rPr lang="de-DE" smtClean="0"/>
              <a:pPr/>
              <a:t>15.11.2007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1F495C7-4F3C-4ED9-8CFF-8CCDF21999EA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ort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Ellipse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Rad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Rechteck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Titelplatzhalt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extLst/>
          </a:lstStyle>
          <a:p>
            <a:r>
              <a:rPr kumimoji="0" lang="de-DE" smtClean="0"/>
              <a:t>Titelmasterformat durch Klicken bearbeiten</a:t>
            </a:r>
            <a:endParaRPr kumimoji="0" lang="en-US"/>
          </a:p>
        </p:txBody>
      </p:sp>
      <p:sp>
        <p:nvSpPr>
          <p:cNvPr id="9" name="Textplatzhalt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de-DE" smtClean="0"/>
              <a:t>Textmasterformate durch Klicken bearbeiten</a:t>
            </a:r>
          </a:p>
          <a:p>
            <a:pPr lvl="1" eaLnBrk="1" latinLnBrk="0" hangingPunct="1"/>
            <a:r>
              <a:rPr kumimoji="0" lang="de-DE" smtClean="0"/>
              <a:t>Zweite Ebene</a:t>
            </a:r>
          </a:p>
          <a:p>
            <a:pPr lvl="2" eaLnBrk="1" latinLnBrk="0" hangingPunct="1"/>
            <a:r>
              <a:rPr kumimoji="0" lang="de-DE" smtClean="0"/>
              <a:t>Dritte Ebene</a:t>
            </a:r>
          </a:p>
          <a:p>
            <a:pPr lvl="3" eaLnBrk="1" latinLnBrk="0" hangingPunct="1"/>
            <a:r>
              <a:rPr kumimoji="0" lang="de-DE" smtClean="0"/>
              <a:t>Vierte Ebene</a:t>
            </a:r>
          </a:p>
          <a:p>
            <a:pPr lvl="4" eaLnBrk="1" latinLnBrk="0" hangingPunct="1"/>
            <a:r>
              <a:rPr kumimoji="0" lang="de-DE" smtClean="0"/>
              <a:t>Fünfte Ebene</a:t>
            </a:r>
            <a:endParaRPr kumimoji="0" lang="en-US"/>
          </a:p>
        </p:txBody>
      </p:sp>
      <p:sp>
        <p:nvSpPr>
          <p:cNvPr id="24" name="Datumsplatzhalt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C461B729-02C4-4B6D-8515-809B81B91645}" type="datetimeFigureOut">
              <a:rPr lang="de-DE" smtClean="0"/>
              <a:pPr/>
              <a:t>15.11.2007</a:t>
            </a:fld>
            <a:endParaRPr lang="de-DE"/>
          </a:p>
        </p:txBody>
      </p:sp>
      <p:sp>
        <p:nvSpPr>
          <p:cNvPr id="10" name="Fußzeilenplatzhalt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de-DE"/>
          </a:p>
        </p:txBody>
      </p:sp>
      <p:sp>
        <p:nvSpPr>
          <p:cNvPr id="22" name="Foliennummernplatzhalt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E1F495C7-4F3C-4ED9-8CFF-8CCDF21999E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5" name="Rechteck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 smtClean="0"/>
              <a:t>Computerkurse für Kids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 smtClean="0"/>
              <a:t>Kurse für Kinder und Jugendliche von 4 – 14 Jahren</a:t>
            </a:r>
            <a:endParaRPr lang="de-DE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Kindgerechte Kurse durch: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smtClean="0"/>
              <a:t>Pädagogisch geschulte Trainerinnen und Trainer</a:t>
            </a:r>
          </a:p>
          <a:p>
            <a:r>
              <a:rPr lang="de-DE" dirty="0" smtClean="0"/>
              <a:t>Speziell für die unterschiedlichen Altersstufen aufbereitetes Schulungsmaterial</a:t>
            </a:r>
          </a:p>
          <a:p>
            <a:r>
              <a:rPr lang="de-DE" dirty="0" smtClean="0"/>
              <a:t>Auf die Konzentrationsfähigkeit von Kindern abgestimmte Kurszeiten</a:t>
            </a:r>
            <a:endParaRPr lang="de-DE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Wir bieten günstige Konditionen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smtClean="0"/>
              <a:t>50.- € monatliche Kursgebühr bei einer Zeitstunde Unterricht je Woche</a:t>
            </a:r>
          </a:p>
          <a:p>
            <a:r>
              <a:rPr lang="de-DE" dirty="0" smtClean="0"/>
              <a:t>Ermäßigung der Kursgebühr um 25% ab dem zweiten Kind</a:t>
            </a:r>
            <a:endParaRPr lang="de-DE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Ihr Vorteil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de-DE" dirty="0" smtClean="0"/>
              <a:t>Alle ausgefallenen Stunden können nachgeholt werden! Dies gilt z.B. für…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de-DE" dirty="0" smtClean="0"/>
              <a:t>… Kursstunden, die durch Ferien entfallen</a:t>
            </a:r>
          </a:p>
          <a:p>
            <a:r>
              <a:rPr lang="de-DE" dirty="0" smtClean="0"/>
              <a:t>… Kursausfall </a:t>
            </a:r>
            <a:r>
              <a:rPr lang="de-DE" smtClean="0"/>
              <a:t>durch Krankheit</a:t>
            </a:r>
            <a:endParaRPr lang="de-DE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Nyad">
  <a:themeElements>
    <a:clrScheme name="Nyad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Nyad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Nyad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0</TotalTime>
  <Words>229</Words>
  <Application>Microsoft Office PowerPoint</Application>
  <PresentationFormat>Bildschirmpräsentation (4:3)</PresentationFormat>
  <Paragraphs>29</Paragraphs>
  <Slides>4</Slides>
  <Notes>4</Notes>
  <HiddenSlides>0</HiddenSlides>
  <MMClips>0</MMClips>
  <ScaleCrop>false</ScaleCrop>
  <HeadingPairs>
    <vt:vector size="4" baseType="variant">
      <vt:variant>
        <vt:lpstr>Design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5" baseType="lpstr">
      <vt:lpstr>Nyad</vt:lpstr>
      <vt:lpstr>Computerkurse für Kids</vt:lpstr>
      <vt:lpstr>Kindgerechte Kurse durch:</vt:lpstr>
      <vt:lpstr>Wir bieten günstige Konditionen</vt:lpstr>
      <vt:lpstr>Ihr Vorteil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Computerkurse für Kids</dc:title>
  <dc:creator>microstar</dc:creator>
  <cp:lastModifiedBy>microstar</cp:lastModifiedBy>
  <cp:revision>4</cp:revision>
  <dcterms:created xsi:type="dcterms:W3CDTF">2007-11-15T13:16:04Z</dcterms:created>
  <dcterms:modified xsi:type="dcterms:W3CDTF">2007-11-15T14:19:39Z</dcterms:modified>
</cp:coreProperties>
</file>